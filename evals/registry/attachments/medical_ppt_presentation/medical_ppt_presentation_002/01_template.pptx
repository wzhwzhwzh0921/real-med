
<file path=[Content_Types].xml><?xml version="1.0" encoding="utf-8"?>
<Types xmlns="http://schemas.openxmlformats.org/package/2006/content-types">
  <Default ContentType="image/jpeg" Extension="jpg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8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strictFirstAndLastChars="0" saveSubsetFonts="1">
  <p:sldMasterIdLst>
    <p:sldMasterId id="2147483675" r:id="rId4"/>
    <p:sldMasterId id="2147483676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</p:sldIdLst>
  <p:sldSz cy="5143500" cx="9144000"/>
  <p:notesSz cx="6858000" cy="9144000"/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C37C4B30-F32D-4C11-B994-1E9E6073D720}">
  <a:tblStyle styleId="{C37C4B30-F32D-4C11-B994-1E9E6073D72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20" Type="http://schemas.openxmlformats.org/officeDocument/2006/relationships/slide" Target="slides/slide14.xml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12" Type="http://schemas.openxmlformats.org/officeDocument/2006/relationships/slide" Target="slides/slide6.xml"/><Relationship Id="rId15" Type="http://schemas.openxmlformats.org/officeDocument/2006/relationships/slide" Target="slides/slide9.xml"/><Relationship Id="rId14" Type="http://schemas.openxmlformats.org/officeDocument/2006/relationships/slide" Target="slides/slide8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" name="Google Shape;217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6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" name="Google Shape;227;g715071d223_0_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8" name="Google Shape;228;g715071d223_0_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g713f2e7b1a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" name="Google Shape;235;g713f2e7b1a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3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g713f2e7b1a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" name="Google Shape;255;g713f2e7b1a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g713f2e7b1a_0_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" name="Google Shape;264;g713f2e7b1a_0_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g715071d223_0_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3" name="Google Shape;293;g715071d223_0_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8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Google Shape;299;g71478115a7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0" name="Google Shape;300;g71478115a7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8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g71478115a7_1_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" name="Google Shape;320;g71478115a7_1_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g71478115a7_1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7" name="Google Shape;337;g71478115a7_1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0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g71478115a7_1_170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2" name="Google Shape;382;g71478115a7_1_170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5" name="Shape 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Google Shape;386;g71478115a7_1_170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7" name="Google Shape;387;g71478115a7_1_170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7" name="Shape 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" name="Google Shape;458;g71478115a7_1_171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9" name="Google Shape;459;g71478115a7_1_171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7" name="Shape 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" name="Google Shape;728;g71478115a7_1_171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9" name="Google Shape;729;g71478115a7_1_171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7" name="Shape 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" name="Google Shape;738;g71478115a7_1_171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9" name="Google Shape;739;g71478115a7_1_171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4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g71478115a7_1_178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" name="Google Shape;746;g71478115a7_1_178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g71478115a7_1_171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3" name="Google Shape;753;g71478115a7_1_171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5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g71478115a7_1_17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7" name="Google Shape;807;g71478115a7_1_17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2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" name="Google Shape;823;g71478115a7_1_177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4" name="Google Shape;824;g71478115a7_1_177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0" name="Shape 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" name="Google Shape;831;g71478115a7_1_17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2" name="Google Shape;832;g71478115a7_1_17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6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" name="Google Shape;877;g71478115a7_1_178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8" name="Google Shape;878;g71478115a7_1_178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5" name="Shape 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" name="Google Shape;886;g71478115a7_1_178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7" name="Google Shape;887;g71478115a7_1_178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2" name="Shape 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" name="Google Shape;903;g71478115a7_1_178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4" name="Google Shape;904;g71478115a7_1_178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6" name="Shape 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" name="Google Shape;927;g715071d223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8" name="Google Shape;928;g715071d223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5" name="Shape 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" name="Google Shape;936;g715071d223_0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7" name="Google Shape;937;g715071d223_0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2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" name="Google Shape;943;g715071d223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4" name="Google Shape;944;g715071d223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5" name="Shape 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" name="Google Shape;956;g715071d223_0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7" name="Google Shape;957;g715071d223_0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5" name="Shape 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" name="Google Shape;976;g715071d223_0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7" name="Google Shape;977;g715071d223_0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1" name="Shape 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" name="Google Shape;982;g715071d223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" name="Google Shape;983;g715071d223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8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g715071d223_0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0" name="Google Shape;990;g715071d223_0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5" name="Shape 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" name="Google Shape;996;g71478115a7_1_76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7" name="Google Shape;997;g71478115a7_1_76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2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g71478115a7_1_77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4" name="Google Shape;1004;g71478115a7_1_77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6" name="Shape 1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7" name="Google Shape;1017;g71478115a7_1_77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8" name="Google Shape;1018;g71478115a7_1_77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55" name="Shape 1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" name="Google Shape;1356;g71478115a7_1_80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7" name="Google Shape;1357;g71478115a7_1_80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42" name="Shape 4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3" name="Google Shape;4143;g71478115a7_1_108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4" name="Google Shape;4144;g71478115a7_1_108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61" name="Shape 4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2" name="Google Shape;4562;g71478115a7_1_112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63" name="Google Shape;4563;g71478115a7_1_112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31" name="Shape 4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2" name="Google Shape;4732;g71478115a7_1_114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33" name="Google Shape;4733;g71478115a7_1_114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36" name="Shape 5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7" name="Google Shape;5137;g71478115a7_1_118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38" name="Google Shape;5138;g71478115a7_1_118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16" name="Shape 5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7" name="Google Shape;5517;g71478115a7_1_153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18" name="Google Shape;5518;g71478115a7_1_153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13" name="Shape 6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4" name="Google Shape;6014;g71478115a7_1_158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15" name="Google Shape;6015;g71478115a7_1_158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26" name="Shape 6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7" name="Google Shape;6627;g71478115a7_1_164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28" name="Google Shape;6628;g71478115a7_1_164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78" name="Shape 7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9" name="Google Shape;7179;g71478115a7_1_122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80" name="Google Shape;7180;g71478115a7_1_122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92" name="Shape 7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3" name="Google Shape;7593;g71478115a7_1_126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94" name="Google Shape;7594;g71478115a7_1_126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53" name="Shape 7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4" name="Google Shape;7954;g71478115a7_1_129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55" name="Google Shape;7955;g71478115a7_1_129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63" name="Shape 8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4" name="Google Shape;8464;g71478115a7_1_134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65" name="Google Shape;8465;g71478115a7_1_134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83" name="Shape 9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4" name="Google Shape;9084;g71478115a7_1_141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5" name="Google Shape;9085;g71478115a7_1_141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77" name="Shape 9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8" name="Google Shape;9678;g71478115a7_1_147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79" name="Google Shape;9679;g71478115a7_1_147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98" name="Shape 9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9" name="Google Shape;9999;g71478115a7_1_150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00" name="Google Shape;10000;g71478115a7_1_150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03" name="Shape 10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4" name="Google Shape;10304;g71478115a7_1_153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05" name="Google Shape;10305;g71478115a7_1_153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-14800" y="-22200"/>
            <a:ext cx="7341600" cy="5202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888325" y="2056650"/>
            <a:ext cx="4878000" cy="103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>
            <a:off x="888325" y="4399261"/>
            <a:ext cx="3430800" cy="37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header" type="secHead">
  <p:cSld name="SECTION_HEADER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/>
          <p:nvPr/>
        </p:nvSpPr>
        <p:spPr>
          <a:xfrm>
            <a:off x="4961200" y="-75"/>
            <a:ext cx="41829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3"/>
          <p:cNvSpPr/>
          <p:nvPr/>
        </p:nvSpPr>
        <p:spPr>
          <a:xfrm>
            <a:off x="0" y="-75"/>
            <a:ext cx="4536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3"/>
          <p:cNvSpPr txBox="1"/>
          <p:nvPr>
            <p:ph type="title"/>
          </p:nvPr>
        </p:nvSpPr>
        <p:spPr>
          <a:xfrm>
            <a:off x="311700" y="2303250"/>
            <a:ext cx="85206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7" name="Google Shape;17;p3"/>
          <p:cNvSpPr txBox="1"/>
          <p:nvPr>
            <p:ph hasCustomPrompt="1" idx="2" type="title"/>
          </p:nvPr>
        </p:nvSpPr>
        <p:spPr>
          <a:xfrm>
            <a:off x="1921688" y="1703819"/>
            <a:ext cx="35460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8" name="Google Shape;18;p3"/>
          <p:cNvSpPr txBox="1"/>
          <p:nvPr>
            <p:ph idx="1" type="subTitle"/>
          </p:nvPr>
        </p:nvSpPr>
        <p:spPr>
          <a:xfrm>
            <a:off x="4947031" y="3080756"/>
            <a:ext cx="2405100" cy="37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body" type="tx">
  <p:cSld name="TITLE_AND_BODY">
    <p:spTree>
      <p:nvGrpSpPr>
        <p:cNvPr id="19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4"/>
          <p:cNvSpPr txBox="1"/>
          <p:nvPr>
            <p:ph idx="1" type="body"/>
          </p:nvPr>
        </p:nvSpPr>
        <p:spPr>
          <a:xfrm>
            <a:off x="705225" y="1166075"/>
            <a:ext cx="7138500" cy="307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1" name="Google Shape;21;p4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two columns" type="twoColTx">
  <p:cSld name="TITLE_AND_TWO_COLUMNS"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5"/>
          <p:cNvSpPr txBox="1"/>
          <p:nvPr>
            <p:ph idx="1" type="body"/>
          </p:nvPr>
        </p:nvSpPr>
        <p:spPr>
          <a:xfrm>
            <a:off x="1228050" y="1958550"/>
            <a:ext cx="2817600" cy="249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4" name="Google Shape;24;p5"/>
          <p:cNvSpPr txBox="1"/>
          <p:nvPr>
            <p:ph idx="2" type="body"/>
          </p:nvPr>
        </p:nvSpPr>
        <p:spPr>
          <a:xfrm>
            <a:off x="5098350" y="1958550"/>
            <a:ext cx="2817600" cy="249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5" name="Google Shape;25;p5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6" name="Google Shape;26;p5"/>
          <p:cNvSpPr/>
          <p:nvPr/>
        </p:nvSpPr>
        <p:spPr>
          <a:xfrm>
            <a:off x="0" y="4748000"/>
            <a:ext cx="7500600" cy="395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5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  <p:cxnSp>
        <p:nvCxnSpPr>
          <p:cNvPr id="28" name="Google Shape;28;p5"/>
          <p:cNvCxnSpPr/>
          <p:nvPr/>
        </p:nvCxnSpPr>
        <p:spPr>
          <a:xfrm rot="10800000">
            <a:off x="781225" y="4940300"/>
            <a:ext cx="6774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" name="Google Shape;29;p5"/>
          <p:cNvCxnSpPr/>
          <p:nvPr/>
        </p:nvCxnSpPr>
        <p:spPr>
          <a:xfrm rot="10800000">
            <a:off x="7496925" y="4940300"/>
            <a:ext cx="1095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" name="Google Shape;30;p5"/>
          <p:cNvSpPr txBox="1"/>
          <p:nvPr>
            <p:ph idx="3" type="title"/>
          </p:nvPr>
        </p:nvSpPr>
        <p:spPr>
          <a:xfrm>
            <a:off x="1228048" y="1163688"/>
            <a:ext cx="25065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31" name="Google Shape;31;p5"/>
          <p:cNvSpPr txBox="1"/>
          <p:nvPr>
            <p:ph idx="4" type="title"/>
          </p:nvPr>
        </p:nvSpPr>
        <p:spPr>
          <a:xfrm>
            <a:off x="5098348" y="1163675"/>
            <a:ext cx="25065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only" type="titleOnly">
  <p:cSld name="TITLE_ONLY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6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4" name="Google Shape;34;p6"/>
          <p:cNvSpPr/>
          <p:nvPr/>
        </p:nvSpPr>
        <p:spPr>
          <a:xfrm>
            <a:off x="0" y="4748000"/>
            <a:ext cx="7500600" cy="395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5" name="Google Shape;35;p6"/>
          <p:cNvCxnSpPr/>
          <p:nvPr/>
        </p:nvCxnSpPr>
        <p:spPr>
          <a:xfrm rot="10800000">
            <a:off x="781225" y="4940300"/>
            <a:ext cx="6774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6" name="Google Shape;36;p6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  <p:cxnSp>
        <p:nvCxnSpPr>
          <p:cNvPr id="37" name="Google Shape;37;p6"/>
          <p:cNvCxnSpPr/>
          <p:nvPr/>
        </p:nvCxnSpPr>
        <p:spPr>
          <a:xfrm rot="10800000">
            <a:off x="7496925" y="4940300"/>
            <a:ext cx="1095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ne column text">
  <p:cSld name="ONE_COLUMN_TEXT"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7"/>
          <p:cNvSpPr txBox="1"/>
          <p:nvPr>
            <p:ph type="title"/>
          </p:nvPr>
        </p:nvSpPr>
        <p:spPr>
          <a:xfrm>
            <a:off x="5284325" y="99015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0" name="Google Shape;40;p7"/>
          <p:cNvSpPr txBox="1"/>
          <p:nvPr>
            <p:ph idx="1" type="body"/>
          </p:nvPr>
        </p:nvSpPr>
        <p:spPr>
          <a:xfrm>
            <a:off x="5284325" y="1824150"/>
            <a:ext cx="2808000" cy="20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1" name="Google Shape;41;p7"/>
          <p:cNvSpPr/>
          <p:nvPr/>
        </p:nvSpPr>
        <p:spPr>
          <a:xfrm>
            <a:off x="-13825" y="-13825"/>
            <a:ext cx="4535700" cy="3862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2" name="Google Shape;42;p7"/>
          <p:cNvCxnSpPr/>
          <p:nvPr/>
        </p:nvCxnSpPr>
        <p:spPr>
          <a:xfrm rot="10800000">
            <a:off x="781100" y="4940300"/>
            <a:ext cx="8358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3" name="Google Shape;43;p7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Main point">
  <p:cSld name="MAIN_POINT">
    <p:bg>
      <p:bgPr>
        <a:solidFill>
          <a:schemeClr val="accent1"/>
        </a:solid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Google Shape;45;p8"/>
          <p:cNvGrpSpPr/>
          <p:nvPr/>
        </p:nvGrpSpPr>
        <p:grpSpPr>
          <a:xfrm>
            <a:off x="0" y="0"/>
            <a:ext cx="9144000" cy="5143475"/>
            <a:chOff x="0" y="0"/>
            <a:chExt cx="9144000" cy="5143475"/>
          </a:xfrm>
        </p:grpSpPr>
        <p:grpSp>
          <p:nvGrpSpPr>
            <p:cNvPr id="46" name="Google Shape;46;p8"/>
            <p:cNvGrpSpPr/>
            <p:nvPr/>
          </p:nvGrpSpPr>
          <p:grpSpPr>
            <a:xfrm>
              <a:off x="0" y="0"/>
              <a:ext cx="9144000" cy="5143475"/>
              <a:chOff x="0" y="0"/>
              <a:chExt cx="9144000" cy="5143475"/>
            </a:xfrm>
          </p:grpSpPr>
          <p:sp>
            <p:nvSpPr>
              <p:cNvPr id="47" name="Google Shape;47;p8"/>
              <p:cNvSpPr/>
              <p:nvPr/>
            </p:nvSpPr>
            <p:spPr>
              <a:xfrm>
                <a:off x="0" y="4748000"/>
                <a:ext cx="9144000" cy="395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8"/>
              <p:cNvSpPr/>
              <p:nvPr/>
            </p:nvSpPr>
            <p:spPr>
              <a:xfrm>
                <a:off x="0" y="0"/>
                <a:ext cx="9144000" cy="395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8"/>
              <p:cNvSpPr/>
              <p:nvPr/>
            </p:nvSpPr>
            <p:spPr>
              <a:xfrm rot="5400000">
                <a:off x="-2215050" y="2533025"/>
                <a:ext cx="4825500" cy="395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8"/>
              <p:cNvSpPr/>
              <p:nvPr/>
            </p:nvSpPr>
            <p:spPr>
              <a:xfrm rot="5400000">
                <a:off x="6533550" y="2533025"/>
                <a:ext cx="4825500" cy="395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" name="Google Shape;51;p8"/>
            <p:cNvSpPr/>
            <p:nvPr/>
          </p:nvSpPr>
          <p:spPr>
            <a:xfrm>
              <a:off x="1490850" y="3577150"/>
              <a:ext cx="6162300" cy="12840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" name="Google Shape;52;p8"/>
          <p:cNvSpPr txBox="1"/>
          <p:nvPr>
            <p:ph type="title"/>
          </p:nvPr>
        </p:nvSpPr>
        <p:spPr>
          <a:xfrm>
            <a:off x="1651650" y="3722750"/>
            <a:ext cx="5840700" cy="108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title and description">
  <p:cSld name="SECTION_TITLE_AND_DESCRIPTION"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9"/>
          <p:cNvSpPr txBox="1"/>
          <p:nvPr>
            <p:ph idx="1" type="subTitle"/>
          </p:nvPr>
        </p:nvSpPr>
        <p:spPr>
          <a:xfrm>
            <a:off x="705225" y="1135125"/>
            <a:ext cx="2588100" cy="276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55" name="Google Shape;55;p9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6" name="Google Shape;56;p9"/>
          <p:cNvSpPr/>
          <p:nvPr/>
        </p:nvSpPr>
        <p:spPr>
          <a:xfrm>
            <a:off x="4243400" y="625525"/>
            <a:ext cx="4900500" cy="4508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9"/>
          <p:cNvSpPr txBox="1"/>
          <p:nvPr>
            <p:ph idx="2" type="body"/>
          </p:nvPr>
        </p:nvSpPr>
        <p:spPr>
          <a:xfrm>
            <a:off x="4698575" y="3174475"/>
            <a:ext cx="3559500" cy="14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  <a:defRPr sz="1400">
                <a:solidFill>
                  <a:srgbClr val="FFFFFF"/>
                </a:solidFill>
              </a:defRPr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○"/>
              <a:defRPr>
                <a:solidFill>
                  <a:srgbClr val="FFFFFF"/>
                </a:solidFill>
              </a:defRPr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■"/>
              <a:defRPr>
                <a:solidFill>
                  <a:srgbClr val="FFFFFF"/>
                </a:solidFill>
              </a:defRPr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  <a:defRPr>
                <a:solidFill>
                  <a:srgbClr val="FFFFFF"/>
                </a:solidFill>
              </a:defRPr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○"/>
              <a:defRPr>
                <a:solidFill>
                  <a:srgbClr val="FFFFFF"/>
                </a:solidFill>
              </a:defRPr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■"/>
              <a:defRPr>
                <a:solidFill>
                  <a:srgbClr val="FFFFFF"/>
                </a:solidFill>
              </a:defRPr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  <a:defRPr>
                <a:solidFill>
                  <a:srgbClr val="FFFFFF"/>
                </a:solidFill>
              </a:defRPr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○"/>
              <a:defRPr>
                <a:solidFill>
                  <a:srgbClr val="FFFFFF"/>
                </a:solidFill>
              </a:defRPr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400"/>
              <a:buChar char="■"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58" name="Google Shape;58;p9"/>
          <p:cNvCxnSpPr/>
          <p:nvPr/>
        </p:nvCxnSpPr>
        <p:spPr>
          <a:xfrm rot="10800000">
            <a:off x="781100" y="4940300"/>
            <a:ext cx="8358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9" name="Google Shape;59;p9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</a:rPr>
              <a:t>COVID-19</a:t>
            </a:r>
            <a:endParaRPr sz="900">
              <a:solidFill>
                <a:srgbClr val="FFFFFF"/>
              </a:solidFill>
            </a:endParaRPr>
          </a:p>
        </p:txBody>
      </p:sp>
      <p:cxnSp>
        <p:nvCxnSpPr>
          <p:cNvPr id="60" name="Google Shape;60;p9"/>
          <p:cNvCxnSpPr/>
          <p:nvPr/>
        </p:nvCxnSpPr>
        <p:spPr>
          <a:xfrm rot="10800000">
            <a:off x="4248225" y="4940300"/>
            <a:ext cx="43440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">
  <p:cSld name="CAPTION_ONLY"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0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cxnSp>
        <p:nvCxnSpPr>
          <p:cNvPr id="63" name="Google Shape;63;p10"/>
          <p:cNvCxnSpPr/>
          <p:nvPr/>
        </p:nvCxnSpPr>
        <p:spPr>
          <a:xfrm rot="10800000">
            <a:off x="781100" y="4940300"/>
            <a:ext cx="8358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4" name="Google Shape;64;p10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">
  <p:cSld name="BIG_NUMBER"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11"/>
          <p:cNvSpPr txBox="1"/>
          <p:nvPr>
            <p:ph hasCustomPrompt="1" type="title"/>
          </p:nvPr>
        </p:nvSpPr>
        <p:spPr>
          <a:xfrm>
            <a:off x="311700" y="11823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7" name="Google Shape;67;p11"/>
          <p:cNvSpPr txBox="1"/>
          <p:nvPr>
            <p:ph idx="1" type="body"/>
          </p:nvPr>
        </p:nvSpPr>
        <p:spPr>
          <a:xfrm>
            <a:off x="311700" y="3076025"/>
            <a:ext cx="8520600" cy="4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8" name="Google Shape;68;p11"/>
          <p:cNvSpPr/>
          <p:nvPr/>
        </p:nvSpPr>
        <p:spPr>
          <a:xfrm>
            <a:off x="0" y="-9525"/>
            <a:ext cx="1428900" cy="3386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11"/>
          <p:cNvSpPr/>
          <p:nvPr/>
        </p:nvSpPr>
        <p:spPr>
          <a:xfrm>
            <a:off x="7715100" y="1756800"/>
            <a:ext cx="1428900" cy="3386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 type="blank">
  <p:cSld name="BLANK"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TITLE_AND_BODY_1"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3"/>
          <p:cNvSpPr txBox="1"/>
          <p:nvPr>
            <p:ph type="title"/>
          </p:nvPr>
        </p:nvSpPr>
        <p:spPr>
          <a:xfrm>
            <a:off x="1355725" y="769934"/>
            <a:ext cx="39579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73" name="Google Shape;73;p13"/>
          <p:cNvSpPr txBox="1"/>
          <p:nvPr>
            <p:ph idx="1" type="subTitle"/>
          </p:nvPr>
        </p:nvSpPr>
        <p:spPr>
          <a:xfrm>
            <a:off x="1355725" y="991934"/>
            <a:ext cx="3957900" cy="39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4" name="Google Shape;74;p13"/>
          <p:cNvSpPr txBox="1"/>
          <p:nvPr>
            <p:ph hasCustomPrompt="1" idx="2" type="title"/>
          </p:nvPr>
        </p:nvSpPr>
        <p:spPr>
          <a:xfrm>
            <a:off x="689200" y="619763"/>
            <a:ext cx="770100" cy="54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5" name="Google Shape;75;p13"/>
          <p:cNvSpPr txBox="1"/>
          <p:nvPr>
            <p:ph idx="3" type="title"/>
          </p:nvPr>
        </p:nvSpPr>
        <p:spPr>
          <a:xfrm>
            <a:off x="1355725" y="1555159"/>
            <a:ext cx="39579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76" name="Google Shape;76;p13"/>
          <p:cNvSpPr txBox="1"/>
          <p:nvPr>
            <p:ph idx="4" type="subTitle"/>
          </p:nvPr>
        </p:nvSpPr>
        <p:spPr>
          <a:xfrm>
            <a:off x="1355725" y="1777159"/>
            <a:ext cx="3957900" cy="39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7" name="Google Shape;77;p13"/>
          <p:cNvSpPr txBox="1"/>
          <p:nvPr>
            <p:ph hasCustomPrompt="1" idx="5" type="title"/>
          </p:nvPr>
        </p:nvSpPr>
        <p:spPr>
          <a:xfrm>
            <a:off x="689200" y="1404988"/>
            <a:ext cx="770100" cy="54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8" name="Google Shape;78;p13"/>
          <p:cNvSpPr txBox="1"/>
          <p:nvPr>
            <p:ph idx="6" type="title"/>
          </p:nvPr>
        </p:nvSpPr>
        <p:spPr>
          <a:xfrm>
            <a:off x="1355725" y="2340384"/>
            <a:ext cx="39579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79" name="Google Shape;79;p13"/>
          <p:cNvSpPr txBox="1"/>
          <p:nvPr>
            <p:ph idx="7" type="subTitle"/>
          </p:nvPr>
        </p:nvSpPr>
        <p:spPr>
          <a:xfrm>
            <a:off x="1355725" y="2562384"/>
            <a:ext cx="3957900" cy="39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0" name="Google Shape;80;p13"/>
          <p:cNvSpPr txBox="1"/>
          <p:nvPr>
            <p:ph hasCustomPrompt="1" idx="8" type="title"/>
          </p:nvPr>
        </p:nvSpPr>
        <p:spPr>
          <a:xfrm>
            <a:off x="689200" y="2190213"/>
            <a:ext cx="770100" cy="54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1" name="Google Shape;81;p13"/>
          <p:cNvSpPr txBox="1"/>
          <p:nvPr>
            <p:ph idx="9" type="title"/>
          </p:nvPr>
        </p:nvSpPr>
        <p:spPr>
          <a:xfrm>
            <a:off x="1355725" y="3125609"/>
            <a:ext cx="39579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82" name="Google Shape;82;p13"/>
          <p:cNvSpPr txBox="1"/>
          <p:nvPr>
            <p:ph idx="13" type="subTitle"/>
          </p:nvPr>
        </p:nvSpPr>
        <p:spPr>
          <a:xfrm>
            <a:off x="1355725" y="3347609"/>
            <a:ext cx="3957900" cy="39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3" name="Google Shape;83;p13"/>
          <p:cNvSpPr txBox="1"/>
          <p:nvPr>
            <p:ph hasCustomPrompt="1" idx="14" type="title"/>
          </p:nvPr>
        </p:nvSpPr>
        <p:spPr>
          <a:xfrm>
            <a:off x="689200" y="2975438"/>
            <a:ext cx="770100" cy="54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4" name="Google Shape;84;p13"/>
          <p:cNvSpPr txBox="1"/>
          <p:nvPr>
            <p:ph idx="15" type="title"/>
          </p:nvPr>
        </p:nvSpPr>
        <p:spPr>
          <a:xfrm>
            <a:off x="1355725" y="3910834"/>
            <a:ext cx="39579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85" name="Google Shape;85;p13"/>
          <p:cNvSpPr txBox="1"/>
          <p:nvPr>
            <p:ph idx="16" type="subTitle"/>
          </p:nvPr>
        </p:nvSpPr>
        <p:spPr>
          <a:xfrm>
            <a:off x="1355725" y="4132834"/>
            <a:ext cx="3957900" cy="39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6" name="Google Shape;86;p13"/>
          <p:cNvSpPr txBox="1"/>
          <p:nvPr>
            <p:ph hasCustomPrompt="1" idx="17" type="title"/>
          </p:nvPr>
        </p:nvSpPr>
        <p:spPr>
          <a:xfrm>
            <a:off x="689200" y="3760663"/>
            <a:ext cx="770100" cy="54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7" name="Google Shape;87;p13"/>
          <p:cNvSpPr/>
          <p:nvPr/>
        </p:nvSpPr>
        <p:spPr>
          <a:xfrm>
            <a:off x="6864925" y="0"/>
            <a:ext cx="2279100" cy="5164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8" name="Google Shape;88;p13"/>
          <p:cNvCxnSpPr/>
          <p:nvPr/>
        </p:nvCxnSpPr>
        <p:spPr>
          <a:xfrm rot="10800000">
            <a:off x="781100" y="4940300"/>
            <a:ext cx="8358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" name="Google Shape;89;p13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</a:rPr>
              <a:t>COVID-19</a:t>
            </a:r>
            <a:endParaRPr sz="900">
              <a:solidFill>
                <a:srgbClr val="FFFFFF"/>
              </a:solidFill>
            </a:endParaRPr>
          </a:p>
        </p:txBody>
      </p:sp>
      <p:cxnSp>
        <p:nvCxnSpPr>
          <p:cNvPr id="90" name="Google Shape;90;p13"/>
          <p:cNvCxnSpPr/>
          <p:nvPr/>
        </p:nvCxnSpPr>
        <p:spPr>
          <a:xfrm rot="10800000">
            <a:off x="6860625" y="4940300"/>
            <a:ext cx="17316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hree Columns">
  <p:cSld name="TITLE_ONLY_1">
    <p:spTree>
      <p:nvGrpSpPr>
        <p:cNvPr id="9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14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3" name="Google Shape;93;p14"/>
          <p:cNvSpPr txBox="1"/>
          <p:nvPr>
            <p:ph idx="2" type="title"/>
          </p:nvPr>
        </p:nvSpPr>
        <p:spPr>
          <a:xfrm>
            <a:off x="1006450" y="2677125"/>
            <a:ext cx="19380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4" name="Google Shape;94;p14"/>
          <p:cNvSpPr txBox="1"/>
          <p:nvPr>
            <p:ph idx="1" type="subTitle"/>
          </p:nvPr>
        </p:nvSpPr>
        <p:spPr>
          <a:xfrm>
            <a:off x="1006450" y="3243850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5" name="Google Shape;95;p14"/>
          <p:cNvSpPr txBox="1"/>
          <p:nvPr>
            <p:ph idx="3" type="title"/>
          </p:nvPr>
        </p:nvSpPr>
        <p:spPr>
          <a:xfrm>
            <a:off x="3603000" y="2677125"/>
            <a:ext cx="19380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6" name="Google Shape;96;p14"/>
          <p:cNvSpPr txBox="1"/>
          <p:nvPr>
            <p:ph idx="4" type="subTitle"/>
          </p:nvPr>
        </p:nvSpPr>
        <p:spPr>
          <a:xfrm>
            <a:off x="3603000" y="3243850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7" name="Google Shape;97;p14"/>
          <p:cNvSpPr txBox="1"/>
          <p:nvPr>
            <p:ph idx="5" type="title"/>
          </p:nvPr>
        </p:nvSpPr>
        <p:spPr>
          <a:xfrm>
            <a:off x="6199550" y="2677125"/>
            <a:ext cx="19380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8" name="Google Shape;98;p14"/>
          <p:cNvSpPr txBox="1"/>
          <p:nvPr>
            <p:ph idx="6" type="subTitle"/>
          </p:nvPr>
        </p:nvSpPr>
        <p:spPr>
          <a:xfrm>
            <a:off x="6199550" y="3243850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9" name="Google Shape;99;p14"/>
          <p:cNvSpPr/>
          <p:nvPr/>
        </p:nvSpPr>
        <p:spPr>
          <a:xfrm>
            <a:off x="0" y="4748000"/>
            <a:ext cx="7500600" cy="395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00" name="Google Shape;100;p14"/>
          <p:cNvCxnSpPr/>
          <p:nvPr/>
        </p:nvCxnSpPr>
        <p:spPr>
          <a:xfrm rot="10800000">
            <a:off x="781225" y="4940300"/>
            <a:ext cx="6774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1" name="Google Shape;101;p14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  <p:cxnSp>
        <p:nvCxnSpPr>
          <p:cNvPr id="102" name="Google Shape;102;p14"/>
          <p:cNvCxnSpPr/>
          <p:nvPr/>
        </p:nvCxnSpPr>
        <p:spPr>
          <a:xfrm rot="10800000">
            <a:off x="7496925" y="4940300"/>
            <a:ext cx="1095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Four Columns ">
  <p:cSld name="TITLE_ONLY_1_1">
    <p:spTree>
      <p:nvGrpSpPr>
        <p:cNvPr id="103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15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5" name="Google Shape;105;p15"/>
          <p:cNvSpPr txBox="1"/>
          <p:nvPr>
            <p:ph idx="2" type="title"/>
          </p:nvPr>
        </p:nvSpPr>
        <p:spPr>
          <a:xfrm>
            <a:off x="899300" y="3039075"/>
            <a:ext cx="16938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6" name="Google Shape;106;p15"/>
          <p:cNvSpPr txBox="1"/>
          <p:nvPr>
            <p:ph idx="1" type="subTitle"/>
          </p:nvPr>
        </p:nvSpPr>
        <p:spPr>
          <a:xfrm>
            <a:off x="899300" y="3605800"/>
            <a:ext cx="16938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7" name="Google Shape;107;p15"/>
          <p:cNvSpPr txBox="1"/>
          <p:nvPr>
            <p:ph idx="3" type="title"/>
          </p:nvPr>
        </p:nvSpPr>
        <p:spPr>
          <a:xfrm>
            <a:off x="2799525" y="3039075"/>
            <a:ext cx="16938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8" name="Google Shape;108;p15"/>
          <p:cNvSpPr txBox="1"/>
          <p:nvPr>
            <p:ph idx="4" type="subTitle"/>
          </p:nvPr>
        </p:nvSpPr>
        <p:spPr>
          <a:xfrm>
            <a:off x="2799525" y="3605800"/>
            <a:ext cx="16938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9" name="Google Shape;109;p15"/>
          <p:cNvSpPr txBox="1"/>
          <p:nvPr>
            <p:ph idx="5" type="title"/>
          </p:nvPr>
        </p:nvSpPr>
        <p:spPr>
          <a:xfrm>
            <a:off x="4699750" y="3039075"/>
            <a:ext cx="16938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10" name="Google Shape;110;p15"/>
          <p:cNvSpPr txBox="1"/>
          <p:nvPr>
            <p:ph idx="6" type="subTitle"/>
          </p:nvPr>
        </p:nvSpPr>
        <p:spPr>
          <a:xfrm>
            <a:off x="4699750" y="3605800"/>
            <a:ext cx="16938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11" name="Google Shape;111;p15"/>
          <p:cNvSpPr txBox="1"/>
          <p:nvPr>
            <p:ph idx="7" type="title"/>
          </p:nvPr>
        </p:nvSpPr>
        <p:spPr>
          <a:xfrm>
            <a:off x="6599975" y="3039075"/>
            <a:ext cx="16938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12" name="Google Shape;112;p15"/>
          <p:cNvSpPr txBox="1"/>
          <p:nvPr>
            <p:ph idx="8" type="subTitle"/>
          </p:nvPr>
        </p:nvSpPr>
        <p:spPr>
          <a:xfrm>
            <a:off x="6599975" y="3605800"/>
            <a:ext cx="16938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13" name="Google Shape;113;p15"/>
          <p:cNvSpPr/>
          <p:nvPr/>
        </p:nvSpPr>
        <p:spPr>
          <a:xfrm>
            <a:off x="-13950" y="1309000"/>
            <a:ext cx="9205200" cy="1235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14" name="Google Shape;114;p15"/>
          <p:cNvCxnSpPr/>
          <p:nvPr/>
        </p:nvCxnSpPr>
        <p:spPr>
          <a:xfrm rot="10800000">
            <a:off x="781100" y="4940300"/>
            <a:ext cx="8358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" name="Google Shape;115;p15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">
  <p:cSld name="TITLE_ONLY_2"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16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wo Columns ">
  <p:cSld name="TITLE_ONLY_1_2"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17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20" name="Google Shape;120;p17"/>
          <p:cNvSpPr txBox="1"/>
          <p:nvPr>
            <p:ph idx="2" type="title"/>
          </p:nvPr>
        </p:nvSpPr>
        <p:spPr>
          <a:xfrm>
            <a:off x="1295600" y="3784275"/>
            <a:ext cx="2804400" cy="6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21" name="Google Shape;121;p17"/>
          <p:cNvSpPr txBox="1"/>
          <p:nvPr>
            <p:ph idx="1" type="subTitle"/>
          </p:nvPr>
        </p:nvSpPr>
        <p:spPr>
          <a:xfrm>
            <a:off x="1295600" y="2558450"/>
            <a:ext cx="2804400" cy="117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2" name="Google Shape;122;p17"/>
          <p:cNvSpPr txBox="1"/>
          <p:nvPr>
            <p:ph idx="3" type="title"/>
          </p:nvPr>
        </p:nvSpPr>
        <p:spPr>
          <a:xfrm>
            <a:off x="5044000" y="3784275"/>
            <a:ext cx="2804400" cy="6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23" name="Google Shape;123;p17"/>
          <p:cNvSpPr txBox="1"/>
          <p:nvPr>
            <p:ph idx="4" type="subTitle"/>
          </p:nvPr>
        </p:nvSpPr>
        <p:spPr>
          <a:xfrm>
            <a:off x="5044000" y="2558450"/>
            <a:ext cx="2804400" cy="117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4" name="Google Shape;124;p17"/>
          <p:cNvSpPr/>
          <p:nvPr/>
        </p:nvSpPr>
        <p:spPr>
          <a:xfrm>
            <a:off x="0" y="4748000"/>
            <a:ext cx="7500600" cy="395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5" name="Google Shape;125;p17"/>
          <p:cNvCxnSpPr/>
          <p:nvPr/>
        </p:nvCxnSpPr>
        <p:spPr>
          <a:xfrm rot="10800000">
            <a:off x="781225" y="4940300"/>
            <a:ext cx="6774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6" name="Google Shape;126;p17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  <p:cxnSp>
        <p:nvCxnSpPr>
          <p:cNvPr id="127" name="Google Shape;127;p17"/>
          <p:cNvCxnSpPr/>
          <p:nvPr/>
        </p:nvCxnSpPr>
        <p:spPr>
          <a:xfrm rot="10800000">
            <a:off x="7496925" y="4940300"/>
            <a:ext cx="1095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8" name="Google Shape;128;p17"/>
          <p:cNvSpPr/>
          <p:nvPr/>
        </p:nvSpPr>
        <p:spPr>
          <a:xfrm>
            <a:off x="4522375" y="0"/>
            <a:ext cx="4634100" cy="1479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ne Column">
  <p:cSld name="ONE_COLUMN_TEXT_1"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18"/>
          <p:cNvSpPr/>
          <p:nvPr/>
        </p:nvSpPr>
        <p:spPr>
          <a:xfrm flipH="1">
            <a:off x="150" y="0"/>
            <a:ext cx="5792400" cy="5164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31" name="Google Shape;131;p18"/>
          <p:cNvSpPr txBox="1"/>
          <p:nvPr>
            <p:ph type="title"/>
          </p:nvPr>
        </p:nvSpPr>
        <p:spPr>
          <a:xfrm>
            <a:off x="705222" y="106635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2" name="Google Shape;132;p18"/>
          <p:cNvSpPr txBox="1"/>
          <p:nvPr>
            <p:ph idx="1" type="body"/>
          </p:nvPr>
        </p:nvSpPr>
        <p:spPr>
          <a:xfrm>
            <a:off x="705222" y="1900350"/>
            <a:ext cx="2808000" cy="20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9pPr>
          </a:lstStyle>
          <a:p/>
        </p:txBody>
      </p:sp>
      <p:cxnSp>
        <p:nvCxnSpPr>
          <p:cNvPr id="133" name="Google Shape;133;p18"/>
          <p:cNvCxnSpPr/>
          <p:nvPr/>
        </p:nvCxnSpPr>
        <p:spPr>
          <a:xfrm rot="10800000">
            <a:off x="781100" y="4940300"/>
            <a:ext cx="8358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4" name="Google Shape;134;p18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  <p:cxnSp>
        <p:nvCxnSpPr>
          <p:cNvPr id="135" name="Google Shape;135;p18"/>
          <p:cNvCxnSpPr/>
          <p:nvPr/>
        </p:nvCxnSpPr>
        <p:spPr>
          <a:xfrm rot="10800000">
            <a:off x="5806425" y="4940300"/>
            <a:ext cx="27858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ix Columns ">
  <p:cSld name="TITLE_ONLY_1_3"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19"/>
          <p:cNvSpPr/>
          <p:nvPr/>
        </p:nvSpPr>
        <p:spPr>
          <a:xfrm>
            <a:off x="0" y="1348375"/>
            <a:ext cx="8620200" cy="165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38" name="Google Shape;138;p19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9" name="Google Shape;139;p19"/>
          <p:cNvSpPr txBox="1"/>
          <p:nvPr>
            <p:ph idx="2" type="title"/>
          </p:nvPr>
        </p:nvSpPr>
        <p:spPr>
          <a:xfrm>
            <a:off x="1006450" y="3238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40" name="Google Shape;140;p19"/>
          <p:cNvSpPr txBox="1"/>
          <p:nvPr>
            <p:ph idx="1" type="subTitle"/>
          </p:nvPr>
        </p:nvSpPr>
        <p:spPr>
          <a:xfrm>
            <a:off x="1006450" y="3589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1" name="Google Shape;141;p19"/>
          <p:cNvSpPr txBox="1"/>
          <p:nvPr>
            <p:ph idx="3" type="title"/>
          </p:nvPr>
        </p:nvSpPr>
        <p:spPr>
          <a:xfrm>
            <a:off x="3603000" y="3238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42" name="Google Shape;142;p19"/>
          <p:cNvSpPr txBox="1"/>
          <p:nvPr>
            <p:ph idx="4" type="subTitle"/>
          </p:nvPr>
        </p:nvSpPr>
        <p:spPr>
          <a:xfrm>
            <a:off x="3603000" y="3589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3" name="Google Shape;143;p19"/>
          <p:cNvSpPr txBox="1"/>
          <p:nvPr>
            <p:ph idx="5" type="title"/>
          </p:nvPr>
        </p:nvSpPr>
        <p:spPr>
          <a:xfrm>
            <a:off x="6199550" y="3238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44" name="Google Shape;144;p19"/>
          <p:cNvSpPr txBox="1"/>
          <p:nvPr>
            <p:ph idx="6" type="subTitle"/>
          </p:nvPr>
        </p:nvSpPr>
        <p:spPr>
          <a:xfrm>
            <a:off x="6199550" y="3589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5" name="Google Shape;145;p19"/>
          <p:cNvSpPr txBox="1"/>
          <p:nvPr>
            <p:ph idx="7" type="title"/>
          </p:nvPr>
        </p:nvSpPr>
        <p:spPr>
          <a:xfrm>
            <a:off x="1006450" y="1614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46" name="Google Shape;146;p19"/>
          <p:cNvSpPr txBox="1"/>
          <p:nvPr>
            <p:ph idx="8" type="subTitle"/>
          </p:nvPr>
        </p:nvSpPr>
        <p:spPr>
          <a:xfrm>
            <a:off x="1006450" y="1965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None/>
              <a:defRPr sz="13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47" name="Google Shape;147;p19"/>
          <p:cNvSpPr txBox="1"/>
          <p:nvPr>
            <p:ph idx="9" type="title"/>
          </p:nvPr>
        </p:nvSpPr>
        <p:spPr>
          <a:xfrm>
            <a:off x="3603000" y="1614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48" name="Google Shape;148;p19"/>
          <p:cNvSpPr txBox="1"/>
          <p:nvPr>
            <p:ph idx="13" type="subTitle"/>
          </p:nvPr>
        </p:nvSpPr>
        <p:spPr>
          <a:xfrm>
            <a:off x="3603000" y="1965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None/>
              <a:defRPr sz="13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49" name="Google Shape;149;p19"/>
          <p:cNvSpPr txBox="1"/>
          <p:nvPr>
            <p:ph idx="14" type="title"/>
          </p:nvPr>
        </p:nvSpPr>
        <p:spPr>
          <a:xfrm>
            <a:off x="6199550" y="1614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0" name="Google Shape;150;p19"/>
          <p:cNvSpPr txBox="1"/>
          <p:nvPr>
            <p:ph idx="15" type="subTitle"/>
          </p:nvPr>
        </p:nvSpPr>
        <p:spPr>
          <a:xfrm>
            <a:off x="6199550" y="1965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None/>
              <a:defRPr sz="13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1" name="Google Shape;151;p19"/>
          <p:cNvSpPr/>
          <p:nvPr/>
        </p:nvSpPr>
        <p:spPr>
          <a:xfrm>
            <a:off x="0" y="4748000"/>
            <a:ext cx="7500600" cy="395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52" name="Google Shape;152;p19"/>
          <p:cNvCxnSpPr/>
          <p:nvPr/>
        </p:nvCxnSpPr>
        <p:spPr>
          <a:xfrm rot="10800000">
            <a:off x="781225" y="4940300"/>
            <a:ext cx="6774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3" name="Google Shape;153;p19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  <p:cxnSp>
        <p:nvCxnSpPr>
          <p:cNvPr id="154" name="Google Shape;154;p19"/>
          <p:cNvCxnSpPr/>
          <p:nvPr/>
        </p:nvCxnSpPr>
        <p:spPr>
          <a:xfrm rot="10800000">
            <a:off x="7496925" y="4940300"/>
            <a:ext cx="1095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1">
  <p:cSld name="CAPTION_ONLY_1"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20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cxnSp>
        <p:nvCxnSpPr>
          <p:cNvPr id="157" name="Google Shape;157;p20"/>
          <p:cNvCxnSpPr/>
          <p:nvPr/>
        </p:nvCxnSpPr>
        <p:spPr>
          <a:xfrm rot="10800000">
            <a:off x="781100" y="4940300"/>
            <a:ext cx="8358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8" name="Google Shape;158;p20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  <p:sp>
        <p:nvSpPr>
          <p:cNvPr id="159" name="Google Shape;159;p20"/>
          <p:cNvSpPr/>
          <p:nvPr/>
        </p:nvSpPr>
        <p:spPr>
          <a:xfrm>
            <a:off x="0" y="1183975"/>
            <a:ext cx="4205400" cy="327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20"/>
          <p:cNvSpPr/>
          <p:nvPr/>
        </p:nvSpPr>
        <p:spPr>
          <a:xfrm>
            <a:off x="4938750" y="1183975"/>
            <a:ext cx="4205400" cy="327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Four Columns 1">
  <p:cSld name="CAPTION_ONLY_2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1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cxnSp>
        <p:nvCxnSpPr>
          <p:cNvPr id="163" name="Google Shape;163;p21"/>
          <p:cNvCxnSpPr/>
          <p:nvPr/>
        </p:nvCxnSpPr>
        <p:spPr>
          <a:xfrm rot="10800000">
            <a:off x="781100" y="4940300"/>
            <a:ext cx="8358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4" name="Google Shape;164;p21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  <p:sp>
        <p:nvSpPr>
          <p:cNvPr id="165" name="Google Shape;165;p21"/>
          <p:cNvSpPr txBox="1"/>
          <p:nvPr>
            <p:ph idx="2" type="title"/>
          </p:nvPr>
        </p:nvSpPr>
        <p:spPr>
          <a:xfrm>
            <a:off x="5746088" y="1725825"/>
            <a:ext cx="26754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66" name="Google Shape;166;p21"/>
          <p:cNvSpPr txBox="1"/>
          <p:nvPr>
            <p:ph idx="1" type="subTitle"/>
          </p:nvPr>
        </p:nvSpPr>
        <p:spPr>
          <a:xfrm>
            <a:off x="5746087" y="2001025"/>
            <a:ext cx="2528700" cy="53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67" name="Google Shape;167;p21"/>
          <p:cNvSpPr txBox="1"/>
          <p:nvPr>
            <p:ph idx="3" type="title"/>
          </p:nvPr>
        </p:nvSpPr>
        <p:spPr>
          <a:xfrm>
            <a:off x="5746088" y="3347598"/>
            <a:ext cx="26754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68" name="Google Shape;168;p21"/>
          <p:cNvSpPr txBox="1"/>
          <p:nvPr>
            <p:ph idx="4" type="subTitle"/>
          </p:nvPr>
        </p:nvSpPr>
        <p:spPr>
          <a:xfrm>
            <a:off x="5746087" y="3622800"/>
            <a:ext cx="2528700" cy="53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69" name="Google Shape;169;p21"/>
          <p:cNvSpPr txBox="1"/>
          <p:nvPr>
            <p:ph idx="5" type="title"/>
          </p:nvPr>
        </p:nvSpPr>
        <p:spPr>
          <a:xfrm>
            <a:off x="722513" y="1725825"/>
            <a:ext cx="26754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70" name="Google Shape;170;p21"/>
          <p:cNvSpPr txBox="1"/>
          <p:nvPr>
            <p:ph idx="6" type="subTitle"/>
          </p:nvPr>
        </p:nvSpPr>
        <p:spPr>
          <a:xfrm>
            <a:off x="869137" y="2001025"/>
            <a:ext cx="2528700" cy="53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71" name="Google Shape;171;p21"/>
          <p:cNvSpPr txBox="1"/>
          <p:nvPr>
            <p:ph idx="7" type="title"/>
          </p:nvPr>
        </p:nvSpPr>
        <p:spPr>
          <a:xfrm>
            <a:off x="722513" y="3347598"/>
            <a:ext cx="26754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72" name="Google Shape;172;p21"/>
          <p:cNvSpPr txBox="1"/>
          <p:nvPr>
            <p:ph idx="8" type="subTitle"/>
          </p:nvPr>
        </p:nvSpPr>
        <p:spPr>
          <a:xfrm>
            <a:off x="869137" y="3622800"/>
            <a:ext cx="2528700" cy="53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73" name="Google Shape;173;p21"/>
          <p:cNvSpPr/>
          <p:nvPr/>
        </p:nvSpPr>
        <p:spPr>
          <a:xfrm>
            <a:off x="3738600" y="1533525"/>
            <a:ext cx="1666800" cy="2800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wo text">
  <p:cSld name="CAPTION_ONLY_1_1"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22"/>
          <p:cNvSpPr/>
          <p:nvPr/>
        </p:nvSpPr>
        <p:spPr>
          <a:xfrm>
            <a:off x="-13950" y="2683850"/>
            <a:ext cx="3056700" cy="2459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22"/>
          <p:cNvSpPr/>
          <p:nvPr/>
        </p:nvSpPr>
        <p:spPr>
          <a:xfrm>
            <a:off x="6490450" y="0"/>
            <a:ext cx="2653500" cy="2868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22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cxnSp>
        <p:nvCxnSpPr>
          <p:cNvPr id="178" name="Google Shape;178;p22"/>
          <p:cNvCxnSpPr/>
          <p:nvPr/>
        </p:nvCxnSpPr>
        <p:spPr>
          <a:xfrm rot="10800000">
            <a:off x="781100" y="4940300"/>
            <a:ext cx="8358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9" name="Google Shape;179;p22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  <p:sp>
        <p:nvSpPr>
          <p:cNvPr id="180" name="Google Shape;180;p22"/>
          <p:cNvSpPr txBox="1"/>
          <p:nvPr>
            <p:ph idx="1" type="subTitle"/>
          </p:nvPr>
        </p:nvSpPr>
        <p:spPr>
          <a:xfrm>
            <a:off x="705225" y="1241225"/>
            <a:ext cx="2795100" cy="104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81" name="Google Shape;181;p22"/>
          <p:cNvSpPr txBox="1"/>
          <p:nvPr>
            <p:ph idx="2" type="subTitle"/>
          </p:nvPr>
        </p:nvSpPr>
        <p:spPr>
          <a:xfrm>
            <a:off x="5643600" y="3318500"/>
            <a:ext cx="2795100" cy="104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ullet Points">
  <p:cSld name="ONE_COLUMN_TEXT_1_1">
    <p:spTree>
      <p:nvGrpSpPr>
        <p:cNvPr id="182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Google Shape;183;p23"/>
          <p:cNvSpPr/>
          <p:nvPr/>
        </p:nvSpPr>
        <p:spPr>
          <a:xfrm>
            <a:off x="5792550" y="0"/>
            <a:ext cx="3351600" cy="5164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84" name="Google Shape;184;p23"/>
          <p:cNvSpPr txBox="1"/>
          <p:nvPr>
            <p:ph idx="1" type="body"/>
          </p:nvPr>
        </p:nvSpPr>
        <p:spPr>
          <a:xfrm>
            <a:off x="705225" y="1497050"/>
            <a:ext cx="4366800" cy="30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85" name="Google Shape;185;p23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6" name="Google Shape;186;p23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</a:rPr>
              <a:t>COVID-19</a:t>
            </a:r>
            <a:endParaRPr sz="900">
              <a:solidFill>
                <a:srgbClr val="FFFFFF"/>
              </a:solidFill>
            </a:endParaRPr>
          </a:p>
        </p:txBody>
      </p:sp>
      <p:cxnSp>
        <p:nvCxnSpPr>
          <p:cNvPr id="187" name="Google Shape;187;p23"/>
          <p:cNvCxnSpPr/>
          <p:nvPr/>
        </p:nvCxnSpPr>
        <p:spPr>
          <a:xfrm rot="10800000">
            <a:off x="5757525" y="4940300"/>
            <a:ext cx="28347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wo Columns  1">
  <p:cSld name="TITLE_ONLY_1_2_1">
    <p:spTree>
      <p:nvGrpSpPr>
        <p:cNvPr id="188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p24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90" name="Google Shape;190;p24"/>
          <p:cNvSpPr txBox="1"/>
          <p:nvPr>
            <p:ph idx="2" type="title"/>
          </p:nvPr>
        </p:nvSpPr>
        <p:spPr>
          <a:xfrm>
            <a:off x="1670763" y="3194675"/>
            <a:ext cx="2207400" cy="35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91" name="Google Shape;191;p24"/>
          <p:cNvSpPr txBox="1"/>
          <p:nvPr>
            <p:ph idx="1" type="subTitle"/>
          </p:nvPr>
        </p:nvSpPr>
        <p:spPr>
          <a:xfrm>
            <a:off x="1670763" y="3553150"/>
            <a:ext cx="2207400" cy="8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92" name="Google Shape;192;p24"/>
          <p:cNvSpPr/>
          <p:nvPr/>
        </p:nvSpPr>
        <p:spPr>
          <a:xfrm>
            <a:off x="0" y="4748000"/>
            <a:ext cx="7500600" cy="395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3" name="Google Shape;193;p24"/>
          <p:cNvCxnSpPr/>
          <p:nvPr/>
        </p:nvCxnSpPr>
        <p:spPr>
          <a:xfrm rot="10800000">
            <a:off x="781225" y="4940300"/>
            <a:ext cx="6774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4" name="Google Shape;194;p24"/>
          <p:cNvSpPr txBox="1"/>
          <p:nvPr/>
        </p:nvSpPr>
        <p:spPr>
          <a:xfrm>
            <a:off x="5247350" y="4637895"/>
            <a:ext cx="34308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1"/>
                </a:solidFill>
              </a:rPr>
              <a:t>COVID-19</a:t>
            </a:r>
            <a:endParaRPr sz="900">
              <a:solidFill>
                <a:schemeClr val="accent1"/>
              </a:solidFill>
            </a:endParaRPr>
          </a:p>
        </p:txBody>
      </p:sp>
      <p:cxnSp>
        <p:nvCxnSpPr>
          <p:cNvPr id="195" name="Google Shape;195;p24"/>
          <p:cNvCxnSpPr/>
          <p:nvPr/>
        </p:nvCxnSpPr>
        <p:spPr>
          <a:xfrm rot="10800000">
            <a:off x="7496925" y="4940300"/>
            <a:ext cx="1095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6" name="Google Shape;196;p24"/>
          <p:cNvSpPr txBox="1"/>
          <p:nvPr>
            <p:ph idx="3" type="title"/>
          </p:nvPr>
        </p:nvSpPr>
        <p:spPr>
          <a:xfrm>
            <a:off x="5265838" y="3194675"/>
            <a:ext cx="2207400" cy="35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97" name="Google Shape;197;p24"/>
          <p:cNvSpPr txBox="1"/>
          <p:nvPr>
            <p:ph idx="4" type="subTitle"/>
          </p:nvPr>
        </p:nvSpPr>
        <p:spPr>
          <a:xfrm>
            <a:off x="5265838" y="3553150"/>
            <a:ext cx="2207400" cy="8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 + Credits">
  <p:cSld name="ONE_COLUMN_TEXT_1_2"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5"/>
          <p:cNvSpPr/>
          <p:nvPr/>
        </p:nvSpPr>
        <p:spPr>
          <a:xfrm flipH="1">
            <a:off x="275" y="0"/>
            <a:ext cx="5300400" cy="5164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0" name="Google Shape;200;p25"/>
          <p:cNvSpPr txBox="1"/>
          <p:nvPr>
            <p:ph type="title"/>
          </p:nvPr>
        </p:nvSpPr>
        <p:spPr>
          <a:xfrm>
            <a:off x="705222" y="76155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01" name="Google Shape;201;p25"/>
          <p:cNvSpPr txBox="1"/>
          <p:nvPr>
            <p:ph idx="1" type="body"/>
          </p:nvPr>
        </p:nvSpPr>
        <p:spPr>
          <a:xfrm>
            <a:off x="705225" y="1517250"/>
            <a:ext cx="2808000" cy="12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Char char="●"/>
              <a:defRPr sz="1200">
                <a:solidFill>
                  <a:schemeClr val="lt1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Char char="○"/>
              <a:defRPr sz="1200">
                <a:solidFill>
                  <a:schemeClr val="lt1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Char char="■"/>
              <a:defRPr sz="1200">
                <a:solidFill>
                  <a:schemeClr val="lt1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Char char="●"/>
              <a:defRPr sz="1200">
                <a:solidFill>
                  <a:schemeClr val="lt1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Char char="○"/>
              <a:defRPr sz="1200">
                <a:solidFill>
                  <a:schemeClr val="lt1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Char char="■"/>
              <a:defRPr sz="1200">
                <a:solidFill>
                  <a:schemeClr val="lt1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Char char="●"/>
              <a:defRPr sz="1200">
                <a:solidFill>
                  <a:schemeClr val="lt1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Char char="○"/>
              <a:defRPr sz="1200">
                <a:solidFill>
                  <a:schemeClr val="lt1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200"/>
              <a:buChar char="■"/>
              <a:defRPr sz="1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02" name="Google Shape;202;p25"/>
          <p:cNvSpPr txBox="1"/>
          <p:nvPr/>
        </p:nvSpPr>
        <p:spPr>
          <a:xfrm>
            <a:off x="705225" y="2839250"/>
            <a:ext cx="2574900" cy="828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CREDITS: This presentation template was created by </a:t>
            </a:r>
            <a:r>
              <a:rPr lang="en" sz="1000">
                <a:solidFill>
                  <a:schemeClr val="lt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2"/>
              </a:rPr>
              <a:t>Slidesgo</a:t>
            </a:r>
            <a:r>
              <a:rPr lang="en" sz="1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, including icons by </a:t>
            </a:r>
            <a:r>
              <a:rPr lang="en" sz="1000">
                <a:solidFill>
                  <a:schemeClr val="lt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3"/>
              </a:rPr>
              <a:t>Flaticon</a:t>
            </a:r>
            <a:r>
              <a:rPr lang="en" sz="1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, and infographics &amp; images by </a:t>
            </a:r>
            <a:r>
              <a:rPr lang="en" sz="1000">
                <a:solidFill>
                  <a:schemeClr val="lt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4"/>
              </a:rPr>
              <a:t>Freepik</a:t>
            </a:r>
            <a:r>
              <a:rPr lang="en" sz="1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. </a:t>
            </a:r>
            <a:endParaRPr sz="10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ullet Points 1">
  <p:cSld name="ONE_COLUMN_TEXT_1_1_1"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p26"/>
          <p:cNvSpPr/>
          <p:nvPr/>
        </p:nvSpPr>
        <p:spPr>
          <a:xfrm>
            <a:off x="2207650" y="1307425"/>
            <a:ext cx="6936600" cy="3856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5" name="Google Shape;205;p26"/>
          <p:cNvSpPr txBox="1"/>
          <p:nvPr>
            <p:ph idx="1" type="body"/>
          </p:nvPr>
        </p:nvSpPr>
        <p:spPr>
          <a:xfrm>
            <a:off x="2577375" y="1699975"/>
            <a:ext cx="4366800" cy="30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115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Char char="●"/>
              <a:defRPr sz="1300">
                <a:solidFill>
                  <a:schemeClr val="lt1"/>
                </a:solidFill>
              </a:defRPr>
            </a:lvl1pPr>
            <a:lvl2pPr indent="-31115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300"/>
              <a:buChar char="○"/>
              <a:defRPr sz="1300">
                <a:solidFill>
                  <a:schemeClr val="lt1"/>
                </a:solidFill>
              </a:defRPr>
            </a:lvl2pPr>
            <a:lvl3pPr indent="-31115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300"/>
              <a:buChar char="■"/>
              <a:defRPr sz="1300">
                <a:solidFill>
                  <a:schemeClr val="lt1"/>
                </a:solidFill>
              </a:defRPr>
            </a:lvl3pPr>
            <a:lvl4pPr indent="-31115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300"/>
              <a:buChar char="●"/>
              <a:defRPr sz="1300">
                <a:solidFill>
                  <a:schemeClr val="lt1"/>
                </a:solidFill>
              </a:defRPr>
            </a:lvl4pPr>
            <a:lvl5pPr indent="-31115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300"/>
              <a:buChar char="○"/>
              <a:defRPr sz="1300">
                <a:solidFill>
                  <a:schemeClr val="lt1"/>
                </a:solidFill>
              </a:defRPr>
            </a:lvl5pPr>
            <a:lvl6pPr indent="-31115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300"/>
              <a:buChar char="■"/>
              <a:defRPr sz="1300">
                <a:solidFill>
                  <a:schemeClr val="lt1"/>
                </a:solidFill>
              </a:defRPr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300"/>
              <a:buChar char="●"/>
              <a:defRPr sz="1300">
                <a:solidFill>
                  <a:schemeClr val="lt1"/>
                </a:solidFill>
              </a:defRPr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300"/>
              <a:buChar char="○"/>
              <a:defRPr sz="1300">
                <a:solidFill>
                  <a:schemeClr val="lt1"/>
                </a:solidFill>
              </a:defRPr>
            </a:lvl8pPr>
            <a:lvl9pPr indent="-31115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300"/>
              <a:buChar char="■"/>
              <a:defRPr sz="13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06" name="Google Shape;206;p26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wo Lists">
  <p:cSld name="TITLE_AND_TWO_COLUMNS_1"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27"/>
          <p:cNvSpPr txBox="1"/>
          <p:nvPr>
            <p:ph idx="1" type="body"/>
          </p:nvPr>
        </p:nvSpPr>
        <p:spPr>
          <a:xfrm>
            <a:off x="966675" y="1468475"/>
            <a:ext cx="3276600" cy="298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1150" lvl="0" marL="4572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1pPr>
            <a:lvl2pPr indent="-311150" lvl="1" marL="9144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2pPr>
            <a:lvl3pPr indent="-311150" lvl="2" marL="1371600" rtl="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3pPr>
            <a:lvl4pPr indent="-311150" lvl="3" marL="1828800" rtl="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4pPr>
            <a:lvl5pPr indent="-311150" lvl="4" marL="22860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5pPr>
            <a:lvl6pPr indent="-311150" lvl="5" marL="2743200" rtl="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8pPr>
            <a:lvl9pPr indent="-311150" lvl="8" marL="4114800" rtl="0">
              <a:spcBef>
                <a:spcPts val="1600"/>
              </a:spcBef>
              <a:spcAft>
                <a:spcPts val="1600"/>
              </a:spcAft>
              <a:buSzPts val="1300"/>
              <a:buChar char="■"/>
              <a:defRPr sz="1300"/>
            </a:lvl9pPr>
          </a:lstStyle>
          <a:p/>
        </p:txBody>
      </p:sp>
      <p:sp>
        <p:nvSpPr>
          <p:cNvPr id="209" name="Google Shape;209;p27"/>
          <p:cNvSpPr txBox="1"/>
          <p:nvPr>
            <p:ph idx="2" type="body"/>
          </p:nvPr>
        </p:nvSpPr>
        <p:spPr>
          <a:xfrm>
            <a:off x="4900625" y="1468475"/>
            <a:ext cx="3276600" cy="298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1150" lvl="0" marL="4572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1pPr>
            <a:lvl2pPr indent="-311150" lvl="1" marL="9144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2pPr>
            <a:lvl3pPr indent="-311150" lvl="2" marL="1371600" rtl="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3pPr>
            <a:lvl4pPr indent="-311150" lvl="3" marL="1828800" rtl="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4pPr>
            <a:lvl5pPr indent="-311150" lvl="4" marL="22860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5pPr>
            <a:lvl6pPr indent="-311150" lvl="5" marL="2743200" rtl="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8pPr>
            <a:lvl9pPr indent="-311150" lvl="8" marL="4114800" rtl="0">
              <a:spcBef>
                <a:spcPts val="1600"/>
              </a:spcBef>
              <a:spcAft>
                <a:spcPts val="1600"/>
              </a:spcAft>
              <a:buSzPts val="1300"/>
              <a:buChar char="■"/>
              <a:defRPr sz="1300"/>
            </a:lvl9pPr>
          </a:lstStyle>
          <a:p/>
        </p:txBody>
      </p:sp>
      <p:sp>
        <p:nvSpPr>
          <p:cNvPr id="210" name="Google Shape;210;p27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7" Type="http://schemas.openxmlformats.org/officeDocument/2006/relationships/theme" Target="../theme/theme3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ontserrat ExtraBold"/>
              <a:buNone/>
              <a:defRPr sz="2800">
                <a:solidFill>
                  <a:schemeClr val="accen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Montserrat"/>
              <a:buChar char="●"/>
              <a:defRPr sz="1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0E2A47"/>
        </a:solidFill>
      </p:bgPr>
    </p:bg>
    <p:spTree>
      <p:nvGrpSpPr>
        <p:cNvPr id="21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p2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13" name="Google Shape;213;p28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4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1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0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7.xml"/><Relationship Id="rId7" Type="http://schemas.openxmlformats.org/officeDocument/2006/relationships/slide" Target="/ppt/slides/slide26.xml"/><Relationship Id="rId8" Type="http://schemas.openxmlformats.org/officeDocument/2006/relationships/slide" Target="/ppt/slides/slide28.xml"/><Relationship Id="rId11" Type="http://schemas.openxmlformats.org/officeDocument/2006/relationships/slide" Target="/ppt/slides/slide32.xml"/><Relationship Id="rId10" Type="http://schemas.openxmlformats.org/officeDocument/2006/relationships/slide" Target="/ppt/slides/slide31.xml"/><Relationship Id="rId12" Type="http://schemas.openxmlformats.org/officeDocument/2006/relationships/slide" Target="/ppt/slides/slide41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7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25.png"/><Relationship Id="rId4" Type="http://schemas.openxmlformats.org/officeDocument/2006/relationships/image" Target="../media/image16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27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20.png"/><Relationship Id="rId4" Type="http://schemas.openxmlformats.org/officeDocument/2006/relationships/image" Target="../media/image18.png"/><Relationship Id="rId5" Type="http://schemas.openxmlformats.org/officeDocument/2006/relationships/image" Target="../media/image23.png"/><Relationship Id="rId6" Type="http://schemas.openxmlformats.org/officeDocument/2006/relationships/image" Target="../media/image19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2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1.xml"/><Relationship Id="rId3" Type="http://schemas.openxmlformats.org/officeDocument/2006/relationships/hyperlink" Target="https://docs.google.com/spreadsheets/d/1AsefU5lJ-LpnuXL6l9hjIN6JScc3nu27Xm8Qn5bLhwA/copy" TargetMode="External"/><Relationship Id="rId4" Type="http://schemas.openxmlformats.org/officeDocument/2006/relationships/image" Target="../media/image1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1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6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4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3.jpg"/><Relationship Id="rId4" Type="http://schemas.openxmlformats.org/officeDocument/2006/relationships/image" Target="../media/image24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4.png"/><Relationship Id="rId4" Type="http://schemas.openxmlformats.org/officeDocument/2006/relationships/image" Target="../media/image13.png"/><Relationship Id="rId5" Type="http://schemas.openxmlformats.org/officeDocument/2006/relationships/image" Target="../media/image10.png"/><Relationship Id="rId6" Type="http://schemas.openxmlformats.org/officeDocument/2006/relationships/image" Target="../media/image15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22.png"/><Relationship Id="rId4" Type="http://schemas.openxmlformats.org/officeDocument/2006/relationships/image" Target="../media/image5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6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7.jpg"/><Relationship Id="rId4" Type="http://schemas.openxmlformats.org/officeDocument/2006/relationships/image" Target="../media/image12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6.xml"/><Relationship Id="rId3" Type="http://schemas.openxmlformats.org/officeDocument/2006/relationships/hyperlink" Target="mailto:addyouremail@freepik.com" TargetMode="External"/><Relationship Id="rId4" Type="http://schemas.openxmlformats.org/officeDocument/2006/relationships/image" Target="../media/image9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www.freepik.com/free-photo/portrait-adult-with-face-mask-holding-coronavirus-sign_6844032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front-view-sick-man-coughing-while-wearing-medical-mask_6948694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coughing-man-posing-stairs-while-wearing-medical-mask_6988000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portrait-adult-woman-wearing-surgical-mask-outdoor_7032477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front-view-doctor-wearing-medical-mask_6987635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portrait-woman-sanitizing-hands-with-gel_7032457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sick-man-coughing-medical-mask_698747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low-angle-man-coughing-while-wearing-medical-mask_6988016.htm/?utm_source=slidesgo_template&amp;utm_medium=referral-link&amp;utm_campaign=sg_resources&amp;utm_content=freepik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www.freepik.com/free-photo/front-view-doctor-holding-torn-paper-with-coronavirus_6987449.htm" TargetMode="External"/><Relationship Id="rId4" Type="http://schemas.openxmlformats.org/officeDocument/2006/relationships/hyperlink" Target="https://www.freepik.com/free-photo/front-view-doctor-holding-torn-paper-with-coronavirus_6987449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close-up-woman-sneezing-with-tissue-against-white-background_2982708.htm" TargetMode="External"/><Relationship Id="rId5" Type="http://schemas.openxmlformats.org/officeDocument/2006/relationships/hyperlink" Target="https://www.freepik.com/free-photo/front-view-doctor-holding-stethoscope_5480773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portrait-young-doctor-with-surgical-gloves_7032433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young-women-using-public-transport-with-surgical-mask_7032461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couple-plaid-watching-tv_1607226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man-wearing-medical-mask-outside-with-copy-space_6988024.htm" TargetMode="External"/><Relationship Id="rId10" Type="http://schemas.openxmlformats.org/officeDocument/2006/relationships/hyperlink" Target="https://www.freepik.com/free-photo/close-up-woman-sneezing-with-tissue-against-white-background_2982708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portrait-woman-applying-washing-gel-hands_7032382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man-wearing-medical-mask-outside-with-copy-space_6988024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sick-woman-coughing-home_3480445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close-up-medical-samples-with-syringe-tablets_7032391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photo/close-up-young-man-suffering-from-headache-isolated-white-background_2993517.htm/?utm_source=slidesgo_template&amp;utm_medium=referral-link&amp;utm_campaign=sg_resources&amp;utm_content=freepik" TargetMode="External"/></Relationships>
</file>

<file path=ppt/slides/_rels/slide29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portrait-beautiful-senior-woman-with-glasses_6651916.htm/?utm_source=slidesgo_template&amp;utm_medium=referral-link&amp;utm_campaign=sg_resources&amp;utm_content=freepik" TargetMode="External"/><Relationship Id="rId22" Type="http://schemas.openxmlformats.org/officeDocument/2006/relationships/hyperlink" Target="https://www.freepik.com/free-photo/portrait-adult-woman-with-infection-symptom_7032480.htm/?utm_source=slidesgo_template&amp;utm_medium=referral-link&amp;utm_campaign=sg_resources&amp;utm_content=freepik" TargetMode="External"/><Relationship Id="rId21" Type="http://schemas.openxmlformats.org/officeDocument/2006/relationships/hyperlink" Target="https://www.freepik.com/free-photo/portrait-adult-woman-with-infection-symptom_7032480.htm" TargetMode="External"/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s://www.freepik.com/free-photo/close-up-young-man-suffering-from-headache-isolated-white-background_2993517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close-up-young-man-suffering-from-headache-isolated-white-background_2993517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portrait-young-woman-wearing-surgical-mask_7032494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close-up-doctor-s-hand-showing-thermometer_3465245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man-using-nebulizer-home_3152801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studio-shot-elder-man-with-grey-hair_5282476.htm" TargetMode="External"/><Relationship Id="rId8" Type="http://schemas.openxmlformats.org/officeDocument/2006/relationships/hyperlink" Target="https://www.freepik.com/free-photo/studio-shot-elder-man-with-grey-hair_5282476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side-view-man-with-medical-mask-talking-phone_6988025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front-view-doctor-holding-tube-with-coronavirus_6987638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nurse-pointing-window-while-talking-old-man_5199987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front-view-people-with-medical-masks-coughing_6987490.htm" TargetMode="External"/><Relationship Id="rId15" Type="http://schemas.openxmlformats.org/officeDocument/2006/relationships/hyperlink" Target="https://www.freepik.com/free-photo/view-empty-railway-station-with-railroad_4605215.htm" TargetMode="External"/><Relationship Id="rId14" Type="http://schemas.openxmlformats.org/officeDocument/2006/relationships/hyperlink" Target="https://www.freepik.com/free-photo/close-up-individual-using-cleaning-gel-hands_7032451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photo/crop-hands-water-stream_2323451.htm" TargetMode="External"/><Relationship Id="rId16" Type="http://schemas.openxmlformats.org/officeDocument/2006/relationships/hyperlink" Target="https://www.freepik.com/free-photo/view-empty-railway-station-with-railroad_4605215.htm/?utm_source=slidesgo_template&amp;utm_medium=referral-link&amp;utm_campaign=sg_resources&amp;utm_content=freepik" TargetMode="External"/><Relationship Id="rId19" Type="http://schemas.openxmlformats.org/officeDocument/2006/relationships/hyperlink" Target="https://www.freepik.com/free-photo/man-crossing-road-busy-street_3090317.htm/?utm_source=slidesgo_template&amp;utm_medium=referral-link&amp;utm_campaign=sg_resources&amp;utm_content=freepik" TargetMode="External"/><Relationship Id="rId18" Type="http://schemas.openxmlformats.org/officeDocument/2006/relationships/hyperlink" Target="https://www.freepik.com/free-photo/crop-hands-water-stream_2323451.htm/?utm_source=slidesgo_template&amp;utm_medium=referral-link&amp;utm_campaign=sg_resources&amp;utm_content=freepik" TargetMode="Externa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6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fonts.google.com/specimen/Montserrat?query=MON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1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8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9" name="Google Shape;219;p30"/>
          <p:cNvPicPr preferRelativeResize="0"/>
          <p:nvPr/>
        </p:nvPicPr>
        <p:blipFill rotWithShape="1">
          <a:blip r:embed="rId3">
            <a:alphaModFix/>
          </a:blip>
          <a:srcRect b="0" l="0" r="33092" t="0"/>
          <a:stretch/>
        </p:blipFill>
        <p:spPr>
          <a:xfrm flipH="1">
            <a:off x="4355377" y="482425"/>
            <a:ext cx="4189496" cy="4178646"/>
          </a:xfrm>
          <a:prstGeom prst="rect">
            <a:avLst/>
          </a:prstGeom>
          <a:noFill/>
          <a:ln>
            <a:noFill/>
          </a:ln>
        </p:spPr>
      </p:pic>
      <p:sp>
        <p:nvSpPr>
          <p:cNvPr id="220" name="Google Shape;220;p30"/>
          <p:cNvSpPr/>
          <p:nvPr/>
        </p:nvSpPr>
        <p:spPr>
          <a:xfrm>
            <a:off x="-55300" y="1731750"/>
            <a:ext cx="5081400" cy="1680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30"/>
          <p:cNvSpPr txBox="1"/>
          <p:nvPr>
            <p:ph type="ctrTitle"/>
          </p:nvPr>
        </p:nvSpPr>
        <p:spPr>
          <a:xfrm>
            <a:off x="888325" y="2056650"/>
            <a:ext cx="4878000" cy="103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CORONAVIRUS CLINICAL CASE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222" name="Google Shape;222;p30"/>
          <p:cNvSpPr txBox="1"/>
          <p:nvPr>
            <p:ph idx="1" type="subTitle"/>
          </p:nvPr>
        </p:nvSpPr>
        <p:spPr>
          <a:xfrm>
            <a:off x="888325" y="4399261"/>
            <a:ext cx="3430800" cy="37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the study begins</a:t>
            </a:r>
            <a:endParaRPr/>
          </a:p>
        </p:txBody>
      </p:sp>
      <p:cxnSp>
        <p:nvCxnSpPr>
          <p:cNvPr id="223" name="Google Shape;223;p30"/>
          <p:cNvCxnSpPr/>
          <p:nvPr/>
        </p:nvCxnSpPr>
        <p:spPr>
          <a:xfrm rot="10800000">
            <a:off x="981700" y="4940300"/>
            <a:ext cx="55308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4" name="Google Shape;224;p30"/>
          <p:cNvCxnSpPr/>
          <p:nvPr/>
        </p:nvCxnSpPr>
        <p:spPr>
          <a:xfrm rot="10800000">
            <a:off x="4348475" y="203200"/>
            <a:ext cx="4203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5" name="Google Shape;225;p30"/>
          <p:cNvCxnSpPr/>
          <p:nvPr/>
        </p:nvCxnSpPr>
        <p:spPr>
          <a:xfrm rot="10800000">
            <a:off x="4355425" y="203200"/>
            <a:ext cx="2979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p31"/>
          <p:cNvSpPr txBox="1"/>
          <p:nvPr>
            <p:ph idx="1" type="body"/>
          </p:nvPr>
        </p:nvSpPr>
        <p:spPr>
          <a:xfrm>
            <a:off x="705225" y="1166075"/>
            <a:ext cx="7138500" cy="307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Here’s what you’ll find in this </a:t>
            </a:r>
            <a:r>
              <a:rPr b="1" lang="en">
                <a:solidFill>
                  <a:srgbClr val="000000"/>
                </a:solidFill>
                <a:uFill>
                  <a:noFill/>
                </a:uFill>
                <a:hlinkClick r:id="rId3"/>
              </a:rPr>
              <a:t>Slidesgo</a:t>
            </a: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template: </a:t>
            </a:r>
            <a:endParaRPr>
              <a:solidFill>
                <a:srgbClr val="000000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000000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AutoNum type="arabicPeriod"/>
            </a:pP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 slide structure based on a clinical case, which you can easily adapt to your needs. For more info on how to edit the template, please visit </a:t>
            </a:r>
            <a:r>
              <a:rPr b="1" lang="en">
                <a:solidFill>
                  <a:srgbClr val="000000"/>
                </a:solidFill>
                <a:uFill>
                  <a:noFill/>
                </a:uFill>
                <a:hlinkClick r:id="rId4"/>
              </a:rPr>
              <a:t>Slidesgo School</a:t>
            </a: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or read our </a:t>
            </a:r>
            <a:r>
              <a:rPr b="1" lang="en">
                <a:solidFill>
                  <a:srgbClr val="000000"/>
                </a:solidFill>
                <a:uFill>
                  <a:noFill/>
                </a:uFill>
                <a:hlinkClick r:id="rId5"/>
              </a:rPr>
              <a:t>FAQs</a:t>
            </a: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.</a:t>
            </a:r>
            <a:endParaRPr>
              <a:solidFill>
                <a:srgbClr val="000000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AutoNum type="arabicPeriod"/>
            </a:pP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An assortment of pictures that are suitable for use in the presentation can be found in the </a:t>
            </a:r>
            <a:r>
              <a:rPr b="1" lang="en">
                <a:solidFill>
                  <a:srgbClr val="000000"/>
                </a:solidFill>
                <a:uFill>
                  <a:noFill/>
                </a:uFill>
                <a:hlinkClick action="ppaction://hlinksldjump" r:id="rId6"/>
              </a:rPr>
              <a:t>alternative resources slide</a:t>
            </a: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.</a:t>
            </a:r>
            <a:endParaRPr>
              <a:solidFill>
                <a:srgbClr val="000000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AutoNum type="arabicPeriod"/>
            </a:pP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 </a:t>
            </a:r>
            <a:r>
              <a:rPr b="1" lang="en">
                <a:solidFill>
                  <a:srgbClr val="000000"/>
                </a:solidFill>
                <a:uFill>
                  <a:noFill/>
                </a:uFill>
                <a:hlinkClick action="ppaction://hlinksldjump" r:id="rId7"/>
              </a:rPr>
              <a:t>thanks slide</a:t>
            </a: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, which you must keep so that proper credits for our design are given.</a:t>
            </a:r>
            <a:endParaRPr>
              <a:solidFill>
                <a:srgbClr val="000000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AutoNum type="arabicPeriod"/>
            </a:pP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 </a:t>
            </a:r>
            <a:r>
              <a:rPr b="1" lang="en">
                <a:solidFill>
                  <a:srgbClr val="000000"/>
                </a:solidFill>
                <a:uFill>
                  <a:noFill/>
                </a:uFill>
                <a:hlinkClick action="ppaction://hlinksldjump" r:id="rId8"/>
              </a:rPr>
              <a:t>resources slide</a:t>
            </a: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, where you’ll find links to all the elements used in the template.</a:t>
            </a:r>
            <a:endParaRPr>
              <a:solidFill>
                <a:srgbClr val="000000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AutoNum type="arabicPeriod"/>
            </a:pPr>
            <a:r>
              <a:rPr b="1" lang="en">
                <a:solidFill>
                  <a:srgbClr val="000000"/>
                </a:solidFill>
                <a:uFill>
                  <a:noFill/>
                </a:uFill>
                <a:hlinkClick action="ppaction://hlinksldjump" r:id="rId9"/>
              </a:rPr>
              <a:t>Instructions for use</a:t>
            </a: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. </a:t>
            </a:r>
            <a:endParaRPr>
              <a:solidFill>
                <a:srgbClr val="000000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AutoNum type="arabicPeriod"/>
            </a:pP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Final slides with: </a:t>
            </a:r>
            <a:endParaRPr>
              <a:solidFill>
                <a:srgbClr val="000000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Montserrat Light"/>
              <a:buChar char="●"/>
            </a:pP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The</a:t>
            </a:r>
            <a:r>
              <a:rPr b="1" lang="en">
                <a:solidFill>
                  <a:srgbClr val="000000"/>
                </a:solidFill>
                <a:uFill>
                  <a:noFill/>
                </a:uFill>
                <a:hlinkClick action="ppaction://hlinksldjump" r:id="rId10"/>
              </a:rPr>
              <a:t> fonts and colors used</a:t>
            </a: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in the template.</a:t>
            </a:r>
            <a:endParaRPr>
              <a:solidFill>
                <a:srgbClr val="000000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Montserrat Light"/>
              <a:buChar char="●"/>
            </a:pP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More</a:t>
            </a:r>
            <a:r>
              <a:rPr b="1" lang="en">
                <a:solidFill>
                  <a:srgbClr val="000000"/>
                </a:solidFill>
                <a:uFill>
                  <a:noFill/>
                </a:uFill>
                <a:hlinkClick action="ppaction://hlinksldjump" r:id="rId11"/>
              </a:rPr>
              <a:t> infographic resources</a:t>
            </a: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, whose size and color can be edited. </a:t>
            </a:r>
            <a:endParaRPr>
              <a:solidFill>
                <a:srgbClr val="000000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Montserrat Light"/>
              <a:buChar char="●"/>
            </a:pPr>
            <a:r>
              <a:rPr b="1" lang="en">
                <a:solidFill>
                  <a:srgbClr val="000000"/>
                </a:solidFill>
                <a:uFill>
                  <a:noFill/>
                </a:uFill>
                <a:hlinkClick action="ppaction://hlinksldjump" r:id="rId12"/>
              </a:rPr>
              <a:t>Sets of customizable icons </a:t>
            </a:r>
            <a:r>
              <a:rPr lang="en">
                <a:solidFill>
                  <a:srgbClr val="000000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of the following themes: general, business, avatar, creative process, education, help &amp; support, medical, nature, performing arts, SEO &amp; marketing, and teamwork.</a:t>
            </a:r>
            <a:endParaRPr>
              <a:solidFill>
                <a:srgbClr val="000000"/>
              </a:solidFill>
            </a:endParaRPr>
          </a:p>
        </p:txBody>
      </p:sp>
      <p:sp>
        <p:nvSpPr>
          <p:cNvPr id="231" name="Google Shape;231;p31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232" name="Google Shape;232;p31"/>
          <p:cNvSpPr txBox="1"/>
          <p:nvPr/>
        </p:nvSpPr>
        <p:spPr>
          <a:xfrm>
            <a:off x="705225" y="4368325"/>
            <a:ext cx="6198300" cy="21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rPr>
              <a:t>You can delete this slide when you’re done editing the presentation.</a:t>
            </a:r>
            <a:endParaRPr b="1" sz="1200">
              <a:solidFill>
                <a:schemeClr val="accen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32"/>
          <p:cNvSpPr txBox="1"/>
          <p:nvPr>
            <p:ph type="title"/>
          </p:nvPr>
        </p:nvSpPr>
        <p:spPr>
          <a:xfrm>
            <a:off x="1355725" y="769934"/>
            <a:ext cx="39579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THE PATIENT</a:t>
            </a:r>
            <a:endParaRPr/>
          </a:p>
        </p:txBody>
      </p:sp>
      <p:sp>
        <p:nvSpPr>
          <p:cNvPr id="238" name="Google Shape;238;p32"/>
          <p:cNvSpPr txBox="1"/>
          <p:nvPr>
            <p:ph idx="1" type="subTitle"/>
          </p:nvPr>
        </p:nvSpPr>
        <p:spPr>
          <a:xfrm>
            <a:off x="1355725" y="991934"/>
            <a:ext cx="3957900" cy="39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</a:t>
            </a:r>
            <a:r>
              <a:rPr lang="en"/>
              <a:t>escribe here the topic of the section</a:t>
            </a:r>
            <a:endParaRPr/>
          </a:p>
        </p:txBody>
      </p:sp>
      <p:sp>
        <p:nvSpPr>
          <p:cNvPr id="239" name="Google Shape;239;p32"/>
          <p:cNvSpPr txBox="1"/>
          <p:nvPr>
            <p:ph idx="2" type="title"/>
          </p:nvPr>
        </p:nvSpPr>
        <p:spPr>
          <a:xfrm>
            <a:off x="689200" y="619763"/>
            <a:ext cx="770100" cy="54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01.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240" name="Google Shape;240;p32"/>
          <p:cNvSpPr txBox="1"/>
          <p:nvPr>
            <p:ph idx="3" type="title"/>
          </p:nvPr>
        </p:nvSpPr>
        <p:spPr>
          <a:xfrm>
            <a:off x="1355725" y="1555159"/>
            <a:ext cx="39579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DISCUSSION</a:t>
            </a:r>
            <a:endParaRPr/>
          </a:p>
        </p:txBody>
      </p:sp>
      <p:sp>
        <p:nvSpPr>
          <p:cNvPr id="241" name="Google Shape;241;p32"/>
          <p:cNvSpPr txBox="1"/>
          <p:nvPr>
            <p:ph idx="4" type="subTitle"/>
          </p:nvPr>
        </p:nvSpPr>
        <p:spPr>
          <a:xfrm>
            <a:off x="1355725" y="1777159"/>
            <a:ext cx="3957900" cy="39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Describe here the topic of the section</a:t>
            </a:r>
            <a:endParaRPr/>
          </a:p>
        </p:txBody>
      </p:sp>
      <p:sp>
        <p:nvSpPr>
          <p:cNvPr id="242" name="Google Shape;242;p32"/>
          <p:cNvSpPr txBox="1"/>
          <p:nvPr>
            <p:ph idx="5" type="title"/>
          </p:nvPr>
        </p:nvSpPr>
        <p:spPr>
          <a:xfrm>
            <a:off x="689200" y="1404988"/>
            <a:ext cx="770100" cy="54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02.</a:t>
            </a:r>
            <a:endParaRPr/>
          </a:p>
        </p:txBody>
      </p:sp>
      <p:sp>
        <p:nvSpPr>
          <p:cNvPr id="243" name="Google Shape;243;p32"/>
          <p:cNvSpPr txBox="1"/>
          <p:nvPr>
            <p:ph idx="6" type="title"/>
          </p:nvPr>
        </p:nvSpPr>
        <p:spPr>
          <a:xfrm>
            <a:off x="1355725" y="2340384"/>
            <a:ext cx="39579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DIAGNOSIS</a:t>
            </a:r>
            <a:endParaRPr/>
          </a:p>
        </p:txBody>
      </p:sp>
      <p:sp>
        <p:nvSpPr>
          <p:cNvPr id="244" name="Google Shape;244;p32"/>
          <p:cNvSpPr txBox="1"/>
          <p:nvPr>
            <p:ph idx="7" type="subTitle"/>
          </p:nvPr>
        </p:nvSpPr>
        <p:spPr>
          <a:xfrm>
            <a:off x="1355725" y="2562384"/>
            <a:ext cx="3957900" cy="39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Describe here the topic of the section</a:t>
            </a:r>
            <a:endParaRPr/>
          </a:p>
        </p:txBody>
      </p:sp>
      <p:sp>
        <p:nvSpPr>
          <p:cNvPr id="245" name="Google Shape;245;p32"/>
          <p:cNvSpPr txBox="1"/>
          <p:nvPr>
            <p:ph idx="8" type="title"/>
          </p:nvPr>
        </p:nvSpPr>
        <p:spPr>
          <a:xfrm>
            <a:off x="689200" y="2190213"/>
            <a:ext cx="770100" cy="54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03.</a:t>
            </a:r>
            <a:endParaRPr/>
          </a:p>
        </p:txBody>
      </p:sp>
      <p:sp>
        <p:nvSpPr>
          <p:cNvPr id="246" name="Google Shape;246;p32"/>
          <p:cNvSpPr txBox="1"/>
          <p:nvPr>
            <p:ph idx="9" type="title"/>
          </p:nvPr>
        </p:nvSpPr>
        <p:spPr>
          <a:xfrm>
            <a:off x="1355725" y="3125609"/>
            <a:ext cx="39579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TREATMENT</a:t>
            </a:r>
            <a:endParaRPr/>
          </a:p>
        </p:txBody>
      </p:sp>
      <p:sp>
        <p:nvSpPr>
          <p:cNvPr id="247" name="Google Shape;247;p32"/>
          <p:cNvSpPr txBox="1"/>
          <p:nvPr>
            <p:ph idx="13" type="subTitle"/>
          </p:nvPr>
        </p:nvSpPr>
        <p:spPr>
          <a:xfrm>
            <a:off x="1355725" y="3347609"/>
            <a:ext cx="3957900" cy="39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Describe here the topic of the section</a:t>
            </a:r>
            <a:endParaRPr/>
          </a:p>
        </p:txBody>
      </p:sp>
      <p:sp>
        <p:nvSpPr>
          <p:cNvPr id="248" name="Google Shape;248;p32"/>
          <p:cNvSpPr txBox="1"/>
          <p:nvPr>
            <p:ph idx="14" type="title"/>
          </p:nvPr>
        </p:nvSpPr>
        <p:spPr>
          <a:xfrm>
            <a:off x="689200" y="2975438"/>
            <a:ext cx="770100" cy="54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04.</a:t>
            </a:r>
            <a:endParaRPr/>
          </a:p>
        </p:txBody>
      </p:sp>
      <p:sp>
        <p:nvSpPr>
          <p:cNvPr id="249" name="Google Shape;249;p32"/>
          <p:cNvSpPr txBox="1"/>
          <p:nvPr>
            <p:ph idx="15" type="title"/>
          </p:nvPr>
        </p:nvSpPr>
        <p:spPr>
          <a:xfrm>
            <a:off x="1355725" y="3910834"/>
            <a:ext cx="39579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PATIENT MONITORING</a:t>
            </a:r>
            <a:endParaRPr/>
          </a:p>
        </p:txBody>
      </p:sp>
      <p:sp>
        <p:nvSpPr>
          <p:cNvPr id="250" name="Google Shape;250;p32"/>
          <p:cNvSpPr txBox="1"/>
          <p:nvPr>
            <p:ph idx="16" type="subTitle"/>
          </p:nvPr>
        </p:nvSpPr>
        <p:spPr>
          <a:xfrm>
            <a:off x="1355725" y="4132834"/>
            <a:ext cx="3957900" cy="39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Describe here the topic of the section</a:t>
            </a:r>
            <a:endParaRPr/>
          </a:p>
        </p:txBody>
      </p:sp>
      <p:sp>
        <p:nvSpPr>
          <p:cNvPr id="251" name="Google Shape;251;p32"/>
          <p:cNvSpPr txBox="1"/>
          <p:nvPr>
            <p:ph idx="17" type="title"/>
          </p:nvPr>
        </p:nvSpPr>
        <p:spPr>
          <a:xfrm>
            <a:off x="689200" y="3760663"/>
            <a:ext cx="770100" cy="54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05.</a:t>
            </a:r>
            <a:endParaRPr/>
          </a:p>
        </p:txBody>
      </p:sp>
      <p:pic>
        <p:nvPicPr>
          <p:cNvPr id="252" name="Google Shape;252;p3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51815" y="0"/>
            <a:ext cx="3587590" cy="256237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p33"/>
          <p:cNvSpPr txBox="1"/>
          <p:nvPr>
            <p:ph type="title"/>
          </p:nvPr>
        </p:nvSpPr>
        <p:spPr>
          <a:xfrm>
            <a:off x="5284325" y="99015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258" name="Google Shape;258;p33"/>
          <p:cNvSpPr txBox="1"/>
          <p:nvPr>
            <p:ph idx="1" type="body"/>
          </p:nvPr>
        </p:nvSpPr>
        <p:spPr>
          <a:xfrm>
            <a:off x="5284325" y="1824150"/>
            <a:ext cx="2808000" cy="20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COVID-19 is an infectious disease caused by the recently found virus known as SARS-CoV-2 (or coronavirus). Before the outbreak originated in Wuhan, China on December 2019, there was no information about this virus</a:t>
            </a:r>
            <a:endParaRPr/>
          </a:p>
        </p:txBody>
      </p:sp>
      <p:pic>
        <p:nvPicPr>
          <p:cNvPr id="259" name="Google Shape;259;p33"/>
          <p:cNvPicPr preferRelativeResize="0"/>
          <p:nvPr/>
        </p:nvPicPr>
        <p:blipFill rotWithShape="1">
          <a:blip r:embed="rId3">
            <a:alphaModFix/>
          </a:blip>
          <a:srcRect b="0" l="3793" r="27107" t="0"/>
          <a:stretch/>
        </p:blipFill>
        <p:spPr>
          <a:xfrm>
            <a:off x="2952750" y="1731725"/>
            <a:ext cx="1571630" cy="341178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60" name="Google Shape;260;p33"/>
          <p:cNvCxnSpPr/>
          <p:nvPr/>
        </p:nvCxnSpPr>
        <p:spPr>
          <a:xfrm rot="10800000">
            <a:off x="781100" y="4940300"/>
            <a:ext cx="83583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61" name="Google Shape;261;p33"/>
          <p:cNvPicPr preferRelativeResize="0"/>
          <p:nvPr/>
        </p:nvPicPr>
        <p:blipFill rotWithShape="1">
          <a:blip r:embed="rId4">
            <a:alphaModFix/>
          </a:blip>
          <a:srcRect b="0" l="13695" r="16715" t="0"/>
          <a:stretch/>
        </p:blipFill>
        <p:spPr>
          <a:xfrm>
            <a:off x="-49700" y="-47625"/>
            <a:ext cx="3002444" cy="287655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5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p34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IDENTIFYING INFORMATION</a:t>
            </a:r>
            <a:endParaRPr/>
          </a:p>
        </p:txBody>
      </p:sp>
      <p:sp>
        <p:nvSpPr>
          <p:cNvPr id="267" name="Google Shape;267;p34"/>
          <p:cNvSpPr txBox="1"/>
          <p:nvPr>
            <p:ph idx="2" type="title"/>
          </p:nvPr>
        </p:nvSpPr>
        <p:spPr>
          <a:xfrm>
            <a:off x="1006450" y="2677125"/>
            <a:ext cx="19380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IT?</a:t>
            </a:r>
            <a:endParaRPr/>
          </a:p>
        </p:txBody>
      </p:sp>
      <p:sp>
        <p:nvSpPr>
          <p:cNvPr id="268" name="Google Shape;268;p34"/>
          <p:cNvSpPr txBox="1"/>
          <p:nvPr>
            <p:ph idx="1" type="subTitle"/>
          </p:nvPr>
        </p:nvSpPr>
        <p:spPr>
          <a:xfrm>
            <a:off x="1006450" y="3243850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</a:t>
            </a:r>
            <a:r>
              <a:rPr lang="en"/>
              <a:t>s an infectious disease caused by the recently found coronavirus</a:t>
            </a:r>
            <a:endParaRPr/>
          </a:p>
        </p:txBody>
      </p:sp>
      <p:sp>
        <p:nvSpPr>
          <p:cNvPr id="269" name="Google Shape;269;p34"/>
          <p:cNvSpPr txBox="1"/>
          <p:nvPr>
            <p:ph idx="3" type="title"/>
          </p:nvPr>
        </p:nvSpPr>
        <p:spPr>
          <a:xfrm>
            <a:off x="3603000" y="2677125"/>
            <a:ext cx="19380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STATISTICS</a:t>
            </a:r>
            <a:endParaRPr/>
          </a:p>
        </p:txBody>
      </p:sp>
      <p:sp>
        <p:nvSpPr>
          <p:cNvPr id="270" name="Google Shape;270;p34"/>
          <p:cNvSpPr txBox="1"/>
          <p:nvPr>
            <p:ph idx="4" type="subTitle"/>
          </p:nvPr>
        </p:nvSpPr>
        <p:spPr>
          <a:xfrm>
            <a:off x="3603000" y="3243850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Coronavirus disease is having an impact on global economy and society</a:t>
            </a:r>
            <a:endParaRPr/>
          </a:p>
        </p:txBody>
      </p:sp>
      <p:sp>
        <p:nvSpPr>
          <p:cNvPr id="271" name="Google Shape;271;p34"/>
          <p:cNvSpPr txBox="1"/>
          <p:nvPr>
            <p:ph idx="5" type="title"/>
          </p:nvPr>
        </p:nvSpPr>
        <p:spPr>
          <a:xfrm>
            <a:off x="6199550" y="2677125"/>
            <a:ext cx="19380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PREVENTION</a:t>
            </a:r>
            <a:endParaRPr/>
          </a:p>
        </p:txBody>
      </p:sp>
      <p:sp>
        <p:nvSpPr>
          <p:cNvPr id="272" name="Google Shape;272;p34"/>
          <p:cNvSpPr txBox="1"/>
          <p:nvPr>
            <p:ph idx="6" type="subTitle"/>
          </p:nvPr>
        </p:nvSpPr>
        <p:spPr>
          <a:xfrm>
            <a:off x="6199550" y="3243850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There are recommendations to follow in order to prevent the spread</a:t>
            </a:r>
            <a:endParaRPr/>
          </a:p>
        </p:txBody>
      </p:sp>
      <p:sp>
        <p:nvSpPr>
          <p:cNvPr id="273" name="Google Shape;273;p34"/>
          <p:cNvSpPr/>
          <p:nvPr/>
        </p:nvSpPr>
        <p:spPr>
          <a:xfrm>
            <a:off x="1577950" y="1733288"/>
            <a:ext cx="795000" cy="795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4" name="Google Shape;274;p34"/>
          <p:cNvGrpSpPr/>
          <p:nvPr/>
        </p:nvGrpSpPr>
        <p:grpSpPr>
          <a:xfrm>
            <a:off x="1754213" y="1910243"/>
            <a:ext cx="442485" cy="441088"/>
            <a:chOff x="6664394" y="3346974"/>
            <a:chExt cx="353113" cy="351998"/>
          </a:xfrm>
        </p:grpSpPr>
        <p:sp>
          <p:nvSpPr>
            <p:cNvPr id="275" name="Google Shape;275;p34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4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4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4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4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0" name="Google Shape;280;p34"/>
          <p:cNvSpPr/>
          <p:nvPr/>
        </p:nvSpPr>
        <p:spPr>
          <a:xfrm>
            <a:off x="4174500" y="1733275"/>
            <a:ext cx="795000" cy="795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1" name="Google Shape;281;p34"/>
          <p:cNvGrpSpPr/>
          <p:nvPr/>
        </p:nvGrpSpPr>
        <p:grpSpPr>
          <a:xfrm>
            <a:off x="4397141" y="1910265"/>
            <a:ext cx="349720" cy="441066"/>
            <a:chOff x="8010427" y="3348503"/>
            <a:chExt cx="278795" cy="351615"/>
          </a:xfrm>
        </p:grpSpPr>
        <p:sp>
          <p:nvSpPr>
            <p:cNvPr id="282" name="Google Shape;282;p34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34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34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34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6" name="Google Shape;286;p34"/>
          <p:cNvSpPr/>
          <p:nvPr/>
        </p:nvSpPr>
        <p:spPr>
          <a:xfrm>
            <a:off x="6771050" y="1733288"/>
            <a:ext cx="795000" cy="795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7" name="Google Shape;287;p34"/>
          <p:cNvGrpSpPr/>
          <p:nvPr/>
        </p:nvGrpSpPr>
        <p:grpSpPr>
          <a:xfrm>
            <a:off x="6928779" y="1910250"/>
            <a:ext cx="479536" cy="441081"/>
            <a:chOff x="6195998" y="1983102"/>
            <a:chExt cx="368308" cy="338746"/>
          </a:xfrm>
        </p:grpSpPr>
        <p:sp>
          <p:nvSpPr>
            <p:cNvPr id="288" name="Google Shape;288;p34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34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34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p35"/>
          <p:cNvSpPr txBox="1"/>
          <p:nvPr>
            <p:ph type="title"/>
          </p:nvPr>
        </p:nvSpPr>
        <p:spPr>
          <a:xfrm>
            <a:off x="311700" y="2303250"/>
            <a:ext cx="85206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THE</a:t>
            </a:r>
            <a:r>
              <a:rPr lang="en">
                <a:solidFill>
                  <a:schemeClr val="lt1"/>
                </a:solidFill>
              </a:rPr>
              <a:t> PATIENT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96" name="Google Shape;296;p35"/>
          <p:cNvSpPr txBox="1"/>
          <p:nvPr>
            <p:ph idx="2" type="title"/>
          </p:nvPr>
        </p:nvSpPr>
        <p:spPr>
          <a:xfrm>
            <a:off x="1921688" y="1703819"/>
            <a:ext cx="35460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97" name="Google Shape;297;p35"/>
          <p:cNvSpPr txBox="1"/>
          <p:nvPr>
            <p:ph idx="1" type="subTitle"/>
          </p:nvPr>
        </p:nvSpPr>
        <p:spPr>
          <a:xfrm>
            <a:off x="4947031" y="3080756"/>
            <a:ext cx="2405100" cy="37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enter a subtitle here if you need it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02" name="Google Shape;302;p36"/>
          <p:cNvCxnSpPr>
            <a:stCxn id="303" idx="3"/>
          </p:cNvCxnSpPr>
          <p:nvPr/>
        </p:nvCxnSpPr>
        <p:spPr>
          <a:xfrm>
            <a:off x="2673000" y="2114900"/>
            <a:ext cx="16818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3" name="Google Shape;303;p36"/>
          <p:cNvSpPr/>
          <p:nvPr/>
        </p:nvSpPr>
        <p:spPr>
          <a:xfrm>
            <a:off x="0" y="1371050"/>
            <a:ext cx="2673000" cy="1487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36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PATIENT MEDICAL HISTORY</a:t>
            </a:r>
            <a:endParaRPr/>
          </a:p>
        </p:txBody>
      </p:sp>
      <p:pic>
        <p:nvPicPr>
          <p:cNvPr id="305" name="Google Shape;305;p36"/>
          <p:cNvPicPr preferRelativeResize="0"/>
          <p:nvPr/>
        </p:nvPicPr>
        <p:blipFill rotWithShape="1">
          <a:blip r:embed="rId3">
            <a:alphaModFix/>
          </a:blip>
          <a:srcRect b="30571" l="0" r="0" t="6998"/>
          <a:stretch/>
        </p:blipFill>
        <p:spPr>
          <a:xfrm>
            <a:off x="788950" y="1082875"/>
            <a:ext cx="1755200" cy="1643973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06" name="Google Shape;306;p36"/>
          <p:cNvGraphicFramePr/>
          <p:nvPr/>
        </p:nvGraphicFramePr>
        <p:xfrm>
          <a:off x="4336875" y="13710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{C37C4B30-F32D-4C11-B994-1E9E6073D720}</a:tableStyleId>
              </a:tblPr>
              <a:tblGrid>
                <a:gridCol w="1202500"/>
                <a:gridCol w="2811350"/>
              </a:tblGrid>
              <a:tr h="3410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FFFFFF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AGE</a:t>
                      </a:r>
                      <a:endParaRPr sz="1200">
                        <a:solidFill>
                          <a:srgbClr val="FFFFFF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65</a:t>
                      </a:r>
                      <a:endParaRPr sz="1200"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410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FFFFFF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GENDER</a:t>
                      </a:r>
                      <a:endParaRPr sz="1200">
                        <a:solidFill>
                          <a:srgbClr val="FFFFFF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Male</a:t>
                      </a:r>
                      <a:endParaRPr sz="1200"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FFFFFF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DISEASES</a:t>
                      </a:r>
                      <a:endParaRPr sz="1200">
                        <a:solidFill>
                          <a:srgbClr val="FFFFFF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Cardiovascular Problems</a:t>
                      </a:r>
                      <a:endParaRPr sz="1200"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410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FFFFFF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LOCATION</a:t>
                      </a:r>
                      <a:endParaRPr sz="1200">
                        <a:solidFill>
                          <a:srgbClr val="FFFFFF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Madrid, Spain</a:t>
                      </a:r>
                      <a:endParaRPr sz="1200"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307" name="Google Shape;307;p36"/>
          <p:cNvSpPr/>
          <p:nvPr/>
        </p:nvSpPr>
        <p:spPr>
          <a:xfrm>
            <a:off x="788950" y="3361944"/>
            <a:ext cx="1214400" cy="36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DAY 1</a:t>
            </a:r>
            <a:endParaRPr b="1" sz="13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08" name="Google Shape;308;p36"/>
          <p:cNvSpPr/>
          <p:nvPr/>
        </p:nvSpPr>
        <p:spPr>
          <a:xfrm>
            <a:off x="2904742" y="3361944"/>
            <a:ext cx="1214400" cy="36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DAY 5</a:t>
            </a:r>
            <a:endParaRPr b="1" sz="13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09" name="Google Shape;309;p36"/>
          <p:cNvSpPr/>
          <p:nvPr/>
        </p:nvSpPr>
        <p:spPr>
          <a:xfrm>
            <a:off x="5020533" y="3361944"/>
            <a:ext cx="1214400" cy="36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DAY 8</a:t>
            </a:r>
            <a:endParaRPr b="1" sz="13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10" name="Google Shape;310;p36"/>
          <p:cNvSpPr/>
          <p:nvPr/>
        </p:nvSpPr>
        <p:spPr>
          <a:xfrm>
            <a:off x="7136325" y="3361944"/>
            <a:ext cx="1214400" cy="36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DAY 13</a:t>
            </a:r>
            <a:endParaRPr b="1" sz="13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cxnSp>
        <p:nvCxnSpPr>
          <p:cNvPr id="311" name="Google Shape;311;p36"/>
          <p:cNvCxnSpPr>
            <a:stCxn id="307" idx="3"/>
            <a:endCxn id="308" idx="1"/>
          </p:cNvCxnSpPr>
          <p:nvPr/>
        </p:nvCxnSpPr>
        <p:spPr>
          <a:xfrm>
            <a:off x="2003350" y="3543444"/>
            <a:ext cx="9015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2" name="Google Shape;312;p36"/>
          <p:cNvCxnSpPr>
            <a:stCxn id="308" idx="3"/>
            <a:endCxn id="309" idx="1"/>
          </p:cNvCxnSpPr>
          <p:nvPr/>
        </p:nvCxnSpPr>
        <p:spPr>
          <a:xfrm>
            <a:off x="4119142" y="3543444"/>
            <a:ext cx="9015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3" name="Google Shape;313;p36"/>
          <p:cNvCxnSpPr>
            <a:stCxn id="309" idx="3"/>
            <a:endCxn id="310" idx="1"/>
          </p:cNvCxnSpPr>
          <p:nvPr/>
        </p:nvCxnSpPr>
        <p:spPr>
          <a:xfrm>
            <a:off x="6234933" y="3543444"/>
            <a:ext cx="9015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4" name="Google Shape;314;p36"/>
          <p:cNvSpPr txBox="1"/>
          <p:nvPr>
            <p:ph idx="4294967295" type="subTitle"/>
          </p:nvPr>
        </p:nvSpPr>
        <p:spPr>
          <a:xfrm>
            <a:off x="594250" y="3850469"/>
            <a:ext cx="160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Visited an infected area</a:t>
            </a:r>
            <a:endParaRPr sz="1200"/>
          </a:p>
        </p:txBody>
      </p:sp>
      <p:sp>
        <p:nvSpPr>
          <p:cNvPr id="315" name="Google Shape;315;p36"/>
          <p:cNvSpPr txBox="1"/>
          <p:nvPr>
            <p:ph idx="4294967295" type="subTitle"/>
          </p:nvPr>
        </p:nvSpPr>
        <p:spPr>
          <a:xfrm>
            <a:off x="2710050" y="3850469"/>
            <a:ext cx="160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First symptoms started to appear</a:t>
            </a:r>
            <a:endParaRPr sz="1200"/>
          </a:p>
        </p:txBody>
      </p:sp>
      <p:sp>
        <p:nvSpPr>
          <p:cNvPr id="316" name="Google Shape;316;p36"/>
          <p:cNvSpPr txBox="1"/>
          <p:nvPr>
            <p:ph idx="4294967295" type="subTitle"/>
          </p:nvPr>
        </p:nvSpPr>
        <p:spPr>
          <a:xfrm>
            <a:off x="4825850" y="3850469"/>
            <a:ext cx="160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Needed hospitalization</a:t>
            </a:r>
            <a:endParaRPr sz="1200"/>
          </a:p>
        </p:txBody>
      </p:sp>
      <p:sp>
        <p:nvSpPr>
          <p:cNvPr id="317" name="Google Shape;317;p36"/>
          <p:cNvSpPr txBox="1"/>
          <p:nvPr>
            <p:ph idx="4294967295" type="subTitle"/>
          </p:nvPr>
        </p:nvSpPr>
        <p:spPr>
          <a:xfrm>
            <a:off x="6941650" y="3850469"/>
            <a:ext cx="160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Was fully cured and discharged</a:t>
            </a:r>
            <a:endParaRPr sz="12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" name="Google Shape;322;p37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 OF SYMPTOMS</a:t>
            </a:r>
            <a:endParaRPr/>
          </a:p>
        </p:txBody>
      </p:sp>
      <p:sp>
        <p:nvSpPr>
          <p:cNvPr id="323" name="Google Shape;323;p37"/>
          <p:cNvSpPr txBox="1"/>
          <p:nvPr>
            <p:ph idx="2" type="title"/>
          </p:nvPr>
        </p:nvSpPr>
        <p:spPr>
          <a:xfrm>
            <a:off x="899300" y="3039075"/>
            <a:ext cx="16938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HIGH FEVER</a:t>
            </a:r>
            <a:endParaRPr/>
          </a:p>
        </p:txBody>
      </p:sp>
      <p:sp>
        <p:nvSpPr>
          <p:cNvPr id="324" name="Google Shape;324;p37"/>
          <p:cNvSpPr txBox="1"/>
          <p:nvPr>
            <p:ph idx="1" type="subTitle"/>
          </p:nvPr>
        </p:nvSpPr>
        <p:spPr>
          <a:xfrm>
            <a:off x="899300" y="3605800"/>
            <a:ext cx="16938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body temperature can exceed 37.3 ºC</a:t>
            </a:r>
            <a:endParaRPr/>
          </a:p>
        </p:txBody>
      </p:sp>
      <p:sp>
        <p:nvSpPr>
          <p:cNvPr id="325" name="Google Shape;325;p37"/>
          <p:cNvSpPr txBox="1"/>
          <p:nvPr>
            <p:ph idx="3" type="title"/>
          </p:nvPr>
        </p:nvSpPr>
        <p:spPr>
          <a:xfrm>
            <a:off x="2799525" y="3039075"/>
            <a:ext cx="16938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HEADACHE</a:t>
            </a:r>
            <a:endParaRPr/>
          </a:p>
        </p:txBody>
      </p:sp>
      <p:sp>
        <p:nvSpPr>
          <p:cNvPr id="326" name="Google Shape;326;p37"/>
          <p:cNvSpPr txBox="1"/>
          <p:nvPr>
            <p:ph idx="4" type="subTitle"/>
          </p:nvPr>
        </p:nvSpPr>
        <p:spPr>
          <a:xfrm>
            <a:off x="2799525" y="3605800"/>
            <a:ext cx="16938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patient can suffer from headaches</a:t>
            </a:r>
            <a:endParaRPr/>
          </a:p>
        </p:txBody>
      </p:sp>
      <p:sp>
        <p:nvSpPr>
          <p:cNvPr id="327" name="Google Shape;327;p37"/>
          <p:cNvSpPr txBox="1"/>
          <p:nvPr>
            <p:ph idx="5" type="title"/>
          </p:nvPr>
        </p:nvSpPr>
        <p:spPr>
          <a:xfrm>
            <a:off x="4699750" y="3039075"/>
            <a:ext cx="16938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DRY COUGH</a:t>
            </a:r>
            <a:endParaRPr/>
          </a:p>
        </p:txBody>
      </p:sp>
      <p:sp>
        <p:nvSpPr>
          <p:cNvPr id="328" name="Google Shape;328;p37"/>
          <p:cNvSpPr txBox="1"/>
          <p:nvPr>
            <p:ph idx="6" type="subTitle"/>
          </p:nvPr>
        </p:nvSpPr>
        <p:spPr>
          <a:xfrm>
            <a:off x="4699750" y="3605800"/>
            <a:ext cx="16938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</a:t>
            </a:r>
            <a:r>
              <a:rPr lang="en"/>
              <a:t>onstant coughing without expelling mucus</a:t>
            </a:r>
            <a:endParaRPr/>
          </a:p>
        </p:txBody>
      </p:sp>
      <p:sp>
        <p:nvSpPr>
          <p:cNvPr id="329" name="Google Shape;329;p37"/>
          <p:cNvSpPr txBox="1"/>
          <p:nvPr>
            <p:ph idx="7" type="title"/>
          </p:nvPr>
        </p:nvSpPr>
        <p:spPr>
          <a:xfrm>
            <a:off x="6599975" y="3039075"/>
            <a:ext cx="1693800" cy="6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DYSPNOEA</a:t>
            </a:r>
            <a:endParaRPr/>
          </a:p>
        </p:txBody>
      </p:sp>
      <p:sp>
        <p:nvSpPr>
          <p:cNvPr id="330" name="Google Shape;330;p37"/>
          <p:cNvSpPr txBox="1"/>
          <p:nvPr>
            <p:ph idx="8" type="subTitle"/>
          </p:nvPr>
        </p:nvSpPr>
        <p:spPr>
          <a:xfrm>
            <a:off x="6599975" y="3605800"/>
            <a:ext cx="16938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Breathing actually feels more difficult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31" name="Google Shape;331;p37"/>
          <p:cNvPicPr preferRelativeResize="0"/>
          <p:nvPr/>
        </p:nvPicPr>
        <p:blipFill rotWithShape="1">
          <a:blip r:embed="rId3">
            <a:alphaModFix/>
          </a:blip>
          <a:srcRect b="0" l="29012" r="0" t="0"/>
          <a:stretch/>
        </p:blipFill>
        <p:spPr>
          <a:xfrm>
            <a:off x="6818276" y="1651675"/>
            <a:ext cx="1257201" cy="1180750"/>
          </a:xfrm>
          <a:prstGeom prst="rect">
            <a:avLst/>
          </a:prstGeom>
          <a:noFill/>
          <a:ln>
            <a:noFill/>
          </a:ln>
        </p:spPr>
      </p:pic>
      <p:pic>
        <p:nvPicPr>
          <p:cNvPr id="332" name="Google Shape;332;p37"/>
          <p:cNvPicPr preferRelativeResize="0"/>
          <p:nvPr/>
        </p:nvPicPr>
        <p:blipFill rotWithShape="1">
          <a:blip r:embed="rId4">
            <a:alphaModFix/>
          </a:blip>
          <a:srcRect b="0" l="16291" r="12630" t="0"/>
          <a:stretch/>
        </p:blipFill>
        <p:spPr>
          <a:xfrm>
            <a:off x="1117599" y="1651675"/>
            <a:ext cx="1257194" cy="1180754"/>
          </a:xfrm>
          <a:prstGeom prst="rect">
            <a:avLst/>
          </a:prstGeom>
          <a:noFill/>
          <a:ln>
            <a:noFill/>
          </a:ln>
        </p:spPr>
      </p:pic>
      <p:pic>
        <p:nvPicPr>
          <p:cNvPr id="333" name="Google Shape;333;p37"/>
          <p:cNvPicPr preferRelativeResize="0"/>
          <p:nvPr/>
        </p:nvPicPr>
        <p:blipFill rotWithShape="1">
          <a:blip r:embed="rId5">
            <a:alphaModFix/>
          </a:blip>
          <a:srcRect b="0" l="40094" r="0" t="0"/>
          <a:stretch/>
        </p:blipFill>
        <p:spPr>
          <a:xfrm>
            <a:off x="3017824" y="1651675"/>
            <a:ext cx="1257201" cy="1180751"/>
          </a:xfrm>
          <a:prstGeom prst="rect">
            <a:avLst/>
          </a:prstGeom>
          <a:noFill/>
          <a:ln>
            <a:noFill/>
          </a:ln>
        </p:spPr>
      </p:pic>
      <p:pic>
        <p:nvPicPr>
          <p:cNvPr id="334" name="Google Shape;334;p37"/>
          <p:cNvPicPr preferRelativeResize="0"/>
          <p:nvPr/>
        </p:nvPicPr>
        <p:blipFill rotWithShape="1">
          <a:blip r:embed="rId6">
            <a:alphaModFix/>
          </a:blip>
          <a:srcRect b="8603" l="5550" r="38216" t="8594"/>
          <a:stretch/>
        </p:blipFill>
        <p:spPr>
          <a:xfrm>
            <a:off x="4945863" y="1651675"/>
            <a:ext cx="1201577" cy="11807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8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p38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PHYSICAL EXAMINATION</a:t>
            </a:r>
            <a:endParaRPr/>
          </a:p>
        </p:txBody>
      </p:sp>
      <p:grpSp>
        <p:nvGrpSpPr>
          <p:cNvPr id="340" name="Google Shape;340;p38"/>
          <p:cNvGrpSpPr/>
          <p:nvPr/>
        </p:nvGrpSpPr>
        <p:grpSpPr>
          <a:xfrm>
            <a:off x="3553245" y="1260163"/>
            <a:ext cx="2037525" cy="3223099"/>
            <a:chOff x="1002229" y="1542724"/>
            <a:chExt cx="1801525" cy="2849778"/>
          </a:xfrm>
        </p:grpSpPr>
        <p:sp>
          <p:nvSpPr>
            <p:cNvPr id="341" name="Google Shape;341;p38"/>
            <p:cNvSpPr/>
            <p:nvPr/>
          </p:nvSpPr>
          <p:spPr>
            <a:xfrm>
              <a:off x="1002229" y="1542724"/>
              <a:ext cx="1801525" cy="2849778"/>
            </a:xfrm>
            <a:custGeom>
              <a:rect b="b" l="l" r="r" t="t"/>
              <a:pathLst>
                <a:path extrusionOk="0" h="112762" w="71284">
                  <a:moveTo>
                    <a:pt x="33233" y="0"/>
                  </a:moveTo>
                  <a:cubicBezTo>
                    <a:pt x="24128" y="0"/>
                    <a:pt x="22128" y="6626"/>
                    <a:pt x="21469" y="8958"/>
                  </a:cubicBezTo>
                  <a:cubicBezTo>
                    <a:pt x="20788" y="11339"/>
                    <a:pt x="22134" y="12004"/>
                    <a:pt x="22096" y="14347"/>
                  </a:cubicBezTo>
                  <a:cubicBezTo>
                    <a:pt x="22057" y="16668"/>
                    <a:pt x="19404" y="18238"/>
                    <a:pt x="19567" y="19104"/>
                  </a:cubicBezTo>
                  <a:cubicBezTo>
                    <a:pt x="19709" y="19791"/>
                    <a:pt x="21158" y="19867"/>
                    <a:pt x="21807" y="19867"/>
                  </a:cubicBezTo>
                  <a:cubicBezTo>
                    <a:pt x="21992" y="19867"/>
                    <a:pt x="22112" y="19862"/>
                    <a:pt x="22112" y="19862"/>
                  </a:cubicBezTo>
                  <a:lnTo>
                    <a:pt x="22112" y="19862"/>
                  </a:lnTo>
                  <a:cubicBezTo>
                    <a:pt x="22499" y="20706"/>
                    <a:pt x="21447" y="21333"/>
                    <a:pt x="21431" y="21850"/>
                  </a:cubicBezTo>
                  <a:cubicBezTo>
                    <a:pt x="21414" y="22368"/>
                    <a:pt x="22079" y="22717"/>
                    <a:pt x="22079" y="22717"/>
                  </a:cubicBezTo>
                  <a:cubicBezTo>
                    <a:pt x="22079" y="22717"/>
                    <a:pt x="21431" y="23011"/>
                    <a:pt x="22079" y="23768"/>
                  </a:cubicBezTo>
                  <a:cubicBezTo>
                    <a:pt x="22722" y="24542"/>
                    <a:pt x="22112" y="24711"/>
                    <a:pt x="22079" y="26073"/>
                  </a:cubicBezTo>
                  <a:cubicBezTo>
                    <a:pt x="22047" y="27196"/>
                    <a:pt x="23447" y="27430"/>
                    <a:pt x="24973" y="27430"/>
                  </a:cubicBezTo>
                  <a:cubicBezTo>
                    <a:pt x="25327" y="27430"/>
                    <a:pt x="25692" y="27419"/>
                    <a:pt x="26041" y="27403"/>
                  </a:cubicBezTo>
                  <a:cubicBezTo>
                    <a:pt x="26144" y="27397"/>
                    <a:pt x="26242" y="27397"/>
                    <a:pt x="26340" y="27397"/>
                  </a:cubicBezTo>
                  <a:cubicBezTo>
                    <a:pt x="28030" y="27397"/>
                    <a:pt x="28929" y="28171"/>
                    <a:pt x="29343" y="30024"/>
                  </a:cubicBezTo>
                  <a:cubicBezTo>
                    <a:pt x="29806" y="31975"/>
                    <a:pt x="28329" y="32787"/>
                    <a:pt x="28329" y="32787"/>
                  </a:cubicBezTo>
                  <a:cubicBezTo>
                    <a:pt x="28329" y="32787"/>
                    <a:pt x="24809" y="33620"/>
                    <a:pt x="22243" y="34890"/>
                  </a:cubicBezTo>
                  <a:cubicBezTo>
                    <a:pt x="19682" y="36187"/>
                    <a:pt x="18646" y="36824"/>
                    <a:pt x="13813" y="37789"/>
                  </a:cubicBezTo>
                  <a:cubicBezTo>
                    <a:pt x="8964" y="38742"/>
                    <a:pt x="5994" y="46049"/>
                    <a:pt x="5923" y="53612"/>
                  </a:cubicBezTo>
                  <a:cubicBezTo>
                    <a:pt x="5863" y="61170"/>
                    <a:pt x="5351" y="63034"/>
                    <a:pt x="5182" y="67295"/>
                  </a:cubicBezTo>
                  <a:cubicBezTo>
                    <a:pt x="5019" y="71572"/>
                    <a:pt x="6179" y="74357"/>
                    <a:pt x="4277" y="79027"/>
                  </a:cubicBezTo>
                  <a:cubicBezTo>
                    <a:pt x="2398" y="83707"/>
                    <a:pt x="1014" y="95183"/>
                    <a:pt x="1351" y="100179"/>
                  </a:cubicBezTo>
                  <a:cubicBezTo>
                    <a:pt x="1662" y="105198"/>
                    <a:pt x="185" y="112298"/>
                    <a:pt x="0" y="112756"/>
                  </a:cubicBezTo>
                  <a:lnTo>
                    <a:pt x="6729" y="112756"/>
                  </a:lnTo>
                  <a:cubicBezTo>
                    <a:pt x="6729" y="112756"/>
                    <a:pt x="9923" y="103460"/>
                    <a:pt x="11138" y="101155"/>
                  </a:cubicBezTo>
                  <a:cubicBezTo>
                    <a:pt x="12358" y="98834"/>
                    <a:pt x="14091" y="88045"/>
                    <a:pt x="14037" y="86018"/>
                  </a:cubicBezTo>
                  <a:cubicBezTo>
                    <a:pt x="13960" y="84007"/>
                    <a:pt x="14587" y="75207"/>
                    <a:pt x="14941" y="74264"/>
                  </a:cubicBezTo>
                  <a:cubicBezTo>
                    <a:pt x="15181" y="73637"/>
                    <a:pt x="15955" y="59476"/>
                    <a:pt x="15955" y="59476"/>
                  </a:cubicBezTo>
                  <a:cubicBezTo>
                    <a:pt x="15955" y="59476"/>
                    <a:pt x="18554" y="72112"/>
                    <a:pt x="18592" y="77239"/>
                  </a:cubicBezTo>
                  <a:cubicBezTo>
                    <a:pt x="18608" y="82367"/>
                    <a:pt x="18298" y="86628"/>
                    <a:pt x="18074" y="89434"/>
                  </a:cubicBezTo>
                  <a:cubicBezTo>
                    <a:pt x="17851" y="92219"/>
                    <a:pt x="17006" y="96698"/>
                    <a:pt x="16914" y="98970"/>
                  </a:cubicBezTo>
                  <a:cubicBezTo>
                    <a:pt x="16821" y="101253"/>
                    <a:pt x="14609" y="105198"/>
                    <a:pt x="15693" y="112761"/>
                  </a:cubicBezTo>
                  <a:lnTo>
                    <a:pt x="55569" y="112761"/>
                  </a:lnTo>
                  <a:cubicBezTo>
                    <a:pt x="56659" y="105203"/>
                    <a:pt x="54446" y="101253"/>
                    <a:pt x="54354" y="98970"/>
                  </a:cubicBezTo>
                  <a:cubicBezTo>
                    <a:pt x="54261" y="96698"/>
                    <a:pt x="53433" y="92219"/>
                    <a:pt x="53193" y="89434"/>
                  </a:cubicBezTo>
                  <a:cubicBezTo>
                    <a:pt x="52970" y="86628"/>
                    <a:pt x="52654" y="82367"/>
                    <a:pt x="52692" y="77239"/>
                  </a:cubicBezTo>
                  <a:cubicBezTo>
                    <a:pt x="52713" y="72112"/>
                    <a:pt x="55313" y="59481"/>
                    <a:pt x="55313" y="59481"/>
                  </a:cubicBezTo>
                  <a:cubicBezTo>
                    <a:pt x="55313" y="59481"/>
                    <a:pt x="56086" y="73648"/>
                    <a:pt x="56326" y="74270"/>
                  </a:cubicBezTo>
                  <a:cubicBezTo>
                    <a:pt x="56675" y="75212"/>
                    <a:pt x="57301" y="84012"/>
                    <a:pt x="57231" y="86018"/>
                  </a:cubicBezTo>
                  <a:cubicBezTo>
                    <a:pt x="57176" y="88045"/>
                    <a:pt x="58909" y="98839"/>
                    <a:pt x="60124" y="101160"/>
                  </a:cubicBezTo>
                  <a:cubicBezTo>
                    <a:pt x="61345" y="103465"/>
                    <a:pt x="64554" y="112761"/>
                    <a:pt x="64554" y="112761"/>
                  </a:cubicBezTo>
                  <a:lnTo>
                    <a:pt x="71284" y="112761"/>
                  </a:lnTo>
                  <a:cubicBezTo>
                    <a:pt x="71082" y="112298"/>
                    <a:pt x="69605" y="105203"/>
                    <a:pt x="69938" y="100185"/>
                  </a:cubicBezTo>
                  <a:cubicBezTo>
                    <a:pt x="70248" y="95183"/>
                    <a:pt x="68870" y="83713"/>
                    <a:pt x="66984" y="79027"/>
                  </a:cubicBezTo>
                  <a:cubicBezTo>
                    <a:pt x="65088" y="74362"/>
                    <a:pt x="66249" y="71578"/>
                    <a:pt x="66085" y="67300"/>
                  </a:cubicBezTo>
                  <a:cubicBezTo>
                    <a:pt x="65916" y="63039"/>
                    <a:pt x="65638" y="59683"/>
                    <a:pt x="65568" y="52119"/>
                  </a:cubicBezTo>
                  <a:cubicBezTo>
                    <a:pt x="65513" y="44534"/>
                    <a:pt x="62336" y="37696"/>
                    <a:pt x="57487" y="36715"/>
                  </a:cubicBezTo>
                  <a:cubicBezTo>
                    <a:pt x="52654" y="35762"/>
                    <a:pt x="52049" y="34541"/>
                    <a:pt x="49482" y="33266"/>
                  </a:cubicBezTo>
                  <a:cubicBezTo>
                    <a:pt x="47842" y="32432"/>
                    <a:pt x="46262" y="31490"/>
                    <a:pt x="44742" y="30449"/>
                  </a:cubicBezTo>
                  <a:cubicBezTo>
                    <a:pt x="42251" y="29670"/>
                    <a:pt x="43156" y="27032"/>
                    <a:pt x="43156" y="24139"/>
                  </a:cubicBezTo>
                  <a:cubicBezTo>
                    <a:pt x="43156" y="21262"/>
                    <a:pt x="47363" y="19622"/>
                    <a:pt x="47858" y="12762"/>
                  </a:cubicBezTo>
                  <a:cubicBezTo>
                    <a:pt x="48360" y="5879"/>
                    <a:pt x="43712" y="365"/>
                    <a:pt x="33974" y="16"/>
                  </a:cubicBezTo>
                  <a:cubicBezTo>
                    <a:pt x="33718" y="5"/>
                    <a:pt x="33473" y="0"/>
                    <a:pt x="33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38"/>
            <p:cNvSpPr/>
            <p:nvPr/>
          </p:nvSpPr>
          <p:spPr>
            <a:xfrm>
              <a:off x="1586934" y="1597666"/>
              <a:ext cx="592312" cy="519173"/>
            </a:xfrm>
            <a:custGeom>
              <a:rect b="b" l="l" r="r" t="t"/>
              <a:pathLst>
                <a:path extrusionOk="0" h="20543" w="23437">
                  <a:moveTo>
                    <a:pt x="11144" y="0"/>
                  </a:moveTo>
                  <a:cubicBezTo>
                    <a:pt x="4392" y="0"/>
                    <a:pt x="605" y="2681"/>
                    <a:pt x="306" y="6621"/>
                  </a:cubicBezTo>
                  <a:cubicBezTo>
                    <a:pt x="0" y="10620"/>
                    <a:pt x="1815" y="11912"/>
                    <a:pt x="4376" y="11912"/>
                  </a:cubicBezTo>
                  <a:cubicBezTo>
                    <a:pt x="4621" y="11912"/>
                    <a:pt x="4877" y="11901"/>
                    <a:pt x="5139" y="11873"/>
                  </a:cubicBezTo>
                  <a:cubicBezTo>
                    <a:pt x="5139" y="11873"/>
                    <a:pt x="5362" y="11857"/>
                    <a:pt x="5656" y="11857"/>
                  </a:cubicBezTo>
                  <a:cubicBezTo>
                    <a:pt x="6234" y="11857"/>
                    <a:pt x="7073" y="11928"/>
                    <a:pt x="7073" y="12298"/>
                  </a:cubicBezTo>
                  <a:cubicBezTo>
                    <a:pt x="7073" y="12854"/>
                    <a:pt x="6888" y="14364"/>
                    <a:pt x="8125" y="14402"/>
                  </a:cubicBezTo>
                  <a:cubicBezTo>
                    <a:pt x="8539" y="14418"/>
                    <a:pt x="8926" y="14429"/>
                    <a:pt x="9258" y="14429"/>
                  </a:cubicBezTo>
                  <a:cubicBezTo>
                    <a:pt x="9923" y="14429"/>
                    <a:pt x="10375" y="14402"/>
                    <a:pt x="10375" y="14402"/>
                  </a:cubicBezTo>
                  <a:cubicBezTo>
                    <a:pt x="10375" y="14402"/>
                    <a:pt x="10724" y="16096"/>
                    <a:pt x="11465" y="16451"/>
                  </a:cubicBezTo>
                  <a:cubicBezTo>
                    <a:pt x="12201" y="16821"/>
                    <a:pt x="11906" y="17480"/>
                    <a:pt x="12130" y="17867"/>
                  </a:cubicBezTo>
                  <a:cubicBezTo>
                    <a:pt x="12348" y="18238"/>
                    <a:pt x="13236" y="18663"/>
                    <a:pt x="13585" y="19230"/>
                  </a:cubicBezTo>
                  <a:cubicBezTo>
                    <a:pt x="13939" y="19785"/>
                    <a:pt x="14086" y="20521"/>
                    <a:pt x="14674" y="20543"/>
                  </a:cubicBezTo>
                  <a:lnTo>
                    <a:pt x="14707" y="20543"/>
                  </a:lnTo>
                  <a:cubicBezTo>
                    <a:pt x="15301" y="20543"/>
                    <a:pt x="15759" y="20047"/>
                    <a:pt x="15377" y="19268"/>
                  </a:cubicBezTo>
                  <a:cubicBezTo>
                    <a:pt x="14969" y="18456"/>
                    <a:pt x="14582" y="17737"/>
                    <a:pt x="14843" y="17666"/>
                  </a:cubicBezTo>
                  <a:cubicBezTo>
                    <a:pt x="14854" y="17660"/>
                    <a:pt x="14860" y="17660"/>
                    <a:pt x="14871" y="17666"/>
                  </a:cubicBezTo>
                  <a:cubicBezTo>
                    <a:pt x="15099" y="17666"/>
                    <a:pt x="16009" y="17971"/>
                    <a:pt x="16985" y="17971"/>
                  </a:cubicBezTo>
                  <a:cubicBezTo>
                    <a:pt x="17562" y="17971"/>
                    <a:pt x="18162" y="17862"/>
                    <a:pt x="18663" y="17519"/>
                  </a:cubicBezTo>
                  <a:cubicBezTo>
                    <a:pt x="20064" y="16560"/>
                    <a:pt x="21998" y="15361"/>
                    <a:pt x="21077" y="12576"/>
                  </a:cubicBezTo>
                  <a:lnTo>
                    <a:pt x="21132" y="12576"/>
                  </a:lnTo>
                  <a:cubicBezTo>
                    <a:pt x="21437" y="12576"/>
                    <a:pt x="22984" y="12457"/>
                    <a:pt x="23197" y="10048"/>
                  </a:cubicBezTo>
                  <a:cubicBezTo>
                    <a:pt x="23436" y="7373"/>
                    <a:pt x="21851" y="807"/>
                    <a:pt x="13568" y="104"/>
                  </a:cubicBezTo>
                  <a:cubicBezTo>
                    <a:pt x="12724" y="33"/>
                    <a:pt x="11912" y="0"/>
                    <a:pt x="11144" y="0"/>
                  </a:cubicBezTo>
                  <a:close/>
                </a:path>
              </a:pathLst>
            </a:custGeom>
            <a:solidFill>
              <a:srgbClr val="467A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8"/>
            <p:cNvSpPr/>
            <p:nvPr/>
          </p:nvSpPr>
          <p:spPr>
            <a:xfrm>
              <a:off x="1915375" y="2556935"/>
              <a:ext cx="398547" cy="598251"/>
            </a:xfrm>
            <a:custGeom>
              <a:rect b="b" l="l" r="r" t="t"/>
              <a:pathLst>
                <a:path extrusionOk="0" h="23672" w="15770">
                  <a:moveTo>
                    <a:pt x="4833" y="6"/>
                  </a:moveTo>
                  <a:cubicBezTo>
                    <a:pt x="4131" y="6"/>
                    <a:pt x="2730" y="235"/>
                    <a:pt x="2267" y="1968"/>
                  </a:cubicBezTo>
                  <a:cubicBezTo>
                    <a:pt x="1657" y="4311"/>
                    <a:pt x="126" y="7226"/>
                    <a:pt x="905" y="10583"/>
                  </a:cubicBezTo>
                  <a:cubicBezTo>
                    <a:pt x="1662" y="13939"/>
                    <a:pt x="0" y="16871"/>
                    <a:pt x="1733" y="18718"/>
                  </a:cubicBezTo>
                  <a:cubicBezTo>
                    <a:pt x="3411" y="20516"/>
                    <a:pt x="7405" y="23671"/>
                    <a:pt x="11312" y="23671"/>
                  </a:cubicBezTo>
                  <a:cubicBezTo>
                    <a:pt x="11454" y="23671"/>
                    <a:pt x="11590" y="23666"/>
                    <a:pt x="11732" y="23660"/>
                  </a:cubicBezTo>
                  <a:cubicBezTo>
                    <a:pt x="15770" y="23420"/>
                    <a:pt x="15677" y="19879"/>
                    <a:pt x="14990" y="18533"/>
                  </a:cubicBezTo>
                  <a:cubicBezTo>
                    <a:pt x="14331" y="17187"/>
                    <a:pt x="12800" y="14310"/>
                    <a:pt x="12669" y="12631"/>
                  </a:cubicBezTo>
                  <a:cubicBezTo>
                    <a:pt x="12538" y="10970"/>
                    <a:pt x="10588" y="1733"/>
                    <a:pt x="5253" y="33"/>
                  </a:cubicBezTo>
                  <a:cubicBezTo>
                    <a:pt x="5117" y="12"/>
                    <a:pt x="4975" y="1"/>
                    <a:pt x="4833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38"/>
            <p:cNvSpPr/>
            <p:nvPr/>
          </p:nvSpPr>
          <p:spPr>
            <a:xfrm>
              <a:off x="1457614" y="2541114"/>
              <a:ext cx="398977" cy="598225"/>
            </a:xfrm>
            <a:custGeom>
              <a:rect b="b" l="l" r="r" t="t"/>
              <a:pathLst>
                <a:path extrusionOk="0" h="23671" w="15787">
                  <a:moveTo>
                    <a:pt x="10970" y="0"/>
                  </a:moveTo>
                  <a:cubicBezTo>
                    <a:pt x="10822" y="0"/>
                    <a:pt x="10675" y="11"/>
                    <a:pt x="10534" y="33"/>
                  </a:cubicBezTo>
                  <a:cubicBezTo>
                    <a:pt x="5183" y="1733"/>
                    <a:pt x="3243" y="10953"/>
                    <a:pt x="3118" y="12631"/>
                  </a:cubicBezTo>
                  <a:cubicBezTo>
                    <a:pt x="2987" y="14293"/>
                    <a:pt x="1456" y="17186"/>
                    <a:pt x="775" y="18532"/>
                  </a:cubicBezTo>
                  <a:cubicBezTo>
                    <a:pt x="110" y="19862"/>
                    <a:pt x="1" y="23420"/>
                    <a:pt x="4038" y="23660"/>
                  </a:cubicBezTo>
                  <a:cubicBezTo>
                    <a:pt x="4175" y="23665"/>
                    <a:pt x="4316" y="23670"/>
                    <a:pt x="4458" y="23670"/>
                  </a:cubicBezTo>
                  <a:cubicBezTo>
                    <a:pt x="8370" y="23670"/>
                    <a:pt x="12381" y="20515"/>
                    <a:pt x="14054" y="18717"/>
                  </a:cubicBezTo>
                  <a:cubicBezTo>
                    <a:pt x="15786" y="16854"/>
                    <a:pt x="14108" y="13922"/>
                    <a:pt x="14882" y="10582"/>
                  </a:cubicBezTo>
                  <a:cubicBezTo>
                    <a:pt x="15661" y="7225"/>
                    <a:pt x="14130" y="4310"/>
                    <a:pt x="13498" y="1951"/>
                  </a:cubicBezTo>
                  <a:cubicBezTo>
                    <a:pt x="13046" y="234"/>
                    <a:pt x="11683" y="0"/>
                    <a:pt x="109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38"/>
            <p:cNvSpPr/>
            <p:nvPr/>
          </p:nvSpPr>
          <p:spPr>
            <a:xfrm>
              <a:off x="1836045" y="2217070"/>
              <a:ext cx="115698" cy="519198"/>
            </a:xfrm>
            <a:custGeom>
              <a:rect b="b" l="l" r="r" t="t"/>
              <a:pathLst>
                <a:path extrusionOk="0" h="20544" w="4578">
                  <a:moveTo>
                    <a:pt x="3210" y="1"/>
                  </a:moveTo>
                  <a:cubicBezTo>
                    <a:pt x="3210" y="1"/>
                    <a:pt x="2104" y="611"/>
                    <a:pt x="774" y="682"/>
                  </a:cubicBezTo>
                  <a:cubicBezTo>
                    <a:pt x="774" y="682"/>
                    <a:pt x="1663" y="9700"/>
                    <a:pt x="1237" y="13225"/>
                  </a:cubicBezTo>
                  <a:cubicBezTo>
                    <a:pt x="796" y="16767"/>
                    <a:pt x="1" y="18053"/>
                    <a:pt x="1" y="18053"/>
                  </a:cubicBezTo>
                  <a:cubicBezTo>
                    <a:pt x="17" y="18385"/>
                    <a:pt x="142" y="18484"/>
                    <a:pt x="289" y="18484"/>
                  </a:cubicBezTo>
                  <a:cubicBezTo>
                    <a:pt x="507" y="18484"/>
                    <a:pt x="774" y="18255"/>
                    <a:pt x="774" y="18255"/>
                  </a:cubicBezTo>
                  <a:lnTo>
                    <a:pt x="1368" y="17132"/>
                  </a:lnTo>
                  <a:cubicBezTo>
                    <a:pt x="1417" y="17132"/>
                    <a:pt x="1461" y="17127"/>
                    <a:pt x="1504" y="17127"/>
                  </a:cubicBezTo>
                  <a:cubicBezTo>
                    <a:pt x="2349" y="17127"/>
                    <a:pt x="2382" y="17612"/>
                    <a:pt x="2382" y="17612"/>
                  </a:cubicBezTo>
                  <a:lnTo>
                    <a:pt x="2197" y="18091"/>
                  </a:lnTo>
                  <a:lnTo>
                    <a:pt x="3946" y="20543"/>
                  </a:lnTo>
                  <a:lnTo>
                    <a:pt x="4578" y="18048"/>
                  </a:lnTo>
                  <a:cubicBezTo>
                    <a:pt x="4578" y="18048"/>
                    <a:pt x="2970" y="16375"/>
                    <a:pt x="3248" y="11874"/>
                  </a:cubicBezTo>
                  <a:cubicBezTo>
                    <a:pt x="3542" y="7395"/>
                    <a:pt x="3210" y="1"/>
                    <a:pt x="3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8"/>
            <p:cNvSpPr/>
            <p:nvPr/>
          </p:nvSpPr>
          <p:spPr>
            <a:xfrm>
              <a:off x="1625348" y="3061652"/>
              <a:ext cx="645055" cy="415076"/>
            </a:xfrm>
            <a:custGeom>
              <a:rect b="b" l="l" r="r" t="t"/>
              <a:pathLst>
                <a:path extrusionOk="0" h="16424" w="25524">
                  <a:moveTo>
                    <a:pt x="18331" y="0"/>
                  </a:moveTo>
                  <a:cubicBezTo>
                    <a:pt x="15552" y="0"/>
                    <a:pt x="12511" y="1003"/>
                    <a:pt x="10975" y="1493"/>
                  </a:cubicBezTo>
                  <a:cubicBezTo>
                    <a:pt x="9411" y="1989"/>
                    <a:pt x="6736" y="1826"/>
                    <a:pt x="3989" y="2065"/>
                  </a:cubicBezTo>
                  <a:cubicBezTo>
                    <a:pt x="1238" y="2305"/>
                    <a:pt x="1" y="4060"/>
                    <a:pt x="633" y="4812"/>
                  </a:cubicBezTo>
                  <a:cubicBezTo>
                    <a:pt x="1259" y="5553"/>
                    <a:pt x="4098" y="4648"/>
                    <a:pt x="5482" y="6310"/>
                  </a:cubicBezTo>
                  <a:cubicBezTo>
                    <a:pt x="6883" y="7967"/>
                    <a:pt x="8746" y="8871"/>
                    <a:pt x="9814" y="9389"/>
                  </a:cubicBezTo>
                  <a:cubicBezTo>
                    <a:pt x="10147" y="9536"/>
                    <a:pt x="10702" y="9776"/>
                    <a:pt x="11329" y="10086"/>
                  </a:cubicBezTo>
                  <a:cubicBezTo>
                    <a:pt x="11694" y="10255"/>
                    <a:pt x="12081" y="10440"/>
                    <a:pt x="12490" y="10642"/>
                  </a:cubicBezTo>
                  <a:cubicBezTo>
                    <a:pt x="13579" y="11231"/>
                    <a:pt x="14702" y="11917"/>
                    <a:pt x="15290" y="12598"/>
                  </a:cubicBezTo>
                  <a:cubicBezTo>
                    <a:pt x="16435" y="13982"/>
                    <a:pt x="20402" y="15677"/>
                    <a:pt x="21933" y="16249"/>
                  </a:cubicBezTo>
                  <a:cubicBezTo>
                    <a:pt x="22200" y="16358"/>
                    <a:pt x="22489" y="16418"/>
                    <a:pt x="22783" y="16423"/>
                  </a:cubicBezTo>
                  <a:cubicBezTo>
                    <a:pt x="23824" y="16423"/>
                    <a:pt x="24527" y="15519"/>
                    <a:pt x="24810" y="13944"/>
                  </a:cubicBezTo>
                  <a:cubicBezTo>
                    <a:pt x="25175" y="11966"/>
                    <a:pt x="25050" y="8392"/>
                    <a:pt x="25284" y="5106"/>
                  </a:cubicBezTo>
                  <a:cubicBezTo>
                    <a:pt x="25524" y="1809"/>
                    <a:pt x="22739" y="387"/>
                    <a:pt x="22739" y="387"/>
                  </a:cubicBezTo>
                  <a:cubicBezTo>
                    <a:pt x="22739" y="387"/>
                    <a:pt x="21230" y="38"/>
                    <a:pt x="18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8"/>
            <p:cNvSpPr/>
            <p:nvPr/>
          </p:nvSpPr>
          <p:spPr>
            <a:xfrm>
              <a:off x="1523727" y="3044441"/>
              <a:ext cx="358465" cy="579776"/>
            </a:xfrm>
            <a:custGeom>
              <a:rect b="b" l="l" r="r" t="t"/>
              <a:pathLst>
                <a:path extrusionOk="0" h="22941" w="14184">
                  <a:moveTo>
                    <a:pt x="10163" y="0"/>
                  </a:moveTo>
                  <a:lnTo>
                    <a:pt x="8190" y="1493"/>
                  </a:lnTo>
                  <a:cubicBezTo>
                    <a:pt x="7302" y="1199"/>
                    <a:pt x="6528" y="1074"/>
                    <a:pt x="5842" y="1074"/>
                  </a:cubicBezTo>
                  <a:cubicBezTo>
                    <a:pt x="4016" y="1074"/>
                    <a:pt x="2790" y="1984"/>
                    <a:pt x="1624" y="3133"/>
                  </a:cubicBezTo>
                  <a:cubicBezTo>
                    <a:pt x="0" y="4719"/>
                    <a:pt x="60" y="9569"/>
                    <a:pt x="2049" y="12260"/>
                  </a:cubicBezTo>
                  <a:cubicBezTo>
                    <a:pt x="4038" y="14952"/>
                    <a:pt x="8354" y="15748"/>
                    <a:pt x="10310" y="16118"/>
                  </a:cubicBezTo>
                  <a:cubicBezTo>
                    <a:pt x="12288" y="16483"/>
                    <a:pt x="11803" y="17442"/>
                    <a:pt x="11770" y="18238"/>
                  </a:cubicBezTo>
                  <a:cubicBezTo>
                    <a:pt x="11710" y="19028"/>
                    <a:pt x="8724" y="21131"/>
                    <a:pt x="8833" y="22074"/>
                  </a:cubicBezTo>
                  <a:cubicBezTo>
                    <a:pt x="8915" y="22886"/>
                    <a:pt x="9999" y="22940"/>
                    <a:pt x="10293" y="22940"/>
                  </a:cubicBezTo>
                  <a:lnTo>
                    <a:pt x="10364" y="22940"/>
                  </a:lnTo>
                  <a:cubicBezTo>
                    <a:pt x="10364" y="22940"/>
                    <a:pt x="10773" y="21889"/>
                    <a:pt x="11863" y="20695"/>
                  </a:cubicBezTo>
                  <a:cubicBezTo>
                    <a:pt x="12953" y="19475"/>
                    <a:pt x="14108" y="18630"/>
                    <a:pt x="14021" y="16837"/>
                  </a:cubicBezTo>
                  <a:cubicBezTo>
                    <a:pt x="13928" y="15067"/>
                    <a:pt x="12468" y="14533"/>
                    <a:pt x="12468" y="14533"/>
                  </a:cubicBezTo>
                  <a:cubicBezTo>
                    <a:pt x="12468" y="14533"/>
                    <a:pt x="14184" y="13922"/>
                    <a:pt x="13388" y="11786"/>
                  </a:cubicBezTo>
                  <a:cubicBezTo>
                    <a:pt x="12598" y="9645"/>
                    <a:pt x="8691" y="10958"/>
                    <a:pt x="8724" y="8893"/>
                  </a:cubicBezTo>
                  <a:cubicBezTo>
                    <a:pt x="8779" y="6844"/>
                    <a:pt x="7934" y="5329"/>
                    <a:pt x="9165" y="3744"/>
                  </a:cubicBezTo>
                  <a:cubicBezTo>
                    <a:pt x="10386" y="2180"/>
                    <a:pt x="11291" y="202"/>
                    <a:pt x="11291" y="2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8" name="Google Shape;348;p38"/>
            <p:cNvGrpSpPr/>
            <p:nvPr/>
          </p:nvGrpSpPr>
          <p:grpSpPr>
            <a:xfrm>
              <a:off x="1675337" y="3316550"/>
              <a:ext cx="437113" cy="383257"/>
              <a:chOff x="1675337" y="3316550"/>
              <a:chExt cx="437113" cy="383257"/>
            </a:xfrm>
          </p:grpSpPr>
          <p:sp>
            <p:nvSpPr>
              <p:cNvPr id="349" name="Google Shape;349;p38"/>
              <p:cNvSpPr/>
              <p:nvPr/>
            </p:nvSpPr>
            <p:spPr>
              <a:xfrm>
                <a:off x="1948836" y="3389941"/>
                <a:ext cx="163614" cy="233998"/>
              </a:xfrm>
              <a:custGeom>
                <a:rect b="b" l="l" r="r" t="t"/>
                <a:pathLst>
                  <a:path extrusionOk="0" h="9259" w="6474">
                    <a:moveTo>
                      <a:pt x="3286" y="1"/>
                    </a:moveTo>
                    <a:cubicBezTo>
                      <a:pt x="2316" y="1"/>
                      <a:pt x="1052" y="273"/>
                      <a:pt x="594" y="1505"/>
                    </a:cubicBezTo>
                    <a:cubicBezTo>
                      <a:pt x="0" y="3096"/>
                      <a:pt x="1717" y="3940"/>
                      <a:pt x="1717" y="3940"/>
                    </a:cubicBezTo>
                    <a:cubicBezTo>
                      <a:pt x="1493" y="4496"/>
                      <a:pt x="1771" y="4845"/>
                      <a:pt x="1771" y="4845"/>
                    </a:cubicBezTo>
                    <a:cubicBezTo>
                      <a:pt x="1477" y="5401"/>
                      <a:pt x="1717" y="5673"/>
                      <a:pt x="1717" y="5673"/>
                    </a:cubicBezTo>
                    <a:cubicBezTo>
                      <a:pt x="1205" y="6109"/>
                      <a:pt x="916" y="6752"/>
                      <a:pt x="921" y="7428"/>
                    </a:cubicBezTo>
                    <a:cubicBezTo>
                      <a:pt x="921" y="8338"/>
                      <a:pt x="2049" y="9258"/>
                      <a:pt x="3428" y="9258"/>
                    </a:cubicBezTo>
                    <a:cubicBezTo>
                      <a:pt x="3836" y="9258"/>
                      <a:pt x="4234" y="9182"/>
                      <a:pt x="4610" y="9030"/>
                    </a:cubicBezTo>
                    <a:cubicBezTo>
                      <a:pt x="6474" y="8294"/>
                      <a:pt x="6179" y="6360"/>
                      <a:pt x="6141" y="3444"/>
                    </a:cubicBezTo>
                    <a:cubicBezTo>
                      <a:pt x="6109" y="513"/>
                      <a:pt x="4022" y="55"/>
                      <a:pt x="4022" y="55"/>
                    </a:cubicBezTo>
                    <a:cubicBezTo>
                      <a:pt x="3776" y="17"/>
                      <a:pt x="3531" y="1"/>
                      <a:pt x="32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" name="Google Shape;350;p38"/>
              <p:cNvSpPr/>
              <p:nvPr/>
            </p:nvSpPr>
            <p:spPr>
              <a:xfrm>
                <a:off x="1675337" y="3384988"/>
                <a:ext cx="163639" cy="234124"/>
              </a:xfrm>
              <a:custGeom>
                <a:rect b="b" l="l" r="r" t="t"/>
                <a:pathLst>
                  <a:path extrusionOk="0" h="9264" w="6475">
                    <a:moveTo>
                      <a:pt x="3139" y="0"/>
                    </a:moveTo>
                    <a:cubicBezTo>
                      <a:pt x="2910" y="0"/>
                      <a:pt x="2676" y="17"/>
                      <a:pt x="2453" y="44"/>
                    </a:cubicBezTo>
                    <a:cubicBezTo>
                      <a:pt x="2453" y="44"/>
                      <a:pt x="366" y="502"/>
                      <a:pt x="328" y="3433"/>
                    </a:cubicBezTo>
                    <a:cubicBezTo>
                      <a:pt x="295" y="6370"/>
                      <a:pt x="1" y="8305"/>
                      <a:pt x="1859" y="9046"/>
                    </a:cubicBezTo>
                    <a:cubicBezTo>
                      <a:pt x="2229" y="9187"/>
                      <a:pt x="2627" y="9264"/>
                      <a:pt x="3025" y="9264"/>
                    </a:cubicBezTo>
                    <a:cubicBezTo>
                      <a:pt x="4414" y="9264"/>
                      <a:pt x="5548" y="8337"/>
                      <a:pt x="5548" y="7422"/>
                    </a:cubicBezTo>
                    <a:cubicBezTo>
                      <a:pt x="5559" y="6752"/>
                      <a:pt x="5270" y="6109"/>
                      <a:pt x="4758" y="5673"/>
                    </a:cubicBezTo>
                    <a:cubicBezTo>
                      <a:pt x="4758" y="5673"/>
                      <a:pt x="4997" y="5411"/>
                      <a:pt x="4703" y="4861"/>
                    </a:cubicBezTo>
                    <a:cubicBezTo>
                      <a:pt x="4703" y="4861"/>
                      <a:pt x="4976" y="4507"/>
                      <a:pt x="4758" y="3940"/>
                    </a:cubicBezTo>
                    <a:cubicBezTo>
                      <a:pt x="4758" y="3940"/>
                      <a:pt x="6474" y="3106"/>
                      <a:pt x="5880" y="1521"/>
                    </a:cubicBezTo>
                    <a:cubicBezTo>
                      <a:pt x="5417" y="262"/>
                      <a:pt x="4115" y="0"/>
                      <a:pt x="31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" name="Google Shape;351;p38"/>
              <p:cNvSpPr/>
              <p:nvPr/>
            </p:nvSpPr>
            <p:spPr>
              <a:xfrm>
                <a:off x="1794193" y="3316550"/>
                <a:ext cx="199552" cy="383257"/>
              </a:xfrm>
              <a:custGeom>
                <a:rect b="b" l="l" r="r" t="t"/>
                <a:pathLst>
                  <a:path extrusionOk="0" h="15165" w="7896">
                    <a:moveTo>
                      <a:pt x="4648" y="0"/>
                    </a:moveTo>
                    <a:lnTo>
                      <a:pt x="4648" y="4191"/>
                    </a:lnTo>
                    <a:cubicBezTo>
                      <a:pt x="4648" y="4191"/>
                      <a:pt x="1733" y="6812"/>
                      <a:pt x="125" y="6959"/>
                    </a:cubicBezTo>
                    <a:lnTo>
                      <a:pt x="0" y="7563"/>
                    </a:lnTo>
                    <a:cubicBezTo>
                      <a:pt x="0" y="7563"/>
                      <a:pt x="2839" y="6719"/>
                      <a:pt x="4239" y="5558"/>
                    </a:cubicBezTo>
                    <a:lnTo>
                      <a:pt x="4239" y="5558"/>
                    </a:lnTo>
                    <a:cubicBezTo>
                      <a:pt x="4054" y="5722"/>
                      <a:pt x="1139" y="8283"/>
                      <a:pt x="55" y="8375"/>
                    </a:cubicBezTo>
                    <a:lnTo>
                      <a:pt x="550" y="8969"/>
                    </a:lnTo>
                    <a:cubicBezTo>
                      <a:pt x="550" y="8969"/>
                      <a:pt x="4169" y="7068"/>
                      <a:pt x="4299" y="6294"/>
                    </a:cubicBezTo>
                    <a:lnTo>
                      <a:pt x="4299" y="15165"/>
                    </a:lnTo>
                    <a:lnTo>
                      <a:pt x="5754" y="15165"/>
                    </a:lnTo>
                    <a:lnTo>
                      <a:pt x="5754" y="8081"/>
                    </a:lnTo>
                    <a:cubicBezTo>
                      <a:pt x="6283" y="8931"/>
                      <a:pt x="7187" y="8986"/>
                      <a:pt x="7416" y="8986"/>
                    </a:cubicBezTo>
                    <a:lnTo>
                      <a:pt x="7471" y="8986"/>
                    </a:lnTo>
                    <a:lnTo>
                      <a:pt x="7841" y="8577"/>
                    </a:lnTo>
                    <a:cubicBezTo>
                      <a:pt x="6713" y="8468"/>
                      <a:pt x="6217" y="7340"/>
                      <a:pt x="6217" y="7340"/>
                    </a:cubicBezTo>
                    <a:lnTo>
                      <a:pt x="6217" y="7340"/>
                    </a:lnTo>
                    <a:cubicBezTo>
                      <a:pt x="6768" y="7705"/>
                      <a:pt x="7405" y="7754"/>
                      <a:pt x="7716" y="7754"/>
                    </a:cubicBezTo>
                    <a:cubicBezTo>
                      <a:pt x="7825" y="7754"/>
                      <a:pt x="7896" y="7749"/>
                      <a:pt x="7896" y="7749"/>
                    </a:cubicBezTo>
                    <a:lnTo>
                      <a:pt x="7765" y="7155"/>
                    </a:lnTo>
                    <a:cubicBezTo>
                      <a:pt x="7667" y="7166"/>
                      <a:pt x="7569" y="7171"/>
                      <a:pt x="7471" y="7171"/>
                    </a:cubicBezTo>
                    <a:cubicBezTo>
                      <a:pt x="6081" y="7171"/>
                      <a:pt x="5792" y="5978"/>
                      <a:pt x="5792" y="5978"/>
                    </a:cubicBezTo>
                    <a:lnTo>
                      <a:pt x="5792" y="556"/>
                    </a:lnTo>
                    <a:cubicBezTo>
                      <a:pt x="5400" y="354"/>
                      <a:pt x="5013" y="175"/>
                      <a:pt x="46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2" name="Google Shape;352;p38"/>
            <p:cNvSpPr/>
            <p:nvPr/>
          </p:nvSpPr>
          <p:spPr>
            <a:xfrm>
              <a:off x="1512152" y="3450115"/>
              <a:ext cx="732650" cy="863056"/>
            </a:xfrm>
            <a:custGeom>
              <a:rect b="b" l="l" r="r" t="t"/>
              <a:pathLst>
                <a:path extrusionOk="0" h="34150" w="28990">
                  <a:moveTo>
                    <a:pt x="2235" y="1"/>
                  </a:moveTo>
                  <a:cubicBezTo>
                    <a:pt x="1968" y="6"/>
                    <a:pt x="1695" y="44"/>
                    <a:pt x="1439" y="121"/>
                  </a:cubicBezTo>
                  <a:cubicBezTo>
                    <a:pt x="1" y="508"/>
                    <a:pt x="1014" y="2061"/>
                    <a:pt x="1090" y="2796"/>
                  </a:cubicBezTo>
                  <a:cubicBezTo>
                    <a:pt x="1145" y="3515"/>
                    <a:pt x="1586" y="4698"/>
                    <a:pt x="1586" y="4698"/>
                  </a:cubicBezTo>
                  <a:cubicBezTo>
                    <a:pt x="1363" y="5657"/>
                    <a:pt x="2305" y="6981"/>
                    <a:pt x="2305" y="6981"/>
                  </a:cubicBezTo>
                  <a:cubicBezTo>
                    <a:pt x="1842" y="8180"/>
                    <a:pt x="2398" y="8736"/>
                    <a:pt x="2398" y="8736"/>
                  </a:cubicBezTo>
                  <a:cubicBezTo>
                    <a:pt x="1919" y="9509"/>
                    <a:pt x="2414" y="10915"/>
                    <a:pt x="2414" y="10915"/>
                  </a:cubicBezTo>
                  <a:cubicBezTo>
                    <a:pt x="1510" y="12686"/>
                    <a:pt x="2289" y="13830"/>
                    <a:pt x="2289" y="13830"/>
                  </a:cubicBezTo>
                  <a:cubicBezTo>
                    <a:pt x="1641" y="14713"/>
                    <a:pt x="1973" y="16282"/>
                    <a:pt x="1973" y="16282"/>
                  </a:cubicBezTo>
                  <a:cubicBezTo>
                    <a:pt x="938" y="17917"/>
                    <a:pt x="1826" y="19781"/>
                    <a:pt x="1826" y="19781"/>
                  </a:cubicBezTo>
                  <a:cubicBezTo>
                    <a:pt x="1494" y="21077"/>
                    <a:pt x="1733" y="22380"/>
                    <a:pt x="1733" y="22380"/>
                  </a:cubicBezTo>
                  <a:cubicBezTo>
                    <a:pt x="1401" y="24298"/>
                    <a:pt x="2213" y="24963"/>
                    <a:pt x="2213" y="24963"/>
                  </a:cubicBezTo>
                  <a:cubicBezTo>
                    <a:pt x="2360" y="27584"/>
                    <a:pt x="4937" y="27954"/>
                    <a:pt x="4937" y="27954"/>
                  </a:cubicBezTo>
                  <a:cubicBezTo>
                    <a:pt x="5395" y="28880"/>
                    <a:pt x="6125" y="29158"/>
                    <a:pt x="6839" y="29158"/>
                  </a:cubicBezTo>
                  <a:cubicBezTo>
                    <a:pt x="7907" y="29158"/>
                    <a:pt x="8942" y="28526"/>
                    <a:pt x="8942" y="28526"/>
                  </a:cubicBezTo>
                  <a:cubicBezTo>
                    <a:pt x="9286" y="28641"/>
                    <a:pt x="9645" y="28706"/>
                    <a:pt x="10010" y="28717"/>
                  </a:cubicBezTo>
                  <a:cubicBezTo>
                    <a:pt x="10893" y="28717"/>
                    <a:pt x="11138" y="28177"/>
                    <a:pt x="11710" y="27954"/>
                  </a:cubicBezTo>
                  <a:cubicBezTo>
                    <a:pt x="11923" y="27861"/>
                    <a:pt x="12152" y="27812"/>
                    <a:pt x="12386" y="27801"/>
                  </a:cubicBezTo>
                  <a:cubicBezTo>
                    <a:pt x="12811" y="27801"/>
                    <a:pt x="13127" y="28030"/>
                    <a:pt x="13274" y="28581"/>
                  </a:cubicBezTo>
                  <a:cubicBezTo>
                    <a:pt x="13498" y="29393"/>
                    <a:pt x="13111" y="30646"/>
                    <a:pt x="12942" y="31899"/>
                  </a:cubicBezTo>
                  <a:cubicBezTo>
                    <a:pt x="12778" y="33136"/>
                    <a:pt x="13574" y="34150"/>
                    <a:pt x="13574" y="34150"/>
                  </a:cubicBezTo>
                  <a:lnTo>
                    <a:pt x="15454" y="34150"/>
                  </a:lnTo>
                  <a:cubicBezTo>
                    <a:pt x="15416" y="34150"/>
                    <a:pt x="15269" y="34111"/>
                    <a:pt x="15912" y="33005"/>
                  </a:cubicBezTo>
                  <a:cubicBezTo>
                    <a:pt x="16615" y="31823"/>
                    <a:pt x="15655" y="30679"/>
                    <a:pt x="16560" y="29240"/>
                  </a:cubicBezTo>
                  <a:cubicBezTo>
                    <a:pt x="17465" y="27801"/>
                    <a:pt x="17410" y="25976"/>
                    <a:pt x="17410" y="25976"/>
                  </a:cubicBezTo>
                  <a:cubicBezTo>
                    <a:pt x="17851" y="23540"/>
                    <a:pt x="16707" y="23470"/>
                    <a:pt x="15786" y="22434"/>
                  </a:cubicBezTo>
                  <a:cubicBezTo>
                    <a:pt x="15388" y="22009"/>
                    <a:pt x="14773" y="21884"/>
                    <a:pt x="14184" y="21884"/>
                  </a:cubicBezTo>
                  <a:cubicBezTo>
                    <a:pt x="13661" y="21895"/>
                    <a:pt x="13138" y="21971"/>
                    <a:pt x="12631" y="22124"/>
                  </a:cubicBezTo>
                  <a:cubicBezTo>
                    <a:pt x="12419" y="22042"/>
                    <a:pt x="12201" y="21998"/>
                    <a:pt x="11977" y="21993"/>
                  </a:cubicBezTo>
                  <a:cubicBezTo>
                    <a:pt x="11525" y="21977"/>
                    <a:pt x="11122" y="22254"/>
                    <a:pt x="10969" y="22674"/>
                  </a:cubicBezTo>
                  <a:cubicBezTo>
                    <a:pt x="10828" y="22625"/>
                    <a:pt x="10681" y="22598"/>
                    <a:pt x="10533" y="22598"/>
                  </a:cubicBezTo>
                  <a:cubicBezTo>
                    <a:pt x="9781" y="22598"/>
                    <a:pt x="9144" y="23213"/>
                    <a:pt x="9144" y="23213"/>
                  </a:cubicBezTo>
                  <a:cubicBezTo>
                    <a:pt x="9089" y="22837"/>
                    <a:pt x="8779" y="22734"/>
                    <a:pt x="8452" y="22734"/>
                  </a:cubicBezTo>
                  <a:cubicBezTo>
                    <a:pt x="8158" y="22745"/>
                    <a:pt x="7869" y="22805"/>
                    <a:pt x="7596" y="22903"/>
                  </a:cubicBezTo>
                  <a:cubicBezTo>
                    <a:pt x="7667" y="22036"/>
                    <a:pt x="6877" y="21720"/>
                    <a:pt x="6877" y="21720"/>
                  </a:cubicBezTo>
                  <a:cubicBezTo>
                    <a:pt x="7542" y="20467"/>
                    <a:pt x="6599" y="19639"/>
                    <a:pt x="6599" y="19639"/>
                  </a:cubicBezTo>
                  <a:cubicBezTo>
                    <a:pt x="7689" y="18070"/>
                    <a:pt x="7024" y="16266"/>
                    <a:pt x="7024" y="16266"/>
                  </a:cubicBezTo>
                  <a:cubicBezTo>
                    <a:pt x="7487" y="14402"/>
                    <a:pt x="6452" y="13367"/>
                    <a:pt x="6452" y="13367"/>
                  </a:cubicBezTo>
                  <a:cubicBezTo>
                    <a:pt x="7558" y="11890"/>
                    <a:pt x="6251" y="10528"/>
                    <a:pt x="6251" y="10528"/>
                  </a:cubicBezTo>
                  <a:cubicBezTo>
                    <a:pt x="6670" y="10120"/>
                    <a:pt x="6523" y="9231"/>
                    <a:pt x="6490" y="9013"/>
                  </a:cubicBezTo>
                  <a:lnTo>
                    <a:pt x="6490" y="9013"/>
                  </a:lnTo>
                  <a:cubicBezTo>
                    <a:pt x="6665" y="9983"/>
                    <a:pt x="7733" y="10049"/>
                    <a:pt x="8032" y="10049"/>
                  </a:cubicBezTo>
                  <a:lnTo>
                    <a:pt x="8109" y="10049"/>
                  </a:lnTo>
                  <a:cubicBezTo>
                    <a:pt x="8196" y="10899"/>
                    <a:pt x="9280" y="11002"/>
                    <a:pt x="9814" y="11002"/>
                  </a:cubicBezTo>
                  <a:cubicBezTo>
                    <a:pt x="9989" y="11002"/>
                    <a:pt x="10103" y="10991"/>
                    <a:pt x="10103" y="10991"/>
                  </a:cubicBezTo>
                  <a:cubicBezTo>
                    <a:pt x="10272" y="11743"/>
                    <a:pt x="10735" y="11934"/>
                    <a:pt x="11166" y="11934"/>
                  </a:cubicBezTo>
                  <a:cubicBezTo>
                    <a:pt x="11476" y="11923"/>
                    <a:pt x="11781" y="11847"/>
                    <a:pt x="12059" y="11711"/>
                  </a:cubicBezTo>
                  <a:cubicBezTo>
                    <a:pt x="12479" y="12119"/>
                    <a:pt x="13013" y="12245"/>
                    <a:pt x="13525" y="12245"/>
                  </a:cubicBezTo>
                  <a:cubicBezTo>
                    <a:pt x="14413" y="12245"/>
                    <a:pt x="15230" y="11858"/>
                    <a:pt x="15230" y="11858"/>
                  </a:cubicBezTo>
                  <a:cubicBezTo>
                    <a:pt x="15454" y="12076"/>
                    <a:pt x="15759" y="12196"/>
                    <a:pt x="16070" y="12179"/>
                  </a:cubicBezTo>
                  <a:cubicBezTo>
                    <a:pt x="16963" y="12179"/>
                    <a:pt x="17977" y="11471"/>
                    <a:pt x="17977" y="11471"/>
                  </a:cubicBezTo>
                  <a:cubicBezTo>
                    <a:pt x="18173" y="11536"/>
                    <a:pt x="18369" y="11569"/>
                    <a:pt x="18571" y="11569"/>
                  </a:cubicBezTo>
                  <a:cubicBezTo>
                    <a:pt x="19699" y="11569"/>
                    <a:pt x="19987" y="10387"/>
                    <a:pt x="19987" y="10387"/>
                  </a:cubicBezTo>
                  <a:lnTo>
                    <a:pt x="20031" y="10387"/>
                  </a:lnTo>
                  <a:cubicBezTo>
                    <a:pt x="21617" y="10387"/>
                    <a:pt x="21927" y="9297"/>
                    <a:pt x="21927" y="9297"/>
                  </a:cubicBezTo>
                  <a:cubicBezTo>
                    <a:pt x="22123" y="9362"/>
                    <a:pt x="22331" y="9400"/>
                    <a:pt x="22538" y="9406"/>
                  </a:cubicBezTo>
                  <a:cubicBezTo>
                    <a:pt x="22946" y="9406"/>
                    <a:pt x="23066" y="9188"/>
                    <a:pt x="23110" y="9052"/>
                  </a:cubicBezTo>
                  <a:lnTo>
                    <a:pt x="23110" y="9052"/>
                  </a:lnTo>
                  <a:cubicBezTo>
                    <a:pt x="22924" y="10365"/>
                    <a:pt x="23753" y="10583"/>
                    <a:pt x="23753" y="10583"/>
                  </a:cubicBezTo>
                  <a:cubicBezTo>
                    <a:pt x="23382" y="11945"/>
                    <a:pt x="23458" y="13018"/>
                    <a:pt x="23458" y="13018"/>
                  </a:cubicBezTo>
                  <a:cubicBezTo>
                    <a:pt x="22554" y="15307"/>
                    <a:pt x="24031" y="16212"/>
                    <a:pt x="24031" y="16212"/>
                  </a:cubicBezTo>
                  <a:cubicBezTo>
                    <a:pt x="22941" y="17574"/>
                    <a:pt x="23753" y="18903"/>
                    <a:pt x="23753" y="18903"/>
                  </a:cubicBezTo>
                  <a:cubicBezTo>
                    <a:pt x="23344" y="19514"/>
                    <a:pt x="23529" y="21377"/>
                    <a:pt x="23529" y="21377"/>
                  </a:cubicBezTo>
                  <a:cubicBezTo>
                    <a:pt x="22995" y="21982"/>
                    <a:pt x="22723" y="23257"/>
                    <a:pt x="22723" y="23257"/>
                  </a:cubicBezTo>
                  <a:cubicBezTo>
                    <a:pt x="20892" y="24031"/>
                    <a:pt x="20985" y="25655"/>
                    <a:pt x="20985" y="25655"/>
                  </a:cubicBezTo>
                  <a:cubicBezTo>
                    <a:pt x="21099" y="25704"/>
                    <a:pt x="21197" y="25785"/>
                    <a:pt x="21263" y="25894"/>
                  </a:cubicBezTo>
                  <a:cubicBezTo>
                    <a:pt x="21524" y="26281"/>
                    <a:pt x="22167" y="26706"/>
                    <a:pt x="22167" y="26706"/>
                  </a:cubicBezTo>
                  <a:cubicBezTo>
                    <a:pt x="21448" y="27039"/>
                    <a:pt x="20805" y="29398"/>
                    <a:pt x="20598" y="29970"/>
                  </a:cubicBezTo>
                  <a:cubicBezTo>
                    <a:pt x="20543" y="30134"/>
                    <a:pt x="20609" y="30210"/>
                    <a:pt x="20734" y="30210"/>
                  </a:cubicBezTo>
                  <a:cubicBezTo>
                    <a:pt x="21061" y="30210"/>
                    <a:pt x="21824" y="29692"/>
                    <a:pt x="22020" y="28864"/>
                  </a:cubicBezTo>
                  <a:cubicBezTo>
                    <a:pt x="22314" y="27736"/>
                    <a:pt x="23126" y="27333"/>
                    <a:pt x="23126" y="27333"/>
                  </a:cubicBezTo>
                  <a:cubicBezTo>
                    <a:pt x="23513" y="28194"/>
                    <a:pt x="24140" y="28466"/>
                    <a:pt x="24793" y="28466"/>
                  </a:cubicBezTo>
                  <a:cubicBezTo>
                    <a:pt x="25507" y="28466"/>
                    <a:pt x="26248" y="28145"/>
                    <a:pt x="26744" y="27921"/>
                  </a:cubicBezTo>
                  <a:cubicBezTo>
                    <a:pt x="27681" y="27496"/>
                    <a:pt x="27589" y="25355"/>
                    <a:pt x="27589" y="25355"/>
                  </a:cubicBezTo>
                  <a:cubicBezTo>
                    <a:pt x="27589" y="25355"/>
                    <a:pt x="27905" y="25230"/>
                    <a:pt x="28439" y="23731"/>
                  </a:cubicBezTo>
                  <a:cubicBezTo>
                    <a:pt x="28989" y="22260"/>
                    <a:pt x="28215" y="21154"/>
                    <a:pt x="28215" y="21154"/>
                  </a:cubicBezTo>
                  <a:cubicBezTo>
                    <a:pt x="28864" y="19159"/>
                    <a:pt x="27790" y="17999"/>
                    <a:pt x="27790" y="17999"/>
                  </a:cubicBezTo>
                  <a:cubicBezTo>
                    <a:pt x="28733" y="16429"/>
                    <a:pt x="27774" y="15045"/>
                    <a:pt x="27774" y="15045"/>
                  </a:cubicBezTo>
                  <a:cubicBezTo>
                    <a:pt x="28570" y="13700"/>
                    <a:pt x="27698" y="12408"/>
                    <a:pt x="27698" y="12408"/>
                  </a:cubicBezTo>
                  <a:cubicBezTo>
                    <a:pt x="28493" y="11264"/>
                    <a:pt x="27921" y="9771"/>
                    <a:pt x="27921" y="9771"/>
                  </a:cubicBezTo>
                  <a:cubicBezTo>
                    <a:pt x="28935" y="8294"/>
                    <a:pt x="27976" y="7335"/>
                    <a:pt x="27976" y="7335"/>
                  </a:cubicBezTo>
                  <a:cubicBezTo>
                    <a:pt x="27976" y="7335"/>
                    <a:pt x="28602" y="7155"/>
                    <a:pt x="28531" y="5145"/>
                  </a:cubicBezTo>
                  <a:cubicBezTo>
                    <a:pt x="28482" y="3417"/>
                    <a:pt x="26913" y="3297"/>
                    <a:pt x="26472" y="3297"/>
                  </a:cubicBezTo>
                  <a:cubicBezTo>
                    <a:pt x="26395" y="3297"/>
                    <a:pt x="26352" y="3297"/>
                    <a:pt x="26352" y="3297"/>
                  </a:cubicBezTo>
                  <a:cubicBezTo>
                    <a:pt x="25976" y="2894"/>
                    <a:pt x="25611" y="2753"/>
                    <a:pt x="25289" y="2753"/>
                  </a:cubicBezTo>
                  <a:cubicBezTo>
                    <a:pt x="24532" y="2753"/>
                    <a:pt x="23998" y="3537"/>
                    <a:pt x="23998" y="3537"/>
                  </a:cubicBezTo>
                  <a:cubicBezTo>
                    <a:pt x="23894" y="3510"/>
                    <a:pt x="23796" y="3494"/>
                    <a:pt x="23693" y="3494"/>
                  </a:cubicBezTo>
                  <a:cubicBezTo>
                    <a:pt x="22614" y="3494"/>
                    <a:pt x="21764" y="5014"/>
                    <a:pt x="21764" y="5014"/>
                  </a:cubicBezTo>
                  <a:lnTo>
                    <a:pt x="21688" y="5014"/>
                  </a:lnTo>
                  <a:cubicBezTo>
                    <a:pt x="20527" y="5014"/>
                    <a:pt x="20603" y="5826"/>
                    <a:pt x="20603" y="5826"/>
                  </a:cubicBezTo>
                  <a:cubicBezTo>
                    <a:pt x="20402" y="5771"/>
                    <a:pt x="20189" y="5744"/>
                    <a:pt x="19982" y="5744"/>
                  </a:cubicBezTo>
                  <a:cubicBezTo>
                    <a:pt x="19306" y="5733"/>
                    <a:pt x="18680" y="6098"/>
                    <a:pt x="18353" y="6692"/>
                  </a:cubicBezTo>
                  <a:cubicBezTo>
                    <a:pt x="18113" y="6567"/>
                    <a:pt x="17846" y="6501"/>
                    <a:pt x="17579" y="6501"/>
                  </a:cubicBezTo>
                  <a:cubicBezTo>
                    <a:pt x="16669" y="6501"/>
                    <a:pt x="16102" y="7302"/>
                    <a:pt x="16102" y="7302"/>
                  </a:cubicBezTo>
                  <a:cubicBezTo>
                    <a:pt x="15868" y="7237"/>
                    <a:pt x="15628" y="7204"/>
                    <a:pt x="15383" y="7204"/>
                  </a:cubicBezTo>
                  <a:cubicBezTo>
                    <a:pt x="14364" y="7204"/>
                    <a:pt x="13819" y="7815"/>
                    <a:pt x="13819" y="7815"/>
                  </a:cubicBezTo>
                  <a:cubicBezTo>
                    <a:pt x="13312" y="7155"/>
                    <a:pt x="12718" y="6965"/>
                    <a:pt x="12206" y="6965"/>
                  </a:cubicBezTo>
                  <a:cubicBezTo>
                    <a:pt x="11770" y="6970"/>
                    <a:pt x="11334" y="7095"/>
                    <a:pt x="10958" y="7319"/>
                  </a:cubicBezTo>
                  <a:cubicBezTo>
                    <a:pt x="10920" y="6382"/>
                    <a:pt x="10179" y="6234"/>
                    <a:pt x="9722" y="6234"/>
                  </a:cubicBezTo>
                  <a:cubicBezTo>
                    <a:pt x="9596" y="6234"/>
                    <a:pt x="9476" y="6245"/>
                    <a:pt x="9351" y="6267"/>
                  </a:cubicBezTo>
                  <a:cubicBezTo>
                    <a:pt x="9188" y="5215"/>
                    <a:pt x="7580" y="5030"/>
                    <a:pt x="7580" y="5030"/>
                  </a:cubicBezTo>
                  <a:cubicBezTo>
                    <a:pt x="8098" y="3761"/>
                    <a:pt x="6681" y="3319"/>
                    <a:pt x="6681" y="3319"/>
                  </a:cubicBezTo>
                  <a:cubicBezTo>
                    <a:pt x="6736" y="2175"/>
                    <a:pt x="5591" y="1804"/>
                    <a:pt x="5591" y="1804"/>
                  </a:cubicBezTo>
                  <a:cubicBezTo>
                    <a:pt x="5417" y="578"/>
                    <a:pt x="4768" y="300"/>
                    <a:pt x="4229" y="300"/>
                  </a:cubicBezTo>
                  <a:cubicBezTo>
                    <a:pt x="3951" y="306"/>
                    <a:pt x="3679" y="366"/>
                    <a:pt x="3428" y="475"/>
                  </a:cubicBezTo>
                  <a:cubicBezTo>
                    <a:pt x="3428" y="475"/>
                    <a:pt x="3085" y="1"/>
                    <a:pt x="2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38"/>
            <p:cNvSpPr/>
            <p:nvPr/>
          </p:nvSpPr>
          <p:spPr>
            <a:xfrm>
              <a:off x="1727524" y="2620015"/>
              <a:ext cx="283861" cy="436153"/>
            </a:xfrm>
            <a:custGeom>
              <a:rect b="b" l="l" r="r" t="t"/>
              <a:pathLst>
                <a:path extrusionOk="0" h="17258" w="11232">
                  <a:moveTo>
                    <a:pt x="6136" y="0"/>
                  </a:moveTo>
                  <a:cubicBezTo>
                    <a:pt x="6125" y="0"/>
                    <a:pt x="6115" y="0"/>
                    <a:pt x="6109" y="6"/>
                  </a:cubicBezTo>
                  <a:cubicBezTo>
                    <a:pt x="6033" y="60"/>
                    <a:pt x="5564" y="872"/>
                    <a:pt x="5504" y="1172"/>
                  </a:cubicBezTo>
                  <a:cubicBezTo>
                    <a:pt x="5472" y="1357"/>
                    <a:pt x="5292" y="1412"/>
                    <a:pt x="5117" y="1412"/>
                  </a:cubicBezTo>
                  <a:cubicBezTo>
                    <a:pt x="5008" y="1412"/>
                    <a:pt x="4905" y="1395"/>
                    <a:pt x="4807" y="1363"/>
                  </a:cubicBezTo>
                  <a:cubicBezTo>
                    <a:pt x="4676" y="1324"/>
                    <a:pt x="4676" y="98"/>
                    <a:pt x="4676" y="98"/>
                  </a:cubicBezTo>
                  <a:cubicBezTo>
                    <a:pt x="4109" y="98"/>
                    <a:pt x="3543" y="551"/>
                    <a:pt x="3543" y="551"/>
                  </a:cubicBezTo>
                  <a:lnTo>
                    <a:pt x="3733" y="1608"/>
                  </a:lnTo>
                  <a:cubicBezTo>
                    <a:pt x="3205" y="2060"/>
                    <a:pt x="3412" y="2491"/>
                    <a:pt x="3412" y="2491"/>
                  </a:cubicBezTo>
                  <a:cubicBezTo>
                    <a:pt x="2676" y="3035"/>
                    <a:pt x="2791" y="4223"/>
                    <a:pt x="2355" y="4223"/>
                  </a:cubicBezTo>
                  <a:cubicBezTo>
                    <a:pt x="1968" y="4207"/>
                    <a:pt x="1973" y="4027"/>
                    <a:pt x="1843" y="4027"/>
                  </a:cubicBezTo>
                  <a:cubicBezTo>
                    <a:pt x="1826" y="4027"/>
                    <a:pt x="1810" y="4033"/>
                    <a:pt x="1788" y="4038"/>
                  </a:cubicBezTo>
                  <a:cubicBezTo>
                    <a:pt x="1619" y="4114"/>
                    <a:pt x="1374" y="4360"/>
                    <a:pt x="1586" y="4507"/>
                  </a:cubicBezTo>
                  <a:cubicBezTo>
                    <a:pt x="1772" y="4676"/>
                    <a:pt x="1603" y="4676"/>
                    <a:pt x="1379" y="4959"/>
                  </a:cubicBezTo>
                  <a:cubicBezTo>
                    <a:pt x="1134" y="5242"/>
                    <a:pt x="1646" y="5809"/>
                    <a:pt x="1832" y="5885"/>
                  </a:cubicBezTo>
                  <a:cubicBezTo>
                    <a:pt x="1848" y="5885"/>
                    <a:pt x="1859" y="5891"/>
                    <a:pt x="1870" y="5885"/>
                  </a:cubicBezTo>
                  <a:cubicBezTo>
                    <a:pt x="2120" y="5885"/>
                    <a:pt x="2965" y="5449"/>
                    <a:pt x="2965" y="5449"/>
                  </a:cubicBezTo>
                  <a:lnTo>
                    <a:pt x="2965" y="5449"/>
                  </a:lnTo>
                  <a:cubicBezTo>
                    <a:pt x="2731" y="5940"/>
                    <a:pt x="2769" y="6621"/>
                    <a:pt x="2769" y="6621"/>
                  </a:cubicBezTo>
                  <a:cubicBezTo>
                    <a:pt x="2769" y="6621"/>
                    <a:pt x="2622" y="6212"/>
                    <a:pt x="2268" y="6212"/>
                  </a:cubicBezTo>
                  <a:cubicBezTo>
                    <a:pt x="2186" y="6212"/>
                    <a:pt x="2104" y="6229"/>
                    <a:pt x="2033" y="6261"/>
                  </a:cubicBezTo>
                  <a:cubicBezTo>
                    <a:pt x="1505" y="6468"/>
                    <a:pt x="1488" y="6866"/>
                    <a:pt x="1488" y="6866"/>
                  </a:cubicBezTo>
                  <a:cubicBezTo>
                    <a:pt x="1864" y="6882"/>
                    <a:pt x="2017" y="7258"/>
                    <a:pt x="2017" y="7258"/>
                  </a:cubicBezTo>
                  <a:cubicBezTo>
                    <a:pt x="1" y="10631"/>
                    <a:pt x="1" y="15890"/>
                    <a:pt x="682" y="16647"/>
                  </a:cubicBezTo>
                  <a:cubicBezTo>
                    <a:pt x="1069" y="17056"/>
                    <a:pt x="1565" y="17257"/>
                    <a:pt x="2295" y="17257"/>
                  </a:cubicBezTo>
                  <a:cubicBezTo>
                    <a:pt x="2867" y="17257"/>
                    <a:pt x="3586" y="17126"/>
                    <a:pt x="4507" y="16870"/>
                  </a:cubicBezTo>
                  <a:cubicBezTo>
                    <a:pt x="6599" y="16266"/>
                    <a:pt x="10043" y="13835"/>
                    <a:pt x="10632" y="11329"/>
                  </a:cubicBezTo>
                  <a:cubicBezTo>
                    <a:pt x="11231" y="8822"/>
                    <a:pt x="9161" y="7389"/>
                    <a:pt x="9161" y="7389"/>
                  </a:cubicBezTo>
                  <a:cubicBezTo>
                    <a:pt x="9161" y="7389"/>
                    <a:pt x="9237" y="6654"/>
                    <a:pt x="9161" y="5166"/>
                  </a:cubicBezTo>
                  <a:cubicBezTo>
                    <a:pt x="9111" y="3847"/>
                    <a:pt x="8169" y="3771"/>
                    <a:pt x="7956" y="3771"/>
                  </a:cubicBezTo>
                  <a:lnTo>
                    <a:pt x="7918" y="3771"/>
                  </a:lnTo>
                  <a:cubicBezTo>
                    <a:pt x="8027" y="2338"/>
                    <a:pt x="6654" y="1924"/>
                    <a:pt x="6654" y="1733"/>
                  </a:cubicBezTo>
                  <a:cubicBezTo>
                    <a:pt x="6670" y="1532"/>
                    <a:pt x="7068" y="829"/>
                    <a:pt x="7144" y="507"/>
                  </a:cubicBezTo>
                  <a:cubicBezTo>
                    <a:pt x="7232" y="218"/>
                    <a:pt x="6332" y="0"/>
                    <a:pt x="6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4" name="Google Shape;354;p38"/>
          <p:cNvSpPr txBox="1"/>
          <p:nvPr>
            <p:ph idx="4294967295" type="title"/>
          </p:nvPr>
        </p:nvSpPr>
        <p:spPr>
          <a:xfrm>
            <a:off x="762575" y="2052775"/>
            <a:ext cx="2224500" cy="3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accent2"/>
                </a:solidFill>
              </a:rPr>
              <a:t>FEVER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355" name="Google Shape;355;p38"/>
          <p:cNvSpPr txBox="1"/>
          <p:nvPr>
            <p:ph idx="4294967295" type="subTitle"/>
          </p:nvPr>
        </p:nvSpPr>
        <p:spPr>
          <a:xfrm>
            <a:off x="881375" y="2323600"/>
            <a:ext cx="2105700" cy="44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/>
              <a:t>The body temperature can exceed 37.3 ºC</a:t>
            </a:r>
            <a:endParaRPr sz="1200"/>
          </a:p>
          <a:p>
            <a:pPr indent="0" lvl="0" marL="0" rtl="0" algn="r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/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356" name="Google Shape;356;p38"/>
          <p:cNvSpPr txBox="1"/>
          <p:nvPr>
            <p:ph idx="4294967295" type="title"/>
          </p:nvPr>
        </p:nvSpPr>
        <p:spPr>
          <a:xfrm>
            <a:off x="762575" y="2911200"/>
            <a:ext cx="2224500" cy="3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accent2"/>
                </a:solidFill>
              </a:rPr>
              <a:t>DRY COUGH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357" name="Google Shape;357;p38"/>
          <p:cNvSpPr txBox="1"/>
          <p:nvPr>
            <p:ph idx="4294967295" type="subTitle"/>
          </p:nvPr>
        </p:nvSpPr>
        <p:spPr>
          <a:xfrm>
            <a:off x="881375" y="3182025"/>
            <a:ext cx="2105700" cy="44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/>
              <a:t>Constant coughing without expelling mucus</a:t>
            </a:r>
            <a:endParaRPr sz="1200"/>
          </a:p>
          <a:p>
            <a:pPr indent="0" lvl="0" marL="0" rtl="0" algn="r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/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358" name="Google Shape;358;p38"/>
          <p:cNvSpPr txBox="1"/>
          <p:nvPr>
            <p:ph idx="4294967295" type="title"/>
          </p:nvPr>
        </p:nvSpPr>
        <p:spPr>
          <a:xfrm>
            <a:off x="762575" y="3769625"/>
            <a:ext cx="2224500" cy="3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accent2"/>
                </a:solidFill>
              </a:rPr>
              <a:t>BAD</a:t>
            </a:r>
            <a:r>
              <a:rPr lang="en" sz="1400">
                <a:solidFill>
                  <a:schemeClr val="accent2"/>
                </a:solidFill>
              </a:rPr>
              <a:t> BREATHING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359" name="Google Shape;359;p38"/>
          <p:cNvSpPr txBox="1"/>
          <p:nvPr>
            <p:ph idx="4294967295" type="subTitle"/>
          </p:nvPr>
        </p:nvSpPr>
        <p:spPr>
          <a:xfrm>
            <a:off x="881375" y="4040450"/>
            <a:ext cx="2105700" cy="44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Breathing actually feels more difficult</a:t>
            </a:r>
            <a:endParaRPr sz="1200"/>
          </a:p>
        </p:txBody>
      </p:sp>
      <p:sp>
        <p:nvSpPr>
          <p:cNvPr id="360" name="Google Shape;360;p38"/>
          <p:cNvSpPr txBox="1"/>
          <p:nvPr>
            <p:ph idx="4294967295" type="title"/>
          </p:nvPr>
        </p:nvSpPr>
        <p:spPr>
          <a:xfrm>
            <a:off x="383975" y="1281600"/>
            <a:ext cx="2603100" cy="35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COMMON SYMPTOMS</a:t>
            </a:r>
            <a:endParaRPr sz="1400"/>
          </a:p>
        </p:txBody>
      </p:sp>
      <p:sp>
        <p:nvSpPr>
          <p:cNvPr id="361" name="Google Shape;361;p38"/>
          <p:cNvSpPr txBox="1"/>
          <p:nvPr>
            <p:ph idx="4294967295" type="title"/>
          </p:nvPr>
        </p:nvSpPr>
        <p:spPr>
          <a:xfrm>
            <a:off x="6156925" y="2052775"/>
            <a:ext cx="2224500" cy="3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accent2"/>
                </a:solidFill>
              </a:rPr>
              <a:t>PNEUMONIA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362" name="Google Shape;362;p38"/>
          <p:cNvSpPr txBox="1"/>
          <p:nvPr>
            <p:ph idx="4294967295" type="subTitle"/>
          </p:nvPr>
        </p:nvSpPr>
        <p:spPr>
          <a:xfrm>
            <a:off x="6156925" y="2323600"/>
            <a:ext cx="2105700" cy="44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Inflammation of both lungs</a:t>
            </a:r>
            <a:endParaRPr sz="1200"/>
          </a:p>
        </p:txBody>
      </p:sp>
      <p:sp>
        <p:nvSpPr>
          <p:cNvPr id="363" name="Google Shape;363;p38"/>
          <p:cNvSpPr txBox="1"/>
          <p:nvPr>
            <p:ph idx="4294967295" type="title"/>
          </p:nvPr>
        </p:nvSpPr>
        <p:spPr>
          <a:xfrm>
            <a:off x="6156925" y="2911200"/>
            <a:ext cx="2224500" cy="3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accent2"/>
                </a:solidFill>
              </a:rPr>
              <a:t>KIDNEY FAILURES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364" name="Google Shape;364;p38"/>
          <p:cNvSpPr txBox="1"/>
          <p:nvPr>
            <p:ph idx="4294967295" type="subTitle"/>
          </p:nvPr>
        </p:nvSpPr>
        <p:spPr>
          <a:xfrm>
            <a:off x="6156925" y="3182025"/>
            <a:ext cx="2105700" cy="44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Kidney failures can result in vomiting</a:t>
            </a:r>
            <a:endParaRPr sz="1200"/>
          </a:p>
        </p:txBody>
      </p:sp>
      <p:sp>
        <p:nvSpPr>
          <p:cNvPr id="365" name="Google Shape;365;p38"/>
          <p:cNvSpPr txBox="1"/>
          <p:nvPr>
            <p:ph idx="4294967295" type="title"/>
          </p:nvPr>
        </p:nvSpPr>
        <p:spPr>
          <a:xfrm>
            <a:off x="6156925" y="3769625"/>
            <a:ext cx="2224500" cy="3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accent2"/>
                </a:solidFill>
              </a:rPr>
              <a:t>GASTRO DISORDERS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366" name="Google Shape;366;p38"/>
          <p:cNvSpPr txBox="1"/>
          <p:nvPr>
            <p:ph idx="4294967295" type="subTitle"/>
          </p:nvPr>
        </p:nvSpPr>
        <p:spPr>
          <a:xfrm>
            <a:off x="6156925" y="4040450"/>
            <a:ext cx="2105700" cy="44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The patient may suffer from diarrhea</a:t>
            </a:r>
            <a:endParaRPr sz="1200"/>
          </a:p>
        </p:txBody>
      </p:sp>
      <p:sp>
        <p:nvSpPr>
          <p:cNvPr id="367" name="Google Shape;367;p38"/>
          <p:cNvSpPr txBox="1"/>
          <p:nvPr>
            <p:ph idx="4294967295" type="title"/>
          </p:nvPr>
        </p:nvSpPr>
        <p:spPr>
          <a:xfrm>
            <a:off x="6156925" y="1281600"/>
            <a:ext cx="2603100" cy="35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EVENTUAL</a:t>
            </a:r>
            <a:r>
              <a:rPr lang="en" sz="1400"/>
              <a:t> SYMPTOMS</a:t>
            </a:r>
            <a:endParaRPr sz="1400"/>
          </a:p>
        </p:txBody>
      </p:sp>
      <p:sp>
        <p:nvSpPr>
          <p:cNvPr id="368" name="Google Shape;368;p38"/>
          <p:cNvSpPr/>
          <p:nvPr/>
        </p:nvSpPr>
        <p:spPr>
          <a:xfrm>
            <a:off x="4061750" y="1399200"/>
            <a:ext cx="272100" cy="272100"/>
          </a:xfrm>
          <a:prstGeom prst="ellipse">
            <a:avLst/>
          </a:prstGeom>
          <a:solidFill>
            <a:srgbClr val="18379E">
              <a:alpha val="508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" name="Google Shape;369;p38"/>
          <p:cNvSpPr/>
          <p:nvPr/>
        </p:nvSpPr>
        <p:spPr>
          <a:xfrm>
            <a:off x="4333850" y="2052775"/>
            <a:ext cx="272100" cy="272100"/>
          </a:xfrm>
          <a:prstGeom prst="ellipse">
            <a:avLst/>
          </a:prstGeom>
          <a:solidFill>
            <a:srgbClr val="18379E">
              <a:alpha val="508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" name="Google Shape;370;p38"/>
          <p:cNvSpPr/>
          <p:nvPr/>
        </p:nvSpPr>
        <p:spPr>
          <a:xfrm>
            <a:off x="4026775" y="2597150"/>
            <a:ext cx="272100" cy="272100"/>
          </a:xfrm>
          <a:prstGeom prst="ellipse">
            <a:avLst/>
          </a:prstGeom>
          <a:solidFill>
            <a:srgbClr val="18379E">
              <a:alpha val="508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" name="Google Shape;371;p38"/>
          <p:cNvSpPr/>
          <p:nvPr/>
        </p:nvSpPr>
        <p:spPr>
          <a:xfrm>
            <a:off x="4745700" y="2435700"/>
            <a:ext cx="272100" cy="272100"/>
          </a:xfrm>
          <a:prstGeom prst="ellipse">
            <a:avLst/>
          </a:prstGeom>
          <a:solidFill>
            <a:srgbClr val="18379E">
              <a:alpha val="508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" name="Google Shape;372;p38"/>
          <p:cNvSpPr/>
          <p:nvPr/>
        </p:nvSpPr>
        <p:spPr>
          <a:xfrm>
            <a:off x="4794550" y="3826925"/>
            <a:ext cx="272100" cy="272100"/>
          </a:xfrm>
          <a:prstGeom prst="ellipse">
            <a:avLst/>
          </a:prstGeom>
          <a:solidFill>
            <a:srgbClr val="18379E">
              <a:alpha val="508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" name="Google Shape;373;p38"/>
          <p:cNvSpPr/>
          <p:nvPr/>
        </p:nvSpPr>
        <p:spPr>
          <a:xfrm>
            <a:off x="4624725" y="3352725"/>
            <a:ext cx="272100" cy="272100"/>
          </a:xfrm>
          <a:prstGeom prst="ellipse">
            <a:avLst/>
          </a:prstGeom>
          <a:solidFill>
            <a:srgbClr val="18379E">
              <a:alpha val="508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74" name="Google Shape;374;p38"/>
          <p:cNvCxnSpPr>
            <a:endCxn id="368" idx="2"/>
          </p:cNvCxnSpPr>
          <p:nvPr/>
        </p:nvCxnSpPr>
        <p:spPr>
          <a:xfrm flipH="1" rot="10800000">
            <a:off x="2987150" y="1535250"/>
            <a:ext cx="1074600" cy="711000"/>
          </a:xfrm>
          <a:prstGeom prst="bentConnector3">
            <a:avLst>
              <a:gd fmla="val 27264" name="adj1"/>
            </a:avLst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75" name="Google Shape;375;p38"/>
          <p:cNvCxnSpPr>
            <a:stCxn id="356" idx="3"/>
            <a:endCxn id="369" idx="2"/>
          </p:cNvCxnSpPr>
          <p:nvPr/>
        </p:nvCxnSpPr>
        <p:spPr>
          <a:xfrm flipH="1" rot="10800000">
            <a:off x="2987075" y="2188950"/>
            <a:ext cx="1346700" cy="915600"/>
          </a:xfrm>
          <a:prstGeom prst="bentConnector3">
            <a:avLst>
              <a:gd fmla="val 38862" name="adj1"/>
            </a:avLst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76" name="Google Shape;376;p38"/>
          <p:cNvCxnSpPr>
            <a:stCxn id="358" idx="3"/>
            <a:endCxn id="370" idx="2"/>
          </p:cNvCxnSpPr>
          <p:nvPr/>
        </p:nvCxnSpPr>
        <p:spPr>
          <a:xfrm flipH="1" rot="10800000">
            <a:off x="2987075" y="2733275"/>
            <a:ext cx="1039800" cy="1229700"/>
          </a:xfrm>
          <a:prstGeom prst="bentConnector3">
            <a:avLst>
              <a:gd fmla="val 78522" name="adj1"/>
            </a:avLst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77" name="Google Shape;377;p38"/>
          <p:cNvCxnSpPr>
            <a:endCxn id="371" idx="6"/>
          </p:cNvCxnSpPr>
          <p:nvPr/>
        </p:nvCxnSpPr>
        <p:spPr>
          <a:xfrm flipH="1">
            <a:off x="5017800" y="2246250"/>
            <a:ext cx="1139100" cy="3255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78" name="Google Shape;378;p38"/>
          <p:cNvCxnSpPr>
            <a:stCxn id="363" idx="1"/>
            <a:endCxn id="373" idx="6"/>
          </p:cNvCxnSpPr>
          <p:nvPr/>
        </p:nvCxnSpPr>
        <p:spPr>
          <a:xfrm flipH="1">
            <a:off x="4896925" y="3104550"/>
            <a:ext cx="1260000" cy="384300"/>
          </a:xfrm>
          <a:prstGeom prst="bentConnector3">
            <a:avLst>
              <a:gd fmla="val 42766" name="adj1"/>
            </a:avLst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79" name="Google Shape;379;p38"/>
          <p:cNvCxnSpPr>
            <a:stCxn id="365" idx="1"/>
            <a:endCxn id="372" idx="6"/>
          </p:cNvCxnSpPr>
          <p:nvPr/>
        </p:nvCxnSpPr>
        <p:spPr>
          <a:xfrm flipH="1">
            <a:off x="5066725" y="3962975"/>
            <a:ext cx="1090200" cy="600"/>
          </a:xfrm>
          <a:prstGeom prst="bentConnector3">
            <a:avLst>
              <a:gd fmla="val 50003" name="adj1"/>
            </a:avLst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83" name="Shape 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" name="Google Shape;384;p39"/>
          <p:cNvSpPr txBox="1"/>
          <p:nvPr>
            <p:ph type="title"/>
          </p:nvPr>
        </p:nvSpPr>
        <p:spPr>
          <a:xfrm>
            <a:off x="1651650" y="3722750"/>
            <a:ext cx="5840700" cy="108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WORLD HEALTH ORGANIZATION ESTIMATES THE CONTAGION RATE IS 1.4 TO 2.5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8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40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FINDINGS</a:t>
            </a:r>
            <a:endParaRPr/>
          </a:p>
        </p:txBody>
      </p:sp>
      <p:sp>
        <p:nvSpPr>
          <p:cNvPr id="390" name="Google Shape;390;p40"/>
          <p:cNvSpPr/>
          <p:nvPr/>
        </p:nvSpPr>
        <p:spPr>
          <a:xfrm>
            <a:off x="802600" y="1498025"/>
            <a:ext cx="1982100" cy="749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1" name="Google Shape;391;p40"/>
          <p:cNvGrpSpPr/>
          <p:nvPr/>
        </p:nvGrpSpPr>
        <p:grpSpPr>
          <a:xfrm>
            <a:off x="988912" y="1703090"/>
            <a:ext cx="159039" cy="339253"/>
            <a:chOff x="4584850" y="4399275"/>
            <a:chExt cx="225875" cy="481825"/>
          </a:xfrm>
        </p:grpSpPr>
        <p:sp>
          <p:nvSpPr>
            <p:cNvPr id="392" name="Google Shape;392;p40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" name="Google Shape;393;p40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4" name="Google Shape;394;p40"/>
          <p:cNvSpPr txBox="1"/>
          <p:nvPr>
            <p:ph idx="4294967295" type="title"/>
          </p:nvPr>
        </p:nvSpPr>
        <p:spPr>
          <a:xfrm>
            <a:off x="705225" y="1007075"/>
            <a:ext cx="2224500" cy="3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accent2"/>
                </a:solidFill>
              </a:rPr>
              <a:t>SAMPLE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395" name="Google Shape;395;p40"/>
          <p:cNvSpPr txBox="1"/>
          <p:nvPr>
            <p:ph idx="4294967295" type="subTitle"/>
          </p:nvPr>
        </p:nvSpPr>
        <p:spPr>
          <a:xfrm>
            <a:off x="1306557" y="1829209"/>
            <a:ext cx="14082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infected people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396" name="Google Shape;396;p40"/>
          <p:cNvSpPr txBox="1"/>
          <p:nvPr>
            <p:ph idx="4294967295" type="title"/>
          </p:nvPr>
        </p:nvSpPr>
        <p:spPr>
          <a:xfrm>
            <a:off x="1306557" y="1479235"/>
            <a:ext cx="14082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70.000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397" name="Google Shape;397;p40"/>
          <p:cNvSpPr txBox="1"/>
          <p:nvPr>
            <p:ph idx="4294967295" type="title"/>
          </p:nvPr>
        </p:nvSpPr>
        <p:spPr>
          <a:xfrm>
            <a:off x="705225" y="2432425"/>
            <a:ext cx="2224500" cy="3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accent2"/>
                </a:solidFill>
              </a:rPr>
              <a:t>CASES SEVERITY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398" name="Google Shape;398;p40"/>
          <p:cNvSpPr txBox="1"/>
          <p:nvPr>
            <p:ph idx="4294967295" type="subTitle"/>
          </p:nvPr>
        </p:nvSpPr>
        <p:spPr>
          <a:xfrm>
            <a:off x="2929725" y="3895900"/>
            <a:ext cx="1162800" cy="2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/>
              <a:t>Mild Cases</a:t>
            </a:r>
            <a:endParaRPr sz="1000"/>
          </a:p>
        </p:txBody>
      </p:sp>
      <p:sp>
        <p:nvSpPr>
          <p:cNvPr id="399" name="Google Shape;399;p40"/>
          <p:cNvSpPr txBox="1"/>
          <p:nvPr>
            <p:ph idx="4294967295" type="subTitle"/>
          </p:nvPr>
        </p:nvSpPr>
        <p:spPr>
          <a:xfrm>
            <a:off x="2929725" y="4169481"/>
            <a:ext cx="1162800" cy="2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/>
              <a:t>Serious</a:t>
            </a:r>
            <a:r>
              <a:rPr lang="en" sz="1000"/>
              <a:t> Cases</a:t>
            </a:r>
            <a:endParaRPr sz="1000"/>
          </a:p>
        </p:txBody>
      </p:sp>
      <p:sp>
        <p:nvSpPr>
          <p:cNvPr id="400" name="Google Shape;400;p40"/>
          <p:cNvSpPr txBox="1"/>
          <p:nvPr>
            <p:ph idx="4294967295" type="subTitle"/>
          </p:nvPr>
        </p:nvSpPr>
        <p:spPr>
          <a:xfrm>
            <a:off x="2929725" y="4443063"/>
            <a:ext cx="1162800" cy="2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/>
              <a:t>Critical</a:t>
            </a:r>
            <a:r>
              <a:rPr lang="en" sz="1000"/>
              <a:t> Cases</a:t>
            </a:r>
            <a:endParaRPr sz="1000"/>
          </a:p>
        </p:txBody>
      </p:sp>
      <p:sp>
        <p:nvSpPr>
          <p:cNvPr id="401" name="Google Shape;401;p40"/>
          <p:cNvSpPr/>
          <p:nvPr/>
        </p:nvSpPr>
        <p:spPr>
          <a:xfrm>
            <a:off x="2845825" y="4001289"/>
            <a:ext cx="118800" cy="118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" name="Google Shape;402;p40"/>
          <p:cNvSpPr/>
          <p:nvPr/>
        </p:nvSpPr>
        <p:spPr>
          <a:xfrm>
            <a:off x="2845825" y="4280464"/>
            <a:ext cx="118800" cy="118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40"/>
          <p:cNvSpPr/>
          <p:nvPr/>
        </p:nvSpPr>
        <p:spPr>
          <a:xfrm>
            <a:off x="2845825" y="4559639"/>
            <a:ext cx="118800" cy="1188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" name="Google Shape;404;p40"/>
          <p:cNvSpPr txBox="1"/>
          <p:nvPr>
            <p:ph idx="4294967295" type="title"/>
          </p:nvPr>
        </p:nvSpPr>
        <p:spPr>
          <a:xfrm>
            <a:off x="2446671" y="2953350"/>
            <a:ext cx="6771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3"/>
                </a:solidFill>
              </a:rPr>
              <a:t>13.8%</a:t>
            </a:r>
            <a:endParaRPr sz="1200">
              <a:solidFill>
                <a:schemeClr val="accent3"/>
              </a:solidFill>
            </a:endParaRPr>
          </a:p>
        </p:txBody>
      </p:sp>
      <p:sp>
        <p:nvSpPr>
          <p:cNvPr id="405" name="Google Shape;405;p40"/>
          <p:cNvSpPr txBox="1"/>
          <p:nvPr>
            <p:ph idx="4294967295" type="title"/>
          </p:nvPr>
        </p:nvSpPr>
        <p:spPr>
          <a:xfrm>
            <a:off x="467266" y="2953350"/>
            <a:ext cx="5778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81%</a:t>
            </a:r>
            <a:endParaRPr sz="1200"/>
          </a:p>
        </p:txBody>
      </p:sp>
      <p:sp>
        <p:nvSpPr>
          <p:cNvPr id="406" name="Google Shape;406;p40"/>
          <p:cNvSpPr txBox="1"/>
          <p:nvPr>
            <p:ph idx="4294967295" type="title"/>
          </p:nvPr>
        </p:nvSpPr>
        <p:spPr>
          <a:xfrm>
            <a:off x="2748687" y="3424625"/>
            <a:ext cx="6771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4"/>
                </a:solidFill>
              </a:rPr>
              <a:t>4.7%</a:t>
            </a:r>
            <a:endParaRPr sz="1200">
              <a:solidFill>
                <a:schemeClr val="accent4"/>
              </a:solidFill>
            </a:endParaRPr>
          </a:p>
        </p:txBody>
      </p:sp>
      <p:cxnSp>
        <p:nvCxnSpPr>
          <p:cNvPr id="407" name="Google Shape;407;p40"/>
          <p:cNvCxnSpPr>
            <a:stCxn id="405" idx="3"/>
          </p:cNvCxnSpPr>
          <p:nvPr/>
        </p:nvCxnSpPr>
        <p:spPr>
          <a:xfrm>
            <a:off x="1045066" y="3123000"/>
            <a:ext cx="3855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" name="Google Shape;408;p40"/>
          <p:cNvCxnSpPr>
            <a:stCxn id="404" idx="1"/>
          </p:cNvCxnSpPr>
          <p:nvPr/>
        </p:nvCxnSpPr>
        <p:spPr>
          <a:xfrm flipH="1">
            <a:off x="2141271" y="3123000"/>
            <a:ext cx="305400" cy="24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9" name="Google Shape;409;p40"/>
          <p:cNvCxnSpPr>
            <a:stCxn id="406" idx="1"/>
          </p:cNvCxnSpPr>
          <p:nvPr/>
        </p:nvCxnSpPr>
        <p:spPr>
          <a:xfrm rot="10800000">
            <a:off x="2476587" y="3594275"/>
            <a:ext cx="2721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10" name="Google Shape;410;p40"/>
          <p:cNvSpPr txBox="1"/>
          <p:nvPr>
            <p:ph idx="4294967295" type="title"/>
          </p:nvPr>
        </p:nvSpPr>
        <p:spPr>
          <a:xfrm>
            <a:off x="4487812" y="1007075"/>
            <a:ext cx="2224500" cy="3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accent2"/>
                </a:solidFill>
              </a:rPr>
              <a:t>DEATH RATE</a:t>
            </a:r>
            <a:endParaRPr sz="1400">
              <a:solidFill>
                <a:schemeClr val="accent2"/>
              </a:solidFill>
            </a:endParaRPr>
          </a:p>
        </p:txBody>
      </p:sp>
      <p:grpSp>
        <p:nvGrpSpPr>
          <p:cNvPr id="411" name="Google Shape;411;p40"/>
          <p:cNvGrpSpPr/>
          <p:nvPr/>
        </p:nvGrpSpPr>
        <p:grpSpPr>
          <a:xfrm>
            <a:off x="4571990" y="1494469"/>
            <a:ext cx="757120" cy="756519"/>
            <a:chOff x="4049800" y="640400"/>
            <a:chExt cx="858900" cy="858900"/>
          </a:xfrm>
        </p:grpSpPr>
        <p:sp>
          <p:nvSpPr>
            <p:cNvPr id="412" name="Google Shape;412;p40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3284" name="adj"/>
              </a:avLst>
            </a:pr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0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7560541" name="adj1"/>
                <a:gd fmla="val 1855549" name="adj2"/>
                <a:gd fmla="val 13844" name="adj3"/>
              </a:avLst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" name="Google Shape;414;p40"/>
          <p:cNvGrpSpPr/>
          <p:nvPr/>
        </p:nvGrpSpPr>
        <p:grpSpPr>
          <a:xfrm>
            <a:off x="6712290" y="1494469"/>
            <a:ext cx="757120" cy="756519"/>
            <a:chOff x="4049800" y="640400"/>
            <a:chExt cx="858900" cy="858900"/>
          </a:xfrm>
        </p:grpSpPr>
        <p:sp>
          <p:nvSpPr>
            <p:cNvPr id="415" name="Google Shape;415;p40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3284" name="adj"/>
              </a:avLst>
            </a:pr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0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9988709" name="adj1"/>
                <a:gd fmla="val 1855549" name="adj2"/>
                <a:gd fmla="val 13844" name="adj3"/>
              </a:avLst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7" name="Google Shape;417;p40"/>
          <p:cNvSpPr txBox="1"/>
          <p:nvPr>
            <p:ph idx="4294967295" type="subTitle"/>
          </p:nvPr>
        </p:nvSpPr>
        <p:spPr>
          <a:xfrm>
            <a:off x="5405300" y="1839679"/>
            <a:ext cx="8271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Men</a:t>
            </a:r>
            <a:endParaRPr sz="1200"/>
          </a:p>
        </p:txBody>
      </p:sp>
      <p:sp>
        <p:nvSpPr>
          <p:cNvPr id="418" name="Google Shape;418;p40"/>
          <p:cNvSpPr txBox="1"/>
          <p:nvPr>
            <p:ph idx="4294967295" type="title"/>
          </p:nvPr>
        </p:nvSpPr>
        <p:spPr>
          <a:xfrm>
            <a:off x="5405300" y="1566488"/>
            <a:ext cx="8271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2.8%</a:t>
            </a:r>
            <a:endParaRPr sz="1400"/>
          </a:p>
        </p:txBody>
      </p:sp>
      <p:sp>
        <p:nvSpPr>
          <p:cNvPr id="419" name="Google Shape;419;p40"/>
          <p:cNvSpPr txBox="1"/>
          <p:nvPr>
            <p:ph idx="4294967295" type="subTitle"/>
          </p:nvPr>
        </p:nvSpPr>
        <p:spPr>
          <a:xfrm>
            <a:off x="7545595" y="1839679"/>
            <a:ext cx="8271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Wom</a:t>
            </a:r>
            <a:r>
              <a:rPr lang="en" sz="1200"/>
              <a:t>en</a:t>
            </a:r>
            <a:endParaRPr sz="1200"/>
          </a:p>
        </p:txBody>
      </p:sp>
      <p:sp>
        <p:nvSpPr>
          <p:cNvPr id="420" name="Google Shape;420;p40"/>
          <p:cNvSpPr txBox="1"/>
          <p:nvPr>
            <p:ph idx="4294967295" type="title"/>
          </p:nvPr>
        </p:nvSpPr>
        <p:spPr>
          <a:xfrm>
            <a:off x="7545595" y="1566488"/>
            <a:ext cx="8271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1.7</a:t>
            </a:r>
            <a:r>
              <a:rPr lang="en" sz="1400"/>
              <a:t>%</a:t>
            </a:r>
            <a:endParaRPr sz="1400"/>
          </a:p>
        </p:txBody>
      </p:sp>
      <p:grpSp>
        <p:nvGrpSpPr>
          <p:cNvPr id="421" name="Google Shape;421;p40"/>
          <p:cNvGrpSpPr/>
          <p:nvPr/>
        </p:nvGrpSpPr>
        <p:grpSpPr>
          <a:xfrm>
            <a:off x="4823315" y="1715779"/>
            <a:ext cx="254469" cy="313877"/>
            <a:chOff x="3330525" y="4399275"/>
            <a:chExt cx="390650" cy="481850"/>
          </a:xfrm>
        </p:grpSpPr>
        <p:sp>
          <p:nvSpPr>
            <p:cNvPr id="422" name="Google Shape;422;p40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" name="Google Shape;423;p40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" name="Google Shape;424;p40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" name="Google Shape;425;p40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" name="Google Shape;426;p40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" name="Google Shape;427;p40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" name="Google Shape;428;p40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" name="Google Shape;429;p40"/>
          <p:cNvGrpSpPr/>
          <p:nvPr/>
        </p:nvGrpSpPr>
        <p:grpSpPr>
          <a:xfrm>
            <a:off x="6973703" y="1715776"/>
            <a:ext cx="234309" cy="313861"/>
            <a:chOff x="3938800" y="4399275"/>
            <a:chExt cx="359700" cy="481825"/>
          </a:xfrm>
        </p:grpSpPr>
        <p:sp>
          <p:nvSpPr>
            <p:cNvPr id="430" name="Google Shape;430;p40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" name="Google Shape;431;p40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" name="Google Shape;432;p40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" name="Google Shape;433;p40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" name="Google Shape;434;p40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5" name="Google Shape;435;p40"/>
          <p:cNvSpPr txBox="1"/>
          <p:nvPr>
            <p:ph idx="4294967295" type="title"/>
          </p:nvPr>
        </p:nvSpPr>
        <p:spPr>
          <a:xfrm>
            <a:off x="4487800" y="2432425"/>
            <a:ext cx="2224500" cy="3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accent2"/>
                </a:solidFill>
              </a:rPr>
              <a:t>AGE</a:t>
            </a:r>
            <a:endParaRPr sz="1400">
              <a:solidFill>
                <a:schemeClr val="accent2"/>
              </a:solidFill>
            </a:endParaRPr>
          </a:p>
        </p:txBody>
      </p:sp>
      <p:grpSp>
        <p:nvGrpSpPr>
          <p:cNvPr id="436" name="Google Shape;436;p40"/>
          <p:cNvGrpSpPr/>
          <p:nvPr/>
        </p:nvGrpSpPr>
        <p:grpSpPr>
          <a:xfrm>
            <a:off x="5429650" y="2997900"/>
            <a:ext cx="2840400" cy="170050"/>
            <a:chOff x="5429650" y="2997900"/>
            <a:chExt cx="2840400" cy="170050"/>
          </a:xfrm>
        </p:grpSpPr>
        <p:sp>
          <p:nvSpPr>
            <p:cNvPr id="437" name="Google Shape;437;p40"/>
            <p:cNvSpPr/>
            <p:nvPr/>
          </p:nvSpPr>
          <p:spPr>
            <a:xfrm>
              <a:off x="5429650" y="2997900"/>
              <a:ext cx="2840400" cy="1674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40"/>
            <p:cNvSpPr/>
            <p:nvPr/>
          </p:nvSpPr>
          <p:spPr>
            <a:xfrm>
              <a:off x="5429650" y="3000550"/>
              <a:ext cx="48900" cy="167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" name="Google Shape;439;p40"/>
          <p:cNvGrpSpPr/>
          <p:nvPr/>
        </p:nvGrpSpPr>
        <p:grpSpPr>
          <a:xfrm>
            <a:off x="5429650" y="3508425"/>
            <a:ext cx="2840400" cy="170050"/>
            <a:chOff x="5429650" y="3508425"/>
            <a:chExt cx="2840400" cy="170050"/>
          </a:xfrm>
        </p:grpSpPr>
        <p:sp>
          <p:nvSpPr>
            <p:cNvPr id="440" name="Google Shape;440;p40"/>
            <p:cNvSpPr/>
            <p:nvPr/>
          </p:nvSpPr>
          <p:spPr>
            <a:xfrm>
              <a:off x="5429650" y="3508425"/>
              <a:ext cx="2840400" cy="1674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0"/>
            <p:cNvSpPr/>
            <p:nvPr/>
          </p:nvSpPr>
          <p:spPr>
            <a:xfrm>
              <a:off x="5429650" y="3511075"/>
              <a:ext cx="159000" cy="167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" name="Google Shape;442;p40"/>
          <p:cNvGrpSpPr/>
          <p:nvPr/>
        </p:nvGrpSpPr>
        <p:grpSpPr>
          <a:xfrm>
            <a:off x="5429650" y="4018950"/>
            <a:ext cx="2840400" cy="170050"/>
            <a:chOff x="5429650" y="4018950"/>
            <a:chExt cx="2840400" cy="170050"/>
          </a:xfrm>
        </p:grpSpPr>
        <p:sp>
          <p:nvSpPr>
            <p:cNvPr id="443" name="Google Shape;443;p40"/>
            <p:cNvSpPr/>
            <p:nvPr/>
          </p:nvSpPr>
          <p:spPr>
            <a:xfrm>
              <a:off x="5429650" y="4018950"/>
              <a:ext cx="2840400" cy="1674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0"/>
            <p:cNvSpPr/>
            <p:nvPr/>
          </p:nvSpPr>
          <p:spPr>
            <a:xfrm>
              <a:off x="5429650" y="4021600"/>
              <a:ext cx="471600" cy="167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" name="Google Shape;445;p40"/>
          <p:cNvGrpSpPr/>
          <p:nvPr/>
        </p:nvGrpSpPr>
        <p:grpSpPr>
          <a:xfrm>
            <a:off x="5429650" y="4529475"/>
            <a:ext cx="2840400" cy="170050"/>
            <a:chOff x="5429650" y="4529475"/>
            <a:chExt cx="2840400" cy="170050"/>
          </a:xfrm>
        </p:grpSpPr>
        <p:sp>
          <p:nvSpPr>
            <p:cNvPr id="446" name="Google Shape;446;p40"/>
            <p:cNvSpPr/>
            <p:nvPr/>
          </p:nvSpPr>
          <p:spPr>
            <a:xfrm>
              <a:off x="5429650" y="4529475"/>
              <a:ext cx="2840400" cy="1674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0"/>
            <p:cNvSpPr/>
            <p:nvPr/>
          </p:nvSpPr>
          <p:spPr>
            <a:xfrm>
              <a:off x="5429650" y="4532125"/>
              <a:ext cx="827100" cy="167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8" name="Google Shape;448;p40"/>
          <p:cNvSpPr txBox="1"/>
          <p:nvPr>
            <p:ph idx="4294967295" type="subTitle"/>
          </p:nvPr>
        </p:nvSpPr>
        <p:spPr>
          <a:xfrm>
            <a:off x="4476525" y="2914600"/>
            <a:ext cx="7572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10 - 49</a:t>
            </a:r>
            <a:endParaRPr sz="1200"/>
          </a:p>
        </p:txBody>
      </p:sp>
      <p:sp>
        <p:nvSpPr>
          <p:cNvPr id="449" name="Google Shape;449;p40"/>
          <p:cNvSpPr txBox="1"/>
          <p:nvPr>
            <p:ph idx="4294967295" type="subTitle"/>
          </p:nvPr>
        </p:nvSpPr>
        <p:spPr>
          <a:xfrm>
            <a:off x="4476525" y="3425125"/>
            <a:ext cx="7572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50 - 59</a:t>
            </a:r>
            <a:endParaRPr sz="1200"/>
          </a:p>
        </p:txBody>
      </p:sp>
      <p:sp>
        <p:nvSpPr>
          <p:cNvPr id="450" name="Google Shape;450;p40"/>
          <p:cNvSpPr txBox="1"/>
          <p:nvPr>
            <p:ph idx="4294967295" type="subTitle"/>
          </p:nvPr>
        </p:nvSpPr>
        <p:spPr>
          <a:xfrm>
            <a:off x="4476525" y="3935650"/>
            <a:ext cx="7572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60 - 69</a:t>
            </a:r>
            <a:endParaRPr sz="1200"/>
          </a:p>
        </p:txBody>
      </p:sp>
      <p:sp>
        <p:nvSpPr>
          <p:cNvPr id="451" name="Google Shape;451;p40"/>
          <p:cNvSpPr txBox="1"/>
          <p:nvPr>
            <p:ph idx="4294967295" type="subTitle"/>
          </p:nvPr>
        </p:nvSpPr>
        <p:spPr>
          <a:xfrm>
            <a:off x="4476525" y="4446175"/>
            <a:ext cx="471600" cy="3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70+</a:t>
            </a:r>
            <a:endParaRPr sz="1200"/>
          </a:p>
        </p:txBody>
      </p:sp>
      <p:cxnSp>
        <p:nvCxnSpPr>
          <p:cNvPr id="452" name="Google Shape;452;p40"/>
          <p:cNvCxnSpPr>
            <a:stCxn id="448" idx="3"/>
            <a:endCxn id="438" idx="1"/>
          </p:cNvCxnSpPr>
          <p:nvPr/>
        </p:nvCxnSpPr>
        <p:spPr>
          <a:xfrm>
            <a:off x="5233725" y="3084250"/>
            <a:ext cx="1959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3" name="Google Shape;453;p40"/>
          <p:cNvCxnSpPr>
            <a:stCxn id="449" idx="3"/>
            <a:endCxn id="441" idx="1"/>
          </p:cNvCxnSpPr>
          <p:nvPr/>
        </p:nvCxnSpPr>
        <p:spPr>
          <a:xfrm>
            <a:off x="5233725" y="3594775"/>
            <a:ext cx="1959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4" name="Google Shape;454;p40"/>
          <p:cNvCxnSpPr>
            <a:stCxn id="450" idx="3"/>
            <a:endCxn id="444" idx="1"/>
          </p:cNvCxnSpPr>
          <p:nvPr/>
        </p:nvCxnSpPr>
        <p:spPr>
          <a:xfrm>
            <a:off x="5233725" y="4105300"/>
            <a:ext cx="1959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5" name="Google Shape;455;p40"/>
          <p:cNvCxnSpPr>
            <a:stCxn id="451" idx="3"/>
            <a:endCxn id="447" idx="1"/>
          </p:cNvCxnSpPr>
          <p:nvPr/>
        </p:nvCxnSpPr>
        <p:spPr>
          <a:xfrm>
            <a:off x="4948125" y="4615825"/>
            <a:ext cx="4815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456" name="Google Shape;456;p40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19790" r="18171" t="0"/>
          <a:stretch/>
        </p:blipFill>
        <p:spPr>
          <a:xfrm rot="4508190">
            <a:off x="747844" y="2914601"/>
            <a:ext cx="1982101" cy="19755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60" name="Shape 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" name="Google Shape;461;p41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CONFIRMED CASES</a:t>
            </a:r>
            <a:endParaRPr/>
          </a:p>
        </p:txBody>
      </p:sp>
      <p:sp>
        <p:nvSpPr>
          <p:cNvPr id="462" name="Google Shape;462;p41"/>
          <p:cNvSpPr txBox="1"/>
          <p:nvPr>
            <p:ph idx="4294967295" type="subTitle"/>
          </p:nvPr>
        </p:nvSpPr>
        <p:spPr>
          <a:xfrm>
            <a:off x="6942675" y="1391900"/>
            <a:ext cx="1348500" cy="2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0-100</a:t>
            </a:r>
            <a:r>
              <a:rPr lang="en" sz="1200"/>
              <a:t> Cases</a:t>
            </a:r>
            <a:endParaRPr sz="1200"/>
          </a:p>
        </p:txBody>
      </p:sp>
      <p:sp>
        <p:nvSpPr>
          <p:cNvPr id="463" name="Google Shape;463;p41"/>
          <p:cNvSpPr txBox="1"/>
          <p:nvPr>
            <p:ph idx="4294967295" type="subTitle"/>
          </p:nvPr>
        </p:nvSpPr>
        <p:spPr>
          <a:xfrm>
            <a:off x="6942675" y="1741686"/>
            <a:ext cx="1348500" cy="2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101-999</a:t>
            </a:r>
            <a:r>
              <a:rPr lang="en" sz="1200"/>
              <a:t> Cases</a:t>
            </a:r>
            <a:endParaRPr sz="1200"/>
          </a:p>
        </p:txBody>
      </p:sp>
      <p:sp>
        <p:nvSpPr>
          <p:cNvPr id="464" name="Google Shape;464;p41"/>
          <p:cNvSpPr txBox="1"/>
          <p:nvPr>
            <p:ph idx="4294967295" type="subTitle"/>
          </p:nvPr>
        </p:nvSpPr>
        <p:spPr>
          <a:xfrm>
            <a:off x="6942675" y="2091471"/>
            <a:ext cx="1348500" cy="2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1000+</a:t>
            </a:r>
            <a:r>
              <a:rPr lang="en" sz="1200"/>
              <a:t> Cases</a:t>
            </a:r>
            <a:endParaRPr sz="1200"/>
          </a:p>
        </p:txBody>
      </p:sp>
      <p:sp>
        <p:nvSpPr>
          <p:cNvPr id="465" name="Google Shape;465;p41"/>
          <p:cNvSpPr/>
          <p:nvPr/>
        </p:nvSpPr>
        <p:spPr>
          <a:xfrm>
            <a:off x="6840045" y="1516020"/>
            <a:ext cx="118800" cy="118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41"/>
          <p:cNvSpPr/>
          <p:nvPr/>
        </p:nvSpPr>
        <p:spPr>
          <a:xfrm>
            <a:off x="6840045" y="1871395"/>
            <a:ext cx="118800" cy="1188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" name="Google Shape;467;p41"/>
          <p:cNvSpPr/>
          <p:nvPr/>
        </p:nvSpPr>
        <p:spPr>
          <a:xfrm>
            <a:off x="6840045" y="2226770"/>
            <a:ext cx="118800" cy="1188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8" name="Google Shape;468;p41"/>
          <p:cNvGrpSpPr/>
          <p:nvPr/>
        </p:nvGrpSpPr>
        <p:grpSpPr>
          <a:xfrm>
            <a:off x="705220" y="1391900"/>
            <a:ext cx="5730975" cy="3172213"/>
            <a:chOff x="2654821" y="2311071"/>
            <a:chExt cx="2279715" cy="1262120"/>
          </a:xfrm>
        </p:grpSpPr>
        <p:grpSp>
          <p:nvGrpSpPr>
            <p:cNvPr id="469" name="Google Shape;469;p41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470" name="Google Shape;470;p4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471" name="Google Shape;471;p4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2" name="Google Shape;472;p41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473" name="Google Shape;473;p4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grpSp>
            <p:nvGrpSpPr>
              <p:cNvPr id="474" name="Google Shape;474;p4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75" name="Google Shape;475;p4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</p:sp>
            <p:sp>
              <p:nvSpPr>
                <p:cNvPr id="476" name="Google Shape;476;p4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7" name="Google Shape;477;p4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" name="Google Shape;478;p4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" name="Google Shape;479;p4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480" name="Google Shape;480;p4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81" name="Google Shape;481;p41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482" name="Google Shape;482;p4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483" name="Google Shape;483;p4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4" name="Google Shape;484;p41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485" name="Google Shape;485;p4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486" name="Google Shape;486;p4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4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4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4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4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1" name="Google Shape;491;p41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492" name="Google Shape;492;p4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4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</p:sp>
        </p:grpSp>
        <p:grpSp>
          <p:nvGrpSpPr>
            <p:cNvPr id="494" name="Google Shape;494;p41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495" name="Google Shape;495;p4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4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</p:sp>
          <p:sp>
            <p:nvSpPr>
              <p:cNvPr id="497" name="Google Shape;497;p4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</p:sp>
        </p:grpSp>
        <p:grpSp>
          <p:nvGrpSpPr>
            <p:cNvPr id="498" name="Google Shape;498;p41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499" name="Google Shape;499;p4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4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</p:grpSp>
        <p:grpSp>
          <p:nvGrpSpPr>
            <p:cNvPr id="501" name="Google Shape;501;p41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502" name="Google Shape;502;p4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503" name="Google Shape;503;p4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4" name="Google Shape;504;p41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505" name="Google Shape;505;p4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grpSp>
            <p:nvGrpSpPr>
              <p:cNvPr id="506" name="Google Shape;506;p4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507" name="Google Shape;507;p4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" name="Google Shape;508;p4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09" name="Google Shape;509;p41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510" name="Google Shape;510;p4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511" name="Google Shape;511;p4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512" name="Google Shape;512;p41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513" name="Google Shape;513;p4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514" name="Google Shape;514;p4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5" name="Google Shape;515;p41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516" name="Google Shape;516;p4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517" name="Google Shape;517;p4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8" name="Google Shape;518;p41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1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1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521" name="Google Shape;521;p41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522" name="Google Shape;522;p4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4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4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4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4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4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4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4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4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4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4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4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4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4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4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4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538" name="Google Shape;538;p41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1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1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1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1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1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1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1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1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1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1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1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1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1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1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1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1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1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1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1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558" name="Google Shape;558;p41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559" name="Google Shape;559;p41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0" name="Google Shape;560;p41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561" name="Google Shape;561;p4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4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3" name="Google Shape;563;p41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4" name="Google Shape;564;p41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565" name="Google Shape;565;p4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" name="Google Shape;566;p4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4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" name="Google Shape;568;p4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9" name="Google Shape;569;p41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1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1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1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1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1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1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6" name="Google Shape;576;p41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577" name="Google Shape;577;p4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4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4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4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1" name="Google Shape;581;p41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1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1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1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1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1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1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1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1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1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1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1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1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1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1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1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1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1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1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1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1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1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1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1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1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1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1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1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1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0" name="Google Shape;610;p41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611" name="Google Shape;611;p4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4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3" name="Google Shape;613;p41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4" name="Google Shape;614;p41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615" name="Google Shape;615;p4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616" name="Google Shape;616;p4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7" name="Google Shape;617;p41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618" name="Google Shape;618;p4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4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0" name="Google Shape;620;p41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1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1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1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1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1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1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1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8" name="Google Shape;628;p41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629" name="Google Shape;629;p4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4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4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4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3" name="Google Shape;633;p41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1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1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1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1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1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1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1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1" name="Google Shape;641;p41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642" name="Google Shape;642;p4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4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4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4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6" name="Google Shape;646;p41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1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1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1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1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1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1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1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1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1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1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1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1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1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1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1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1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663" name="Google Shape;663;p41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1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1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1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1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1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1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1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1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1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1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1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675" name="Google Shape;675;p41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1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1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1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1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1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1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1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1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1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1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1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1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8" name="Google Shape;688;p41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689" name="Google Shape;689;p4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4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1" name="Google Shape;691;p41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1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1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1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1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1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1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1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1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700" name="Google Shape;700;p41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1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1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1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1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1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1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1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1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1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710" name="Google Shape;710;p41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1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1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1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1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1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716" name="Google Shape;716;p41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1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1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1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1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1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1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1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1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1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" name="Google Shape;726;p41"/>
          <p:cNvSpPr txBox="1"/>
          <p:nvPr>
            <p:ph idx="4294967295" type="subTitle"/>
          </p:nvPr>
        </p:nvSpPr>
        <p:spPr>
          <a:xfrm>
            <a:off x="6942675" y="3034350"/>
            <a:ext cx="1629900" cy="13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*Source: European Centre for Disease Prevention and Control (ECDC)</a:t>
            </a:r>
            <a:endParaRPr sz="12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rPr lang="en" sz="1200"/>
              <a:t>*Latest update: March 11, 2020</a:t>
            </a:r>
            <a:endParaRPr sz="12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0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42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DISCUSSION</a:t>
            </a:r>
            <a:endParaRPr/>
          </a:p>
        </p:txBody>
      </p:sp>
      <p:sp>
        <p:nvSpPr>
          <p:cNvPr id="732" name="Google Shape;732;p42"/>
          <p:cNvSpPr txBox="1"/>
          <p:nvPr>
            <p:ph idx="2" type="title"/>
          </p:nvPr>
        </p:nvSpPr>
        <p:spPr>
          <a:xfrm>
            <a:off x="1295600" y="3784275"/>
            <a:ext cx="2804400" cy="6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Dr. </a:t>
            </a:r>
            <a:r>
              <a:rPr lang="en"/>
              <a:t>Tedros Adhanom Gebreyesus, WHO Director</a:t>
            </a:r>
            <a:endParaRPr/>
          </a:p>
        </p:txBody>
      </p:sp>
      <p:sp>
        <p:nvSpPr>
          <p:cNvPr id="733" name="Google Shape;733;p42"/>
          <p:cNvSpPr txBox="1"/>
          <p:nvPr>
            <p:ph idx="1" type="subTitle"/>
          </p:nvPr>
        </p:nvSpPr>
        <p:spPr>
          <a:xfrm>
            <a:off x="1295600" y="2558450"/>
            <a:ext cx="2804400" cy="117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"We are following the epidemic and the levels of contagion. That is why COVID-19 is a pandemic"</a:t>
            </a:r>
            <a:endParaRPr/>
          </a:p>
        </p:txBody>
      </p:sp>
      <p:sp>
        <p:nvSpPr>
          <p:cNvPr id="734" name="Google Shape;734;p42"/>
          <p:cNvSpPr txBox="1"/>
          <p:nvPr>
            <p:ph idx="3" type="title"/>
          </p:nvPr>
        </p:nvSpPr>
        <p:spPr>
          <a:xfrm>
            <a:off x="5044000" y="3784275"/>
            <a:ext cx="2804400" cy="6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Margarita del Val, virologist and immunologist</a:t>
            </a:r>
            <a:endParaRPr/>
          </a:p>
        </p:txBody>
      </p:sp>
      <p:sp>
        <p:nvSpPr>
          <p:cNvPr id="735" name="Google Shape;735;p42"/>
          <p:cNvSpPr txBox="1"/>
          <p:nvPr>
            <p:ph idx="4" type="subTitle"/>
          </p:nvPr>
        </p:nvSpPr>
        <p:spPr>
          <a:xfrm>
            <a:off x="5044000" y="2558450"/>
            <a:ext cx="2804400" cy="117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"Quarantines, contact tracing, and any measures to reduce the spread of coronavirus are required"</a:t>
            </a:r>
            <a:endParaRPr/>
          </a:p>
        </p:txBody>
      </p:sp>
      <p:pic>
        <p:nvPicPr>
          <p:cNvPr id="736" name="Google Shape;736;p42"/>
          <p:cNvPicPr preferRelativeResize="0"/>
          <p:nvPr/>
        </p:nvPicPr>
        <p:blipFill rotWithShape="1">
          <a:blip r:embed="rId3">
            <a:alphaModFix/>
          </a:blip>
          <a:srcRect b="12831" l="0" r="14192" t="0"/>
          <a:stretch/>
        </p:blipFill>
        <p:spPr>
          <a:xfrm>
            <a:off x="5410200" y="0"/>
            <a:ext cx="3733805" cy="2133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40" name="Shape 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" name="Google Shape;741;p43"/>
          <p:cNvSpPr txBox="1"/>
          <p:nvPr>
            <p:ph type="title"/>
          </p:nvPr>
        </p:nvSpPr>
        <p:spPr>
          <a:xfrm>
            <a:off x="705222" y="106635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DISCUSSION SUMMARY</a:t>
            </a:r>
            <a:endParaRPr/>
          </a:p>
        </p:txBody>
      </p:sp>
      <p:sp>
        <p:nvSpPr>
          <p:cNvPr id="742" name="Google Shape;742;p43"/>
          <p:cNvSpPr txBox="1"/>
          <p:nvPr>
            <p:ph idx="1" type="body"/>
          </p:nvPr>
        </p:nvSpPr>
        <p:spPr>
          <a:xfrm>
            <a:off x="705222" y="1900350"/>
            <a:ext cx="2808000" cy="20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According to WHO, a</a:t>
            </a:r>
            <a:r>
              <a:rPr lang="en"/>
              <a:t>ll countries can still change the course of this pandemic</a:t>
            </a:r>
            <a:endParaRPr/>
          </a:p>
        </p:txBody>
      </p:sp>
      <p:pic>
        <p:nvPicPr>
          <p:cNvPr id="743" name="Google Shape;743;p4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041599" y="796438"/>
            <a:ext cx="3550623" cy="355062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47" name="Shape 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" name="Google Shape;748;p44"/>
          <p:cNvSpPr txBox="1"/>
          <p:nvPr>
            <p:ph type="title"/>
          </p:nvPr>
        </p:nvSpPr>
        <p:spPr>
          <a:xfrm>
            <a:off x="311700" y="11823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118,629</a:t>
            </a:r>
            <a:endParaRPr/>
          </a:p>
        </p:txBody>
      </p:sp>
      <p:sp>
        <p:nvSpPr>
          <p:cNvPr id="749" name="Google Shape;749;p44"/>
          <p:cNvSpPr txBox="1"/>
          <p:nvPr>
            <p:ph idx="1" type="body"/>
          </p:nvPr>
        </p:nvSpPr>
        <p:spPr>
          <a:xfrm>
            <a:off x="311700" y="3076025"/>
            <a:ext cx="8520600" cy="4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Confirmed Cases*</a:t>
            </a:r>
            <a:endParaRPr/>
          </a:p>
        </p:txBody>
      </p:sp>
      <p:sp>
        <p:nvSpPr>
          <p:cNvPr id="750" name="Google Shape;750;p44"/>
          <p:cNvSpPr txBox="1"/>
          <p:nvPr>
            <p:ph idx="1" type="body"/>
          </p:nvPr>
        </p:nvSpPr>
        <p:spPr>
          <a:xfrm>
            <a:off x="2341800" y="3971375"/>
            <a:ext cx="4460400" cy="4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* Updated on 03/11/2020. Data from the European Center for Disease Prevention and Control</a:t>
            </a:r>
            <a:endParaRPr sz="120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54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45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COMPARISON</a:t>
            </a:r>
            <a:endParaRPr/>
          </a:p>
        </p:txBody>
      </p:sp>
      <p:graphicFrame>
        <p:nvGraphicFramePr>
          <p:cNvPr id="756" name="Google Shape;756;p45"/>
          <p:cNvGraphicFramePr/>
          <p:nvPr/>
        </p:nvGraphicFramePr>
        <p:xfrm>
          <a:off x="1405750" y="1462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{C37C4B30-F32D-4C11-B994-1E9E6073D720}</a:tableStyleId>
              </a:tblPr>
              <a:tblGrid>
                <a:gridCol w="1266500"/>
                <a:gridCol w="1266500"/>
                <a:gridCol w="1266500"/>
                <a:gridCol w="1266500"/>
                <a:gridCol w="1266500"/>
              </a:tblGrid>
              <a:tr h="5573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Iran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Korea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China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Italy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5573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Factor 1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5573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Factor 2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5573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Factor 3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5573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Factor 4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pSp>
        <p:nvGrpSpPr>
          <p:cNvPr id="757" name="Google Shape;757;p45"/>
          <p:cNvGrpSpPr/>
          <p:nvPr/>
        </p:nvGrpSpPr>
        <p:grpSpPr>
          <a:xfrm>
            <a:off x="5661733" y="2132517"/>
            <a:ext cx="339253" cy="339253"/>
            <a:chOff x="1492675" y="4992125"/>
            <a:chExt cx="481825" cy="481825"/>
          </a:xfrm>
        </p:grpSpPr>
        <p:sp>
          <p:nvSpPr>
            <p:cNvPr id="758" name="Google Shape;758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" name="Google Shape;759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0" name="Google Shape;760;p45"/>
          <p:cNvGrpSpPr/>
          <p:nvPr/>
        </p:nvGrpSpPr>
        <p:grpSpPr>
          <a:xfrm>
            <a:off x="3109025" y="2123742"/>
            <a:ext cx="339253" cy="339253"/>
            <a:chOff x="2085525" y="4992125"/>
            <a:chExt cx="481825" cy="481825"/>
          </a:xfrm>
        </p:grpSpPr>
        <p:sp>
          <p:nvSpPr>
            <p:cNvPr id="761" name="Google Shape;761;p45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" name="Google Shape;762;p45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3" name="Google Shape;763;p45"/>
          <p:cNvGrpSpPr/>
          <p:nvPr/>
        </p:nvGrpSpPr>
        <p:grpSpPr>
          <a:xfrm>
            <a:off x="6938083" y="2132517"/>
            <a:ext cx="339253" cy="339253"/>
            <a:chOff x="1492675" y="4992125"/>
            <a:chExt cx="481825" cy="481825"/>
          </a:xfrm>
        </p:grpSpPr>
        <p:sp>
          <p:nvSpPr>
            <p:cNvPr id="764" name="Google Shape;764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" name="Google Shape;765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6" name="Google Shape;766;p45"/>
          <p:cNvGrpSpPr/>
          <p:nvPr/>
        </p:nvGrpSpPr>
        <p:grpSpPr>
          <a:xfrm>
            <a:off x="6938083" y="2685717"/>
            <a:ext cx="339253" cy="339253"/>
            <a:chOff x="1492675" y="4992125"/>
            <a:chExt cx="481825" cy="481825"/>
          </a:xfrm>
        </p:grpSpPr>
        <p:sp>
          <p:nvSpPr>
            <p:cNvPr id="767" name="Google Shape;767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" name="Google Shape;768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9" name="Google Shape;769;p45"/>
          <p:cNvGrpSpPr/>
          <p:nvPr/>
        </p:nvGrpSpPr>
        <p:grpSpPr>
          <a:xfrm>
            <a:off x="5661733" y="2685717"/>
            <a:ext cx="339253" cy="339253"/>
            <a:chOff x="1492675" y="4992125"/>
            <a:chExt cx="481825" cy="481825"/>
          </a:xfrm>
        </p:grpSpPr>
        <p:sp>
          <p:nvSpPr>
            <p:cNvPr id="770" name="Google Shape;770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" name="Google Shape;771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2" name="Google Shape;772;p45"/>
          <p:cNvGrpSpPr/>
          <p:nvPr/>
        </p:nvGrpSpPr>
        <p:grpSpPr>
          <a:xfrm>
            <a:off x="4385383" y="2685717"/>
            <a:ext cx="339253" cy="339253"/>
            <a:chOff x="1492675" y="4992125"/>
            <a:chExt cx="481825" cy="481825"/>
          </a:xfrm>
        </p:grpSpPr>
        <p:sp>
          <p:nvSpPr>
            <p:cNvPr id="773" name="Google Shape;773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" name="Google Shape;774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5" name="Google Shape;775;p45"/>
          <p:cNvGrpSpPr/>
          <p:nvPr/>
        </p:nvGrpSpPr>
        <p:grpSpPr>
          <a:xfrm>
            <a:off x="3109033" y="2685717"/>
            <a:ext cx="339253" cy="339253"/>
            <a:chOff x="1492675" y="4992125"/>
            <a:chExt cx="481825" cy="481825"/>
          </a:xfrm>
        </p:grpSpPr>
        <p:sp>
          <p:nvSpPr>
            <p:cNvPr id="776" name="Google Shape;776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" name="Google Shape;777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8" name="Google Shape;778;p45"/>
          <p:cNvGrpSpPr/>
          <p:nvPr/>
        </p:nvGrpSpPr>
        <p:grpSpPr>
          <a:xfrm>
            <a:off x="3109033" y="3247692"/>
            <a:ext cx="339253" cy="339253"/>
            <a:chOff x="1492675" y="4992125"/>
            <a:chExt cx="481825" cy="481825"/>
          </a:xfrm>
        </p:grpSpPr>
        <p:sp>
          <p:nvSpPr>
            <p:cNvPr id="779" name="Google Shape;779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" name="Google Shape;780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1" name="Google Shape;781;p45"/>
          <p:cNvGrpSpPr/>
          <p:nvPr/>
        </p:nvGrpSpPr>
        <p:grpSpPr>
          <a:xfrm>
            <a:off x="5661733" y="3247692"/>
            <a:ext cx="339253" cy="339253"/>
            <a:chOff x="1492675" y="4992125"/>
            <a:chExt cx="481825" cy="481825"/>
          </a:xfrm>
        </p:grpSpPr>
        <p:sp>
          <p:nvSpPr>
            <p:cNvPr id="782" name="Google Shape;782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" name="Google Shape;783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4" name="Google Shape;784;p45"/>
          <p:cNvGrpSpPr/>
          <p:nvPr/>
        </p:nvGrpSpPr>
        <p:grpSpPr>
          <a:xfrm>
            <a:off x="6938083" y="3238917"/>
            <a:ext cx="339253" cy="339253"/>
            <a:chOff x="1492675" y="4992125"/>
            <a:chExt cx="481825" cy="481825"/>
          </a:xfrm>
        </p:grpSpPr>
        <p:sp>
          <p:nvSpPr>
            <p:cNvPr id="785" name="Google Shape;785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" name="Google Shape;786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7" name="Google Shape;787;p45"/>
          <p:cNvGrpSpPr/>
          <p:nvPr/>
        </p:nvGrpSpPr>
        <p:grpSpPr>
          <a:xfrm>
            <a:off x="5661733" y="3809667"/>
            <a:ext cx="339253" cy="339253"/>
            <a:chOff x="1492675" y="4992125"/>
            <a:chExt cx="481825" cy="481825"/>
          </a:xfrm>
        </p:grpSpPr>
        <p:sp>
          <p:nvSpPr>
            <p:cNvPr id="788" name="Google Shape;788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" name="Google Shape;789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0" name="Google Shape;790;p45"/>
          <p:cNvGrpSpPr/>
          <p:nvPr/>
        </p:nvGrpSpPr>
        <p:grpSpPr>
          <a:xfrm>
            <a:off x="4385383" y="3809667"/>
            <a:ext cx="339253" cy="339253"/>
            <a:chOff x="1492675" y="4992125"/>
            <a:chExt cx="481825" cy="481825"/>
          </a:xfrm>
        </p:grpSpPr>
        <p:sp>
          <p:nvSpPr>
            <p:cNvPr id="791" name="Google Shape;791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" name="Google Shape;792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3" name="Google Shape;793;p45"/>
          <p:cNvGrpSpPr/>
          <p:nvPr/>
        </p:nvGrpSpPr>
        <p:grpSpPr>
          <a:xfrm>
            <a:off x="3109025" y="3809667"/>
            <a:ext cx="339253" cy="339253"/>
            <a:chOff x="2085525" y="4992125"/>
            <a:chExt cx="481825" cy="481825"/>
          </a:xfrm>
        </p:grpSpPr>
        <p:sp>
          <p:nvSpPr>
            <p:cNvPr id="794" name="Google Shape;794;p45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" name="Google Shape;795;p45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6" name="Google Shape;796;p45"/>
          <p:cNvGrpSpPr/>
          <p:nvPr/>
        </p:nvGrpSpPr>
        <p:grpSpPr>
          <a:xfrm>
            <a:off x="4385375" y="2132517"/>
            <a:ext cx="339253" cy="339253"/>
            <a:chOff x="2085525" y="4992125"/>
            <a:chExt cx="481825" cy="481825"/>
          </a:xfrm>
        </p:grpSpPr>
        <p:sp>
          <p:nvSpPr>
            <p:cNvPr id="797" name="Google Shape;797;p45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" name="Google Shape;798;p45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9" name="Google Shape;799;p45"/>
          <p:cNvGrpSpPr/>
          <p:nvPr/>
        </p:nvGrpSpPr>
        <p:grpSpPr>
          <a:xfrm>
            <a:off x="4385375" y="3238917"/>
            <a:ext cx="339253" cy="339253"/>
            <a:chOff x="2085525" y="4992125"/>
            <a:chExt cx="481825" cy="481825"/>
          </a:xfrm>
        </p:grpSpPr>
        <p:sp>
          <p:nvSpPr>
            <p:cNvPr id="800" name="Google Shape;800;p45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" name="Google Shape;801;p45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2" name="Google Shape;802;p45"/>
          <p:cNvGrpSpPr/>
          <p:nvPr/>
        </p:nvGrpSpPr>
        <p:grpSpPr>
          <a:xfrm>
            <a:off x="6938075" y="3809667"/>
            <a:ext cx="339253" cy="339253"/>
            <a:chOff x="2085525" y="4992125"/>
            <a:chExt cx="481825" cy="481825"/>
          </a:xfrm>
        </p:grpSpPr>
        <p:sp>
          <p:nvSpPr>
            <p:cNvPr id="803" name="Google Shape;803;p45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4" name="Google Shape;804;p45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08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Google Shape;809;p46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DIAGNOSIS</a:t>
            </a:r>
            <a:endParaRPr/>
          </a:p>
        </p:txBody>
      </p:sp>
      <p:sp>
        <p:nvSpPr>
          <p:cNvPr id="810" name="Google Shape;810;p46"/>
          <p:cNvSpPr txBox="1"/>
          <p:nvPr>
            <p:ph idx="2" type="title"/>
          </p:nvPr>
        </p:nvSpPr>
        <p:spPr>
          <a:xfrm>
            <a:off x="1006450" y="3238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NOSE CULTURE</a:t>
            </a:r>
            <a:endParaRPr/>
          </a:p>
        </p:txBody>
      </p:sp>
      <p:sp>
        <p:nvSpPr>
          <p:cNvPr id="811" name="Google Shape;811;p46"/>
          <p:cNvSpPr txBox="1"/>
          <p:nvPr>
            <p:ph idx="1" type="subTitle"/>
          </p:nvPr>
        </p:nvSpPr>
        <p:spPr>
          <a:xfrm>
            <a:off x="1006450" y="3589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Samples are taken from the uppermost part of the throat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" name="Google Shape;812;p46"/>
          <p:cNvSpPr txBox="1"/>
          <p:nvPr>
            <p:ph idx="3" type="title"/>
          </p:nvPr>
        </p:nvSpPr>
        <p:spPr>
          <a:xfrm>
            <a:off x="3603000" y="3238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SALIVA SAMPLES</a:t>
            </a:r>
            <a:endParaRPr/>
          </a:p>
        </p:txBody>
      </p:sp>
      <p:sp>
        <p:nvSpPr>
          <p:cNvPr id="813" name="Google Shape;813;p46"/>
          <p:cNvSpPr txBox="1"/>
          <p:nvPr>
            <p:ph idx="4" type="subTitle"/>
          </p:nvPr>
        </p:nvSpPr>
        <p:spPr>
          <a:xfrm>
            <a:off x="3603000" y="3589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Samples are taken from the saliva in the tongue</a:t>
            </a:r>
            <a:endParaRPr/>
          </a:p>
        </p:txBody>
      </p:sp>
      <p:sp>
        <p:nvSpPr>
          <p:cNvPr id="814" name="Google Shape;814;p46"/>
          <p:cNvSpPr txBox="1"/>
          <p:nvPr>
            <p:ph idx="5" type="title"/>
          </p:nvPr>
        </p:nvSpPr>
        <p:spPr>
          <a:xfrm>
            <a:off x="6199550" y="3238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THORAX CHECK</a:t>
            </a:r>
            <a:endParaRPr/>
          </a:p>
        </p:txBody>
      </p:sp>
      <p:sp>
        <p:nvSpPr>
          <p:cNvPr id="815" name="Google Shape;815;p46"/>
          <p:cNvSpPr txBox="1"/>
          <p:nvPr>
            <p:ph idx="6" type="subTitle"/>
          </p:nvPr>
        </p:nvSpPr>
        <p:spPr>
          <a:xfrm>
            <a:off x="6199550" y="3589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Looking for presence of fluids in the lung spaces</a:t>
            </a:r>
            <a:endParaRPr/>
          </a:p>
        </p:txBody>
      </p:sp>
      <p:sp>
        <p:nvSpPr>
          <p:cNvPr id="816" name="Google Shape;816;p46"/>
          <p:cNvSpPr txBox="1"/>
          <p:nvPr>
            <p:ph idx="7" type="title"/>
          </p:nvPr>
        </p:nvSpPr>
        <p:spPr>
          <a:xfrm>
            <a:off x="1006450" y="1614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TRAVEL ABROAD</a:t>
            </a:r>
            <a:endParaRPr/>
          </a:p>
        </p:txBody>
      </p:sp>
      <p:sp>
        <p:nvSpPr>
          <p:cNvPr id="817" name="Google Shape;817;p46"/>
          <p:cNvSpPr txBox="1"/>
          <p:nvPr>
            <p:ph idx="8" type="subTitle"/>
          </p:nvPr>
        </p:nvSpPr>
        <p:spPr>
          <a:xfrm>
            <a:off x="1006450" y="1965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People who travel abroad to infected countries</a:t>
            </a:r>
            <a:endParaRPr/>
          </a:p>
        </p:txBody>
      </p:sp>
      <p:sp>
        <p:nvSpPr>
          <p:cNvPr id="818" name="Google Shape;818;p46"/>
          <p:cNvSpPr txBox="1"/>
          <p:nvPr>
            <p:ph idx="9" type="title"/>
          </p:nvPr>
        </p:nvSpPr>
        <p:spPr>
          <a:xfrm>
            <a:off x="3603000" y="1614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CONTACT</a:t>
            </a:r>
            <a:endParaRPr/>
          </a:p>
        </p:txBody>
      </p:sp>
      <p:sp>
        <p:nvSpPr>
          <p:cNvPr id="819" name="Google Shape;819;p46"/>
          <p:cNvSpPr txBox="1"/>
          <p:nvPr>
            <p:ph idx="13" type="subTitle"/>
          </p:nvPr>
        </p:nvSpPr>
        <p:spPr>
          <a:xfrm>
            <a:off x="3603000" y="1965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People who have been in contact with infected people</a:t>
            </a:r>
            <a:endParaRPr/>
          </a:p>
        </p:txBody>
      </p:sp>
      <p:sp>
        <p:nvSpPr>
          <p:cNvPr id="820" name="Google Shape;820;p46"/>
          <p:cNvSpPr txBox="1"/>
          <p:nvPr>
            <p:ph idx="14" type="title"/>
          </p:nvPr>
        </p:nvSpPr>
        <p:spPr>
          <a:xfrm>
            <a:off x="6199550" y="1614500"/>
            <a:ext cx="1938000" cy="40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INFECTED AREAS</a:t>
            </a:r>
            <a:endParaRPr/>
          </a:p>
        </p:txBody>
      </p:sp>
      <p:sp>
        <p:nvSpPr>
          <p:cNvPr id="821" name="Google Shape;821;p46"/>
          <p:cNvSpPr txBox="1"/>
          <p:nvPr>
            <p:ph idx="15" type="subTitle"/>
          </p:nvPr>
        </p:nvSpPr>
        <p:spPr>
          <a:xfrm>
            <a:off x="6199550" y="1965125"/>
            <a:ext cx="1938000" cy="8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Especially big cities in those countries with reported cases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25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p47"/>
          <p:cNvSpPr txBox="1"/>
          <p:nvPr>
            <p:ph idx="1" type="subTitle"/>
          </p:nvPr>
        </p:nvSpPr>
        <p:spPr>
          <a:xfrm>
            <a:off x="705225" y="1135125"/>
            <a:ext cx="2588100" cy="276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At the moment there is no specific vaccine or treatment for COVID-19. No antiviral medication is currently recommended to treat the disease. Treatment focuses on relieving symptoms</a:t>
            </a:r>
            <a:endParaRPr/>
          </a:p>
        </p:txBody>
      </p:sp>
      <p:sp>
        <p:nvSpPr>
          <p:cNvPr id="827" name="Google Shape;827;p47"/>
          <p:cNvSpPr txBox="1"/>
          <p:nvPr>
            <p:ph idx="2" type="body"/>
          </p:nvPr>
        </p:nvSpPr>
        <p:spPr>
          <a:xfrm>
            <a:off x="4698575" y="3174475"/>
            <a:ext cx="3559500" cy="14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Analgesics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Syrup or cough medication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Rest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Drink liquids</a:t>
            </a:r>
            <a:endParaRPr/>
          </a:p>
        </p:txBody>
      </p:sp>
      <p:sp>
        <p:nvSpPr>
          <p:cNvPr id="828" name="Google Shape;828;p47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TREATMENT</a:t>
            </a:r>
            <a:endParaRPr/>
          </a:p>
        </p:txBody>
      </p:sp>
      <p:pic>
        <p:nvPicPr>
          <p:cNvPr id="829" name="Google Shape;829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03050" y="-29225"/>
            <a:ext cx="4240949" cy="282951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33" name="Shape 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" name="Google Shape;834;p48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PATIENT MONITORING</a:t>
            </a:r>
            <a:endParaRPr/>
          </a:p>
        </p:txBody>
      </p:sp>
      <p:sp>
        <p:nvSpPr>
          <p:cNvPr id="835" name="Google Shape;835;p48"/>
          <p:cNvSpPr txBox="1"/>
          <p:nvPr>
            <p:ph idx="4294967295" type="title"/>
          </p:nvPr>
        </p:nvSpPr>
        <p:spPr>
          <a:xfrm rot="-5400000">
            <a:off x="-25800" y="1810225"/>
            <a:ext cx="1628700" cy="37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WEEK 1</a:t>
            </a:r>
            <a:endParaRPr sz="1400">
              <a:solidFill>
                <a:schemeClr val="lt1"/>
              </a:solidFill>
            </a:endParaRPr>
          </a:p>
        </p:txBody>
      </p:sp>
      <p:cxnSp>
        <p:nvCxnSpPr>
          <p:cNvPr id="836" name="Google Shape;836;p48"/>
          <p:cNvCxnSpPr>
            <a:stCxn id="837" idx="1"/>
          </p:cNvCxnSpPr>
          <p:nvPr/>
        </p:nvCxnSpPr>
        <p:spPr>
          <a:xfrm rot="10800000">
            <a:off x="866874" y="2822285"/>
            <a:ext cx="2823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38" name="Google Shape;838;p48"/>
          <p:cNvCxnSpPr/>
          <p:nvPr/>
        </p:nvCxnSpPr>
        <p:spPr>
          <a:xfrm rot="10800000">
            <a:off x="5453224" y="2822285"/>
            <a:ext cx="2823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39" name="Google Shape;839;p48"/>
          <p:cNvSpPr txBox="1"/>
          <p:nvPr>
            <p:ph idx="4294967295" type="title"/>
          </p:nvPr>
        </p:nvSpPr>
        <p:spPr>
          <a:xfrm rot="-5400000">
            <a:off x="-25800" y="3458125"/>
            <a:ext cx="1628700" cy="37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WEEK 2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840" name="Google Shape;840;p48"/>
          <p:cNvSpPr txBox="1"/>
          <p:nvPr>
            <p:ph idx="4294967295" type="title"/>
          </p:nvPr>
        </p:nvSpPr>
        <p:spPr>
          <a:xfrm rot="-5400000">
            <a:off x="7512525" y="1810225"/>
            <a:ext cx="1628700" cy="37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WEEK 3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841" name="Google Shape;841;p48"/>
          <p:cNvSpPr txBox="1"/>
          <p:nvPr>
            <p:ph idx="4294967295" type="title"/>
          </p:nvPr>
        </p:nvSpPr>
        <p:spPr>
          <a:xfrm rot="-5400000">
            <a:off x="7512525" y="3458125"/>
            <a:ext cx="1628700" cy="37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WEEK 4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842" name="Google Shape;842;p48"/>
          <p:cNvSpPr txBox="1"/>
          <p:nvPr>
            <p:ph idx="4294967295" type="subTitle"/>
          </p:nvPr>
        </p:nvSpPr>
        <p:spPr>
          <a:xfrm>
            <a:off x="1158825" y="1631650"/>
            <a:ext cx="831900" cy="33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Factor 1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843" name="Google Shape;843;p48"/>
          <p:cNvSpPr txBox="1"/>
          <p:nvPr>
            <p:ph idx="4294967295" type="subTitle"/>
          </p:nvPr>
        </p:nvSpPr>
        <p:spPr>
          <a:xfrm>
            <a:off x="1158825" y="2031700"/>
            <a:ext cx="831900" cy="33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Factor 2</a:t>
            </a:r>
            <a:endParaRPr sz="1200">
              <a:solidFill>
                <a:srgbClr val="FFFFFF"/>
              </a:solidFill>
            </a:endParaRPr>
          </a:p>
        </p:txBody>
      </p:sp>
      <p:grpSp>
        <p:nvGrpSpPr>
          <p:cNvPr id="844" name="Google Shape;844;p48"/>
          <p:cNvGrpSpPr/>
          <p:nvPr/>
        </p:nvGrpSpPr>
        <p:grpSpPr>
          <a:xfrm>
            <a:off x="1990725" y="1713850"/>
            <a:ext cx="1352700" cy="168900"/>
            <a:chOff x="1990725" y="1713850"/>
            <a:chExt cx="1352700" cy="168900"/>
          </a:xfrm>
        </p:grpSpPr>
        <p:sp>
          <p:nvSpPr>
            <p:cNvPr id="845" name="Google Shape;845;p48"/>
            <p:cNvSpPr/>
            <p:nvPr/>
          </p:nvSpPr>
          <p:spPr>
            <a:xfrm>
              <a:off x="1990725" y="1713850"/>
              <a:ext cx="1352700" cy="16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8"/>
            <p:cNvSpPr/>
            <p:nvPr/>
          </p:nvSpPr>
          <p:spPr>
            <a:xfrm>
              <a:off x="1990725" y="1752100"/>
              <a:ext cx="376200" cy="924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" name="Google Shape;847;p48"/>
          <p:cNvGrpSpPr/>
          <p:nvPr/>
        </p:nvGrpSpPr>
        <p:grpSpPr>
          <a:xfrm>
            <a:off x="1990725" y="2113900"/>
            <a:ext cx="1352700" cy="168900"/>
            <a:chOff x="1990725" y="2113900"/>
            <a:chExt cx="1352700" cy="168900"/>
          </a:xfrm>
        </p:grpSpPr>
        <p:sp>
          <p:nvSpPr>
            <p:cNvPr id="848" name="Google Shape;848;p48"/>
            <p:cNvSpPr/>
            <p:nvPr/>
          </p:nvSpPr>
          <p:spPr>
            <a:xfrm>
              <a:off x="1990725" y="2113900"/>
              <a:ext cx="1352700" cy="16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8"/>
            <p:cNvSpPr/>
            <p:nvPr/>
          </p:nvSpPr>
          <p:spPr>
            <a:xfrm>
              <a:off x="1990725" y="2152150"/>
              <a:ext cx="543000" cy="924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" name="Google Shape;850;p48"/>
          <p:cNvSpPr txBox="1"/>
          <p:nvPr>
            <p:ph idx="4294967295" type="subTitle"/>
          </p:nvPr>
        </p:nvSpPr>
        <p:spPr>
          <a:xfrm>
            <a:off x="1158825" y="3279550"/>
            <a:ext cx="831900" cy="33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Factor 1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851" name="Google Shape;851;p48"/>
          <p:cNvSpPr txBox="1"/>
          <p:nvPr>
            <p:ph idx="4294967295" type="subTitle"/>
          </p:nvPr>
        </p:nvSpPr>
        <p:spPr>
          <a:xfrm>
            <a:off x="1158825" y="3679600"/>
            <a:ext cx="831900" cy="33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Factor 2</a:t>
            </a:r>
            <a:endParaRPr sz="1200">
              <a:solidFill>
                <a:srgbClr val="FFFFFF"/>
              </a:solidFill>
            </a:endParaRPr>
          </a:p>
        </p:txBody>
      </p:sp>
      <p:grpSp>
        <p:nvGrpSpPr>
          <p:cNvPr id="852" name="Google Shape;852;p48"/>
          <p:cNvGrpSpPr/>
          <p:nvPr/>
        </p:nvGrpSpPr>
        <p:grpSpPr>
          <a:xfrm>
            <a:off x="1990725" y="3361750"/>
            <a:ext cx="1352700" cy="168900"/>
            <a:chOff x="1990725" y="3361750"/>
            <a:chExt cx="1352700" cy="168900"/>
          </a:xfrm>
        </p:grpSpPr>
        <p:sp>
          <p:nvSpPr>
            <p:cNvPr id="853" name="Google Shape;853;p48"/>
            <p:cNvSpPr/>
            <p:nvPr/>
          </p:nvSpPr>
          <p:spPr>
            <a:xfrm>
              <a:off x="1990725" y="3361750"/>
              <a:ext cx="1352700" cy="16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8"/>
            <p:cNvSpPr/>
            <p:nvPr/>
          </p:nvSpPr>
          <p:spPr>
            <a:xfrm>
              <a:off x="1990725" y="3400000"/>
              <a:ext cx="1152600" cy="924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" name="Google Shape;855;p48"/>
          <p:cNvGrpSpPr/>
          <p:nvPr/>
        </p:nvGrpSpPr>
        <p:grpSpPr>
          <a:xfrm>
            <a:off x="1990725" y="3761800"/>
            <a:ext cx="1352700" cy="168900"/>
            <a:chOff x="1990725" y="3761800"/>
            <a:chExt cx="1352700" cy="168900"/>
          </a:xfrm>
        </p:grpSpPr>
        <p:sp>
          <p:nvSpPr>
            <p:cNvPr id="856" name="Google Shape;856;p48"/>
            <p:cNvSpPr/>
            <p:nvPr/>
          </p:nvSpPr>
          <p:spPr>
            <a:xfrm>
              <a:off x="1990725" y="3761800"/>
              <a:ext cx="1352700" cy="16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8"/>
            <p:cNvSpPr/>
            <p:nvPr/>
          </p:nvSpPr>
          <p:spPr>
            <a:xfrm>
              <a:off x="1990725" y="3800050"/>
              <a:ext cx="1152600" cy="924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" name="Google Shape;858;p48"/>
          <p:cNvSpPr txBox="1"/>
          <p:nvPr>
            <p:ph idx="4294967295" type="subTitle"/>
          </p:nvPr>
        </p:nvSpPr>
        <p:spPr>
          <a:xfrm>
            <a:off x="5800575" y="1631650"/>
            <a:ext cx="831900" cy="33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Factor 1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859" name="Google Shape;859;p48"/>
          <p:cNvSpPr txBox="1"/>
          <p:nvPr>
            <p:ph idx="4294967295" type="subTitle"/>
          </p:nvPr>
        </p:nvSpPr>
        <p:spPr>
          <a:xfrm>
            <a:off x="5800575" y="2031700"/>
            <a:ext cx="831900" cy="33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Factor 2</a:t>
            </a:r>
            <a:endParaRPr sz="1200">
              <a:solidFill>
                <a:srgbClr val="FFFFFF"/>
              </a:solidFill>
            </a:endParaRPr>
          </a:p>
        </p:txBody>
      </p:sp>
      <p:grpSp>
        <p:nvGrpSpPr>
          <p:cNvPr id="860" name="Google Shape;860;p48"/>
          <p:cNvGrpSpPr/>
          <p:nvPr/>
        </p:nvGrpSpPr>
        <p:grpSpPr>
          <a:xfrm>
            <a:off x="6632475" y="1713850"/>
            <a:ext cx="1352700" cy="168900"/>
            <a:chOff x="6632475" y="1713850"/>
            <a:chExt cx="1352700" cy="168900"/>
          </a:xfrm>
        </p:grpSpPr>
        <p:sp>
          <p:nvSpPr>
            <p:cNvPr id="861" name="Google Shape;861;p48"/>
            <p:cNvSpPr/>
            <p:nvPr/>
          </p:nvSpPr>
          <p:spPr>
            <a:xfrm>
              <a:off x="6632475" y="1713850"/>
              <a:ext cx="1352700" cy="16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8"/>
            <p:cNvSpPr/>
            <p:nvPr/>
          </p:nvSpPr>
          <p:spPr>
            <a:xfrm>
              <a:off x="6632475" y="1752100"/>
              <a:ext cx="949500" cy="924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" name="Google Shape;863;p48"/>
          <p:cNvGrpSpPr/>
          <p:nvPr/>
        </p:nvGrpSpPr>
        <p:grpSpPr>
          <a:xfrm>
            <a:off x="6632475" y="2113900"/>
            <a:ext cx="1352700" cy="168900"/>
            <a:chOff x="6632475" y="2113900"/>
            <a:chExt cx="1352700" cy="168900"/>
          </a:xfrm>
        </p:grpSpPr>
        <p:sp>
          <p:nvSpPr>
            <p:cNvPr id="864" name="Google Shape;864;p48"/>
            <p:cNvSpPr/>
            <p:nvPr/>
          </p:nvSpPr>
          <p:spPr>
            <a:xfrm>
              <a:off x="6632475" y="2113900"/>
              <a:ext cx="1352700" cy="16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8"/>
            <p:cNvSpPr/>
            <p:nvPr/>
          </p:nvSpPr>
          <p:spPr>
            <a:xfrm>
              <a:off x="6632475" y="2152150"/>
              <a:ext cx="768300" cy="924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" name="Google Shape;866;p48"/>
          <p:cNvSpPr txBox="1"/>
          <p:nvPr>
            <p:ph idx="4294967295" type="subTitle"/>
          </p:nvPr>
        </p:nvSpPr>
        <p:spPr>
          <a:xfrm>
            <a:off x="5800575" y="3279550"/>
            <a:ext cx="831900" cy="33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Factor 1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867" name="Google Shape;867;p48"/>
          <p:cNvSpPr txBox="1"/>
          <p:nvPr>
            <p:ph idx="4294967295" type="subTitle"/>
          </p:nvPr>
        </p:nvSpPr>
        <p:spPr>
          <a:xfrm>
            <a:off x="5800575" y="3679600"/>
            <a:ext cx="831900" cy="33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</a:rPr>
              <a:t>Factor 2</a:t>
            </a:r>
            <a:endParaRPr sz="1200">
              <a:solidFill>
                <a:srgbClr val="FFFFFF"/>
              </a:solidFill>
            </a:endParaRPr>
          </a:p>
        </p:txBody>
      </p:sp>
      <p:grpSp>
        <p:nvGrpSpPr>
          <p:cNvPr id="868" name="Google Shape;868;p48"/>
          <p:cNvGrpSpPr/>
          <p:nvPr/>
        </p:nvGrpSpPr>
        <p:grpSpPr>
          <a:xfrm>
            <a:off x="6632475" y="3361750"/>
            <a:ext cx="1352700" cy="168900"/>
            <a:chOff x="6632475" y="3361750"/>
            <a:chExt cx="1352700" cy="168900"/>
          </a:xfrm>
        </p:grpSpPr>
        <p:sp>
          <p:nvSpPr>
            <p:cNvPr id="869" name="Google Shape;869;p48"/>
            <p:cNvSpPr/>
            <p:nvPr/>
          </p:nvSpPr>
          <p:spPr>
            <a:xfrm>
              <a:off x="6632475" y="3361750"/>
              <a:ext cx="1352700" cy="16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8"/>
            <p:cNvSpPr/>
            <p:nvPr/>
          </p:nvSpPr>
          <p:spPr>
            <a:xfrm>
              <a:off x="6632475" y="3400000"/>
              <a:ext cx="290700" cy="924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" name="Google Shape;871;p48"/>
          <p:cNvGrpSpPr/>
          <p:nvPr/>
        </p:nvGrpSpPr>
        <p:grpSpPr>
          <a:xfrm>
            <a:off x="6632475" y="3761800"/>
            <a:ext cx="1352700" cy="168900"/>
            <a:chOff x="6632475" y="3761800"/>
            <a:chExt cx="1352700" cy="168900"/>
          </a:xfrm>
        </p:grpSpPr>
        <p:sp>
          <p:nvSpPr>
            <p:cNvPr id="872" name="Google Shape;872;p48"/>
            <p:cNvSpPr/>
            <p:nvPr/>
          </p:nvSpPr>
          <p:spPr>
            <a:xfrm>
              <a:off x="6632475" y="3761800"/>
              <a:ext cx="1352700" cy="16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8"/>
            <p:cNvSpPr/>
            <p:nvPr/>
          </p:nvSpPr>
          <p:spPr>
            <a:xfrm>
              <a:off x="6632475" y="3800050"/>
              <a:ext cx="197100" cy="924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74" name="Google Shape;874;p48"/>
          <p:cNvPicPr preferRelativeResize="0"/>
          <p:nvPr/>
        </p:nvPicPr>
        <p:blipFill rotWithShape="1">
          <a:blip r:embed="rId3">
            <a:alphaModFix/>
          </a:blip>
          <a:srcRect b="11504" l="11625" r="47783" t="0"/>
          <a:stretch/>
        </p:blipFill>
        <p:spPr>
          <a:xfrm>
            <a:off x="3690774" y="1539863"/>
            <a:ext cx="1762448" cy="2564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75" name="Google Shape;875;p48"/>
          <p:cNvPicPr preferRelativeResize="0"/>
          <p:nvPr/>
        </p:nvPicPr>
        <p:blipFill rotWithShape="1">
          <a:blip r:embed="rId4">
            <a:alphaModFix/>
          </a:blip>
          <a:srcRect b="0" l="5236" r="48953" t="0"/>
          <a:stretch/>
        </p:blipFill>
        <p:spPr>
          <a:xfrm>
            <a:off x="-2548101" y="796925"/>
            <a:ext cx="1762455" cy="25648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79" name="Shape 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" name="Google Shape;880;p49"/>
          <p:cNvSpPr txBox="1"/>
          <p:nvPr>
            <p:ph idx="1" type="body"/>
          </p:nvPr>
        </p:nvSpPr>
        <p:spPr>
          <a:xfrm>
            <a:off x="1228050" y="1958550"/>
            <a:ext cx="2817600" cy="249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Wash your hands frequently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Greet others by waving or bowing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Inform as soon as you have symptoms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Stay home for as long as possible</a:t>
            </a:r>
            <a:endParaRPr/>
          </a:p>
        </p:txBody>
      </p:sp>
      <p:sp>
        <p:nvSpPr>
          <p:cNvPr id="881" name="Google Shape;881;p49"/>
          <p:cNvSpPr txBox="1"/>
          <p:nvPr>
            <p:ph idx="2" type="body"/>
          </p:nvPr>
        </p:nvSpPr>
        <p:spPr>
          <a:xfrm>
            <a:off x="5098350" y="1958550"/>
            <a:ext cx="2817600" cy="249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Touching </a:t>
            </a:r>
            <a:r>
              <a:rPr lang="en"/>
              <a:t>your mouth, eyes or nose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Traveling to risk areas unless strictly necessary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Going to closed and crowded places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Sharing news whose sources you don’t know</a:t>
            </a:r>
            <a:endParaRPr/>
          </a:p>
        </p:txBody>
      </p:sp>
      <p:sp>
        <p:nvSpPr>
          <p:cNvPr id="882" name="Google Shape;882;p49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CONTRAINDICATIONS &amp; INDICATIONS</a:t>
            </a:r>
            <a:endParaRPr/>
          </a:p>
        </p:txBody>
      </p:sp>
      <p:sp>
        <p:nvSpPr>
          <p:cNvPr id="883" name="Google Shape;883;p49"/>
          <p:cNvSpPr txBox="1"/>
          <p:nvPr>
            <p:ph idx="3" type="title"/>
          </p:nvPr>
        </p:nvSpPr>
        <p:spPr>
          <a:xfrm>
            <a:off x="1228048" y="1163688"/>
            <a:ext cx="25065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SHOULD YOU DO</a:t>
            </a:r>
            <a:endParaRPr/>
          </a:p>
        </p:txBody>
      </p:sp>
      <p:sp>
        <p:nvSpPr>
          <p:cNvPr id="884" name="Google Shape;884;p49"/>
          <p:cNvSpPr txBox="1"/>
          <p:nvPr>
            <p:ph idx="4" type="title"/>
          </p:nvPr>
        </p:nvSpPr>
        <p:spPr>
          <a:xfrm>
            <a:off x="5098348" y="1163675"/>
            <a:ext cx="25065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TO AVOID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88" name="Shape 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" name="Google Shape;889;p50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PREVENTION</a:t>
            </a:r>
            <a:endParaRPr/>
          </a:p>
        </p:txBody>
      </p:sp>
      <p:sp>
        <p:nvSpPr>
          <p:cNvPr id="890" name="Google Shape;890;p50"/>
          <p:cNvSpPr txBox="1"/>
          <p:nvPr>
            <p:ph idx="2" type="title"/>
          </p:nvPr>
        </p:nvSpPr>
        <p:spPr>
          <a:xfrm>
            <a:off x="5746088" y="1725825"/>
            <a:ext cx="26754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STAY</a:t>
            </a:r>
            <a:r>
              <a:rPr lang="en"/>
              <a:t> AT HOME</a:t>
            </a:r>
            <a:endParaRPr/>
          </a:p>
        </p:txBody>
      </p:sp>
      <p:sp>
        <p:nvSpPr>
          <p:cNvPr id="891" name="Google Shape;891;p50"/>
          <p:cNvSpPr txBox="1"/>
          <p:nvPr>
            <p:ph idx="1" type="subTitle"/>
          </p:nvPr>
        </p:nvSpPr>
        <p:spPr>
          <a:xfrm>
            <a:off x="5746087" y="2001025"/>
            <a:ext cx="2528700" cy="53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not go out unless it is to buy food</a:t>
            </a:r>
            <a:endParaRPr/>
          </a:p>
        </p:txBody>
      </p:sp>
      <p:sp>
        <p:nvSpPr>
          <p:cNvPr id="892" name="Google Shape;892;p50"/>
          <p:cNvSpPr txBox="1"/>
          <p:nvPr>
            <p:ph idx="3" type="title"/>
          </p:nvPr>
        </p:nvSpPr>
        <p:spPr>
          <a:xfrm>
            <a:off x="5746088" y="3347598"/>
            <a:ext cx="26754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COVER US WHEN SNEEZE</a:t>
            </a:r>
            <a:endParaRPr/>
          </a:p>
        </p:txBody>
      </p:sp>
      <p:sp>
        <p:nvSpPr>
          <p:cNvPr id="893" name="Google Shape;893;p50"/>
          <p:cNvSpPr txBox="1"/>
          <p:nvPr>
            <p:ph idx="4" type="subTitle"/>
          </p:nvPr>
        </p:nvSpPr>
        <p:spPr>
          <a:xfrm>
            <a:off x="5746087" y="3622800"/>
            <a:ext cx="2528700" cy="53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Try to sneeze on your bent elbow or on a tissue</a:t>
            </a:r>
            <a:endParaRPr/>
          </a:p>
        </p:txBody>
      </p:sp>
      <p:sp>
        <p:nvSpPr>
          <p:cNvPr id="894" name="Google Shape;894;p50"/>
          <p:cNvSpPr txBox="1"/>
          <p:nvPr>
            <p:ph idx="5" type="title"/>
          </p:nvPr>
        </p:nvSpPr>
        <p:spPr>
          <a:xfrm>
            <a:off x="722513" y="1725825"/>
            <a:ext cx="26754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WEAR MASKS</a:t>
            </a:r>
            <a:endParaRPr/>
          </a:p>
        </p:txBody>
      </p:sp>
      <p:sp>
        <p:nvSpPr>
          <p:cNvPr id="895" name="Google Shape;895;p50"/>
          <p:cNvSpPr txBox="1"/>
          <p:nvPr>
            <p:ph idx="6" type="subTitle"/>
          </p:nvPr>
        </p:nvSpPr>
        <p:spPr>
          <a:xfrm>
            <a:off x="869137" y="2001025"/>
            <a:ext cx="2528700" cy="53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Cover nose and mouth, do not reuse disposable masks</a:t>
            </a:r>
            <a:endParaRPr/>
          </a:p>
        </p:txBody>
      </p:sp>
      <p:sp>
        <p:nvSpPr>
          <p:cNvPr id="896" name="Google Shape;896;p50"/>
          <p:cNvSpPr txBox="1"/>
          <p:nvPr>
            <p:ph idx="7" type="title"/>
          </p:nvPr>
        </p:nvSpPr>
        <p:spPr>
          <a:xfrm>
            <a:off x="722513" y="3347598"/>
            <a:ext cx="2675400" cy="35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WASH YOUR </a:t>
            </a:r>
            <a:r>
              <a:rPr lang="en"/>
              <a:t>HANDS</a:t>
            </a:r>
            <a:endParaRPr/>
          </a:p>
        </p:txBody>
      </p:sp>
      <p:sp>
        <p:nvSpPr>
          <p:cNvPr id="897" name="Google Shape;897;p50"/>
          <p:cNvSpPr txBox="1"/>
          <p:nvPr>
            <p:ph idx="8" type="subTitle"/>
          </p:nvPr>
        </p:nvSpPr>
        <p:spPr>
          <a:xfrm>
            <a:off x="869137" y="3622800"/>
            <a:ext cx="2528700" cy="53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Use alcohol-based disinfectants</a:t>
            </a:r>
            <a:endParaRPr/>
          </a:p>
        </p:txBody>
      </p:sp>
      <p:pic>
        <p:nvPicPr>
          <p:cNvPr id="898" name="Google Shape;898;p50"/>
          <p:cNvPicPr preferRelativeResize="0"/>
          <p:nvPr/>
        </p:nvPicPr>
        <p:blipFill rotWithShape="1">
          <a:blip r:embed="rId3">
            <a:alphaModFix/>
          </a:blip>
          <a:srcRect b="0" l="0" r="0" t="44888"/>
          <a:stretch/>
        </p:blipFill>
        <p:spPr>
          <a:xfrm>
            <a:off x="3505200" y="3347600"/>
            <a:ext cx="983570" cy="813105"/>
          </a:xfrm>
          <a:prstGeom prst="rect">
            <a:avLst/>
          </a:prstGeom>
          <a:noFill/>
          <a:ln>
            <a:noFill/>
          </a:ln>
        </p:spPr>
      </p:pic>
      <p:pic>
        <p:nvPicPr>
          <p:cNvPr id="899" name="Google Shape;899;p50"/>
          <p:cNvPicPr preferRelativeResize="0"/>
          <p:nvPr/>
        </p:nvPicPr>
        <p:blipFill rotWithShape="1">
          <a:blip r:embed="rId4">
            <a:alphaModFix/>
          </a:blip>
          <a:srcRect b="35918" l="15629" r="15636" t="26279"/>
          <a:stretch/>
        </p:blipFill>
        <p:spPr>
          <a:xfrm>
            <a:off x="3505200" y="1725825"/>
            <a:ext cx="983572" cy="813103"/>
          </a:xfrm>
          <a:prstGeom prst="rect">
            <a:avLst/>
          </a:prstGeom>
          <a:noFill/>
          <a:ln>
            <a:noFill/>
          </a:ln>
        </p:spPr>
      </p:pic>
      <p:pic>
        <p:nvPicPr>
          <p:cNvPr id="900" name="Google Shape;900;p50"/>
          <p:cNvPicPr preferRelativeResize="0"/>
          <p:nvPr/>
        </p:nvPicPr>
        <p:blipFill rotWithShape="1">
          <a:blip r:embed="rId5">
            <a:alphaModFix/>
          </a:blip>
          <a:srcRect b="0" l="11627" r="11627" t="36556"/>
          <a:stretch/>
        </p:blipFill>
        <p:spPr>
          <a:xfrm>
            <a:off x="4673275" y="3347600"/>
            <a:ext cx="983574" cy="813099"/>
          </a:xfrm>
          <a:prstGeom prst="rect">
            <a:avLst/>
          </a:prstGeom>
          <a:noFill/>
          <a:ln>
            <a:noFill/>
          </a:ln>
        </p:spPr>
      </p:pic>
      <p:pic>
        <p:nvPicPr>
          <p:cNvPr id="901" name="Google Shape;901;p50"/>
          <p:cNvPicPr preferRelativeResize="0"/>
          <p:nvPr/>
        </p:nvPicPr>
        <p:blipFill rotWithShape="1">
          <a:blip r:embed="rId6">
            <a:alphaModFix/>
          </a:blip>
          <a:srcRect b="14995" l="36432" r="7108" t="14995"/>
          <a:stretch/>
        </p:blipFill>
        <p:spPr>
          <a:xfrm>
            <a:off x="4673276" y="1725825"/>
            <a:ext cx="983580" cy="8130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05" name="Shape 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" name="Google Shape;906;p51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TIMELINE</a:t>
            </a:r>
            <a:endParaRPr/>
          </a:p>
        </p:txBody>
      </p:sp>
      <p:sp>
        <p:nvSpPr>
          <p:cNvPr id="907" name="Google Shape;907;p51"/>
          <p:cNvSpPr/>
          <p:nvPr/>
        </p:nvSpPr>
        <p:spPr>
          <a:xfrm>
            <a:off x="1248300" y="3476244"/>
            <a:ext cx="1214400" cy="36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DAY 1</a:t>
            </a:r>
            <a:endParaRPr b="1" sz="13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08" name="Google Shape;908;p51"/>
          <p:cNvSpPr/>
          <p:nvPr/>
        </p:nvSpPr>
        <p:spPr>
          <a:xfrm>
            <a:off x="3059292" y="1361694"/>
            <a:ext cx="1214400" cy="36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DAY 2</a:t>
            </a:r>
            <a:endParaRPr b="1" sz="13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09" name="Google Shape;909;p51"/>
          <p:cNvSpPr/>
          <p:nvPr/>
        </p:nvSpPr>
        <p:spPr>
          <a:xfrm>
            <a:off x="4870283" y="3476244"/>
            <a:ext cx="1214400" cy="36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DAY 4</a:t>
            </a:r>
            <a:endParaRPr b="1" sz="13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10" name="Google Shape;910;p51"/>
          <p:cNvSpPr/>
          <p:nvPr/>
        </p:nvSpPr>
        <p:spPr>
          <a:xfrm>
            <a:off x="6681275" y="1361694"/>
            <a:ext cx="1214400" cy="36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DAY 9</a:t>
            </a:r>
            <a:endParaRPr b="1" sz="13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11" name="Google Shape;911;p51"/>
          <p:cNvSpPr txBox="1"/>
          <p:nvPr>
            <p:ph idx="4294967295" type="subTitle"/>
          </p:nvPr>
        </p:nvSpPr>
        <p:spPr>
          <a:xfrm>
            <a:off x="1053600" y="3888569"/>
            <a:ext cx="160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Patient reported having symptoms</a:t>
            </a:r>
            <a:endParaRPr sz="1200"/>
          </a:p>
        </p:txBody>
      </p:sp>
      <p:sp>
        <p:nvSpPr>
          <p:cNvPr id="912" name="Google Shape;912;p51"/>
          <p:cNvSpPr txBox="1"/>
          <p:nvPr>
            <p:ph idx="4294967295" type="subTitle"/>
          </p:nvPr>
        </p:nvSpPr>
        <p:spPr>
          <a:xfrm>
            <a:off x="2864600" y="1774019"/>
            <a:ext cx="160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Samples were analyzed</a:t>
            </a:r>
            <a:endParaRPr sz="1200"/>
          </a:p>
        </p:txBody>
      </p:sp>
      <p:sp>
        <p:nvSpPr>
          <p:cNvPr id="913" name="Google Shape;913;p51"/>
          <p:cNvSpPr txBox="1"/>
          <p:nvPr>
            <p:ph idx="4294967295" type="subTitle"/>
          </p:nvPr>
        </p:nvSpPr>
        <p:spPr>
          <a:xfrm>
            <a:off x="4675600" y="3888569"/>
            <a:ext cx="160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Patient needed hospitalization</a:t>
            </a:r>
            <a:endParaRPr sz="1200"/>
          </a:p>
        </p:txBody>
      </p:sp>
      <p:sp>
        <p:nvSpPr>
          <p:cNvPr id="914" name="Google Shape;914;p51"/>
          <p:cNvSpPr txBox="1"/>
          <p:nvPr>
            <p:ph idx="4294967295" type="subTitle"/>
          </p:nvPr>
        </p:nvSpPr>
        <p:spPr>
          <a:xfrm>
            <a:off x="6486600" y="1774019"/>
            <a:ext cx="160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Patient was cured and discharged</a:t>
            </a:r>
            <a:endParaRPr sz="1200"/>
          </a:p>
        </p:txBody>
      </p:sp>
      <p:sp>
        <p:nvSpPr>
          <p:cNvPr id="915" name="Google Shape;915;p51"/>
          <p:cNvSpPr/>
          <p:nvPr/>
        </p:nvSpPr>
        <p:spPr>
          <a:xfrm>
            <a:off x="1722150" y="2778063"/>
            <a:ext cx="266700" cy="266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51"/>
          <p:cNvSpPr/>
          <p:nvPr/>
        </p:nvSpPr>
        <p:spPr>
          <a:xfrm>
            <a:off x="3533150" y="2778063"/>
            <a:ext cx="266700" cy="266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" name="Google Shape;917;p51"/>
          <p:cNvSpPr/>
          <p:nvPr/>
        </p:nvSpPr>
        <p:spPr>
          <a:xfrm>
            <a:off x="5344150" y="2778063"/>
            <a:ext cx="266700" cy="266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" name="Google Shape;918;p51"/>
          <p:cNvSpPr/>
          <p:nvPr/>
        </p:nvSpPr>
        <p:spPr>
          <a:xfrm>
            <a:off x="7155150" y="2778063"/>
            <a:ext cx="266700" cy="266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19" name="Google Shape;919;p51"/>
          <p:cNvCxnSpPr>
            <a:stCxn id="915" idx="6"/>
            <a:endCxn id="916" idx="2"/>
          </p:cNvCxnSpPr>
          <p:nvPr/>
        </p:nvCxnSpPr>
        <p:spPr>
          <a:xfrm>
            <a:off x="1988850" y="2911413"/>
            <a:ext cx="15444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0" name="Google Shape;920;p51"/>
          <p:cNvCxnSpPr>
            <a:stCxn id="916" idx="6"/>
            <a:endCxn id="917" idx="2"/>
          </p:cNvCxnSpPr>
          <p:nvPr/>
        </p:nvCxnSpPr>
        <p:spPr>
          <a:xfrm>
            <a:off x="3799850" y="2911413"/>
            <a:ext cx="15444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1" name="Google Shape;921;p51"/>
          <p:cNvCxnSpPr>
            <a:stCxn id="917" idx="6"/>
            <a:endCxn id="918" idx="2"/>
          </p:cNvCxnSpPr>
          <p:nvPr/>
        </p:nvCxnSpPr>
        <p:spPr>
          <a:xfrm>
            <a:off x="5610850" y="2911413"/>
            <a:ext cx="15444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2" name="Google Shape;922;p51"/>
          <p:cNvCxnSpPr>
            <a:stCxn id="915" idx="4"/>
            <a:endCxn id="907" idx="0"/>
          </p:cNvCxnSpPr>
          <p:nvPr/>
        </p:nvCxnSpPr>
        <p:spPr>
          <a:xfrm>
            <a:off x="1855500" y="3044763"/>
            <a:ext cx="0" cy="4314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3" name="Google Shape;923;p51"/>
          <p:cNvCxnSpPr>
            <a:stCxn id="916" idx="0"/>
            <a:endCxn id="912" idx="2"/>
          </p:cNvCxnSpPr>
          <p:nvPr/>
        </p:nvCxnSpPr>
        <p:spPr>
          <a:xfrm rot="10800000">
            <a:off x="3666500" y="2346663"/>
            <a:ext cx="0" cy="4314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4" name="Google Shape;924;p51"/>
          <p:cNvCxnSpPr>
            <a:stCxn id="917" idx="4"/>
            <a:endCxn id="909" idx="0"/>
          </p:cNvCxnSpPr>
          <p:nvPr/>
        </p:nvCxnSpPr>
        <p:spPr>
          <a:xfrm>
            <a:off x="5477500" y="3044763"/>
            <a:ext cx="0" cy="4314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5" name="Google Shape;925;p51"/>
          <p:cNvCxnSpPr>
            <a:stCxn id="918" idx="0"/>
            <a:endCxn id="914" idx="2"/>
          </p:cNvCxnSpPr>
          <p:nvPr/>
        </p:nvCxnSpPr>
        <p:spPr>
          <a:xfrm rot="10800000">
            <a:off x="7288500" y="2346663"/>
            <a:ext cx="0" cy="4314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9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p52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  <p:sp>
        <p:nvSpPr>
          <p:cNvPr id="931" name="Google Shape;931;p52"/>
          <p:cNvSpPr txBox="1"/>
          <p:nvPr>
            <p:ph idx="1" type="subTitle"/>
          </p:nvPr>
        </p:nvSpPr>
        <p:spPr>
          <a:xfrm>
            <a:off x="705225" y="1241225"/>
            <a:ext cx="2795100" cy="104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disease can spread through small droplets from the nose or the mouth when the infected person coughs</a:t>
            </a:r>
            <a:endParaRPr/>
          </a:p>
        </p:txBody>
      </p:sp>
      <p:sp>
        <p:nvSpPr>
          <p:cNvPr id="932" name="Google Shape;932;p52"/>
          <p:cNvSpPr txBox="1"/>
          <p:nvPr>
            <p:ph idx="2" type="subTitle"/>
          </p:nvPr>
        </p:nvSpPr>
        <p:spPr>
          <a:xfrm>
            <a:off x="5643600" y="3318500"/>
            <a:ext cx="2795100" cy="104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People</a:t>
            </a:r>
            <a:r>
              <a:rPr lang="en"/>
              <a:t> can still catch the disease from an infected person who only has a mere cough and does not feel ill</a:t>
            </a:r>
            <a:endParaRPr/>
          </a:p>
        </p:txBody>
      </p:sp>
      <p:pic>
        <p:nvPicPr>
          <p:cNvPr id="933" name="Google Shape;933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20260" y="337725"/>
            <a:ext cx="3218456" cy="2145627"/>
          </a:xfrm>
          <a:prstGeom prst="rect">
            <a:avLst/>
          </a:prstGeom>
          <a:noFill/>
          <a:ln>
            <a:noFill/>
          </a:ln>
        </p:spPr>
      </p:pic>
      <p:pic>
        <p:nvPicPr>
          <p:cNvPr id="934" name="Google Shape;934;p52"/>
          <p:cNvPicPr preferRelativeResize="0"/>
          <p:nvPr/>
        </p:nvPicPr>
        <p:blipFill rotWithShape="1">
          <a:blip r:embed="rId4">
            <a:alphaModFix/>
          </a:blip>
          <a:srcRect b="0" l="15618" r="0" t="0"/>
          <a:stretch/>
        </p:blipFill>
        <p:spPr>
          <a:xfrm>
            <a:off x="705224" y="2989725"/>
            <a:ext cx="2771879" cy="184792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8" name="Shape 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" name="Google Shape;939;p53"/>
          <p:cNvSpPr txBox="1"/>
          <p:nvPr>
            <p:ph idx="1" type="body"/>
          </p:nvPr>
        </p:nvSpPr>
        <p:spPr>
          <a:xfrm>
            <a:off x="705225" y="1497050"/>
            <a:ext cx="4366800" cy="30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AUTHOR (YEAR). </a:t>
            </a:r>
            <a:r>
              <a:rPr i="1" lang="en"/>
              <a:t>Title of the publication</a:t>
            </a:r>
            <a:r>
              <a:rPr lang="en"/>
              <a:t>. Publisher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AUTHOR (YEAR). </a:t>
            </a:r>
            <a:r>
              <a:rPr i="1" lang="en"/>
              <a:t>Title of the publication</a:t>
            </a:r>
            <a:r>
              <a:rPr lang="en"/>
              <a:t>. Publisher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AUTHOR (YEAR). </a:t>
            </a:r>
            <a:r>
              <a:rPr i="1" lang="en"/>
              <a:t>Title of the publication</a:t>
            </a:r>
            <a:r>
              <a:rPr lang="en"/>
              <a:t>. Publisher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AUTHOR (YEAR). </a:t>
            </a:r>
            <a:r>
              <a:rPr i="1" lang="en"/>
              <a:t>Title of the publication</a:t>
            </a:r>
            <a:r>
              <a:rPr lang="en"/>
              <a:t>. Publisher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AUTHOR (YEAR). </a:t>
            </a:r>
            <a:r>
              <a:rPr i="1" lang="en"/>
              <a:t>Title of the publication</a:t>
            </a:r>
            <a:r>
              <a:rPr lang="en"/>
              <a:t>. Publisher</a:t>
            </a:r>
            <a:endParaRPr/>
          </a:p>
        </p:txBody>
      </p:sp>
      <p:sp>
        <p:nvSpPr>
          <p:cNvPr id="940" name="Google Shape;940;p53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REFERENCES</a:t>
            </a:r>
            <a:endParaRPr/>
          </a:p>
        </p:txBody>
      </p:sp>
      <p:pic>
        <p:nvPicPr>
          <p:cNvPr id="941" name="Google Shape;941;p53"/>
          <p:cNvPicPr preferRelativeResize="0"/>
          <p:nvPr/>
        </p:nvPicPr>
        <p:blipFill rotWithShape="1">
          <a:blip r:embed="rId3">
            <a:alphaModFix/>
          </a:blip>
          <a:srcRect b="0" l="45661" r="20627" t="0"/>
          <a:stretch/>
        </p:blipFill>
        <p:spPr>
          <a:xfrm>
            <a:off x="6200773" y="0"/>
            <a:ext cx="2552702" cy="4257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" name="Google Shape;946;p54"/>
          <p:cNvSpPr/>
          <p:nvPr/>
        </p:nvSpPr>
        <p:spPr>
          <a:xfrm>
            <a:off x="2977875" y="949150"/>
            <a:ext cx="900300" cy="1548300"/>
          </a:xfrm>
          <a:prstGeom prst="rect">
            <a:avLst/>
          </a:prstGeom>
          <a:solidFill>
            <a:srgbClr val="467A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" name="Google Shape;947;p54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948" name="Google Shape;948;p54"/>
          <p:cNvSpPr txBox="1"/>
          <p:nvPr>
            <p:ph idx="2" type="title"/>
          </p:nvPr>
        </p:nvSpPr>
        <p:spPr>
          <a:xfrm>
            <a:off x="1670763" y="3194675"/>
            <a:ext cx="2207400" cy="35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HELENA PATTERSON</a:t>
            </a:r>
            <a:endParaRPr/>
          </a:p>
        </p:txBody>
      </p:sp>
      <p:sp>
        <p:nvSpPr>
          <p:cNvPr id="949" name="Google Shape;949;p54"/>
          <p:cNvSpPr txBox="1"/>
          <p:nvPr>
            <p:ph idx="1" type="subTitle"/>
          </p:nvPr>
        </p:nvSpPr>
        <p:spPr>
          <a:xfrm>
            <a:off x="1670763" y="3553150"/>
            <a:ext cx="2207400" cy="8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950" name="Google Shape;950;p54"/>
          <p:cNvSpPr txBox="1"/>
          <p:nvPr>
            <p:ph idx="3" type="title"/>
          </p:nvPr>
        </p:nvSpPr>
        <p:spPr>
          <a:xfrm>
            <a:off x="5265838" y="3194675"/>
            <a:ext cx="2207400" cy="35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JOHN DOE</a:t>
            </a:r>
            <a:endParaRPr/>
          </a:p>
        </p:txBody>
      </p:sp>
      <p:sp>
        <p:nvSpPr>
          <p:cNvPr id="951" name="Google Shape;951;p54"/>
          <p:cNvSpPr txBox="1"/>
          <p:nvPr>
            <p:ph idx="4" type="subTitle"/>
          </p:nvPr>
        </p:nvSpPr>
        <p:spPr>
          <a:xfrm>
            <a:off x="5265838" y="3553150"/>
            <a:ext cx="2207400" cy="8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pic>
        <p:nvPicPr>
          <p:cNvPr id="952" name="Google Shape;952;p54"/>
          <p:cNvPicPr preferRelativeResize="0"/>
          <p:nvPr/>
        </p:nvPicPr>
        <p:blipFill rotWithShape="1">
          <a:blip r:embed="rId3">
            <a:alphaModFix/>
          </a:blip>
          <a:srcRect b="0" l="35111" r="0" t="0"/>
          <a:stretch/>
        </p:blipFill>
        <p:spPr>
          <a:xfrm>
            <a:off x="2021014" y="1287600"/>
            <a:ext cx="1506930" cy="1548150"/>
          </a:xfrm>
          <a:prstGeom prst="rect">
            <a:avLst/>
          </a:prstGeom>
          <a:noFill/>
          <a:ln>
            <a:noFill/>
          </a:ln>
        </p:spPr>
      </p:pic>
      <p:sp>
        <p:nvSpPr>
          <p:cNvPr id="953" name="Google Shape;953;p54"/>
          <p:cNvSpPr/>
          <p:nvPr/>
        </p:nvSpPr>
        <p:spPr>
          <a:xfrm>
            <a:off x="5265850" y="949150"/>
            <a:ext cx="900300" cy="1548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54" name="Google Shape;954;p54"/>
          <p:cNvPicPr preferRelativeResize="0"/>
          <p:nvPr/>
        </p:nvPicPr>
        <p:blipFill rotWithShape="1">
          <a:blip r:embed="rId4">
            <a:alphaModFix/>
          </a:blip>
          <a:srcRect b="0" l="0" r="22136" t="0"/>
          <a:stretch/>
        </p:blipFill>
        <p:spPr>
          <a:xfrm>
            <a:off x="5616087" y="1287600"/>
            <a:ext cx="1506926" cy="154815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58" name="Shape 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" name="Google Shape;959;p55"/>
          <p:cNvSpPr txBox="1"/>
          <p:nvPr>
            <p:ph type="title"/>
          </p:nvPr>
        </p:nvSpPr>
        <p:spPr>
          <a:xfrm>
            <a:off x="705222" y="76155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960" name="Google Shape;960;p55"/>
          <p:cNvSpPr txBox="1"/>
          <p:nvPr>
            <p:ph idx="1" type="body"/>
          </p:nvPr>
        </p:nvSpPr>
        <p:spPr>
          <a:xfrm>
            <a:off x="705225" y="1517250"/>
            <a:ext cx="2808000" cy="12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Do you have any questions?</a:t>
            </a:r>
            <a:br>
              <a:rPr lang="en"/>
            </a:br>
            <a:r>
              <a:rPr lang="en">
                <a:uFill>
                  <a:noFill/>
                </a:uFill>
                <a:hlinkClick r:id="rId3"/>
              </a:rPr>
              <a:t>youremail@freepik.com</a:t>
            </a:r>
            <a:br>
              <a:rPr lang="en"/>
            </a:br>
            <a:r>
              <a:rPr lang="en"/>
              <a:t>+91 620 421 838</a:t>
            </a:r>
            <a:br>
              <a:rPr lang="en"/>
            </a:br>
            <a:r>
              <a:rPr lang="en"/>
              <a:t>yourcompany.com</a:t>
            </a:r>
            <a:endParaRPr/>
          </a:p>
        </p:txBody>
      </p:sp>
      <p:grpSp>
        <p:nvGrpSpPr>
          <p:cNvPr id="961" name="Google Shape;961;p55"/>
          <p:cNvGrpSpPr/>
          <p:nvPr/>
        </p:nvGrpSpPr>
        <p:grpSpPr>
          <a:xfrm>
            <a:off x="1554553" y="4315515"/>
            <a:ext cx="280948" cy="280948"/>
            <a:chOff x="1379798" y="1723250"/>
            <a:chExt cx="397887" cy="397887"/>
          </a:xfrm>
        </p:grpSpPr>
        <p:sp>
          <p:nvSpPr>
            <p:cNvPr id="962" name="Google Shape;962;p55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5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5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5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" name="Google Shape;966;p55"/>
          <p:cNvGrpSpPr/>
          <p:nvPr/>
        </p:nvGrpSpPr>
        <p:grpSpPr>
          <a:xfrm>
            <a:off x="784807" y="4315515"/>
            <a:ext cx="280962" cy="280948"/>
            <a:chOff x="266768" y="1721375"/>
            <a:chExt cx="397907" cy="397887"/>
          </a:xfrm>
        </p:grpSpPr>
        <p:sp>
          <p:nvSpPr>
            <p:cNvPr id="967" name="Google Shape;967;p55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5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" name="Google Shape;969;p55"/>
          <p:cNvGrpSpPr/>
          <p:nvPr/>
        </p:nvGrpSpPr>
        <p:grpSpPr>
          <a:xfrm>
            <a:off x="1169696" y="4315515"/>
            <a:ext cx="280933" cy="280948"/>
            <a:chOff x="864491" y="1723250"/>
            <a:chExt cx="397866" cy="397887"/>
          </a:xfrm>
        </p:grpSpPr>
        <p:sp>
          <p:nvSpPr>
            <p:cNvPr id="970" name="Google Shape;970;p55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5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5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3" name="Google Shape;973;p55"/>
          <p:cNvSpPr txBox="1"/>
          <p:nvPr/>
        </p:nvSpPr>
        <p:spPr>
          <a:xfrm>
            <a:off x="705225" y="3667250"/>
            <a:ext cx="3447300" cy="35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Please keep this slide for attribution.</a:t>
            </a:r>
            <a:endParaRPr b="1" sz="10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974" name="Google Shape;974;p5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435247" y="890525"/>
            <a:ext cx="4708746" cy="336245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78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" name="Google Shape;979;p56"/>
          <p:cNvSpPr txBox="1"/>
          <p:nvPr>
            <p:ph idx="1" type="body"/>
          </p:nvPr>
        </p:nvSpPr>
        <p:spPr>
          <a:xfrm>
            <a:off x="2577375" y="1699975"/>
            <a:ext cx="4366800" cy="30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3"/>
              </a:rPr>
              <a:t>Portrait of adult with face mask holding coronavirus sign</a:t>
            </a:r>
            <a:endParaRPr>
              <a:solidFill>
                <a:srgbClr val="FFFFFF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4"/>
              </a:rPr>
              <a:t>Front view of sick man coughing while wearing a medical mask</a:t>
            </a:r>
            <a:endParaRPr>
              <a:solidFill>
                <a:srgbClr val="FFFFFF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5"/>
              </a:rPr>
              <a:t>Portrait of adult woman wearing surgical mask outdoor</a:t>
            </a:r>
            <a:endParaRPr>
              <a:solidFill>
                <a:srgbClr val="FFFFFF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6"/>
              </a:rPr>
              <a:t>Front view of doctor wearing medical mask</a:t>
            </a:r>
            <a:endParaRPr>
              <a:solidFill>
                <a:srgbClr val="FFFFFF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7"/>
              </a:rPr>
              <a:t>Portrait of woman sanitizing hands with gel</a:t>
            </a:r>
            <a:endParaRPr>
              <a:solidFill>
                <a:srgbClr val="FFFFFF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8"/>
              </a:rPr>
              <a:t>Sick man coughing in medical mask</a:t>
            </a:r>
            <a:endParaRPr>
              <a:solidFill>
                <a:srgbClr val="FFFFFF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9"/>
              </a:rPr>
              <a:t>Coughing man posing on the stairs while wearing medical mask</a:t>
            </a:r>
            <a:endParaRPr>
              <a:solidFill>
                <a:srgbClr val="FFFFFF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10"/>
              </a:rPr>
              <a:t>Low angle of man coughing while wearing a medical mask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80" name="Google Shape;980;p56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4" name="Shape 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" name="Google Shape;985;p57"/>
          <p:cNvSpPr txBox="1"/>
          <p:nvPr>
            <p:ph idx="1" type="body"/>
          </p:nvPr>
        </p:nvSpPr>
        <p:spPr>
          <a:xfrm>
            <a:off x="966675" y="1468475"/>
            <a:ext cx="3276600" cy="298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/>
              <a:t>Did you like the resources on this template? Get them for free at our other websites.</a:t>
            </a:r>
            <a:endParaRPr sz="1300"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300"/>
              <a:t>PHOTOS:</a:t>
            </a:r>
            <a:endParaRPr sz="1300">
              <a:uFill>
                <a:noFill/>
              </a:uFill>
              <a:hlinkClick r:id="rId3"/>
            </a:endParaRPr>
          </a:p>
          <a:p>
            <a:pPr indent="-311150" lvl="0" marL="457200" rtl="0" algn="l">
              <a:spcBef>
                <a:spcPts val="1600"/>
              </a:spcBef>
              <a:spcAft>
                <a:spcPts val="0"/>
              </a:spcAft>
              <a:buSzPts val="1300"/>
              <a:buChar char="●"/>
            </a:pPr>
            <a:r>
              <a:rPr lang="en" sz="13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Front view of doctor holding torn paper with coronavirus</a:t>
            </a:r>
            <a:endParaRPr sz="13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5"/>
              </a:rPr>
              <a:t>Front view of doctor holding stethoscope</a:t>
            </a:r>
            <a:endParaRPr sz="13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6"/>
              </a:rPr>
              <a:t>Portrait of young doctor with surgical gloves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uFill>
                  <a:noFill/>
                </a:uFill>
                <a:hlinkClick r:id="rId7"/>
              </a:rPr>
              <a:t>Young women using public transport with surgical mask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300"/>
          </a:p>
        </p:txBody>
      </p:sp>
      <p:sp>
        <p:nvSpPr>
          <p:cNvPr id="986" name="Google Shape;986;p57"/>
          <p:cNvSpPr txBox="1"/>
          <p:nvPr>
            <p:ph idx="2" type="body"/>
          </p:nvPr>
        </p:nvSpPr>
        <p:spPr>
          <a:xfrm>
            <a:off x="4900625" y="1468475"/>
            <a:ext cx="3276600" cy="298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8"/>
              </a:rPr>
              <a:t>Couple in plaid watching tv</a:t>
            </a:r>
            <a:endParaRPr sz="1300">
              <a:uFill>
                <a:noFill/>
              </a:uFill>
              <a:hlinkClick r:id="rId9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 sz="1300">
                <a:solidFill>
                  <a:schemeClr val="hlink"/>
                </a:solidFill>
                <a:uFill>
                  <a:noFill/>
                </a:uFill>
                <a:hlinkClick r:id="rId10"/>
              </a:rPr>
              <a:t>Close-up of woman sneezing with tissue against white background</a:t>
            </a:r>
            <a:endParaRPr sz="1300">
              <a:uFill>
                <a:noFill/>
              </a:uFill>
              <a:hlinkClick r:id="rId11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 sz="1300">
                <a:solidFill>
                  <a:schemeClr val="hlink"/>
                </a:solidFill>
                <a:uFill>
                  <a:noFill/>
                </a:uFill>
                <a:hlinkClick r:id="rId12"/>
              </a:rPr>
              <a:t>Man wearing medical mask outside with copy space</a:t>
            </a:r>
            <a:endParaRPr sz="13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13"/>
              </a:rPr>
              <a:t>Portrait of woman applying washing gel for hands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uFill>
                  <a:noFill/>
                </a:uFill>
                <a:hlinkClick r:id="rId14"/>
              </a:rPr>
              <a:t>Close-up medical samples with syringe and tablets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uFill>
                  <a:noFill/>
                </a:uFill>
                <a:hlinkClick r:id="rId15"/>
              </a:rPr>
              <a:t>Sick woman coughing at home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uFill>
                  <a:noFill/>
                </a:uFill>
                <a:hlinkClick r:id="rId16"/>
              </a:rPr>
              <a:t>Close-up of young man suffering from headache</a:t>
            </a:r>
            <a:endParaRPr/>
          </a:p>
        </p:txBody>
      </p:sp>
      <p:sp>
        <p:nvSpPr>
          <p:cNvPr id="987" name="Google Shape;987;p57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9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" name="Google Shape;992;p58"/>
          <p:cNvSpPr txBox="1"/>
          <p:nvPr>
            <p:ph idx="1" type="body"/>
          </p:nvPr>
        </p:nvSpPr>
        <p:spPr>
          <a:xfrm>
            <a:off x="966675" y="1468475"/>
            <a:ext cx="3276600" cy="298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3"/>
              </a:rPr>
              <a:t>Close-up of young man suffering from headache </a:t>
            </a:r>
            <a:r>
              <a:rPr lang="en" sz="13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isolated over white background</a:t>
            </a:r>
            <a:endParaRPr sz="13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5"/>
              </a:rPr>
              <a:t>Close-up of a doctor's hand showing thermometer</a:t>
            </a:r>
            <a:endParaRPr sz="13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6"/>
              </a:rPr>
              <a:t>Man using nebulizer at home</a:t>
            </a:r>
            <a:endParaRPr sz="1300">
              <a:uFill>
                <a:noFill/>
              </a:uFill>
              <a:hlinkClick r:id="rId7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 sz="1300">
                <a:solidFill>
                  <a:schemeClr val="hlink"/>
                </a:solidFill>
                <a:uFill>
                  <a:noFill/>
                </a:uFill>
                <a:hlinkClick r:id="rId8"/>
              </a:rPr>
              <a:t>Studio shot elder man with grey hair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uFill>
                  <a:noFill/>
                </a:uFill>
                <a:hlinkClick r:id="rId9"/>
              </a:rPr>
              <a:t>Portrait of young woman wearing surgical mask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uFill>
                  <a:noFill/>
                </a:uFill>
                <a:hlinkClick r:id="rId10"/>
              </a:rPr>
              <a:t>Front view of doctor holding tube with coronavirus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uFill>
                  <a:noFill/>
                </a:uFill>
                <a:hlinkClick r:id="rId11"/>
              </a:rPr>
              <a:t>Side view of man with medical mask talking on the phone</a:t>
            </a:r>
            <a:endParaRPr>
              <a:uFill>
                <a:noFill/>
              </a:uFill>
              <a:hlinkClick r:id="rId12"/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300"/>
          </a:p>
        </p:txBody>
      </p:sp>
      <p:sp>
        <p:nvSpPr>
          <p:cNvPr id="993" name="Google Shape;993;p58"/>
          <p:cNvSpPr txBox="1"/>
          <p:nvPr>
            <p:ph idx="2" type="body"/>
          </p:nvPr>
        </p:nvSpPr>
        <p:spPr>
          <a:xfrm>
            <a:off x="4900625" y="1468475"/>
            <a:ext cx="3276600" cy="298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uFill>
                  <a:noFill/>
                </a:uFill>
                <a:hlinkClick r:id="rId13"/>
              </a:rPr>
              <a:t>Nurse pointing to the window while talking to old man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uFill>
                  <a:noFill/>
                </a:uFill>
                <a:hlinkClick r:id="rId14"/>
              </a:rPr>
              <a:t>Close-up individual using cleaning gel for hands</a:t>
            </a:r>
            <a:endParaRPr>
              <a:uFill>
                <a:noFill/>
              </a:uFill>
              <a:hlinkClick r:id="rId15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6"/>
              </a:rPr>
              <a:t>View of empty railway station with railroad</a:t>
            </a:r>
            <a:endParaRPr>
              <a:uFill>
                <a:noFill/>
              </a:uFill>
              <a:hlinkClick r:id="rId17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8"/>
              </a:rPr>
              <a:t>Crop hands under water stream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uFill>
                  <a:noFill/>
                </a:uFill>
                <a:hlinkClick r:id="rId19"/>
              </a:rPr>
              <a:t>Man crossing road on busy street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uFill>
                  <a:noFill/>
                </a:uFill>
                <a:hlinkClick r:id="rId20"/>
              </a:rPr>
              <a:t>Portrait of beautiful senior woman with glasses</a:t>
            </a:r>
            <a:endParaRPr>
              <a:uFill>
                <a:noFill/>
              </a:uFill>
              <a:hlinkClick r:id="rId21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hlink"/>
                </a:solidFill>
                <a:highlight>
                  <a:srgbClr val="FFFFFF"/>
                </a:highlight>
                <a:uFill>
                  <a:noFill/>
                </a:uFill>
                <a:hlinkClick r:id="rId22"/>
              </a:rPr>
              <a:t>Portrait of adult woman with infection symptom</a:t>
            </a:r>
            <a:endParaRPr/>
          </a:p>
        </p:txBody>
      </p:sp>
      <p:sp>
        <p:nvSpPr>
          <p:cNvPr id="994" name="Google Shape;994;p58"/>
          <p:cNvSpPr txBox="1"/>
          <p:nvPr>
            <p:ph type="title"/>
          </p:nvPr>
        </p:nvSpPr>
        <p:spPr>
          <a:xfrm>
            <a:off x="705222" y="445025"/>
            <a:ext cx="8111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98" name="Shape 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" name="Google Shape;999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0" name="Google Shape;1000;p5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/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/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1" name="Google Shape;1001;p5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/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/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05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" name="Google Shape;1006;p60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7" name="Google Shape;1007;p6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8" name="Google Shape;1008;p6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Montserrat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/>
              </a:rPr>
              <a:t>https://fonts.google.com/specimen/Montserrat?query=MON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9" name="Google Shape;1009;p60"/>
          <p:cNvGrpSpPr/>
          <p:nvPr/>
        </p:nvGrpSpPr>
        <p:grpSpPr>
          <a:xfrm>
            <a:off x="3114475" y="3498875"/>
            <a:ext cx="2915050" cy="754200"/>
            <a:chOff x="2052655" y="3498875"/>
            <a:chExt cx="2915050" cy="754200"/>
          </a:xfrm>
        </p:grpSpPr>
        <p:sp>
          <p:nvSpPr>
            <p:cNvPr id="1010" name="Google Shape;1010;p60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000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60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60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67AF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60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#000000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014" name="Google Shape;1014;p60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1"/>
                  </a:solidFill>
                </a:rPr>
                <a:t>#ffffff</a:t>
              </a:r>
              <a:endParaRPr sz="1000">
                <a:solidFill>
                  <a:schemeClr val="dk1"/>
                </a:solidFill>
              </a:endParaRPr>
            </a:p>
          </p:txBody>
        </p:sp>
        <p:sp>
          <p:nvSpPr>
            <p:cNvPr id="1015" name="Google Shape;1015;p60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#467af1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19" name="Shape 1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" name="Google Shape;1020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1" name="Google Shape;1021;p61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22" name="Google Shape;1022;p61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1023" name="Google Shape;1023;p6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6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" name="Google Shape;1025;p61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1026" name="Google Shape;1026;p6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6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6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6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" name="Google Shape;1030;p61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1031" name="Google Shape;1031;p6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6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" name="Google Shape;1033;p61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1034" name="Google Shape;1034;p6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6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6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" name="Google Shape;1037;p61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1038" name="Google Shape;1038;p6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61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" name="Google Shape;1040;p61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1041" name="Google Shape;1041;p6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6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6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6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" name="Google Shape;1045;p61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1046" name="Google Shape;1046;p6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6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6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6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" name="Google Shape;1050;p61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1051" name="Google Shape;1051;p6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6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6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6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6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" name="Google Shape;1056;p61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1057" name="Google Shape;1057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" name="Google Shape;1061;p61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1062" name="Google Shape;1062;p6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6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6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" name="Google Shape;1065;p61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1066" name="Google Shape;1066;p6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6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6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6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6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6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" name="Google Shape;1072;p61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1073" name="Google Shape;1073;p6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6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6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6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" name="Google Shape;1080;p61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" name="Google Shape;1081;p61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" name="Google Shape;1082;p61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61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4" name="Google Shape;1084;p61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085" name="Google Shape;1085;p6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6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" name="Google Shape;1087;p61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088" name="Google Shape;1088;p6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6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" name="Google Shape;1090;p61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091" name="Google Shape;1091;p6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6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" name="Google Shape;1093;p61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094" name="Google Shape;1094;p6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6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" name="Google Shape;1096;p61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097" name="Google Shape;1097;p6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6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" name="Google Shape;1099;p61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100" name="Google Shape;1100;p6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6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" name="Google Shape;1102;p61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103" name="Google Shape;1103;p6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6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" name="Google Shape;1105;p61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106" name="Google Shape;1106;p6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6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6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" name="Google Shape;1109;p61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110" name="Google Shape;1110;p6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6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6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" name="Google Shape;1113;p61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114" name="Google Shape;1114;p6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6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6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" name="Google Shape;1117;p61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118" name="Google Shape;1118;p6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6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6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61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122" name="Google Shape;1122;p6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6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4" name="Google Shape;1124;p61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" name="Google Shape;1125;p61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" name="Google Shape;1126;p61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" name="Google Shape;1127;p61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" name="Google Shape;1128;p61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" name="Google Shape;1129;p61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0" name="Google Shape;1130;p61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131" name="Google Shape;1131;p6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6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" name="Google Shape;1133;p61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134" name="Google Shape;1134;p6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" name="Google Shape;1136;p61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137" name="Google Shape;1137;p6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6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9" name="Google Shape;1139;p61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" name="Google Shape;1140;p61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" name="Google Shape;1141;p61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2" name="Google Shape;1142;p61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143" name="Google Shape;1143;p6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6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6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6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6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6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6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" name="Google Shape;1152;p61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153" name="Google Shape;1153;p6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" name="Google Shape;1155;p61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156" name="Google Shape;1156;p6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6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6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6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6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6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6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6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" name="Google Shape;1176;p61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177" name="Google Shape;1177;p6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6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6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6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6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6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6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6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6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6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6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6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6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6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6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6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6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6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6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6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6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6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6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6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6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6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6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6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6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6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" name="Google Shape;1255;p61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1256" name="Google Shape;1256;p61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1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1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1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" name="Google Shape;1260;p61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1261" name="Google Shape;1261;p61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1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1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" name="Google Shape;1264;p61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1265" name="Google Shape;1265;p61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1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1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" name="Google Shape;1268;p61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1269" name="Google Shape;1269;p61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1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" name="Google Shape;1271;p61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1272" name="Google Shape;1272;p61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1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1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1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1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7" name="Google Shape;1277;p61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8" name="Google Shape;1278;p61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1279" name="Google Shape;1279;p61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1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1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1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" name="Google Shape;1283;p61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1284" name="Google Shape;1284;p61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1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" name="Google Shape;1286;p61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1287" name="Google Shape;1287;p61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1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289" name="Google Shape;1289;p61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0" name="Google Shape;1290;p61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1291" name="Google Shape;1291;p61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1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" name="Google Shape;1293;p61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1294" name="Google Shape;1294;p61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1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" name="Google Shape;1296;p61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1297" name="Google Shape;1297;p61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1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" name="Google Shape;1299;p61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1300" name="Google Shape;1300;p61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1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" name="Google Shape;1302;p61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1303" name="Google Shape;1303;p61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1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1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1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1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1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1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1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" name="Google Shape;1311;p61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1312" name="Google Shape;1312;p61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1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1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1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1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1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1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1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1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1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" name="Google Shape;1322;p61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1323" name="Google Shape;1323;p61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1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1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1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1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1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1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1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1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1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1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1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1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1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1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1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1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1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1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1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1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" name="Google Shape;1344;p61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1345" name="Google Shape;1345;p61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1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1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1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1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1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1" name="Google Shape;1351;p61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2" name="Google Shape;1352;p61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" name="Google Shape;1353;p61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4" name="Google Shape;1354;p61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58" name="Shape 1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9" name="Google Shape;1359;p62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1360" name="Google Shape;1360;p62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1361" name="Google Shape;1361;p6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62" name="Google Shape;1362;p6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3" name="Google Shape;1363;p62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1364" name="Google Shape;1364;p6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365" name="Google Shape;1365;p6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366" name="Google Shape;1366;p6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1367" name="Google Shape;1367;p6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" name="Google Shape;1368;p6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" name="Google Shape;1369;p6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" name="Google Shape;1370;p6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1371" name="Google Shape;1371;p6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72" name="Google Shape;1372;p62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1373" name="Google Shape;1373;p6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74" name="Google Shape;1374;p6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5" name="Google Shape;1375;p62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1376" name="Google Shape;1376;p6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77" name="Google Shape;1377;p6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6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6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6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6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2" name="Google Shape;1382;p62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1383" name="Google Shape;1383;p6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6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385" name="Google Shape;1385;p62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1386" name="Google Shape;1386;p6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6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88" name="Google Shape;1388;p6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389" name="Google Shape;1389;p62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1390" name="Google Shape;1390;p6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6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392" name="Google Shape;1392;p62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1393" name="Google Shape;1393;p6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94" name="Google Shape;1394;p6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5" name="Google Shape;1395;p62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1396" name="Google Shape;1396;p6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397" name="Google Shape;1397;p6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398" name="Google Shape;1398;p6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" name="Google Shape;1399;p6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00" name="Google Shape;1400;p62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1401" name="Google Shape;1401;p6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402" name="Google Shape;1402;p6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1403" name="Google Shape;1403;p62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1404" name="Google Shape;1404;p6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405" name="Google Shape;1405;p6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6" name="Google Shape;1406;p62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1407" name="Google Shape;1407;p6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408" name="Google Shape;1408;p6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09" name="Google Shape;1409;p62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2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2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1412" name="Google Shape;1412;p62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1413" name="Google Shape;1413;p6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6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6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6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6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6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6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6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6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6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6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6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6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6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6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6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1429" name="Google Shape;1429;p62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2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2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2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2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2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2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2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2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2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2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2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2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2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2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2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2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2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2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2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449" name="Google Shape;1449;p62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450" name="Google Shape;1450;p62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51" name="Google Shape;1451;p62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1452" name="Google Shape;1452;p6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6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54" name="Google Shape;1454;p62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55" name="Google Shape;1455;p62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1456" name="Google Shape;1456;p6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6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6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6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60" name="Google Shape;1460;p62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2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2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2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2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2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2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67" name="Google Shape;1467;p62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1468" name="Google Shape;1468;p6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6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6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6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72" name="Google Shape;1472;p62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2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2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2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2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2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2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2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2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2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2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2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2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2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2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2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2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2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2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2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2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2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2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2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2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2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2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2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2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01" name="Google Shape;1501;p62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1502" name="Google Shape;1502;p6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6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04" name="Google Shape;1504;p62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05" name="Google Shape;1505;p62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1506" name="Google Shape;1506;p6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1507" name="Google Shape;1507;p6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8" name="Google Shape;1508;p62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1509" name="Google Shape;1509;p6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6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11" name="Google Shape;1511;p62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2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2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2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2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2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2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2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9" name="Google Shape;1519;p62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1520" name="Google Shape;1520;p6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6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6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6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24" name="Google Shape;1524;p62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2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2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2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2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2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2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2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32" name="Google Shape;1532;p62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1533" name="Google Shape;1533;p6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6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6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6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37" name="Google Shape;1537;p62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2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2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2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2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2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2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2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2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2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2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2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2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2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2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2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2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554" name="Google Shape;1554;p62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2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2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2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2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2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2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2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2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2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2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2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566" name="Google Shape;1566;p62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2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2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2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2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2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2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2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2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2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2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2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2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79" name="Google Shape;1579;p62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1580" name="Google Shape;1580;p6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6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82" name="Google Shape;1582;p62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2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2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2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2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2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2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2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2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591" name="Google Shape;1591;p62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2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2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2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2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2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2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2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2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2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601" name="Google Shape;1601;p62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2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2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2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2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2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607" name="Google Shape;1607;p62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2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2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2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2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2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2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2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2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2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" name="Google Shape;1617;p62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1618" name="Google Shape;1618;p62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2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2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2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2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2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" name="Google Shape;1624;p62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1625" name="Google Shape;1625;p62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2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2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2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2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2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2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2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2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2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2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2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2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2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2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2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2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2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2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2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2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2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2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2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2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2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2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2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2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2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2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2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2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2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2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2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2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2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2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2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2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2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2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2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2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2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2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2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2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2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2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2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2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2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2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2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2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2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2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2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2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2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2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2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2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2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2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2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2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2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2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2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2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2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2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2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2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2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2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2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2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2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2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2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2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2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2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2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2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2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2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2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2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2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2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2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2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2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2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2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2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2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2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2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2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2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2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2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2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2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2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2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2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2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2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2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2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2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2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2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2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2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2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2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2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2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2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2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2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2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2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2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2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2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2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2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2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2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2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2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2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2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2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2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2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2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2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2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2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2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2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2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2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2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2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2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2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2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2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2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2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2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2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2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2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2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2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2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2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2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2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2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2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2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2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2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2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2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2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2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2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2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2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2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2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2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2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2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2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2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2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2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2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2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2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2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2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2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2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2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2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2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2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2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2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2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2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2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2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2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2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2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2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2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2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2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2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2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2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2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2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2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2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2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2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2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2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2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2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2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2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2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2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2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2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2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2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2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2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2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2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2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2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2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2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2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2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2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2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2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2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2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2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2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2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2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2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2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2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2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2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2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2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2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2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2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2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2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2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2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2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2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2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2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2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2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2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2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2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2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2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2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2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2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2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2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2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2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2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2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2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2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2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2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2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2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2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2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2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2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2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2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2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2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2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2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2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2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2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2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2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2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2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2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2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2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2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2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2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2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2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2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2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2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2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2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2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2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2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2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2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2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2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2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2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2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2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2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2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2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2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2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2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2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2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2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2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2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2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2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2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2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2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2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2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2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2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2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2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2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2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2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2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2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2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2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2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2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2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2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2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2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2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2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2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2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2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2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2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2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2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2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2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2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2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2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2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2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2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2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2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2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2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2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2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2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2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2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2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2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2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2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2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2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2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2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2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2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2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2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2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2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2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2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2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2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2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2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2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2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2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2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2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2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2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2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2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2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2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2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2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2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2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2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2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2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2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2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2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2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2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2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2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2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2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2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2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2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2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2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2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2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2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2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2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2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2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2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2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2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2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2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2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2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2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2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2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2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2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2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2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2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2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2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2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2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2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2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2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2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2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2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2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2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2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2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2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2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2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2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2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2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2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2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2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2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2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2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2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2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2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2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2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2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2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2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2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2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2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2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2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2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2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2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2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2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2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2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2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2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2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2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2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2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2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2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2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2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2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2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2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2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2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2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2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2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2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2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2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2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2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2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2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2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2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2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2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2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2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2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2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2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2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2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2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2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2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2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2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2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2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2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2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2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2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2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2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2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2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2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2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2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2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2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2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2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2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2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2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2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2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2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2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2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2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2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2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2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2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2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2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2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2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2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2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2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2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2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2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2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2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2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2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2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2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2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2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2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2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2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2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2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2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2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2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2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2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2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2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2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2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2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2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2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2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2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2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2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2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2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2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2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2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2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2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2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2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2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2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2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2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2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2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2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2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2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2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2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2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2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2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2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2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2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2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2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2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2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2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2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2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2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2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2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2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2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2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2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2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2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2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2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2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2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2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2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2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2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2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2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2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2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2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2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2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2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2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2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2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2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2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2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2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2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2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2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2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2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2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2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2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2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2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2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2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2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2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2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2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2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2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2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2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2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2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2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2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2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2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2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2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2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2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2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2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2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2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2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2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2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2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2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2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2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2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2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2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2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2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2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2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2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2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2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2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2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2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2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2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2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2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2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2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2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2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2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2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2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2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2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2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2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2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2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2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2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2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2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2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2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2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2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2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2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2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2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2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2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2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2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2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2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2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2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2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2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2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2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2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2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2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2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2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2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2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2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2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2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2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2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2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2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2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2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2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2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2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2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2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2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2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2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2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2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2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2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2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2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2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2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2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2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2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2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2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2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2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2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2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2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2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2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2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2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2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2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2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2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2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2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2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2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2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2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2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2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2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2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2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2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2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2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2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2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2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2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2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2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2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2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2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2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2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2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2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2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2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2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2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2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2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2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2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2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2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2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2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2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2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2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2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2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2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2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2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2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2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2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2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2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2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2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2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2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2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2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2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2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2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2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2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2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2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2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2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2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2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2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2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2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2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2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2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2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2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2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2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2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2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2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2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2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2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2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2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2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2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2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2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2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2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2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2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2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2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2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2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2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2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2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2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2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2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2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2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2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2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2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2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2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2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2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2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2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2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2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2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2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2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2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2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2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2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2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2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2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2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2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2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2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2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2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2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2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2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2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2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2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2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2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2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2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2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2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2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2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2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2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2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2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2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2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2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2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2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2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2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2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2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2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2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2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2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2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2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2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2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2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2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2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2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2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2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2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2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2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2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2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2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2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2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2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2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2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2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2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2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2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2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2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2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2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2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2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2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2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2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2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2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2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2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2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2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2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2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2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2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2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2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2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2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2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2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2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2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2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2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2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2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2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2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2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2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2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2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2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2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2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2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2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2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2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2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2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2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2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2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2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2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2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2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2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2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2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2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2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2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2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2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2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2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2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2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2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2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2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2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2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2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2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2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2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2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2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2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2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2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2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2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2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2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2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2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2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2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2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2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2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2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2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2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2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2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2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2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2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2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2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2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2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2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2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2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2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2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2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2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2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2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2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2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2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2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2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2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2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2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2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2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2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2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2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2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2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2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2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2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2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2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2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2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2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2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2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2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2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2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2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2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2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2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2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2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2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2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2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2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2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2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2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2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2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2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2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2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2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2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2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2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2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2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2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2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2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2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2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2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2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2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2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2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2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2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2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2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2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2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2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2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2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2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2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2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2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2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2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2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2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2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2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2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2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2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2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2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2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2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2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2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2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2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2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2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2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2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2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2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2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2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2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2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2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2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2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2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2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2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2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2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2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2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2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2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2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2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2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2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2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2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2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2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2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2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2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2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2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2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2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2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2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2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2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2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2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2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2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2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2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2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2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2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2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2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2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2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2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2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2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2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2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2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2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2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2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2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2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2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2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2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2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2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2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2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2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2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2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2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2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2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2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2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2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2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2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2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2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2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2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2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2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2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2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2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2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2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2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2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2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2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2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2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2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2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2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2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2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2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2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2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2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2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2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2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2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2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2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2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2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2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2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2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2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2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2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2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2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2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2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2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2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2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2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2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2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2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2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2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2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2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2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2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2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2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2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2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2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2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2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2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2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2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2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2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2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2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2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2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2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2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2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2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2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2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2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2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2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2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2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2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2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2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2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2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2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2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2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2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2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2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2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2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2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2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2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2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2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2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2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2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2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2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2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2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2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2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2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2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2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2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2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2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2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2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2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2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2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2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2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2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2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2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2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2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2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2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2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2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2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2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2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2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2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2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2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2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2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2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2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2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2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2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2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2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2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2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2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2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2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2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2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2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2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2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2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2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2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2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2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2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2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2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2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2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2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2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2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2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2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2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2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2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2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2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2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2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2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2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2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2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2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2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2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2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2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2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2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2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2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2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2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2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2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2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2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2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2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2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2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2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2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2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2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2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2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2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2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2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2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2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2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2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2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2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2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2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2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2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2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2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2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2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2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2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2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2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2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2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2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2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2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2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2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2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2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2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2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2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2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2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2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2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2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2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2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2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2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2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2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2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2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2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2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7" name="Google Shape;3197;p62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3198" name="Google Shape;3198;p62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2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2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2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2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2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2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2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2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2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2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2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2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2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2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2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2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2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2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2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2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2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2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2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2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2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2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2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2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2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2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2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2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2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2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2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2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2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2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2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2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2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2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2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2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2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2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2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2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2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2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9" name="Google Shape;3249;p62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3250" name="Google Shape;3250;p62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2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2" name="Google Shape;3252;p62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3253" name="Google Shape;3253;p62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2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5" name="Google Shape;3255;p62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3256" name="Google Shape;3256;p62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2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8" name="Google Shape;3258;p62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3259" name="Google Shape;3259;p62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2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1" name="Google Shape;3261;p62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3262" name="Google Shape;3262;p62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2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64" name="Google Shape;3264;p62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65" name="Google Shape;3265;p62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3266" name="Google Shape;3266;p62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2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2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9" name="Google Shape;3269;p62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3270" name="Google Shape;3270;p62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2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2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73" name="Google Shape;3273;p62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74" name="Google Shape;3274;p62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3275" name="Google Shape;3275;p62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76" name="Google Shape;3276;p62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3277" name="Google Shape;3277;p62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62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62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62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62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62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62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62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62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62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87" name="Google Shape;3287;p62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3288" name="Google Shape;3288;p62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89" name="Google Shape;3289;p62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3290" name="Google Shape;3290;p62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62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62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62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62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95" name="Google Shape;3295;p62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2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2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98" name="Google Shape;3298;p62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99" name="Google Shape;3299;p62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3300" name="Google Shape;3300;p62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1" name="Google Shape;3301;p62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3302" name="Google Shape;3302;p62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62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62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62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62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62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62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62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62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62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62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62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62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15" name="Google Shape;3315;p62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3316" name="Google Shape;3316;p62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2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18" name="Google Shape;3318;p62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9" name="Google Shape;3319;p62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20" name="Google Shape;3320;p62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3321" name="Google Shape;3321;p62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22" name="Google Shape;3322;p62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3323" name="Google Shape;3323;p62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62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62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62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62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62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62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30" name="Google Shape;3330;p62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3331" name="Google Shape;3331;p62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3332" name="Google Shape;3332;p62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333" name="Google Shape;3333;p62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334" name="Google Shape;3334;p62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5" name="Google Shape;3335;p62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6" name="Google Shape;3336;p62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337" name="Google Shape;3337;p62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8" name="Google Shape;3338;p62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39" name="Google Shape;3339;p62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340" name="Google Shape;3340;p62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341" name="Google Shape;3341;p62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2" name="Google Shape;3342;p62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3" name="Google Shape;3343;p62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344" name="Google Shape;3344;p62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5" name="Google Shape;3345;p62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6" name="Google Shape;3346;p62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347" name="Google Shape;3347;p62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8" name="Google Shape;3348;p62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9" name="Google Shape;3349;p62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350" name="Google Shape;3350;p62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1" name="Google Shape;3351;p62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52" name="Google Shape;3352;p62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353" name="Google Shape;3353;p62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4" name="Google Shape;3354;p62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55" name="Google Shape;3355;p62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356" name="Google Shape;3356;p62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357" name="Google Shape;3357;p62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8" name="Google Shape;3358;p62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9" name="Google Shape;3359;p62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0" name="Google Shape;3360;p62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1" name="Google Shape;3361;p62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2" name="Google Shape;3362;p62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3" name="Google Shape;3363;p62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364" name="Google Shape;3364;p62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5" name="Google Shape;3365;p62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6" name="Google Shape;3366;p62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367" name="Google Shape;3367;p62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8" name="Google Shape;3368;p62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9" name="Google Shape;3369;p62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370" name="Google Shape;3370;p62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1" name="Google Shape;3371;p62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2" name="Google Shape;3372;p62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373" name="Google Shape;3373;p62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4" name="Google Shape;3374;p62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5" name="Google Shape;3375;p62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376" name="Google Shape;3376;p62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7" name="Google Shape;3377;p62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8" name="Google Shape;3378;p62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379" name="Google Shape;3379;p62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0" name="Google Shape;3380;p62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81" name="Google Shape;3381;p62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382" name="Google Shape;3382;p62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3" name="Google Shape;3383;p62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84" name="Google Shape;3384;p62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385" name="Google Shape;3385;p62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386" name="Google Shape;3386;p62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7" name="Google Shape;3387;p62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8" name="Google Shape;3388;p62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89" name="Google Shape;3389;p62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390" name="Google Shape;3390;p62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1" name="Google Shape;3391;p62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2" name="Google Shape;3392;p62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393" name="Google Shape;3393;p62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4" name="Google Shape;3394;p62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5" name="Google Shape;3395;p62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396" name="Google Shape;3396;p62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7" name="Google Shape;3397;p62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8" name="Google Shape;3398;p62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399" name="Google Shape;3399;p62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0" name="Google Shape;3400;p62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01" name="Google Shape;3401;p62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402" name="Google Shape;3402;p62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403" name="Google Shape;3403;p62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4" name="Google Shape;3404;p62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5" name="Google Shape;3405;p62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6" name="Google Shape;3406;p62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7" name="Google Shape;3407;p62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408" name="Google Shape;3408;p62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9" name="Google Shape;3409;p62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0" name="Google Shape;3410;p62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411" name="Google Shape;3411;p62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2" name="Google Shape;3412;p62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3" name="Google Shape;3413;p62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414" name="Google Shape;3414;p62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5" name="Google Shape;3415;p62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6" name="Google Shape;3416;p62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417" name="Google Shape;3417;p62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8" name="Google Shape;3418;p62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9" name="Google Shape;3419;p62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420" name="Google Shape;3420;p62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1" name="Google Shape;3421;p62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2" name="Google Shape;3422;p62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423" name="Google Shape;3423;p62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4" name="Google Shape;3424;p62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25" name="Google Shape;3425;p62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426" name="Google Shape;3426;p62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427" name="Google Shape;3427;p62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428" name="Google Shape;3428;p62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9" name="Google Shape;3429;p62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0" name="Google Shape;3430;p62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431" name="Google Shape;3431;p62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2" name="Google Shape;3432;p62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33" name="Google Shape;3433;p62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3434" name="Google Shape;3434;p62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435" name="Google Shape;3435;p62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6" name="Google Shape;3436;p62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7" name="Google Shape;3437;p62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8" name="Google Shape;3438;p62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9" name="Google Shape;3439;p62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0" name="Google Shape;3440;p62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1" name="Google Shape;3441;p62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442" name="Google Shape;3442;p62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3" name="Google Shape;3443;p62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4" name="Google Shape;3444;p62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445" name="Google Shape;3445;p62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6" name="Google Shape;3446;p62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7" name="Google Shape;3447;p62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448" name="Google Shape;3448;p62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9" name="Google Shape;3449;p62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0" name="Google Shape;3450;p62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451" name="Google Shape;3451;p62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2" name="Google Shape;3452;p62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3" name="Google Shape;3453;p62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454" name="Google Shape;3454;p62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5" name="Google Shape;3455;p62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6" name="Google Shape;3456;p62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457" name="Google Shape;3457;p62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8" name="Google Shape;3458;p62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9" name="Google Shape;3459;p62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460" name="Google Shape;3460;p62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1" name="Google Shape;3461;p62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2" name="Google Shape;3462;p62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463" name="Google Shape;3463;p62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4" name="Google Shape;3464;p62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5" name="Google Shape;3465;p62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3466" name="Google Shape;3466;p62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7" name="Google Shape;3467;p62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68" name="Google Shape;3468;p62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3469" name="Google Shape;3469;p62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3470" name="Google Shape;3470;p62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1" name="Google Shape;3471;p62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2" name="Google Shape;3472;p62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3" name="Google Shape;3473;p62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4" name="Google Shape;3474;p62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5" name="Google Shape;3475;p62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6" name="Google Shape;3476;p62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7" name="Google Shape;3477;p62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8" name="Google Shape;3478;p62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9" name="Google Shape;3479;p62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0" name="Google Shape;3480;p62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1" name="Google Shape;3481;p62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2" name="Google Shape;3482;p62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3" name="Google Shape;3483;p62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4" name="Google Shape;3484;p62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5" name="Google Shape;3485;p62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6" name="Google Shape;3486;p62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7" name="Google Shape;3487;p62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3488" name="Google Shape;3488;p62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9" name="Google Shape;3489;p62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0" name="Google Shape;3490;p62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3491" name="Google Shape;3491;p62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2" name="Google Shape;3492;p62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3" name="Google Shape;3493;p62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3494" name="Google Shape;3494;p62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5" name="Google Shape;3495;p62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6" name="Google Shape;3496;p62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3497" name="Google Shape;3497;p62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8" name="Google Shape;3498;p62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9" name="Google Shape;3499;p62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3500" name="Google Shape;3500;p62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1" name="Google Shape;3501;p62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2" name="Google Shape;3502;p62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3503" name="Google Shape;3503;p62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4" name="Google Shape;3504;p62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5" name="Google Shape;3505;p62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3506" name="Google Shape;3506;p62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7" name="Google Shape;3507;p62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8" name="Google Shape;3508;p62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3509" name="Google Shape;3509;p62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0" name="Google Shape;3510;p62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1" name="Google Shape;3511;p62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3512" name="Google Shape;3512;p62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3" name="Google Shape;3513;p62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4" name="Google Shape;3514;p62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3515" name="Google Shape;3515;p62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6" name="Google Shape;3516;p62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7" name="Google Shape;3517;p62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3518" name="Google Shape;3518;p62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9" name="Google Shape;3519;p62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0" name="Google Shape;3520;p62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3521" name="Google Shape;3521;p62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2" name="Google Shape;3522;p62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3" name="Google Shape;3523;p62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3524" name="Google Shape;3524;p62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5" name="Google Shape;3525;p62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26" name="Google Shape;3526;p62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3527" name="Google Shape;3527;p62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28" name="Google Shape;3528;p62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3529" name="Google Shape;3529;p62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0" name="Google Shape;3530;p62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531" name="Google Shape;3531;p62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3532" name="Google Shape;3532;p62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33" name="Google Shape;3533;p62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3534" name="Google Shape;3534;p62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3535" name="Google Shape;3535;p62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36" name="Google Shape;3536;p62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37" name="Google Shape;3537;p62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38" name="Google Shape;3538;p62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39" name="Google Shape;3539;p62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40" name="Google Shape;3540;p62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41" name="Google Shape;3541;p62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42" name="Google Shape;3542;p62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3543" name="Google Shape;3543;p62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3544" name="Google Shape;3544;p62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45" name="Google Shape;3545;p62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46" name="Google Shape;3546;p62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47" name="Google Shape;3547;p62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48" name="Google Shape;3548;p62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49" name="Google Shape;3549;p62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50" name="Google Shape;3550;p62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51" name="Google Shape;3551;p62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52" name="Google Shape;3552;p62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53" name="Google Shape;3553;p62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54" name="Google Shape;3554;p62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55" name="Google Shape;3555;p62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56" name="Google Shape;3556;p62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57" name="Google Shape;3557;p62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3558" name="Google Shape;3558;p62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3559" name="Google Shape;3559;p62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0" name="Google Shape;3560;p62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1" name="Google Shape;3561;p62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2" name="Google Shape;3562;p62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3" name="Google Shape;3563;p62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4" name="Google Shape;3564;p62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5" name="Google Shape;3565;p62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6" name="Google Shape;3566;p62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7" name="Google Shape;3567;p62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8" name="Google Shape;3568;p62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9" name="Google Shape;3569;p62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70" name="Google Shape;3570;p62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71" name="Google Shape;3571;p62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72" name="Google Shape;3572;p62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73" name="Google Shape;3573;p62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74" name="Google Shape;3574;p62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75" name="Google Shape;3575;p62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76" name="Google Shape;3576;p62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77" name="Google Shape;3577;p62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78" name="Google Shape;3578;p62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79" name="Google Shape;3579;p62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80" name="Google Shape;3580;p62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81" name="Google Shape;3581;p62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82" name="Google Shape;3582;p62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3583" name="Google Shape;3583;p62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3584" name="Google Shape;3584;p62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3585" name="Google Shape;3585;p62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3586" name="Google Shape;3586;p62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87" name="Google Shape;3587;p62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88" name="Google Shape;3588;p62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89" name="Google Shape;3589;p62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90" name="Google Shape;3590;p62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91" name="Google Shape;3591;p62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92" name="Google Shape;3592;p62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3593" name="Google Shape;3593;p62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3594" name="Google Shape;3594;p62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95" name="Google Shape;3595;p62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96" name="Google Shape;3596;p62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97" name="Google Shape;3597;p62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98" name="Google Shape;3598;p62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99" name="Google Shape;3599;p62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600" name="Google Shape;3600;p62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601" name="Google Shape;3601;p62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602" name="Google Shape;3602;p62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603" name="Google Shape;3603;p62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604" name="Google Shape;3604;p62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605" name="Google Shape;3605;p62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606" name="Google Shape;3606;p62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3607" name="Google Shape;3607;p62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3608" name="Google Shape;3608;p62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609" name="Google Shape;3609;p62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610" name="Google Shape;3610;p62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611" name="Google Shape;3611;p62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612" name="Google Shape;3612;p62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613" name="Google Shape;3613;p62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614" name="Google Shape;3614;p62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3615" name="Google Shape;3615;p62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3616" name="Google Shape;3616;p62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617" name="Google Shape;3617;p62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618" name="Google Shape;3618;p62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619" name="Google Shape;3619;p62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620" name="Google Shape;3620;p62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3621" name="Google Shape;3621;p62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3622" name="Google Shape;3622;p6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623" name="Google Shape;3623;p6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624" name="Google Shape;3624;p6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625" name="Google Shape;3625;p6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3626" name="Google Shape;3626;p62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627" name="Google Shape;3627;p62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628" name="Google Shape;3628;p62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3629" name="Google Shape;3629;p62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3630" name="Google Shape;3630;p62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3631" name="Google Shape;3631;p62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2" name="Google Shape;3632;p62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3" name="Google Shape;3633;p62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3634" name="Google Shape;3634;p62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5" name="Google Shape;3635;p62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6" name="Google Shape;3636;p62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3637" name="Google Shape;3637;p62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8" name="Google Shape;3638;p62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9" name="Google Shape;3639;p62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3640" name="Google Shape;3640;p62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1" name="Google Shape;3641;p62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2" name="Google Shape;3642;p62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3643" name="Google Shape;3643;p62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4" name="Google Shape;3644;p62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5" name="Google Shape;3645;p62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3646" name="Google Shape;3646;p62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7" name="Google Shape;3647;p62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8" name="Google Shape;3648;p62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3649" name="Google Shape;3649;p62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0" name="Google Shape;3650;p62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1" name="Google Shape;3651;p62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3652" name="Google Shape;3652;p62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3" name="Google Shape;3653;p62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4" name="Google Shape;3654;p62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3655" name="Google Shape;3655;p62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6" name="Google Shape;3656;p62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7" name="Google Shape;3657;p62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3658" name="Google Shape;3658;p62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9" name="Google Shape;3659;p62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0" name="Google Shape;3660;p62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3661" name="Google Shape;3661;p62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2" name="Google Shape;3662;p62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3" name="Google Shape;3663;p62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3664" name="Google Shape;3664;p62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5" name="Google Shape;3665;p62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6" name="Google Shape;3666;p62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3667" name="Google Shape;3667;p62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8" name="Google Shape;3668;p62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9" name="Google Shape;3669;p62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3670" name="Google Shape;3670;p62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1" name="Google Shape;3671;p62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2" name="Google Shape;3672;p62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3673" name="Google Shape;3673;p62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4" name="Google Shape;3674;p62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5" name="Google Shape;3675;p62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3676" name="Google Shape;3676;p62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7" name="Google Shape;3677;p62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8" name="Google Shape;3678;p62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3679" name="Google Shape;3679;p62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0" name="Google Shape;3680;p62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1" name="Google Shape;3681;p62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3682" name="Google Shape;3682;p62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3" name="Google Shape;3683;p62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4" name="Google Shape;3684;p62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3685" name="Google Shape;3685;p62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6" name="Google Shape;3686;p62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7" name="Google Shape;3687;p62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3688" name="Google Shape;3688;p62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9" name="Google Shape;3689;p62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0" name="Google Shape;3690;p62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3691" name="Google Shape;3691;p62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2" name="Google Shape;3692;p62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3" name="Google Shape;3693;p62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3694" name="Google Shape;3694;p62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5" name="Google Shape;3695;p62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6" name="Google Shape;3696;p62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3697" name="Google Shape;3697;p62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8" name="Google Shape;3698;p62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9" name="Google Shape;3699;p62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3700" name="Google Shape;3700;p62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1" name="Google Shape;3701;p62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2" name="Google Shape;3702;p62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3703" name="Google Shape;3703;p62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4" name="Google Shape;3704;p62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5" name="Google Shape;3705;p62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3706" name="Google Shape;3706;p62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7" name="Google Shape;3707;p62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8" name="Google Shape;3708;p62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3709" name="Google Shape;3709;p62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0" name="Google Shape;3710;p62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1" name="Google Shape;3711;p62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3712" name="Google Shape;3712;p62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3" name="Google Shape;3713;p62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4" name="Google Shape;3714;p62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3715" name="Google Shape;3715;p62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6" name="Google Shape;3716;p62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7" name="Google Shape;3717;p62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3718" name="Google Shape;3718;p62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9" name="Google Shape;3719;p62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0" name="Google Shape;3720;p62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3721" name="Google Shape;3721;p62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2" name="Google Shape;3722;p62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3" name="Google Shape;3723;p62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3724" name="Google Shape;3724;p62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5" name="Google Shape;3725;p62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6" name="Google Shape;3726;p62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3727" name="Google Shape;3727;p62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8" name="Google Shape;3728;p62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9" name="Google Shape;3729;p62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3730" name="Google Shape;3730;p62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1" name="Google Shape;3731;p62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2" name="Google Shape;3732;p62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3733" name="Google Shape;3733;p62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4" name="Google Shape;3734;p62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5" name="Google Shape;3735;p62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3736" name="Google Shape;3736;p62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7" name="Google Shape;3737;p62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8" name="Google Shape;3738;p62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3739" name="Google Shape;3739;p62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0" name="Google Shape;3740;p62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1" name="Google Shape;3741;p62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3742" name="Google Shape;3742;p62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3" name="Google Shape;3743;p62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4" name="Google Shape;3744;p62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3745" name="Google Shape;3745;p62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6" name="Google Shape;3746;p62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7" name="Google Shape;3747;p62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3748" name="Google Shape;3748;p62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9" name="Google Shape;3749;p62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0" name="Google Shape;3750;p62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3751" name="Google Shape;3751;p62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2" name="Google Shape;3752;p62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3" name="Google Shape;3753;p62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3754" name="Google Shape;3754;p62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5" name="Google Shape;3755;p62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6" name="Google Shape;3756;p62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3757" name="Google Shape;3757;p62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8" name="Google Shape;3758;p62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9" name="Google Shape;3759;p62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3760" name="Google Shape;3760;p62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1" name="Google Shape;3761;p62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2" name="Google Shape;3762;p62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3763" name="Google Shape;3763;p62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4" name="Google Shape;3764;p62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5" name="Google Shape;3765;p62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3766" name="Google Shape;3766;p62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7" name="Google Shape;3767;p62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8" name="Google Shape;3768;p62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3769" name="Google Shape;3769;p62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0" name="Google Shape;3770;p62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1" name="Google Shape;3771;p62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3772" name="Google Shape;3772;p62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3" name="Google Shape;3773;p62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4" name="Google Shape;3774;p62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3775" name="Google Shape;3775;p62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6" name="Google Shape;3776;p62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7" name="Google Shape;3777;p62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3778" name="Google Shape;3778;p62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9" name="Google Shape;3779;p62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0" name="Google Shape;3780;p62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3781" name="Google Shape;3781;p62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2" name="Google Shape;3782;p62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3" name="Google Shape;3783;p62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3784" name="Google Shape;3784;p62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5" name="Google Shape;3785;p62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6" name="Google Shape;3786;p62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3787" name="Google Shape;3787;p62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8" name="Google Shape;3788;p62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9" name="Google Shape;3789;p62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3790" name="Google Shape;3790;p62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1" name="Google Shape;3791;p62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2" name="Google Shape;3792;p62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3793" name="Google Shape;3793;p62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4" name="Google Shape;3794;p62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5" name="Google Shape;3795;p62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3796" name="Google Shape;3796;p62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7" name="Google Shape;3797;p62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8" name="Google Shape;3798;p62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3799" name="Google Shape;3799;p62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0" name="Google Shape;3800;p62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1" name="Google Shape;3801;p62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3802" name="Google Shape;3802;p62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3" name="Google Shape;3803;p62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4" name="Google Shape;3804;p62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3805" name="Google Shape;3805;p62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6" name="Google Shape;3806;p62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7" name="Google Shape;3807;p62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3808" name="Google Shape;3808;p62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9" name="Google Shape;3809;p62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0" name="Google Shape;3810;p62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3811" name="Google Shape;3811;p62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2" name="Google Shape;3812;p62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3" name="Google Shape;3813;p62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3814" name="Google Shape;3814;p62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5" name="Google Shape;3815;p62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16" name="Google Shape;3816;p62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2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18" name="Google Shape;3818;p62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3819" name="Google Shape;3819;p62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0" name="Google Shape;3820;p62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1" name="Google Shape;3821;p62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3822" name="Google Shape;3822;p62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3" name="Google Shape;3823;p62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24" name="Google Shape;3824;p62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2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26" name="Google Shape;3826;p62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3827" name="Google Shape;3827;p62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8" name="Google Shape;3828;p62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9" name="Google Shape;3829;p62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3830" name="Google Shape;3830;p62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1" name="Google Shape;3831;p62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2" name="Google Shape;3832;p62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3833" name="Google Shape;3833;p62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4" name="Google Shape;3834;p62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5" name="Google Shape;3835;p62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3836" name="Google Shape;3836;p62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7" name="Google Shape;3837;p62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8" name="Google Shape;3838;p62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3839" name="Google Shape;3839;p62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0" name="Google Shape;3840;p62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1" name="Google Shape;3841;p62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3842" name="Google Shape;3842;p62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3" name="Google Shape;3843;p62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4" name="Google Shape;3844;p62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3845" name="Google Shape;3845;p62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6" name="Google Shape;3846;p62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7" name="Google Shape;3847;p62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3848" name="Google Shape;3848;p62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9" name="Google Shape;3849;p62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0" name="Google Shape;3850;p62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3851" name="Google Shape;3851;p62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2" name="Google Shape;3852;p62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3" name="Google Shape;3853;p62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3854" name="Google Shape;3854;p62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5" name="Google Shape;3855;p62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6" name="Google Shape;3856;p62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3857" name="Google Shape;3857;p62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8" name="Google Shape;3858;p62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9" name="Google Shape;3859;p62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3860" name="Google Shape;3860;p62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1" name="Google Shape;3861;p62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62" name="Google Shape;3862;p62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2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64" name="Google Shape;3864;p62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3865" name="Google Shape;3865;p62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6" name="Google Shape;3866;p62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7" name="Google Shape;3867;p62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3868" name="Google Shape;3868;p62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9" name="Google Shape;3869;p62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0" name="Google Shape;3870;p62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3871" name="Google Shape;3871;p62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2" name="Google Shape;3872;p62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3" name="Google Shape;3873;p62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3874" name="Google Shape;3874;p62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5" name="Google Shape;3875;p62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6" name="Google Shape;3876;p62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3877" name="Google Shape;3877;p62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8" name="Google Shape;3878;p62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9" name="Google Shape;3879;p62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3880" name="Google Shape;3880;p62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1" name="Google Shape;3881;p62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2" name="Google Shape;3882;p62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3883" name="Google Shape;3883;p62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4" name="Google Shape;3884;p62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5" name="Google Shape;3885;p62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3886" name="Google Shape;3886;p62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7" name="Google Shape;3887;p62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8" name="Google Shape;3888;p62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3889" name="Google Shape;3889;p62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0" name="Google Shape;3890;p62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1" name="Google Shape;3891;p62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3892" name="Google Shape;3892;p62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3" name="Google Shape;3893;p62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4" name="Google Shape;3894;p62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3895" name="Google Shape;3895;p62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6" name="Google Shape;3896;p62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7" name="Google Shape;3897;p62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3898" name="Google Shape;3898;p62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9" name="Google Shape;3899;p62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0" name="Google Shape;3900;p62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3901" name="Google Shape;3901;p62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2" name="Google Shape;3902;p62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3" name="Google Shape;3903;p62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3904" name="Google Shape;3904;p62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5" name="Google Shape;3905;p62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6" name="Google Shape;3906;p62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3907" name="Google Shape;3907;p62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8" name="Google Shape;3908;p62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9" name="Google Shape;3909;p62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3910" name="Google Shape;3910;p62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1" name="Google Shape;3911;p62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2" name="Google Shape;3912;p62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3913" name="Google Shape;3913;p62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4" name="Google Shape;3914;p62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5" name="Google Shape;3915;p62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3916" name="Google Shape;3916;p62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7" name="Google Shape;3917;p62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8" name="Google Shape;3918;p62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3919" name="Google Shape;3919;p62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0" name="Google Shape;3920;p62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1" name="Google Shape;3921;p62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3922" name="Google Shape;3922;p62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3" name="Google Shape;3923;p62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4" name="Google Shape;3924;p62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3925" name="Google Shape;3925;p62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6" name="Google Shape;3926;p62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7" name="Google Shape;3927;p62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3928" name="Google Shape;3928;p62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9" name="Google Shape;3929;p62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0" name="Google Shape;3930;p62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3931" name="Google Shape;3931;p62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2" name="Google Shape;3932;p62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3" name="Google Shape;3933;p62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3934" name="Google Shape;3934;p62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5" name="Google Shape;3935;p62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36" name="Google Shape;3936;p62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2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38" name="Google Shape;3938;p62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3939" name="Google Shape;3939;p62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0" name="Google Shape;3940;p62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1" name="Google Shape;3941;p62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3942" name="Google Shape;3942;p62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3" name="Google Shape;3943;p62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4" name="Google Shape;3944;p62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3945" name="Google Shape;3945;p62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6" name="Google Shape;3946;p62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47" name="Google Shape;3947;p62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3948" name="Google Shape;3948;p62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3949" name="Google Shape;3949;p62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0" name="Google Shape;3950;p62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1" name="Google Shape;3951;p62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2" name="Google Shape;3952;p62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3" name="Google Shape;3953;p62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4" name="Google Shape;3954;p62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5" name="Google Shape;3955;p62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6" name="Google Shape;3956;p62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7" name="Google Shape;3957;p62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8" name="Google Shape;3958;p62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9" name="Google Shape;3959;p62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0" name="Google Shape;3960;p62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1" name="Google Shape;3961;p62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2" name="Google Shape;3962;p62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3" name="Google Shape;3963;p62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4" name="Google Shape;3964;p62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5" name="Google Shape;3965;p62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6" name="Google Shape;3966;p62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7" name="Google Shape;3967;p62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8" name="Google Shape;3968;p62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9" name="Google Shape;3969;p62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0" name="Google Shape;3970;p62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1" name="Google Shape;3971;p62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2" name="Google Shape;3972;p62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3" name="Google Shape;3973;p62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4" name="Google Shape;3974;p62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5" name="Google Shape;3975;p62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6" name="Google Shape;3976;p62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7" name="Google Shape;3977;p62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8" name="Google Shape;3978;p62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9" name="Google Shape;3979;p62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0" name="Google Shape;3980;p62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1" name="Google Shape;3981;p62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2" name="Google Shape;3982;p62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3" name="Google Shape;3983;p62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4" name="Google Shape;3984;p62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5" name="Google Shape;3985;p62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6" name="Google Shape;3986;p62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7" name="Google Shape;3987;p62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8" name="Google Shape;3988;p62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9" name="Google Shape;3989;p62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0" name="Google Shape;3990;p62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1" name="Google Shape;3991;p62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2" name="Google Shape;3992;p62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3" name="Google Shape;3993;p62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4" name="Google Shape;3994;p62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5" name="Google Shape;3995;p62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6" name="Google Shape;3996;p62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7" name="Google Shape;3997;p62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8" name="Google Shape;3998;p62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9" name="Google Shape;3999;p62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0" name="Google Shape;4000;p62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1" name="Google Shape;4001;p62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2" name="Google Shape;4002;p62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3" name="Google Shape;4003;p62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4" name="Google Shape;4004;p62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5" name="Google Shape;4005;p62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4006" name="Google Shape;4006;p62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7" name="Google Shape;4007;p62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8" name="Google Shape;4008;p62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4009" name="Google Shape;4009;p62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0" name="Google Shape;4010;p62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1" name="Google Shape;4011;p62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4012" name="Google Shape;4012;p62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3" name="Google Shape;4013;p62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4" name="Google Shape;4014;p62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4015" name="Google Shape;4015;p62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6" name="Google Shape;4016;p62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7" name="Google Shape;4017;p62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4018" name="Google Shape;4018;p62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9" name="Google Shape;4019;p62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0" name="Google Shape;4020;p62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4021" name="Google Shape;4021;p62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2" name="Google Shape;4022;p62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3" name="Google Shape;4023;p62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4024" name="Google Shape;4024;p62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5" name="Google Shape;4025;p62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6" name="Google Shape;4026;p62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4027" name="Google Shape;4027;p62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8" name="Google Shape;4028;p62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9" name="Google Shape;4029;p62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4030" name="Google Shape;4030;p62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1" name="Google Shape;4031;p62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2" name="Google Shape;4032;p62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4033" name="Google Shape;4033;p62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4" name="Google Shape;4034;p62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5" name="Google Shape;4035;p62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4036" name="Google Shape;4036;p62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7" name="Google Shape;4037;p62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38" name="Google Shape;4038;p62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2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40" name="Google Shape;4040;p62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4041" name="Google Shape;4041;p62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2" name="Google Shape;4042;p62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3" name="Google Shape;4043;p62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4044" name="Google Shape;4044;p62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5" name="Google Shape;4045;p62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6" name="Google Shape;4046;p62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4047" name="Google Shape;4047;p62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8" name="Google Shape;4048;p62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9" name="Google Shape;4049;p62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4050" name="Google Shape;4050;p62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1" name="Google Shape;4051;p62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2" name="Google Shape;4052;p62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4053" name="Google Shape;4053;p62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4" name="Google Shape;4054;p62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5" name="Google Shape;4055;p62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4056" name="Google Shape;4056;p62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7" name="Google Shape;4057;p62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8" name="Google Shape;4058;p62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4059" name="Google Shape;4059;p62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0" name="Google Shape;4060;p62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1" name="Google Shape;4061;p62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4062" name="Google Shape;4062;p62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3" name="Google Shape;4063;p62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4" name="Google Shape;4064;p62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4065" name="Google Shape;4065;p62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6" name="Google Shape;4066;p62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7" name="Google Shape;4067;p62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4068" name="Google Shape;4068;p62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9" name="Google Shape;4069;p62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0" name="Google Shape;4070;p62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4071" name="Google Shape;4071;p62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2" name="Google Shape;4072;p62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3" name="Google Shape;4073;p62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4074" name="Google Shape;4074;p62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5" name="Google Shape;4075;p62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6" name="Google Shape;4076;p62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4077" name="Google Shape;4077;p62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8" name="Google Shape;4078;p62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9" name="Google Shape;4079;p62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4080" name="Google Shape;4080;p62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1" name="Google Shape;4081;p62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2" name="Google Shape;4082;p62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4083" name="Google Shape;4083;p62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4" name="Google Shape;4084;p62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5" name="Google Shape;4085;p62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4086" name="Google Shape;4086;p62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7" name="Google Shape;4087;p62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8" name="Google Shape;4088;p62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4089" name="Google Shape;4089;p62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0" name="Google Shape;4090;p62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1" name="Google Shape;4091;p62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4092" name="Google Shape;4092;p62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3" name="Google Shape;4093;p62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4" name="Google Shape;4094;p62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4095" name="Google Shape;4095;p62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6" name="Google Shape;4096;p62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7" name="Google Shape;4097;p62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4098" name="Google Shape;4098;p62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9" name="Google Shape;4099;p62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0" name="Google Shape;4100;p62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4101" name="Google Shape;4101;p62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2" name="Google Shape;4102;p62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3" name="Google Shape;4103;p62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4104" name="Google Shape;4104;p62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5" name="Google Shape;4105;p62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6" name="Google Shape;4106;p62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4107" name="Google Shape;4107;p62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8" name="Google Shape;4108;p62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9" name="Google Shape;4109;p62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4110" name="Google Shape;4110;p62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1" name="Google Shape;4111;p62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12" name="Google Shape;4112;p62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4113" name="Google Shape;4113;p62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4" name="Google Shape;4114;p62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15" name="Google Shape;4115;p62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4116" name="Google Shape;4116;p62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7" name="Google Shape;4117;p62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18" name="Google Shape;4118;p62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4119" name="Google Shape;4119;p62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0" name="Google Shape;4120;p62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1" name="Google Shape;4121;p62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4122" name="Google Shape;4122;p62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3" name="Google Shape;4123;p62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4" name="Google Shape;4124;p62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4125" name="Google Shape;4125;p62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6" name="Google Shape;4126;p62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7" name="Google Shape;4127;p62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4128" name="Google Shape;4128;p62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9" name="Google Shape;4129;p62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30" name="Google Shape;4130;p62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4131" name="Google Shape;4131;p62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2" name="Google Shape;4132;p62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33" name="Google Shape;4133;p62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4134" name="Google Shape;4134;p62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5" name="Google Shape;4135;p62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36" name="Google Shape;4136;p62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4137" name="Google Shape;4137;p62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8" name="Google Shape;4138;p62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39" name="Google Shape;4139;p62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4140" name="Google Shape;4140;p62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1" name="Google Shape;4141;p62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45" name="Shape 4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6" name="Google Shape;4146;p63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4147" name="Google Shape;4147;p63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4148" name="Google Shape;4148;p63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49" name="Google Shape;4149;p63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150" name="Google Shape;4150;p63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151" name="Google Shape;4151;p63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52" name="Google Shape;4152;p63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4153" name="Google Shape;4153;p63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54" name="Google Shape;4154;p63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155" name="Google Shape;4155;p63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156" name="Google Shape;4156;p63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57" name="Google Shape;4157;p63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4158" name="Google Shape;4158;p63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59" name="Google Shape;4159;p63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160" name="Google Shape;4160;p63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161" name="Google Shape;4161;p63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62" name="Google Shape;4162;p63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4163" name="Google Shape;4163;p63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64" name="Google Shape;4164;p63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165" name="Google Shape;4165;p63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166" name="Google Shape;4166;p63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167" name="Google Shape;4167;p63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4168" name="Google Shape;4168;p63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69" name="Google Shape;4169;p63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4170" name="Google Shape;4170;p63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3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3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63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63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3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76" name="Google Shape;4176;p63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177" name="Google Shape;4177;p63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178" name="Google Shape;4178;p63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4179" name="Google Shape;4179;p63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180" name="Google Shape;4180;p63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81" name="Google Shape;4181;p63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4182" name="Google Shape;4182;p63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4183" name="Google Shape;4183;p63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84" name="Google Shape;4184;p63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185" name="Google Shape;4185;p63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186" name="Google Shape;4186;p63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4187" name="Google Shape;4187;p63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188" name="Google Shape;4188;p63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4189" name="Google Shape;4189;p63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4190" name="Google Shape;4190;p63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4191" name="Google Shape;4191;p63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4192" name="Google Shape;4192;p63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4193" name="Google Shape;4193;p63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194" name="Google Shape;4194;p63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95" name="Google Shape;4195;p63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96" name="Google Shape;4196;p63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4197" name="Google Shape;4197;p63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4198" name="Google Shape;4198;p63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199" name="Google Shape;4199;p63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200" name="Google Shape;4200;p63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01" name="Google Shape;4201;p63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4202" name="Google Shape;4202;p63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4203" name="Google Shape;4203;p63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204" name="Google Shape;4204;p63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205" name="Google Shape;4205;p63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06" name="Google Shape;4206;p63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4207" name="Google Shape;4207;p63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4208" name="Google Shape;4208;p63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209" name="Google Shape;4209;p63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210" name="Google Shape;4210;p63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211" name="Google Shape;4211;p63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4212" name="Google Shape;4212;p63"/>
            <p:cNvCxnSpPr>
              <a:stCxn id="4213" idx="6"/>
              <a:endCxn id="4214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215" name="Google Shape;4215;p63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4216" name="Google Shape;4216;p63"/>
              <p:cNvCxnSpPr>
                <a:stCxn id="4217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213" name="Google Shape;4213;p63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63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18" name="Google Shape;4218;p63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4219" name="Google Shape;4219;p63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220" name="Google Shape;4220;p63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63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22" name="Google Shape;4222;p63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4223" name="Google Shape;4223;p63"/>
              <p:cNvCxnSpPr>
                <a:stCxn id="4224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225" name="Google Shape;4225;p63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63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26" name="Google Shape;4226;p63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4227" name="Google Shape;4227;p63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214" name="Google Shape;4214;p63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63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229" name="Google Shape;4229;p63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4230" name="Google Shape;4230;p63"/>
            <p:cNvCxnSpPr>
              <a:stCxn id="4231" idx="4"/>
              <a:endCxn id="4232" idx="0"/>
            </p:cNvCxnSpPr>
            <p:nvPr/>
          </p:nvCxnSpPr>
          <p:spPr>
            <a:xfrm>
              <a:off x="929975" y="3577875"/>
              <a:ext cx="5916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33" name="Google Shape;4233;p63"/>
            <p:cNvCxnSpPr>
              <a:stCxn id="4232" idx="0"/>
              <a:endCxn id="4234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35" name="Google Shape;4235;p63"/>
            <p:cNvCxnSpPr>
              <a:stCxn id="4234" idx="4"/>
              <a:endCxn id="4236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37" name="Google Shape;4237;p63"/>
            <p:cNvCxnSpPr>
              <a:stCxn id="4236" idx="0"/>
              <a:endCxn id="4238" idx="4"/>
            </p:cNvCxnSpPr>
            <p:nvPr/>
          </p:nvCxnSpPr>
          <p:spPr>
            <a:xfrm flipH="1" rot="10800000">
              <a:off x="2894933" y="3577918"/>
              <a:ext cx="5916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238" name="Google Shape;4238;p63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34" name="Google Shape;4234;p63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31" name="Google Shape;4231;p63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36" name="Google Shape;4236;p63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32" name="Google Shape;4232;p63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239" name="Google Shape;4239;p63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4240" name="Google Shape;4240;p63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3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63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63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63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5" name="Google Shape;4245;p63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4246" name="Google Shape;4246;p63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4247" name="Google Shape;4247;p63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3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3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50" name="Google Shape;4250;p63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4251" name="Google Shape;4251;p63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63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63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54" name="Google Shape;4254;p63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4255" name="Google Shape;4255;p63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63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63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58" name="Google Shape;4258;p63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4259" name="Google Shape;4259;p63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63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3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262" name="Google Shape;4262;p63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4263" name="Google Shape;4263;p63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4264" name="Google Shape;4264;p63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3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3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3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3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69" name="Google Shape;4269;p63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63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63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63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63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4" name="Google Shape;4274;p63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4275" name="Google Shape;4275;p63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63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63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63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63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63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63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63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63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63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5" name="Google Shape;4285;p63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4286" name="Google Shape;4286;p63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63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63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63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63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63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63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63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63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63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63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63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63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63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63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63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2" name="Google Shape;4302;p63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4303" name="Google Shape;4303;p63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63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63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63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63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63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9" name="Google Shape;4309;p63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4310" name="Google Shape;4310;p63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63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63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313" name="Google Shape;4313;p63"/>
            <p:cNvCxnSpPr>
              <a:stCxn id="4310" idx="6"/>
              <a:endCxn id="4311" idx="2"/>
            </p:cNvCxnSpPr>
            <p:nvPr/>
          </p:nvCxnSpPr>
          <p:spPr>
            <a:xfrm>
              <a:off x="2414212" y="2496713"/>
              <a:ext cx="768000" cy="9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14" name="Google Shape;4314;p63"/>
            <p:cNvCxnSpPr>
              <a:stCxn id="4311" idx="4"/>
              <a:endCxn id="4315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16" name="Google Shape;4316;p63"/>
            <p:cNvCxnSpPr>
              <a:stCxn id="4315" idx="6"/>
              <a:endCxn id="4312" idx="2"/>
            </p:cNvCxnSpPr>
            <p:nvPr/>
          </p:nvCxnSpPr>
          <p:spPr>
            <a:xfrm>
              <a:off x="2414212" y="3328316"/>
              <a:ext cx="768000" cy="9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17" name="Google Shape;4317;p63"/>
            <p:cNvCxnSpPr>
              <a:stCxn id="4312" idx="4"/>
              <a:endCxn id="4318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315" name="Google Shape;4315;p63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63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63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320" name="Google Shape;4320;p63"/>
            <p:cNvCxnSpPr>
              <a:endCxn id="4319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321" name="Google Shape;4321;p63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4322" name="Google Shape;4322;p63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63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63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63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63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7" name="Google Shape;4327;p63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4328" name="Google Shape;4328;p63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29" name="Google Shape;4329;p63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30" name="Google Shape;4330;p63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31" name="Google Shape;4331;p63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32" name="Google Shape;4332;p63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333" name="Google Shape;4333;p63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334" name="Google Shape;4334;p63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335" name="Google Shape;4335;p63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63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63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63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63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63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1" name="Google Shape;4341;p63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4342" name="Google Shape;4342;p63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43" name="Google Shape;4343;p63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44" name="Google Shape;4344;p63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45" name="Google Shape;4345;p63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46" name="Google Shape;4346;p63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47" name="Google Shape;4347;p63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48" name="Google Shape;4348;p63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4349" name="Google Shape;4349;p63"/>
            <p:cNvCxnSpPr>
              <a:stCxn id="4342" idx="2"/>
              <a:endCxn id="4343" idx="0"/>
            </p:cNvCxnSpPr>
            <p:nvPr/>
          </p:nvCxnSpPr>
          <p:spPr>
            <a:xfrm flipH="1" rot="-5400000">
              <a:off x="5228393" y="2315399"/>
              <a:ext cx="4575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50" name="Google Shape;4350;p63"/>
            <p:cNvCxnSpPr>
              <a:stCxn id="4344" idx="0"/>
              <a:endCxn id="4342" idx="2"/>
            </p:cNvCxnSpPr>
            <p:nvPr/>
          </p:nvCxnSpPr>
          <p:spPr>
            <a:xfrm rot="-5400000">
              <a:off x="3458097" y="2315100"/>
              <a:ext cx="4575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51" name="Google Shape;4351;p63"/>
            <p:cNvCxnSpPr>
              <a:stCxn id="4344" idx="2"/>
              <a:endCxn id="4346" idx="0"/>
            </p:cNvCxnSpPr>
            <p:nvPr/>
          </p:nvCxnSpPr>
          <p:spPr>
            <a:xfrm flipH="1" rot="-5400000">
              <a:off x="2995797" y="3677400"/>
              <a:ext cx="457500" cy="8457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52" name="Google Shape;4352;p63"/>
            <p:cNvCxnSpPr>
              <a:stCxn id="4345" idx="0"/>
              <a:endCxn id="4344" idx="2"/>
            </p:cNvCxnSpPr>
            <p:nvPr/>
          </p:nvCxnSpPr>
          <p:spPr>
            <a:xfrm rot="-5400000">
              <a:off x="2150550" y="3677101"/>
              <a:ext cx="457500" cy="8457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53" name="Google Shape;4353;p63"/>
            <p:cNvCxnSpPr>
              <a:stCxn id="4343" idx="2"/>
              <a:endCxn id="4348" idx="0"/>
            </p:cNvCxnSpPr>
            <p:nvPr/>
          </p:nvCxnSpPr>
          <p:spPr>
            <a:xfrm flipH="1" rot="-5400000">
              <a:off x="6536390" y="3677400"/>
              <a:ext cx="457500" cy="8457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54" name="Google Shape;4354;p63"/>
            <p:cNvCxnSpPr>
              <a:stCxn id="4347" idx="0"/>
              <a:endCxn id="4343" idx="2"/>
            </p:cNvCxnSpPr>
            <p:nvPr/>
          </p:nvCxnSpPr>
          <p:spPr>
            <a:xfrm rot="-5400000">
              <a:off x="5691150" y="3677101"/>
              <a:ext cx="457500" cy="8457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355" name="Google Shape;4355;p63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4356" name="Google Shape;4356;p63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63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63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63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63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61" name="Google Shape;4361;p63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4362" name="Google Shape;4362;p63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63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63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63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63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67" name="Google Shape;4367;p63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4368" name="Google Shape;4368;p63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4369" name="Google Shape;4369;p63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370" name="Google Shape;4370;p63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71" name="Google Shape;4371;p63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4372" name="Google Shape;4372;p63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373" name="Google Shape;4373;p63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74" name="Google Shape;4374;p63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4375" name="Google Shape;4375;p63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376" name="Google Shape;4376;p63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77" name="Google Shape;4377;p63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4378" name="Google Shape;4378;p63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379" name="Google Shape;4379;p63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80" name="Google Shape;4380;p63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4381" name="Google Shape;4381;p63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4382" name="Google Shape;4382;p63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4383" name="Google Shape;4383;p63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84" name="Google Shape;4384;p63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85" name="Google Shape;4385;p63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86" name="Google Shape;4386;p63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4387" name="Google Shape;4387;p63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4388" name="Google Shape;4388;p63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89" name="Google Shape;4389;p63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90" name="Google Shape;4390;p63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91" name="Google Shape;4391;p63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92" name="Google Shape;4392;p63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4393" name="Google Shape;4393;p63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4394" name="Google Shape;4394;p63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4395" name="Google Shape;4395;p63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96" name="Google Shape;4396;p63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397" name="Google Shape;4397;p63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98" name="Google Shape;4398;p63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99" name="Google Shape;4399;p63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4400" name="Google Shape;4400;p63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401" name="Google Shape;4401;p63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4402" name="Google Shape;4402;p63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03" name="Google Shape;4403;p63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404" name="Google Shape;4404;p63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4405" name="Google Shape;4405;p63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4406" name="Google Shape;4406;p63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407" name="Google Shape;4407;p63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4408" name="Google Shape;4408;p63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09" name="Google Shape;4409;p63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0" name="Google Shape;4410;p63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1" name="Google Shape;4411;p63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2" name="Google Shape;4412;p63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413" name="Google Shape;4413;p63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4414" name="Google Shape;4414;p63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4415" name="Google Shape;4415;p63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416" name="Google Shape;4416;p63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4417" name="Google Shape;4417;p63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18" name="Google Shape;4418;p63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19" name="Google Shape;4419;p63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20" name="Google Shape;4420;p63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21" name="Google Shape;4421;p63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22" name="Google Shape;4422;p63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23" name="Google Shape;4423;p63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424" name="Google Shape;4424;p63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4425" name="Google Shape;4425;p63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426" name="Google Shape;4426;p63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427" name="Google Shape;4427;p63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4428" name="Google Shape;4428;p63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429" name="Google Shape;4429;p63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4430" name="Google Shape;4430;p63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31" name="Google Shape;4431;p63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32" name="Google Shape;4432;p63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33" name="Google Shape;4433;p63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34" name="Google Shape;4434;p63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35" name="Google Shape;4435;p63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36" name="Google Shape;4436;p63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437" name="Google Shape;4437;p63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4438" name="Google Shape;4438;p63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439" name="Google Shape;4439;p63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4440" name="Google Shape;4440;p63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4441" name="Google Shape;4441;p63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4442" name="Google Shape;4442;p63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63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63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63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63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63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63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63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63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63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63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63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63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63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63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63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63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63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63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63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62" name="Google Shape;4462;p63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4463" name="Google Shape;4463;p63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4464" name="Google Shape;4464;p63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4465" name="Google Shape;4465;p63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66" name="Google Shape;4466;p63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67" name="Google Shape;4467;p63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4468" name="Google Shape;4468;p63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469" name="Google Shape;4469;p63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4470" name="Google Shape;4470;p63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471" name="Google Shape;4471;p63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472" name="Google Shape;4472;p63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4473" name="Google Shape;4473;p63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4474" name="Google Shape;4474;p63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75" name="Google Shape;4475;p63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76" name="Google Shape;4476;p63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4477" name="Google Shape;4477;p63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78" name="Google Shape;4478;p63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79" name="Google Shape;4479;p63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4480" name="Google Shape;4480;p63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4481" name="Google Shape;4481;p63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482" name="Google Shape;4482;p63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483" name="Google Shape;4483;p63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484" name="Google Shape;4484;p63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85" name="Google Shape;4485;p63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4486" name="Google Shape;4486;p63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487" name="Google Shape;4487;p63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4488" name="Google Shape;4488;p63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4489" name="Google Shape;4489;p63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90" name="Google Shape;4490;p63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91" name="Google Shape;4491;p63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92" name="Google Shape;4492;p63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4493" name="Google Shape;4493;p63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94" name="Google Shape;4494;p63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495" name="Google Shape;4495;p63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4496" name="Google Shape;4496;p63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4497" name="Google Shape;4497;p63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98" name="Google Shape;4498;p63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99" name="Google Shape;4499;p63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4500" name="Google Shape;4500;p63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01" name="Google Shape;4501;p63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02" name="Google Shape;4502;p63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503" name="Google Shape;4503;p63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4504" name="Google Shape;4504;p63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4505" name="Google Shape;4505;p63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06" name="Google Shape;4506;p63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507" name="Google Shape;4507;p63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4508" name="Google Shape;4508;p63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509" name="Google Shape;4509;p63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4510" name="Google Shape;4510;p63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511" name="Google Shape;4511;p63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512" name="Google Shape;4512;p63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4513" name="Google Shape;4513;p63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4514" name="Google Shape;4514;p63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15" name="Google Shape;4515;p63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516" name="Google Shape;4516;p63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4517" name="Google Shape;4517;p63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4518" name="Google Shape;4518;p63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4519" name="Google Shape;4519;p63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520" name="Google Shape;4520;p63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4521" name="Google Shape;4521;p63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522" name="Google Shape;4522;p63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23" name="Google Shape;4523;p63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524" name="Google Shape;4524;p63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4525" name="Google Shape;4525;p63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26" name="Google Shape;4526;p63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4527" name="Google Shape;4527;p63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4528" name="Google Shape;4528;p63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63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63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63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63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63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63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63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63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63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63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3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63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63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63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63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63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63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63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63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63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63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63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63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63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63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3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63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63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3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3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63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63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64" name="Shape 4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65" name="Google Shape;4565;p64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4566" name="Google Shape;4566;p64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67" name="Google Shape;4567;p64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68" name="Google Shape;4568;p64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69" name="Google Shape;4569;p64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70" name="Google Shape;4570;p64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71" name="Google Shape;4571;p64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72" name="Google Shape;4572;p64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73" name="Google Shape;4573;p64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74" name="Google Shape;4574;p64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75" name="Google Shape;4575;p64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76" name="Google Shape;4576;p64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77" name="Google Shape;4577;p64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78" name="Google Shape;4578;p64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79" name="Google Shape;4579;p64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4580" name="Google Shape;4580;p64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4581" name="Google Shape;4581;p64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82" name="Google Shape;4582;p64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83" name="Google Shape;4583;p64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84" name="Google Shape;4584;p64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85" name="Google Shape;4585;p64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86" name="Google Shape;4586;p64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87" name="Google Shape;4587;p64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88" name="Google Shape;4588;p64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89" name="Google Shape;4589;p64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90" name="Google Shape;4590;p64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91" name="Google Shape;4591;p64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92" name="Google Shape;4592;p64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4593" name="Google Shape;4593;p64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{C37C4B30-F32D-4C11-B994-1E9E6073D720}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4594" name="Google Shape;4594;p64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4595" name="Google Shape;4595;p64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6" name="Google Shape;4596;p64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7" name="Google Shape;4597;p64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598" name="Google Shape;4598;p64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599" name="Google Shape;4599;p64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600" name="Google Shape;4600;p64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601" name="Google Shape;4601;p64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602" name="Google Shape;4602;p64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64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64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64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64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64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64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609" name="Google Shape;4609;p64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610" name="Google Shape;4610;p64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611" name="Google Shape;4611;p64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2" name="Google Shape;4612;p64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4613" name="Google Shape;4613;p64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64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64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64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64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64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64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64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64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64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64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64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64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64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64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64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64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64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64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64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64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64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64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64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64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64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64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64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64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64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64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64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4645" name="Google Shape;4645;p64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{C37C4B30-F32D-4C11-B994-1E9E6073D720}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646" name="Google Shape;4646;p64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{C37C4B30-F32D-4C11-B994-1E9E6073D720}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647" name="Google Shape;4647;p64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4648" name="Google Shape;4648;p64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64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0" name="Google Shape;4650;p64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4651" name="Google Shape;4651;p64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64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3" name="Google Shape;4653;p64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4654" name="Google Shape;4654;p64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4655" name="Google Shape;4655;p64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64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64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64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64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64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61" name="Google Shape;4661;p64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4662" name="Google Shape;4662;p64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64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64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64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64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64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68" name="Google Shape;4668;p64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4669" name="Google Shape;4669;p64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64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64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64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64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64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75" name="Google Shape;4675;p64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4676" name="Google Shape;4676;p64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64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64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64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64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64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82" name="Google Shape;4682;p64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4683" name="Google Shape;4683;p64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64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64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64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64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64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4689" name="Google Shape;4689;p64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{C37C4B30-F32D-4C11-B994-1E9E6073D720}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690" name="Google Shape;4690;p64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4691" name="Google Shape;4691;p64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4692" name="Google Shape;4692;p64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693" name="Google Shape;4693;p64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694" name="Google Shape;4694;p64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4695" name="Google Shape;4695;p64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696" name="Google Shape;4696;p64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697" name="Google Shape;4697;p64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698" name="Google Shape;4698;p64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699" name="Google Shape;4699;p64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700" name="Google Shape;4700;p64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4701" name="Google Shape;4701;p64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4702" name="Google Shape;4702;p64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3" name="Google Shape;4703;p64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04" name="Google Shape;4704;p64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4705" name="Google Shape;4705;p64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6" name="Google Shape;4706;p64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07" name="Google Shape;4707;p64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4708" name="Google Shape;4708;p64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9" name="Google Shape;4709;p64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10" name="Google Shape;4710;p64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4711" name="Google Shape;4711;p64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2" name="Google Shape;4712;p64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13" name="Google Shape;4713;p64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4714" name="Google Shape;4714;p64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5" name="Google Shape;4715;p64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16" name="Google Shape;4716;p64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4717" name="Google Shape;4717;p64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8" name="Google Shape;4718;p64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19" name="Google Shape;4719;p64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4720" name="Google Shape;4720;p64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21" name="Google Shape;4721;p64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22" name="Google Shape;4722;p64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4723" name="Google Shape;4723;p64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24" name="Google Shape;4724;p64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25" name="Google Shape;4725;p64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4726" name="Google Shape;4726;p64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27" name="Google Shape;4727;p64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28" name="Google Shape;4728;p64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4729" name="Google Shape;4729;p64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30" name="Google Shape;4730;p64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734" name="Shape 4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35" name="Google Shape;4735;p65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4736" name="Google Shape;4736;p65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4737" name="Google Shape;4737;p65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65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39" name="Google Shape;4739;p65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4740" name="Google Shape;4740;p65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65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42" name="Google Shape;4742;p65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4743" name="Google Shape;4743;p65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65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45" name="Google Shape;4745;p65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4746" name="Google Shape;4746;p65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65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48" name="Google Shape;4748;p65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9" name="Google Shape;4749;p65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4750" name="Google Shape;4750;p65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5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5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5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5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5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5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5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5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5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5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5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5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5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5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5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5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5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5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5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5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5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5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5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5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5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5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65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5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5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5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5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2" name="Google Shape;4782;p65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4783" name="Google Shape;4783;p65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84" name="Google Shape;4784;p65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4785" name="Google Shape;4785;p65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786" name="Google Shape;4786;p65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87" name="Google Shape;4787;p65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4788" name="Google Shape;4788;p65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789" name="Google Shape;4789;p65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90" name="Google Shape;4790;p65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4791" name="Google Shape;4791;p65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792" name="Google Shape;4792;p65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93" name="Google Shape;4793;p65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4794" name="Google Shape;4794;p65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795" name="Google Shape;4795;p65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96" name="Google Shape;4796;p65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4797" name="Google Shape;4797;p65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798" name="Google Shape;4798;p65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99" name="Google Shape;4799;p65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4800" name="Google Shape;4800;p65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4801" name="Google Shape;4801;p65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65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03" name="Google Shape;4803;p65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4804" name="Google Shape;4804;p65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65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06" name="Google Shape;4806;p65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4807" name="Google Shape;4807;p65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65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09" name="Google Shape;4809;p65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4810" name="Google Shape;4810;p65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65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12" name="Google Shape;4812;p65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4813" name="Google Shape;4813;p65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14" name="Google Shape;4814;p65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4815" name="Google Shape;4815;p65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65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17" name="Google Shape;4817;p65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4818" name="Google Shape;4818;p65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65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0" name="Google Shape;4820;p65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4821" name="Google Shape;4821;p65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65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3" name="Google Shape;4823;p65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4824" name="Google Shape;4824;p65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65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26" name="Google Shape;4826;p65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4827" name="Google Shape;4827;p65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5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5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5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65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5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3" name="Google Shape;4833;p65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4834" name="Google Shape;4834;p65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4835" name="Google Shape;4835;p6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6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37" name="Google Shape;4837;p65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4838" name="Google Shape;4838;p6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6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40" name="Google Shape;4840;p65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4841" name="Google Shape;4841;p65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65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43" name="Google Shape;4843;p65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4844" name="Google Shape;4844;p6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6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46" name="Google Shape;4846;p65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4847" name="Google Shape;4847;p65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4848" name="Google Shape;4848;p65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65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50" name="Google Shape;4850;p65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4851" name="Google Shape;4851;p65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65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53" name="Google Shape;4853;p65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4854" name="Google Shape;4854;p65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65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56" name="Google Shape;4856;p65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4857" name="Google Shape;4857;p65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65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59" name="Google Shape;4859;p65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4860" name="Google Shape;4860;p65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5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5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5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4" name="Google Shape;4864;p65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4865" name="Google Shape;4865;p65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5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5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5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5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5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71" name="Google Shape;4871;p65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4872" name="Google Shape;4872;p65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65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65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65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65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65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878" name="Google Shape;4878;p65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4879" name="Google Shape;4879;p65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4880" name="Google Shape;4880;p65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1" name="Google Shape;4881;p65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2" name="Google Shape;4882;p65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3" name="Google Shape;4883;p65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4" name="Google Shape;4884;p65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5" name="Google Shape;4885;p65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6" name="Google Shape;4886;p65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7" name="Google Shape;4887;p65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8" name="Google Shape;4888;p65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9" name="Google Shape;4889;p65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0" name="Google Shape;4890;p65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1" name="Google Shape;4891;p65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2" name="Google Shape;4892;p65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3" name="Google Shape;4893;p65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4" name="Google Shape;4894;p65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5" name="Google Shape;4895;p65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6" name="Google Shape;4896;p65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7" name="Google Shape;4897;p65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8" name="Google Shape;4898;p65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899" name="Google Shape;4899;p65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00" name="Google Shape;4900;p65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01" name="Google Shape;4901;p65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02" name="Google Shape;4902;p65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03" name="Google Shape;4903;p65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04" name="Google Shape;4904;p65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905" name="Google Shape;4905;p65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4906" name="Google Shape;4906;p65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5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5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5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0" name="Google Shape;4910;p65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4911" name="Google Shape;4911;p65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5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5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5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5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5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5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5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5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5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5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5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65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4924" name="Google Shape;4924;p65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4925" name="Google Shape;4925;p65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926" name="Google Shape;4926;p65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927" name="Google Shape;4927;p65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4928" name="Google Shape;4928;p65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929" name="Google Shape;4929;p65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930" name="Google Shape;4930;p65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4931" name="Google Shape;4931;p65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932" name="Google Shape;4932;p65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933" name="Google Shape;4933;p65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4934" name="Google Shape;4934;p65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935" name="Google Shape;4935;p65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4936" name="Google Shape;4936;p65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4937" name="Google Shape;4937;p65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5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5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0" name="Google Shape;4940;p65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4941" name="Google Shape;4941;p65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5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3" name="Google Shape;4943;p65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4944" name="Google Shape;4944;p65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5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65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4947" name="Google Shape;4947;p65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5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5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5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5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5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65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4954" name="Google Shape;4954;p65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5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6" name="Google Shape;4956;p65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7" name="Google Shape;4957;p65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4958" name="Google Shape;4958;p65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59" name="Google Shape;4959;p65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60" name="Google Shape;4960;p65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61" name="Google Shape;4961;p65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62" name="Google Shape;4962;p65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63" name="Google Shape;4963;p65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964" name="Google Shape;4964;p65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4965" name="Google Shape;4965;p65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4966" name="Google Shape;4966;p65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7" name="Google Shape;4967;p65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8" name="Google Shape;4968;p65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9" name="Google Shape;4969;p65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70" name="Google Shape;4970;p65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4971" name="Google Shape;4971;p65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72" name="Google Shape;4972;p65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73" name="Google Shape;4973;p65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74" name="Google Shape;4974;p65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4975" name="Google Shape;4975;p65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6" name="Google Shape;4976;p65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7" name="Google Shape;4977;p65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4978" name="Google Shape;4978;p65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5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5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5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2" name="Google Shape;4982;p65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4983" name="Google Shape;4983;p65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4984" name="Google Shape;4984;p65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985" name="Google Shape;4985;p65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986" name="Google Shape;4986;p65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4987" name="Google Shape;4987;p65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988" name="Google Shape;4988;p65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989" name="Google Shape;4989;p65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4990" name="Google Shape;4990;p65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991" name="Google Shape;4991;p65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992" name="Google Shape;4992;p65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4993" name="Google Shape;4993;p65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994" name="Google Shape;4994;p65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995" name="Google Shape;4995;p65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4996" name="Google Shape;4996;p65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997" name="Google Shape;4997;p65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998" name="Google Shape;4998;p65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4999" name="Google Shape;4999;p65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5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5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5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5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4" name="Google Shape;5004;p65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5005" name="Google Shape;5005;p65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5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5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8" name="Google Shape;5008;p65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5009" name="Google Shape;5009;p65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5010" name="Google Shape;5010;p65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5011" name="Google Shape;5011;p65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2" name="Google Shape;5012;p65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13" name="Google Shape;5013;p65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5014" name="Google Shape;5014;p65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5" name="Google Shape;5015;p65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16" name="Google Shape;5016;p65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5017" name="Google Shape;5017;p65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8" name="Google Shape;5018;p65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019" name="Google Shape;5019;p65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5020" name="Google Shape;5020;p65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65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65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65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65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65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65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65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65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65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30" name="Google Shape;5030;p65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5031" name="Google Shape;5031;p65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5032" name="Google Shape;5032;p65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65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65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65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" name="Google Shape;5036;p65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65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038" name="Google Shape;5038;p65"/>
              <p:cNvCxnSpPr>
                <a:stCxn id="5036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39" name="Google Shape;5039;p65"/>
              <p:cNvCxnSpPr>
                <a:stCxn id="5033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40" name="Google Shape;5040;p65"/>
              <p:cNvCxnSpPr>
                <a:stCxn id="5034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41" name="Google Shape;5041;p65"/>
              <p:cNvCxnSpPr>
                <a:stCxn id="5037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42" name="Google Shape;5042;p65"/>
              <p:cNvCxnSpPr>
                <a:stCxn id="5035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43" name="Google Shape;5043;p65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5044" name="Google Shape;5044;p65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" name="Google Shape;5045;p65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65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47" name="Google Shape;5047;p65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5048" name="Google Shape;5048;p65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5049" name="Google Shape;5049;p65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65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51" name="Google Shape;5051;p65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5052" name="Google Shape;5052;p65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65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54" name="Google Shape;5054;p65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5055" name="Google Shape;5055;p65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65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57" name="Google Shape;5057;p65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5058" name="Google Shape;5058;p65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65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60" name="Google Shape;5060;p65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5061" name="Google Shape;5061;p65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5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3" name="Google Shape;5063;p65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5064" name="Google Shape;5064;p65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5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5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5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5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5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5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5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5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3" name="Google Shape;5073;p65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5074" name="Google Shape;5074;p65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5075" name="Google Shape;5075;p65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65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077" name="Google Shape;5077;p65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5078" name="Google Shape;5078;p65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5079" name="Google Shape;5079;p65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5080" name="Google Shape;5080;p65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81" name="Google Shape;5081;p65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082" name="Google Shape;5082;p65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5083" name="Google Shape;5083;p65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84" name="Google Shape;5084;p65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085" name="Google Shape;5085;p65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5086" name="Google Shape;5086;p65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87" name="Google Shape;5087;p65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088" name="Google Shape;5088;p65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5089" name="Google Shape;5089;p65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90" name="Google Shape;5090;p65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091" name="Google Shape;5091;p65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5092" name="Google Shape;5092;p65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93" name="Google Shape;5093;p65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5094" name="Google Shape;5094;p65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5095" name="Google Shape;5095;p65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096" name="Google Shape;5096;p65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5097" name="Google Shape;5097;p65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98" name="Google Shape;5098;p65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99" name="Google Shape;5099;p65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00" name="Google Shape;5100;p65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01" name="Google Shape;5101;p65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5102" name="Google Shape;5102;p65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5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5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5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5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7" name="Google Shape;5107;p65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5108" name="Google Shape;5108;p65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5109" name="Google Shape;5109;p65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65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11" name="Google Shape;5111;p65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5112" name="Google Shape;5112;p65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65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14" name="Google Shape;5114;p65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5115" name="Google Shape;5115;p65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65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17" name="Google Shape;5117;p65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5118" name="Google Shape;5118;p65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65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20" name="Google Shape;5120;p65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5121" name="Google Shape;5121;p65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22" name="Google Shape;5122;p65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123" name="Google Shape;5123;p65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65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65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26" name="Google Shape;5126;p65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5127" name="Google Shape;5127;p65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5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5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5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5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5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5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5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5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39" name="Shape 5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40" name="Google Shape;5140;p66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5141" name="Google Shape;5141;p66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5142" name="Google Shape;5142;p66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66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66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66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66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66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66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66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66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66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52" name="Google Shape;5152;p66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5153" name="Google Shape;5153;p66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" name="Google Shape;5154;p66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66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66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66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66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66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66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66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66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63" name="Google Shape;5163;p66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5164" name="Google Shape;5164;p66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66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" name="Google Shape;5166;p66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" name="Google Shape;5167;p66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" name="Google Shape;5168;p66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66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" name="Google Shape;5170;p66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66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66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66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74" name="Google Shape;5174;p66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5175" name="Google Shape;5175;p66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66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" name="Google Shape;5177;p66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" name="Google Shape;5178;p66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" name="Google Shape;5179;p66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" name="Google Shape;5180;p66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" name="Google Shape;5181;p66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" name="Google Shape;5182;p66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" name="Google Shape;5183;p66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66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85" name="Google Shape;5185;p66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5186" name="Google Shape;5186;p66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66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66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" name="Google Shape;5189;p66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66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66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66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66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66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66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96" name="Google Shape;5196;p66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5197" name="Google Shape;5197;p66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66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66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66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66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66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66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66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66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66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07" name="Google Shape;5207;p66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5208" name="Google Shape;5208;p66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66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66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" name="Google Shape;5211;p66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" name="Google Shape;5212;p66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66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66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66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66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66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18" name="Google Shape;5218;p66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5219" name="Google Shape;5219;p66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66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66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66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66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66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66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66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66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66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29" name="Google Shape;5229;p66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5230" name="Google Shape;5230;p66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66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66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66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66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66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66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66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66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66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40" name="Google Shape;5240;p66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5241" name="Google Shape;5241;p66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66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66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66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66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66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66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66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66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66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51" name="Google Shape;5251;p66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5252" name="Google Shape;5252;p66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5253" name="Google Shape;5253;p66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66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66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66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66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58" name="Google Shape;5258;p66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5259" name="Google Shape;5259;p66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66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66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66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66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64" name="Google Shape;5264;p66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5265" name="Google Shape;5265;p66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66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66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66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66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70" name="Google Shape;5270;p66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5271" name="Google Shape;5271;p66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66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66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66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66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76" name="Google Shape;5276;p66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5277" name="Google Shape;5277;p66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6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6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6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6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6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6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6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6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6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6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6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6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6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6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6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6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6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5" name="Google Shape;5295;p66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5296" name="Google Shape;5296;p66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6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66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5299" name="Google Shape;5299;p66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6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66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5302" name="Google Shape;5302;p66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6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6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6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6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6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6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6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0" name="Google Shape;5310;p66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5311" name="Google Shape;5311;p66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6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6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6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6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6" name="Google Shape;5316;p66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5317" name="Google Shape;5317;p66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6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6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6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6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2" name="Google Shape;5322;p66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5323" name="Google Shape;5323;p66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5324" name="Google Shape;5324;p66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325" name="Google Shape;5325;p66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5326" name="Google Shape;5326;p66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5327" name="Google Shape;5327;p66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328" name="Google Shape;5328;p66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5329" name="Google Shape;5329;p66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5330" name="Google Shape;5330;p66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5331" name="Google Shape;5331;p66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66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33" name="Google Shape;5333;p66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5334" name="Google Shape;5334;p6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6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36" name="Google Shape;5336;p66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5337" name="Google Shape;5337;p6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6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39" name="Google Shape;5339;p66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5340" name="Google Shape;5340;p6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6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42" name="Google Shape;5342;p66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5343" name="Google Shape;5343;p66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66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45" name="Google Shape;5345;p66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5346" name="Google Shape;5346;p66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5347" name="Google Shape;5347;p66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5348" name="Google Shape;5348;p66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349" name="Google Shape;5349;p66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350" name="Google Shape;5350;p66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5351" name="Google Shape;5351;p66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5352" name="Google Shape;5352;p66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66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66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66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66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66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58" name="Google Shape;5358;p66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5359" name="Google Shape;5359;p66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66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66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66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66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66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65" name="Google Shape;5365;p66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66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5367" name="Google Shape;5367;p66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5368" name="Google Shape;5368;p66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369" name="Google Shape;5369;p66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370" name="Google Shape;5370;p66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5371" name="Google Shape;5371;p66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372" name="Google Shape;5372;p66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373" name="Google Shape;5373;p66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5374" name="Google Shape;5374;p66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375" name="Google Shape;5375;p66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376" name="Google Shape;5376;p66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5377" name="Google Shape;5377;p66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378" name="Google Shape;5378;p66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379" name="Google Shape;5379;p66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5380" name="Google Shape;5380;p66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6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6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6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4" name="Google Shape;5384;p66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5385" name="Google Shape;5385;p66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5386" name="Google Shape;5386;p66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387" name="Google Shape;5387;p66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388" name="Google Shape;5388;p66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5389" name="Google Shape;5389;p66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5390" name="Google Shape;5390;p66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1" name="Google Shape;5391;p66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2" name="Google Shape;5392;p66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3" name="Google Shape;5393;p66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4" name="Google Shape;5394;p66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5" name="Google Shape;5395;p66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6" name="Google Shape;5396;p66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97" name="Google Shape;5397;p66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5398" name="Google Shape;5398;p66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9" name="Google Shape;5399;p66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0" name="Google Shape;5400;p66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1" name="Google Shape;5401;p66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2" name="Google Shape;5402;p66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3" name="Google Shape;5403;p66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4" name="Google Shape;5404;p66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05" name="Google Shape;5405;p66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406" name="Google Shape;5406;p66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7" name="Google Shape;5407;p66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8" name="Google Shape;5408;p66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9" name="Google Shape;5409;p66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0" name="Google Shape;5410;p66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1" name="Google Shape;5411;p66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2" name="Google Shape;5412;p66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13" name="Google Shape;5413;p66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414" name="Google Shape;5414;p66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5" name="Google Shape;5415;p66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6" name="Google Shape;5416;p66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7" name="Google Shape;5417;p66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8" name="Google Shape;5418;p66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9" name="Google Shape;5419;p66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0" name="Google Shape;5420;p66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21" name="Google Shape;5421;p66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5422" name="Google Shape;5422;p66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3" name="Google Shape;5423;p66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4" name="Google Shape;5424;p66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5" name="Google Shape;5425;p66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6" name="Google Shape;5426;p66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7" name="Google Shape;5427;p66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8" name="Google Shape;5428;p66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29" name="Google Shape;5429;p66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430" name="Google Shape;5430;p66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1" name="Google Shape;5431;p66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2" name="Google Shape;5432;p66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3" name="Google Shape;5433;p66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4" name="Google Shape;5434;p66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5" name="Google Shape;5435;p66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6" name="Google Shape;5436;p66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37" name="Google Shape;5437;p66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438" name="Google Shape;5438;p66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9" name="Google Shape;5439;p66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0" name="Google Shape;5440;p66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1" name="Google Shape;5441;p66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2" name="Google Shape;5442;p66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3" name="Google Shape;5443;p66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4" name="Google Shape;5444;p66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445" name="Google Shape;5445;p66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5446" name="Google Shape;5446;p66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6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6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6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6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6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6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6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6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6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6" name="Google Shape;5456;p66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5457" name="Google Shape;5457;p66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6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6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6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461" name="Google Shape;5461;p66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462" name="Google Shape;5462;p66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463" name="Google Shape;5463;p66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464" name="Google Shape;5464;p66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5465" name="Google Shape;5465;p66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66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5467" name="Google Shape;5467;p66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5468" name="Google Shape;5468;p66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69" name="Google Shape;5469;p66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5470" name="Google Shape;5470;p66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71" name="Google Shape;5471;p66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472" name="Google Shape;5472;p66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5473" name="Google Shape;5473;p66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74" name="Google Shape;5474;p66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5475" name="Google Shape;5475;p66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76" name="Google Shape;5476;p66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477" name="Google Shape;5477;p66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5478" name="Google Shape;5478;p66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79" name="Google Shape;5479;p66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5480" name="Google Shape;5480;p66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81" name="Google Shape;5481;p66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482" name="Google Shape;5482;p66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5483" name="Google Shape;5483;p66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84" name="Google Shape;5484;p66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5485" name="Google Shape;5485;p66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86" name="Google Shape;5486;p66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5487" name="Google Shape;5487;p66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5488" name="Google Shape;5488;p66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5489" name="Google Shape;5489;p66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5490" name="Google Shape;5490;p66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1" name="Google Shape;5491;p66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92" name="Google Shape;5492;p66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5493" name="Google Shape;5493;p66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94" name="Google Shape;5494;p66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495" name="Google Shape;5495;p66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5496" name="Google Shape;5496;p66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5497" name="Google Shape;5497;p66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8" name="Google Shape;5498;p66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99" name="Google Shape;5499;p66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5500" name="Google Shape;5500;p66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501" name="Google Shape;5501;p66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502" name="Google Shape;5502;p66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5503" name="Google Shape;5503;p66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5504" name="Google Shape;5504;p66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5" name="Google Shape;5505;p66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06" name="Google Shape;5506;p66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5507" name="Google Shape;5507;p66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508" name="Google Shape;5508;p66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509" name="Google Shape;5509;p66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5510" name="Google Shape;5510;p66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5511" name="Google Shape;5511;p66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512" name="Google Shape;5512;p66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5513" name="Google Shape;5513;p66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5514" name="Google Shape;5514;p66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5" name="Google Shape;5515;p66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519" name="Shape 5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20" name="Google Shape;5520;p67"/>
          <p:cNvGrpSpPr/>
          <p:nvPr/>
        </p:nvGrpSpPr>
        <p:grpSpPr>
          <a:xfrm>
            <a:off x="1002229" y="1542724"/>
            <a:ext cx="1801525" cy="2849778"/>
            <a:chOff x="1002229" y="1542724"/>
            <a:chExt cx="1801525" cy="2849778"/>
          </a:xfrm>
        </p:grpSpPr>
        <p:sp>
          <p:nvSpPr>
            <p:cNvPr id="5521" name="Google Shape;5521;p67"/>
            <p:cNvSpPr/>
            <p:nvPr/>
          </p:nvSpPr>
          <p:spPr>
            <a:xfrm>
              <a:off x="1002229" y="1542724"/>
              <a:ext cx="1801525" cy="2849778"/>
            </a:xfrm>
            <a:custGeom>
              <a:rect b="b" l="l" r="r" t="t"/>
              <a:pathLst>
                <a:path extrusionOk="0" h="112762" w="71284">
                  <a:moveTo>
                    <a:pt x="33233" y="0"/>
                  </a:moveTo>
                  <a:cubicBezTo>
                    <a:pt x="24128" y="0"/>
                    <a:pt x="22128" y="6626"/>
                    <a:pt x="21469" y="8958"/>
                  </a:cubicBezTo>
                  <a:cubicBezTo>
                    <a:pt x="20788" y="11339"/>
                    <a:pt x="22134" y="12004"/>
                    <a:pt x="22096" y="14347"/>
                  </a:cubicBezTo>
                  <a:cubicBezTo>
                    <a:pt x="22057" y="16668"/>
                    <a:pt x="19404" y="18238"/>
                    <a:pt x="19567" y="19104"/>
                  </a:cubicBezTo>
                  <a:cubicBezTo>
                    <a:pt x="19709" y="19791"/>
                    <a:pt x="21158" y="19867"/>
                    <a:pt x="21807" y="19867"/>
                  </a:cubicBezTo>
                  <a:cubicBezTo>
                    <a:pt x="21992" y="19867"/>
                    <a:pt x="22112" y="19862"/>
                    <a:pt x="22112" y="19862"/>
                  </a:cubicBezTo>
                  <a:lnTo>
                    <a:pt x="22112" y="19862"/>
                  </a:lnTo>
                  <a:cubicBezTo>
                    <a:pt x="22499" y="20706"/>
                    <a:pt x="21447" y="21333"/>
                    <a:pt x="21431" y="21850"/>
                  </a:cubicBezTo>
                  <a:cubicBezTo>
                    <a:pt x="21414" y="22368"/>
                    <a:pt x="22079" y="22717"/>
                    <a:pt x="22079" y="22717"/>
                  </a:cubicBezTo>
                  <a:cubicBezTo>
                    <a:pt x="22079" y="22717"/>
                    <a:pt x="21431" y="23011"/>
                    <a:pt x="22079" y="23768"/>
                  </a:cubicBezTo>
                  <a:cubicBezTo>
                    <a:pt x="22722" y="24542"/>
                    <a:pt x="22112" y="24711"/>
                    <a:pt x="22079" y="26073"/>
                  </a:cubicBezTo>
                  <a:cubicBezTo>
                    <a:pt x="22047" y="27196"/>
                    <a:pt x="23447" y="27430"/>
                    <a:pt x="24973" y="27430"/>
                  </a:cubicBezTo>
                  <a:cubicBezTo>
                    <a:pt x="25327" y="27430"/>
                    <a:pt x="25692" y="27419"/>
                    <a:pt x="26041" y="27403"/>
                  </a:cubicBezTo>
                  <a:cubicBezTo>
                    <a:pt x="26144" y="27397"/>
                    <a:pt x="26242" y="27397"/>
                    <a:pt x="26340" y="27397"/>
                  </a:cubicBezTo>
                  <a:cubicBezTo>
                    <a:pt x="28030" y="27397"/>
                    <a:pt x="28929" y="28171"/>
                    <a:pt x="29343" y="30024"/>
                  </a:cubicBezTo>
                  <a:cubicBezTo>
                    <a:pt x="29806" y="31975"/>
                    <a:pt x="28329" y="32787"/>
                    <a:pt x="28329" y="32787"/>
                  </a:cubicBezTo>
                  <a:cubicBezTo>
                    <a:pt x="28329" y="32787"/>
                    <a:pt x="24809" y="33620"/>
                    <a:pt x="22243" y="34890"/>
                  </a:cubicBezTo>
                  <a:cubicBezTo>
                    <a:pt x="19682" y="36187"/>
                    <a:pt x="18646" y="36824"/>
                    <a:pt x="13813" y="37789"/>
                  </a:cubicBezTo>
                  <a:cubicBezTo>
                    <a:pt x="8964" y="38742"/>
                    <a:pt x="5994" y="46049"/>
                    <a:pt x="5923" y="53612"/>
                  </a:cubicBezTo>
                  <a:cubicBezTo>
                    <a:pt x="5863" y="61170"/>
                    <a:pt x="5351" y="63034"/>
                    <a:pt x="5182" y="67295"/>
                  </a:cubicBezTo>
                  <a:cubicBezTo>
                    <a:pt x="5019" y="71572"/>
                    <a:pt x="6179" y="74357"/>
                    <a:pt x="4277" y="79027"/>
                  </a:cubicBezTo>
                  <a:cubicBezTo>
                    <a:pt x="2398" y="83707"/>
                    <a:pt x="1014" y="95183"/>
                    <a:pt x="1351" y="100179"/>
                  </a:cubicBezTo>
                  <a:cubicBezTo>
                    <a:pt x="1662" y="105198"/>
                    <a:pt x="185" y="112298"/>
                    <a:pt x="0" y="112756"/>
                  </a:cubicBezTo>
                  <a:lnTo>
                    <a:pt x="6729" y="112756"/>
                  </a:lnTo>
                  <a:cubicBezTo>
                    <a:pt x="6729" y="112756"/>
                    <a:pt x="9923" y="103460"/>
                    <a:pt x="11138" y="101155"/>
                  </a:cubicBezTo>
                  <a:cubicBezTo>
                    <a:pt x="12358" y="98834"/>
                    <a:pt x="14091" y="88045"/>
                    <a:pt x="14037" y="86018"/>
                  </a:cubicBezTo>
                  <a:cubicBezTo>
                    <a:pt x="13960" y="84007"/>
                    <a:pt x="14587" y="75207"/>
                    <a:pt x="14941" y="74264"/>
                  </a:cubicBezTo>
                  <a:cubicBezTo>
                    <a:pt x="15181" y="73637"/>
                    <a:pt x="15955" y="59476"/>
                    <a:pt x="15955" y="59476"/>
                  </a:cubicBezTo>
                  <a:cubicBezTo>
                    <a:pt x="15955" y="59476"/>
                    <a:pt x="18554" y="72112"/>
                    <a:pt x="18592" y="77239"/>
                  </a:cubicBezTo>
                  <a:cubicBezTo>
                    <a:pt x="18608" y="82367"/>
                    <a:pt x="18298" y="86628"/>
                    <a:pt x="18074" y="89434"/>
                  </a:cubicBezTo>
                  <a:cubicBezTo>
                    <a:pt x="17851" y="92219"/>
                    <a:pt x="17006" y="96698"/>
                    <a:pt x="16914" y="98970"/>
                  </a:cubicBezTo>
                  <a:cubicBezTo>
                    <a:pt x="16821" y="101253"/>
                    <a:pt x="14609" y="105198"/>
                    <a:pt x="15693" y="112761"/>
                  </a:cubicBezTo>
                  <a:lnTo>
                    <a:pt x="55569" y="112761"/>
                  </a:lnTo>
                  <a:cubicBezTo>
                    <a:pt x="56659" y="105203"/>
                    <a:pt x="54446" y="101253"/>
                    <a:pt x="54354" y="98970"/>
                  </a:cubicBezTo>
                  <a:cubicBezTo>
                    <a:pt x="54261" y="96698"/>
                    <a:pt x="53433" y="92219"/>
                    <a:pt x="53193" y="89434"/>
                  </a:cubicBezTo>
                  <a:cubicBezTo>
                    <a:pt x="52970" y="86628"/>
                    <a:pt x="52654" y="82367"/>
                    <a:pt x="52692" y="77239"/>
                  </a:cubicBezTo>
                  <a:cubicBezTo>
                    <a:pt x="52713" y="72112"/>
                    <a:pt x="55313" y="59481"/>
                    <a:pt x="55313" y="59481"/>
                  </a:cubicBezTo>
                  <a:cubicBezTo>
                    <a:pt x="55313" y="59481"/>
                    <a:pt x="56086" y="73648"/>
                    <a:pt x="56326" y="74270"/>
                  </a:cubicBezTo>
                  <a:cubicBezTo>
                    <a:pt x="56675" y="75212"/>
                    <a:pt x="57301" y="84012"/>
                    <a:pt x="57231" y="86018"/>
                  </a:cubicBezTo>
                  <a:cubicBezTo>
                    <a:pt x="57176" y="88045"/>
                    <a:pt x="58909" y="98839"/>
                    <a:pt x="60124" y="101160"/>
                  </a:cubicBezTo>
                  <a:cubicBezTo>
                    <a:pt x="61345" y="103465"/>
                    <a:pt x="64554" y="112761"/>
                    <a:pt x="64554" y="112761"/>
                  </a:cubicBezTo>
                  <a:lnTo>
                    <a:pt x="71284" y="112761"/>
                  </a:lnTo>
                  <a:cubicBezTo>
                    <a:pt x="71082" y="112298"/>
                    <a:pt x="69605" y="105203"/>
                    <a:pt x="69938" y="100185"/>
                  </a:cubicBezTo>
                  <a:cubicBezTo>
                    <a:pt x="70248" y="95183"/>
                    <a:pt x="68870" y="83713"/>
                    <a:pt x="66984" y="79027"/>
                  </a:cubicBezTo>
                  <a:cubicBezTo>
                    <a:pt x="65088" y="74362"/>
                    <a:pt x="66249" y="71578"/>
                    <a:pt x="66085" y="67300"/>
                  </a:cubicBezTo>
                  <a:cubicBezTo>
                    <a:pt x="65916" y="63039"/>
                    <a:pt x="65638" y="59683"/>
                    <a:pt x="65568" y="52119"/>
                  </a:cubicBezTo>
                  <a:cubicBezTo>
                    <a:pt x="65513" y="44534"/>
                    <a:pt x="62336" y="37696"/>
                    <a:pt x="57487" y="36715"/>
                  </a:cubicBezTo>
                  <a:cubicBezTo>
                    <a:pt x="52654" y="35762"/>
                    <a:pt x="52049" y="34541"/>
                    <a:pt x="49482" y="33266"/>
                  </a:cubicBezTo>
                  <a:cubicBezTo>
                    <a:pt x="47842" y="32432"/>
                    <a:pt x="46262" y="31490"/>
                    <a:pt x="44742" y="30449"/>
                  </a:cubicBezTo>
                  <a:cubicBezTo>
                    <a:pt x="42251" y="29670"/>
                    <a:pt x="43156" y="27032"/>
                    <a:pt x="43156" y="24139"/>
                  </a:cubicBezTo>
                  <a:cubicBezTo>
                    <a:pt x="43156" y="21262"/>
                    <a:pt x="47363" y="19622"/>
                    <a:pt x="47858" y="12762"/>
                  </a:cubicBezTo>
                  <a:cubicBezTo>
                    <a:pt x="48360" y="5879"/>
                    <a:pt x="43712" y="365"/>
                    <a:pt x="33974" y="16"/>
                  </a:cubicBezTo>
                  <a:cubicBezTo>
                    <a:pt x="33718" y="5"/>
                    <a:pt x="33473" y="0"/>
                    <a:pt x="332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7"/>
            <p:cNvSpPr/>
            <p:nvPr/>
          </p:nvSpPr>
          <p:spPr>
            <a:xfrm>
              <a:off x="1586934" y="1597666"/>
              <a:ext cx="592312" cy="519173"/>
            </a:xfrm>
            <a:custGeom>
              <a:rect b="b" l="l" r="r" t="t"/>
              <a:pathLst>
                <a:path extrusionOk="0" h="20543" w="23437">
                  <a:moveTo>
                    <a:pt x="11144" y="0"/>
                  </a:moveTo>
                  <a:cubicBezTo>
                    <a:pt x="4392" y="0"/>
                    <a:pt x="605" y="2681"/>
                    <a:pt x="306" y="6621"/>
                  </a:cubicBezTo>
                  <a:cubicBezTo>
                    <a:pt x="0" y="10620"/>
                    <a:pt x="1815" y="11912"/>
                    <a:pt x="4376" y="11912"/>
                  </a:cubicBezTo>
                  <a:cubicBezTo>
                    <a:pt x="4621" y="11912"/>
                    <a:pt x="4877" y="11901"/>
                    <a:pt x="5139" y="11873"/>
                  </a:cubicBezTo>
                  <a:cubicBezTo>
                    <a:pt x="5139" y="11873"/>
                    <a:pt x="5362" y="11857"/>
                    <a:pt x="5656" y="11857"/>
                  </a:cubicBezTo>
                  <a:cubicBezTo>
                    <a:pt x="6234" y="11857"/>
                    <a:pt x="7073" y="11928"/>
                    <a:pt x="7073" y="12298"/>
                  </a:cubicBezTo>
                  <a:cubicBezTo>
                    <a:pt x="7073" y="12854"/>
                    <a:pt x="6888" y="14364"/>
                    <a:pt x="8125" y="14402"/>
                  </a:cubicBezTo>
                  <a:cubicBezTo>
                    <a:pt x="8539" y="14418"/>
                    <a:pt x="8926" y="14429"/>
                    <a:pt x="9258" y="14429"/>
                  </a:cubicBezTo>
                  <a:cubicBezTo>
                    <a:pt x="9923" y="14429"/>
                    <a:pt x="10375" y="14402"/>
                    <a:pt x="10375" y="14402"/>
                  </a:cubicBezTo>
                  <a:cubicBezTo>
                    <a:pt x="10375" y="14402"/>
                    <a:pt x="10724" y="16096"/>
                    <a:pt x="11465" y="16451"/>
                  </a:cubicBezTo>
                  <a:cubicBezTo>
                    <a:pt x="12201" y="16821"/>
                    <a:pt x="11906" y="17480"/>
                    <a:pt x="12130" y="17867"/>
                  </a:cubicBezTo>
                  <a:cubicBezTo>
                    <a:pt x="12348" y="18238"/>
                    <a:pt x="13236" y="18663"/>
                    <a:pt x="13585" y="19230"/>
                  </a:cubicBezTo>
                  <a:cubicBezTo>
                    <a:pt x="13939" y="19785"/>
                    <a:pt x="14086" y="20521"/>
                    <a:pt x="14674" y="20543"/>
                  </a:cubicBezTo>
                  <a:lnTo>
                    <a:pt x="14707" y="20543"/>
                  </a:lnTo>
                  <a:cubicBezTo>
                    <a:pt x="15301" y="20543"/>
                    <a:pt x="15759" y="20047"/>
                    <a:pt x="15377" y="19268"/>
                  </a:cubicBezTo>
                  <a:cubicBezTo>
                    <a:pt x="14969" y="18456"/>
                    <a:pt x="14582" y="17737"/>
                    <a:pt x="14843" y="17666"/>
                  </a:cubicBezTo>
                  <a:cubicBezTo>
                    <a:pt x="14854" y="17660"/>
                    <a:pt x="14860" y="17660"/>
                    <a:pt x="14871" y="17666"/>
                  </a:cubicBezTo>
                  <a:cubicBezTo>
                    <a:pt x="15099" y="17666"/>
                    <a:pt x="16009" y="17971"/>
                    <a:pt x="16985" y="17971"/>
                  </a:cubicBezTo>
                  <a:cubicBezTo>
                    <a:pt x="17562" y="17971"/>
                    <a:pt x="18162" y="17862"/>
                    <a:pt x="18663" y="17519"/>
                  </a:cubicBezTo>
                  <a:cubicBezTo>
                    <a:pt x="20064" y="16560"/>
                    <a:pt x="21998" y="15361"/>
                    <a:pt x="21077" y="12576"/>
                  </a:cubicBezTo>
                  <a:lnTo>
                    <a:pt x="21132" y="12576"/>
                  </a:lnTo>
                  <a:cubicBezTo>
                    <a:pt x="21437" y="12576"/>
                    <a:pt x="22984" y="12457"/>
                    <a:pt x="23197" y="10048"/>
                  </a:cubicBezTo>
                  <a:cubicBezTo>
                    <a:pt x="23436" y="7373"/>
                    <a:pt x="21851" y="807"/>
                    <a:pt x="13568" y="104"/>
                  </a:cubicBezTo>
                  <a:cubicBezTo>
                    <a:pt x="12724" y="33"/>
                    <a:pt x="11912" y="0"/>
                    <a:pt x="1114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7"/>
            <p:cNvSpPr/>
            <p:nvPr/>
          </p:nvSpPr>
          <p:spPr>
            <a:xfrm>
              <a:off x="1915375" y="2556935"/>
              <a:ext cx="398547" cy="598251"/>
            </a:xfrm>
            <a:custGeom>
              <a:rect b="b" l="l" r="r" t="t"/>
              <a:pathLst>
                <a:path extrusionOk="0" h="23672" w="15770">
                  <a:moveTo>
                    <a:pt x="4833" y="6"/>
                  </a:moveTo>
                  <a:cubicBezTo>
                    <a:pt x="4131" y="6"/>
                    <a:pt x="2730" y="235"/>
                    <a:pt x="2267" y="1968"/>
                  </a:cubicBezTo>
                  <a:cubicBezTo>
                    <a:pt x="1657" y="4311"/>
                    <a:pt x="126" y="7226"/>
                    <a:pt x="905" y="10583"/>
                  </a:cubicBezTo>
                  <a:cubicBezTo>
                    <a:pt x="1662" y="13939"/>
                    <a:pt x="0" y="16871"/>
                    <a:pt x="1733" y="18718"/>
                  </a:cubicBezTo>
                  <a:cubicBezTo>
                    <a:pt x="3411" y="20516"/>
                    <a:pt x="7405" y="23671"/>
                    <a:pt x="11312" y="23671"/>
                  </a:cubicBezTo>
                  <a:cubicBezTo>
                    <a:pt x="11454" y="23671"/>
                    <a:pt x="11590" y="23666"/>
                    <a:pt x="11732" y="23660"/>
                  </a:cubicBezTo>
                  <a:cubicBezTo>
                    <a:pt x="15770" y="23420"/>
                    <a:pt x="15677" y="19879"/>
                    <a:pt x="14990" y="18533"/>
                  </a:cubicBezTo>
                  <a:cubicBezTo>
                    <a:pt x="14331" y="17187"/>
                    <a:pt x="12800" y="14310"/>
                    <a:pt x="12669" y="12631"/>
                  </a:cubicBezTo>
                  <a:cubicBezTo>
                    <a:pt x="12538" y="10970"/>
                    <a:pt x="10588" y="1733"/>
                    <a:pt x="5253" y="33"/>
                  </a:cubicBezTo>
                  <a:cubicBezTo>
                    <a:pt x="5117" y="12"/>
                    <a:pt x="4975" y="1"/>
                    <a:pt x="4833" y="6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7"/>
            <p:cNvSpPr/>
            <p:nvPr/>
          </p:nvSpPr>
          <p:spPr>
            <a:xfrm>
              <a:off x="1457614" y="2541114"/>
              <a:ext cx="398977" cy="598225"/>
            </a:xfrm>
            <a:custGeom>
              <a:rect b="b" l="l" r="r" t="t"/>
              <a:pathLst>
                <a:path extrusionOk="0" h="23671" w="15787">
                  <a:moveTo>
                    <a:pt x="10970" y="0"/>
                  </a:moveTo>
                  <a:cubicBezTo>
                    <a:pt x="10822" y="0"/>
                    <a:pt x="10675" y="11"/>
                    <a:pt x="10534" y="33"/>
                  </a:cubicBezTo>
                  <a:cubicBezTo>
                    <a:pt x="5183" y="1733"/>
                    <a:pt x="3243" y="10953"/>
                    <a:pt x="3118" y="12631"/>
                  </a:cubicBezTo>
                  <a:cubicBezTo>
                    <a:pt x="2987" y="14293"/>
                    <a:pt x="1456" y="17186"/>
                    <a:pt x="775" y="18532"/>
                  </a:cubicBezTo>
                  <a:cubicBezTo>
                    <a:pt x="110" y="19862"/>
                    <a:pt x="1" y="23420"/>
                    <a:pt x="4038" y="23660"/>
                  </a:cubicBezTo>
                  <a:cubicBezTo>
                    <a:pt x="4175" y="23665"/>
                    <a:pt x="4316" y="23670"/>
                    <a:pt x="4458" y="23670"/>
                  </a:cubicBezTo>
                  <a:cubicBezTo>
                    <a:pt x="8370" y="23670"/>
                    <a:pt x="12381" y="20515"/>
                    <a:pt x="14054" y="18717"/>
                  </a:cubicBezTo>
                  <a:cubicBezTo>
                    <a:pt x="15786" y="16854"/>
                    <a:pt x="14108" y="13922"/>
                    <a:pt x="14882" y="10582"/>
                  </a:cubicBezTo>
                  <a:cubicBezTo>
                    <a:pt x="15661" y="7225"/>
                    <a:pt x="14130" y="4310"/>
                    <a:pt x="13498" y="1951"/>
                  </a:cubicBezTo>
                  <a:cubicBezTo>
                    <a:pt x="13046" y="234"/>
                    <a:pt x="11683" y="0"/>
                    <a:pt x="1097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7"/>
            <p:cNvSpPr/>
            <p:nvPr/>
          </p:nvSpPr>
          <p:spPr>
            <a:xfrm>
              <a:off x="1836045" y="2217070"/>
              <a:ext cx="115698" cy="519198"/>
            </a:xfrm>
            <a:custGeom>
              <a:rect b="b" l="l" r="r" t="t"/>
              <a:pathLst>
                <a:path extrusionOk="0" h="20544" w="4578">
                  <a:moveTo>
                    <a:pt x="3210" y="1"/>
                  </a:moveTo>
                  <a:cubicBezTo>
                    <a:pt x="3210" y="1"/>
                    <a:pt x="2104" y="611"/>
                    <a:pt x="774" y="682"/>
                  </a:cubicBezTo>
                  <a:cubicBezTo>
                    <a:pt x="774" y="682"/>
                    <a:pt x="1663" y="9700"/>
                    <a:pt x="1237" y="13225"/>
                  </a:cubicBezTo>
                  <a:cubicBezTo>
                    <a:pt x="796" y="16767"/>
                    <a:pt x="1" y="18053"/>
                    <a:pt x="1" y="18053"/>
                  </a:cubicBezTo>
                  <a:cubicBezTo>
                    <a:pt x="17" y="18385"/>
                    <a:pt x="142" y="18484"/>
                    <a:pt x="289" y="18484"/>
                  </a:cubicBezTo>
                  <a:cubicBezTo>
                    <a:pt x="507" y="18484"/>
                    <a:pt x="774" y="18255"/>
                    <a:pt x="774" y="18255"/>
                  </a:cubicBezTo>
                  <a:lnTo>
                    <a:pt x="1368" y="17132"/>
                  </a:lnTo>
                  <a:cubicBezTo>
                    <a:pt x="1417" y="17132"/>
                    <a:pt x="1461" y="17127"/>
                    <a:pt x="1504" y="17127"/>
                  </a:cubicBezTo>
                  <a:cubicBezTo>
                    <a:pt x="2349" y="17127"/>
                    <a:pt x="2382" y="17612"/>
                    <a:pt x="2382" y="17612"/>
                  </a:cubicBezTo>
                  <a:lnTo>
                    <a:pt x="2197" y="18091"/>
                  </a:lnTo>
                  <a:lnTo>
                    <a:pt x="3946" y="20543"/>
                  </a:lnTo>
                  <a:lnTo>
                    <a:pt x="4578" y="18048"/>
                  </a:lnTo>
                  <a:cubicBezTo>
                    <a:pt x="4578" y="18048"/>
                    <a:pt x="2970" y="16375"/>
                    <a:pt x="3248" y="11874"/>
                  </a:cubicBezTo>
                  <a:cubicBezTo>
                    <a:pt x="3542" y="7395"/>
                    <a:pt x="3210" y="1"/>
                    <a:pt x="3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7"/>
            <p:cNvSpPr/>
            <p:nvPr/>
          </p:nvSpPr>
          <p:spPr>
            <a:xfrm>
              <a:off x="1625348" y="3061652"/>
              <a:ext cx="645055" cy="415076"/>
            </a:xfrm>
            <a:custGeom>
              <a:rect b="b" l="l" r="r" t="t"/>
              <a:pathLst>
                <a:path extrusionOk="0" h="16424" w="25524">
                  <a:moveTo>
                    <a:pt x="18331" y="0"/>
                  </a:moveTo>
                  <a:cubicBezTo>
                    <a:pt x="15552" y="0"/>
                    <a:pt x="12511" y="1003"/>
                    <a:pt x="10975" y="1493"/>
                  </a:cubicBezTo>
                  <a:cubicBezTo>
                    <a:pt x="9411" y="1989"/>
                    <a:pt x="6736" y="1826"/>
                    <a:pt x="3989" y="2065"/>
                  </a:cubicBezTo>
                  <a:cubicBezTo>
                    <a:pt x="1238" y="2305"/>
                    <a:pt x="1" y="4060"/>
                    <a:pt x="633" y="4812"/>
                  </a:cubicBezTo>
                  <a:cubicBezTo>
                    <a:pt x="1259" y="5553"/>
                    <a:pt x="4098" y="4648"/>
                    <a:pt x="5482" y="6310"/>
                  </a:cubicBezTo>
                  <a:cubicBezTo>
                    <a:pt x="6883" y="7967"/>
                    <a:pt x="8746" y="8871"/>
                    <a:pt x="9814" y="9389"/>
                  </a:cubicBezTo>
                  <a:cubicBezTo>
                    <a:pt x="10147" y="9536"/>
                    <a:pt x="10702" y="9776"/>
                    <a:pt x="11329" y="10086"/>
                  </a:cubicBezTo>
                  <a:cubicBezTo>
                    <a:pt x="11694" y="10255"/>
                    <a:pt x="12081" y="10440"/>
                    <a:pt x="12490" y="10642"/>
                  </a:cubicBezTo>
                  <a:cubicBezTo>
                    <a:pt x="13579" y="11231"/>
                    <a:pt x="14702" y="11917"/>
                    <a:pt x="15290" y="12598"/>
                  </a:cubicBezTo>
                  <a:cubicBezTo>
                    <a:pt x="16435" y="13982"/>
                    <a:pt x="20402" y="15677"/>
                    <a:pt x="21933" y="16249"/>
                  </a:cubicBezTo>
                  <a:cubicBezTo>
                    <a:pt x="22200" y="16358"/>
                    <a:pt x="22489" y="16418"/>
                    <a:pt x="22783" y="16423"/>
                  </a:cubicBezTo>
                  <a:cubicBezTo>
                    <a:pt x="23824" y="16423"/>
                    <a:pt x="24527" y="15519"/>
                    <a:pt x="24810" y="13944"/>
                  </a:cubicBezTo>
                  <a:cubicBezTo>
                    <a:pt x="25175" y="11966"/>
                    <a:pt x="25050" y="8392"/>
                    <a:pt x="25284" y="5106"/>
                  </a:cubicBezTo>
                  <a:cubicBezTo>
                    <a:pt x="25524" y="1809"/>
                    <a:pt x="22739" y="387"/>
                    <a:pt x="22739" y="387"/>
                  </a:cubicBezTo>
                  <a:cubicBezTo>
                    <a:pt x="22739" y="387"/>
                    <a:pt x="21230" y="38"/>
                    <a:pt x="1840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7"/>
            <p:cNvSpPr/>
            <p:nvPr/>
          </p:nvSpPr>
          <p:spPr>
            <a:xfrm>
              <a:off x="1523727" y="3044441"/>
              <a:ext cx="358465" cy="579776"/>
            </a:xfrm>
            <a:custGeom>
              <a:rect b="b" l="l" r="r" t="t"/>
              <a:pathLst>
                <a:path extrusionOk="0" h="22941" w="14184">
                  <a:moveTo>
                    <a:pt x="10163" y="0"/>
                  </a:moveTo>
                  <a:lnTo>
                    <a:pt x="8190" y="1493"/>
                  </a:lnTo>
                  <a:cubicBezTo>
                    <a:pt x="7302" y="1199"/>
                    <a:pt x="6528" y="1074"/>
                    <a:pt x="5842" y="1074"/>
                  </a:cubicBezTo>
                  <a:cubicBezTo>
                    <a:pt x="4016" y="1074"/>
                    <a:pt x="2790" y="1984"/>
                    <a:pt x="1624" y="3133"/>
                  </a:cubicBezTo>
                  <a:cubicBezTo>
                    <a:pt x="0" y="4719"/>
                    <a:pt x="60" y="9569"/>
                    <a:pt x="2049" y="12260"/>
                  </a:cubicBezTo>
                  <a:cubicBezTo>
                    <a:pt x="4038" y="14952"/>
                    <a:pt x="8354" y="15748"/>
                    <a:pt x="10310" y="16118"/>
                  </a:cubicBezTo>
                  <a:cubicBezTo>
                    <a:pt x="12288" y="16483"/>
                    <a:pt x="11803" y="17442"/>
                    <a:pt x="11770" y="18238"/>
                  </a:cubicBezTo>
                  <a:cubicBezTo>
                    <a:pt x="11710" y="19028"/>
                    <a:pt x="8724" y="21131"/>
                    <a:pt x="8833" y="22074"/>
                  </a:cubicBezTo>
                  <a:cubicBezTo>
                    <a:pt x="8915" y="22886"/>
                    <a:pt x="9999" y="22940"/>
                    <a:pt x="10293" y="22940"/>
                  </a:cubicBezTo>
                  <a:lnTo>
                    <a:pt x="10364" y="22940"/>
                  </a:lnTo>
                  <a:cubicBezTo>
                    <a:pt x="10364" y="22940"/>
                    <a:pt x="10773" y="21889"/>
                    <a:pt x="11863" y="20695"/>
                  </a:cubicBezTo>
                  <a:cubicBezTo>
                    <a:pt x="12953" y="19475"/>
                    <a:pt x="14108" y="18630"/>
                    <a:pt x="14021" y="16837"/>
                  </a:cubicBezTo>
                  <a:cubicBezTo>
                    <a:pt x="13928" y="15067"/>
                    <a:pt x="12468" y="14533"/>
                    <a:pt x="12468" y="14533"/>
                  </a:cubicBezTo>
                  <a:cubicBezTo>
                    <a:pt x="12468" y="14533"/>
                    <a:pt x="14184" y="13922"/>
                    <a:pt x="13388" y="11786"/>
                  </a:cubicBezTo>
                  <a:cubicBezTo>
                    <a:pt x="12598" y="9645"/>
                    <a:pt x="8691" y="10958"/>
                    <a:pt x="8724" y="8893"/>
                  </a:cubicBezTo>
                  <a:cubicBezTo>
                    <a:pt x="8779" y="6844"/>
                    <a:pt x="7934" y="5329"/>
                    <a:pt x="9165" y="3744"/>
                  </a:cubicBezTo>
                  <a:cubicBezTo>
                    <a:pt x="10386" y="2180"/>
                    <a:pt x="11291" y="202"/>
                    <a:pt x="11291" y="202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28" name="Google Shape;5528;p67"/>
            <p:cNvGrpSpPr/>
            <p:nvPr/>
          </p:nvGrpSpPr>
          <p:grpSpPr>
            <a:xfrm>
              <a:off x="1675337" y="3316550"/>
              <a:ext cx="437113" cy="383257"/>
              <a:chOff x="1675337" y="3316550"/>
              <a:chExt cx="437113" cy="383257"/>
            </a:xfrm>
          </p:grpSpPr>
          <p:sp>
            <p:nvSpPr>
              <p:cNvPr id="5529" name="Google Shape;5529;p67"/>
              <p:cNvSpPr/>
              <p:nvPr/>
            </p:nvSpPr>
            <p:spPr>
              <a:xfrm>
                <a:off x="1948836" y="3389941"/>
                <a:ext cx="163614" cy="233998"/>
              </a:xfrm>
              <a:custGeom>
                <a:rect b="b" l="l" r="r" t="t"/>
                <a:pathLst>
                  <a:path extrusionOk="0" h="9259" w="6474">
                    <a:moveTo>
                      <a:pt x="3286" y="1"/>
                    </a:moveTo>
                    <a:cubicBezTo>
                      <a:pt x="2316" y="1"/>
                      <a:pt x="1052" y="273"/>
                      <a:pt x="594" y="1505"/>
                    </a:cubicBezTo>
                    <a:cubicBezTo>
                      <a:pt x="0" y="3096"/>
                      <a:pt x="1717" y="3940"/>
                      <a:pt x="1717" y="3940"/>
                    </a:cubicBezTo>
                    <a:cubicBezTo>
                      <a:pt x="1493" y="4496"/>
                      <a:pt x="1771" y="4845"/>
                      <a:pt x="1771" y="4845"/>
                    </a:cubicBezTo>
                    <a:cubicBezTo>
                      <a:pt x="1477" y="5401"/>
                      <a:pt x="1717" y="5673"/>
                      <a:pt x="1717" y="5673"/>
                    </a:cubicBezTo>
                    <a:cubicBezTo>
                      <a:pt x="1205" y="6109"/>
                      <a:pt x="916" y="6752"/>
                      <a:pt x="921" y="7428"/>
                    </a:cubicBezTo>
                    <a:cubicBezTo>
                      <a:pt x="921" y="8338"/>
                      <a:pt x="2049" y="9258"/>
                      <a:pt x="3428" y="9258"/>
                    </a:cubicBezTo>
                    <a:cubicBezTo>
                      <a:pt x="3836" y="9258"/>
                      <a:pt x="4234" y="9182"/>
                      <a:pt x="4610" y="9030"/>
                    </a:cubicBezTo>
                    <a:cubicBezTo>
                      <a:pt x="6474" y="8294"/>
                      <a:pt x="6179" y="6360"/>
                      <a:pt x="6141" y="3444"/>
                    </a:cubicBezTo>
                    <a:cubicBezTo>
                      <a:pt x="6109" y="513"/>
                      <a:pt x="4022" y="55"/>
                      <a:pt x="4022" y="55"/>
                    </a:cubicBezTo>
                    <a:cubicBezTo>
                      <a:pt x="3776" y="17"/>
                      <a:pt x="3531" y="1"/>
                      <a:pt x="32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67"/>
              <p:cNvSpPr/>
              <p:nvPr/>
            </p:nvSpPr>
            <p:spPr>
              <a:xfrm>
                <a:off x="1675337" y="3384988"/>
                <a:ext cx="163639" cy="234124"/>
              </a:xfrm>
              <a:custGeom>
                <a:rect b="b" l="l" r="r" t="t"/>
                <a:pathLst>
                  <a:path extrusionOk="0" h="9264" w="6475">
                    <a:moveTo>
                      <a:pt x="3139" y="0"/>
                    </a:moveTo>
                    <a:cubicBezTo>
                      <a:pt x="2910" y="0"/>
                      <a:pt x="2676" y="17"/>
                      <a:pt x="2453" y="44"/>
                    </a:cubicBezTo>
                    <a:cubicBezTo>
                      <a:pt x="2453" y="44"/>
                      <a:pt x="366" y="502"/>
                      <a:pt x="328" y="3433"/>
                    </a:cubicBezTo>
                    <a:cubicBezTo>
                      <a:pt x="295" y="6370"/>
                      <a:pt x="1" y="8305"/>
                      <a:pt x="1859" y="9046"/>
                    </a:cubicBezTo>
                    <a:cubicBezTo>
                      <a:pt x="2229" y="9187"/>
                      <a:pt x="2627" y="9264"/>
                      <a:pt x="3025" y="9264"/>
                    </a:cubicBezTo>
                    <a:cubicBezTo>
                      <a:pt x="4414" y="9264"/>
                      <a:pt x="5548" y="8337"/>
                      <a:pt x="5548" y="7422"/>
                    </a:cubicBezTo>
                    <a:cubicBezTo>
                      <a:pt x="5559" y="6752"/>
                      <a:pt x="5270" y="6109"/>
                      <a:pt x="4758" y="5673"/>
                    </a:cubicBezTo>
                    <a:cubicBezTo>
                      <a:pt x="4758" y="5673"/>
                      <a:pt x="4997" y="5411"/>
                      <a:pt x="4703" y="4861"/>
                    </a:cubicBezTo>
                    <a:cubicBezTo>
                      <a:pt x="4703" y="4861"/>
                      <a:pt x="4976" y="4507"/>
                      <a:pt x="4758" y="3940"/>
                    </a:cubicBezTo>
                    <a:cubicBezTo>
                      <a:pt x="4758" y="3940"/>
                      <a:pt x="6474" y="3106"/>
                      <a:pt x="5880" y="1521"/>
                    </a:cubicBezTo>
                    <a:cubicBezTo>
                      <a:pt x="5417" y="262"/>
                      <a:pt x="4115" y="0"/>
                      <a:pt x="31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67"/>
              <p:cNvSpPr/>
              <p:nvPr/>
            </p:nvSpPr>
            <p:spPr>
              <a:xfrm>
                <a:off x="1794193" y="3316550"/>
                <a:ext cx="199552" cy="383257"/>
              </a:xfrm>
              <a:custGeom>
                <a:rect b="b" l="l" r="r" t="t"/>
                <a:pathLst>
                  <a:path extrusionOk="0" h="15165" w="7896">
                    <a:moveTo>
                      <a:pt x="4648" y="0"/>
                    </a:moveTo>
                    <a:lnTo>
                      <a:pt x="4648" y="4191"/>
                    </a:lnTo>
                    <a:cubicBezTo>
                      <a:pt x="4648" y="4191"/>
                      <a:pt x="1733" y="6812"/>
                      <a:pt x="125" y="6959"/>
                    </a:cubicBezTo>
                    <a:lnTo>
                      <a:pt x="0" y="7563"/>
                    </a:lnTo>
                    <a:cubicBezTo>
                      <a:pt x="0" y="7563"/>
                      <a:pt x="2839" y="6719"/>
                      <a:pt x="4239" y="5558"/>
                    </a:cubicBezTo>
                    <a:lnTo>
                      <a:pt x="4239" y="5558"/>
                    </a:lnTo>
                    <a:cubicBezTo>
                      <a:pt x="4054" y="5722"/>
                      <a:pt x="1139" y="8283"/>
                      <a:pt x="55" y="8375"/>
                    </a:cubicBezTo>
                    <a:lnTo>
                      <a:pt x="550" y="8969"/>
                    </a:lnTo>
                    <a:cubicBezTo>
                      <a:pt x="550" y="8969"/>
                      <a:pt x="4169" y="7068"/>
                      <a:pt x="4299" y="6294"/>
                    </a:cubicBezTo>
                    <a:lnTo>
                      <a:pt x="4299" y="15165"/>
                    </a:lnTo>
                    <a:lnTo>
                      <a:pt x="5754" y="15165"/>
                    </a:lnTo>
                    <a:lnTo>
                      <a:pt x="5754" y="8081"/>
                    </a:lnTo>
                    <a:cubicBezTo>
                      <a:pt x="6283" y="8931"/>
                      <a:pt x="7187" y="8986"/>
                      <a:pt x="7416" y="8986"/>
                    </a:cubicBezTo>
                    <a:lnTo>
                      <a:pt x="7471" y="8986"/>
                    </a:lnTo>
                    <a:lnTo>
                      <a:pt x="7841" y="8577"/>
                    </a:lnTo>
                    <a:cubicBezTo>
                      <a:pt x="6713" y="8468"/>
                      <a:pt x="6217" y="7340"/>
                      <a:pt x="6217" y="7340"/>
                    </a:cubicBezTo>
                    <a:lnTo>
                      <a:pt x="6217" y="7340"/>
                    </a:lnTo>
                    <a:cubicBezTo>
                      <a:pt x="6768" y="7705"/>
                      <a:pt x="7405" y="7754"/>
                      <a:pt x="7716" y="7754"/>
                    </a:cubicBezTo>
                    <a:cubicBezTo>
                      <a:pt x="7825" y="7754"/>
                      <a:pt x="7896" y="7749"/>
                      <a:pt x="7896" y="7749"/>
                    </a:cubicBezTo>
                    <a:lnTo>
                      <a:pt x="7765" y="7155"/>
                    </a:lnTo>
                    <a:cubicBezTo>
                      <a:pt x="7667" y="7166"/>
                      <a:pt x="7569" y="7171"/>
                      <a:pt x="7471" y="7171"/>
                    </a:cubicBezTo>
                    <a:cubicBezTo>
                      <a:pt x="6081" y="7171"/>
                      <a:pt x="5792" y="5978"/>
                      <a:pt x="5792" y="5978"/>
                    </a:cubicBezTo>
                    <a:lnTo>
                      <a:pt x="5792" y="556"/>
                    </a:lnTo>
                    <a:cubicBezTo>
                      <a:pt x="5400" y="354"/>
                      <a:pt x="5013" y="175"/>
                      <a:pt x="46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32" name="Google Shape;5532;p67"/>
            <p:cNvSpPr/>
            <p:nvPr/>
          </p:nvSpPr>
          <p:spPr>
            <a:xfrm>
              <a:off x="1512152" y="3450115"/>
              <a:ext cx="732650" cy="863056"/>
            </a:xfrm>
            <a:custGeom>
              <a:rect b="b" l="l" r="r" t="t"/>
              <a:pathLst>
                <a:path extrusionOk="0" h="34150" w="28990">
                  <a:moveTo>
                    <a:pt x="2235" y="1"/>
                  </a:moveTo>
                  <a:cubicBezTo>
                    <a:pt x="1968" y="6"/>
                    <a:pt x="1695" y="44"/>
                    <a:pt x="1439" y="121"/>
                  </a:cubicBezTo>
                  <a:cubicBezTo>
                    <a:pt x="1" y="508"/>
                    <a:pt x="1014" y="2061"/>
                    <a:pt x="1090" y="2796"/>
                  </a:cubicBezTo>
                  <a:cubicBezTo>
                    <a:pt x="1145" y="3515"/>
                    <a:pt x="1586" y="4698"/>
                    <a:pt x="1586" y="4698"/>
                  </a:cubicBezTo>
                  <a:cubicBezTo>
                    <a:pt x="1363" y="5657"/>
                    <a:pt x="2305" y="6981"/>
                    <a:pt x="2305" y="6981"/>
                  </a:cubicBezTo>
                  <a:cubicBezTo>
                    <a:pt x="1842" y="8180"/>
                    <a:pt x="2398" y="8736"/>
                    <a:pt x="2398" y="8736"/>
                  </a:cubicBezTo>
                  <a:cubicBezTo>
                    <a:pt x="1919" y="9509"/>
                    <a:pt x="2414" y="10915"/>
                    <a:pt x="2414" y="10915"/>
                  </a:cubicBezTo>
                  <a:cubicBezTo>
                    <a:pt x="1510" y="12686"/>
                    <a:pt x="2289" y="13830"/>
                    <a:pt x="2289" y="13830"/>
                  </a:cubicBezTo>
                  <a:cubicBezTo>
                    <a:pt x="1641" y="14713"/>
                    <a:pt x="1973" y="16282"/>
                    <a:pt x="1973" y="16282"/>
                  </a:cubicBezTo>
                  <a:cubicBezTo>
                    <a:pt x="938" y="17917"/>
                    <a:pt x="1826" y="19781"/>
                    <a:pt x="1826" y="19781"/>
                  </a:cubicBezTo>
                  <a:cubicBezTo>
                    <a:pt x="1494" y="21077"/>
                    <a:pt x="1733" y="22380"/>
                    <a:pt x="1733" y="22380"/>
                  </a:cubicBezTo>
                  <a:cubicBezTo>
                    <a:pt x="1401" y="24298"/>
                    <a:pt x="2213" y="24963"/>
                    <a:pt x="2213" y="24963"/>
                  </a:cubicBezTo>
                  <a:cubicBezTo>
                    <a:pt x="2360" y="27584"/>
                    <a:pt x="4937" y="27954"/>
                    <a:pt x="4937" y="27954"/>
                  </a:cubicBezTo>
                  <a:cubicBezTo>
                    <a:pt x="5395" y="28880"/>
                    <a:pt x="6125" y="29158"/>
                    <a:pt x="6839" y="29158"/>
                  </a:cubicBezTo>
                  <a:cubicBezTo>
                    <a:pt x="7907" y="29158"/>
                    <a:pt x="8942" y="28526"/>
                    <a:pt x="8942" y="28526"/>
                  </a:cubicBezTo>
                  <a:cubicBezTo>
                    <a:pt x="9286" y="28641"/>
                    <a:pt x="9645" y="28706"/>
                    <a:pt x="10010" y="28717"/>
                  </a:cubicBezTo>
                  <a:cubicBezTo>
                    <a:pt x="10893" y="28717"/>
                    <a:pt x="11138" y="28177"/>
                    <a:pt x="11710" y="27954"/>
                  </a:cubicBezTo>
                  <a:cubicBezTo>
                    <a:pt x="11923" y="27861"/>
                    <a:pt x="12152" y="27812"/>
                    <a:pt x="12386" y="27801"/>
                  </a:cubicBezTo>
                  <a:cubicBezTo>
                    <a:pt x="12811" y="27801"/>
                    <a:pt x="13127" y="28030"/>
                    <a:pt x="13274" y="28581"/>
                  </a:cubicBezTo>
                  <a:cubicBezTo>
                    <a:pt x="13498" y="29393"/>
                    <a:pt x="13111" y="30646"/>
                    <a:pt x="12942" y="31899"/>
                  </a:cubicBezTo>
                  <a:cubicBezTo>
                    <a:pt x="12778" y="33136"/>
                    <a:pt x="13574" y="34150"/>
                    <a:pt x="13574" y="34150"/>
                  </a:cubicBezTo>
                  <a:lnTo>
                    <a:pt x="15454" y="34150"/>
                  </a:lnTo>
                  <a:cubicBezTo>
                    <a:pt x="15416" y="34150"/>
                    <a:pt x="15269" y="34111"/>
                    <a:pt x="15912" y="33005"/>
                  </a:cubicBezTo>
                  <a:cubicBezTo>
                    <a:pt x="16615" y="31823"/>
                    <a:pt x="15655" y="30679"/>
                    <a:pt x="16560" y="29240"/>
                  </a:cubicBezTo>
                  <a:cubicBezTo>
                    <a:pt x="17465" y="27801"/>
                    <a:pt x="17410" y="25976"/>
                    <a:pt x="17410" y="25976"/>
                  </a:cubicBezTo>
                  <a:cubicBezTo>
                    <a:pt x="17851" y="23540"/>
                    <a:pt x="16707" y="23470"/>
                    <a:pt x="15786" y="22434"/>
                  </a:cubicBezTo>
                  <a:cubicBezTo>
                    <a:pt x="15388" y="22009"/>
                    <a:pt x="14773" y="21884"/>
                    <a:pt x="14184" y="21884"/>
                  </a:cubicBezTo>
                  <a:cubicBezTo>
                    <a:pt x="13661" y="21895"/>
                    <a:pt x="13138" y="21971"/>
                    <a:pt x="12631" y="22124"/>
                  </a:cubicBezTo>
                  <a:cubicBezTo>
                    <a:pt x="12419" y="22042"/>
                    <a:pt x="12201" y="21998"/>
                    <a:pt x="11977" y="21993"/>
                  </a:cubicBezTo>
                  <a:cubicBezTo>
                    <a:pt x="11525" y="21977"/>
                    <a:pt x="11122" y="22254"/>
                    <a:pt x="10969" y="22674"/>
                  </a:cubicBezTo>
                  <a:cubicBezTo>
                    <a:pt x="10828" y="22625"/>
                    <a:pt x="10681" y="22598"/>
                    <a:pt x="10533" y="22598"/>
                  </a:cubicBezTo>
                  <a:cubicBezTo>
                    <a:pt x="9781" y="22598"/>
                    <a:pt x="9144" y="23213"/>
                    <a:pt x="9144" y="23213"/>
                  </a:cubicBezTo>
                  <a:cubicBezTo>
                    <a:pt x="9089" y="22837"/>
                    <a:pt x="8779" y="22734"/>
                    <a:pt x="8452" y="22734"/>
                  </a:cubicBezTo>
                  <a:cubicBezTo>
                    <a:pt x="8158" y="22745"/>
                    <a:pt x="7869" y="22805"/>
                    <a:pt x="7596" y="22903"/>
                  </a:cubicBezTo>
                  <a:cubicBezTo>
                    <a:pt x="7667" y="22036"/>
                    <a:pt x="6877" y="21720"/>
                    <a:pt x="6877" y="21720"/>
                  </a:cubicBezTo>
                  <a:cubicBezTo>
                    <a:pt x="7542" y="20467"/>
                    <a:pt x="6599" y="19639"/>
                    <a:pt x="6599" y="19639"/>
                  </a:cubicBezTo>
                  <a:cubicBezTo>
                    <a:pt x="7689" y="18070"/>
                    <a:pt x="7024" y="16266"/>
                    <a:pt x="7024" y="16266"/>
                  </a:cubicBezTo>
                  <a:cubicBezTo>
                    <a:pt x="7487" y="14402"/>
                    <a:pt x="6452" y="13367"/>
                    <a:pt x="6452" y="13367"/>
                  </a:cubicBezTo>
                  <a:cubicBezTo>
                    <a:pt x="7558" y="11890"/>
                    <a:pt x="6251" y="10528"/>
                    <a:pt x="6251" y="10528"/>
                  </a:cubicBezTo>
                  <a:cubicBezTo>
                    <a:pt x="6670" y="10120"/>
                    <a:pt x="6523" y="9231"/>
                    <a:pt x="6490" y="9013"/>
                  </a:cubicBezTo>
                  <a:lnTo>
                    <a:pt x="6490" y="9013"/>
                  </a:lnTo>
                  <a:cubicBezTo>
                    <a:pt x="6665" y="9983"/>
                    <a:pt x="7733" y="10049"/>
                    <a:pt x="8032" y="10049"/>
                  </a:cubicBezTo>
                  <a:lnTo>
                    <a:pt x="8109" y="10049"/>
                  </a:lnTo>
                  <a:cubicBezTo>
                    <a:pt x="8196" y="10899"/>
                    <a:pt x="9280" y="11002"/>
                    <a:pt x="9814" y="11002"/>
                  </a:cubicBezTo>
                  <a:cubicBezTo>
                    <a:pt x="9989" y="11002"/>
                    <a:pt x="10103" y="10991"/>
                    <a:pt x="10103" y="10991"/>
                  </a:cubicBezTo>
                  <a:cubicBezTo>
                    <a:pt x="10272" y="11743"/>
                    <a:pt x="10735" y="11934"/>
                    <a:pt x="11166" y="11934"/>
                  </a:cubicBezTo>
                  <a:cubicBezTo>
                    <a:pt x="11476" y="11923"/>
                    <a:pt x="11781" y="11847"/>
                    <a:pt x="12059" y="11711"/>
                  </a:cubicBezTo>
                  <a:cubicBezTo>
                    <a:pt x="12479" y="12119"/>
                    <a:pt x="13013" y="12245"/>
                    <a:pt x="13525" y="12245"/>
                  </a:cubicBezTo>
                  <a:cubicBezTo>
                    <a:pt x="14413" y="12245"/>
                    <a:pt x="15230" y="11858"/>
                    <a:pt x="15230" y="11858"/>
                  </a:cubicBezTo>
                  <a:cubicBezTo>
                    <a:pt x="15454" y="12076"/>
                    <a:pt x="15759" y="12196"/>
                    <a:pt x="16070" y="12179"/>
                  </a:cubicBezTo>
                  <a:cubicBezTo>
                    <a:pt x="16963" y="12179"/>
                    <a:pt x="17977" y="11471"/>
                    <a:pt x="17977" y="11471"/>
                  </a:cubicBezTo>
                  <a:cubicBezTo>
                    <a:pt x="18173" y="11536"/>
                    <a:pt x="18369" y="11569"/>
                    <a:pt x="18571" y="11569"/>
                  </a:cubicBezTo>
                  <a:cubicBezTo>
                    <a:pt x="19699" y="11569"/>
                    <a:pt x="19987" y="10387"/>
                    <a:pt x="19987" y="10387"/>
                  </a:cubicBezTo>
                  <a:lnTo>
                    <a:pt x="20031" y="10387"/>
                  </a:lnTo>
                  <a:cubicBezTo>
                    <a:pt x="21617" y="10387"/>
                    <a:pt x="21927" y="9297"/>
                    <a:pt x="21927" y="9297"/>
                  </a:cubicBezTo>
                  <a:cubicBezTo>
                    <a:pt x="22123" y="9362"/>
                    <a:pt x="22331" y="9400"/>
                    <a:pt x="22538" y="9406"/>
                  </a:cubicBezTo>
                  <a:cubicBezTo>
                    <a:pt x="22946" y="9406"/>
                    <a:pt x="23066" y="9188"/>
                    <a:pt x="23110" y="9052"/>
                  </a:cubicBezTo>
                  <a:lnTo>
                    <a:pt x="23110" y="9052"/>
                  </a:lnTo>
                  <a:cubicBezTo>
                    <a:pt x="22924" y="10365"/>
                    <a:pt x="23753" y="10583"/>
                    <a:pt x="23753" y="10583"/>
                  </a:cubicBezTo>
                  <a:cubicBezTo>
                    <a:pt x="23382" y="11945"/>
                    <a:pt x="23458" y="13018"/>
                    <a:pt x="23458" y="13018"/>
                  </a:cubicBezTo>
                  <a:cubicBezTo>
                    <a:pt x="22554" y="15307"/>
                    <a:pt x="24031" y="16212"/>
                    <a:pt x="24031" y="16212"/>
                  </a:cubicBezTo>
                  <a:cubicBezTo>
                    <a:pt x="22941" y="17574"/>
                    <a:pt x="23753" y="18903"/>
                    <a:pt x="23753" y="18903"/>
                  </a:cubicBezTo>
                  <a:cubicBezTo>
                    <a:pt x="23344" y="19514"/>
                    <a:pt x="23529" y="21377"/>
                    <a:pt x="23529" y="21377"/>
                  </a:cubicBezTo>
                  <a:cubicBezTo>
                    <a:pt x="22995" y="21982"/>
                    <a:pt x="22723" y="23257"/>
                    <a:pt x="22723" y="23257"/>
                  </a:cubicBezTo>
                  <a:cubicBezTo>
                    <a:pt x="20892" y="24031"/>
                    <a:pt x="20985" y="25655"/>
                    <a:pt x="20985" y="25655"/>
                  </a:cubicBezTo>
                  <a:cubicBezTo>
                    <a:pt x="21099" y="25704"/>
                    <a:pt x="21197" y="25785"/>
                    <a:pt x="21263" y="25894"/>
                  </a:cubicBezTo>
                  <a:cubicBezTo>
                    <a:pt x="21524" y="26281"/>
                    <a:pt x="22167" y="26706"/>
                    <a:pt x="22167" y="26706"/>
                  </a:cubicBezTo>
                  <a:cubicBezTo>
                    <a:pt x="21448" y="27039"/>
                    <a:pt x="20805" y="29398"/>
                    <a:pt x="20598" y="29970"/>
                  </a:cubicBezTo>
                  <a:cubicBezTo>
                    <a:pt x="20543" y="30134"/>
                    <a:pt x="20609" y="30210"/>
                    <a:pt x="20734" y="30210"/>
                  </a:cubicBezTo>
                  <a:cubicBezTo>
                    <a:pt x="21061" y="30210"/>
                    <a:pt x="21824" y="29692"/>
                    <a:pt x="22020" y="28864"/>
                  </a:cubicBezTo>
                  <a:cubicBezTo>
                    <a:pt x="22314" y="27736"/>
                    <a:pt x="23126" y="27333"/>
                    <a:pt x="23126" y="27333"/>
                  </a:cubicBezTo>
                  <a:cubicBezTo>
                    <a:pt x="23513" y="28194"/>
                    <a:pt x="24140" y="28466"/>
                    <a:pt x="24793" y="28466"/>
                  </a:cubicBezTo>
                  <a:cubicBezTo>
                    <a:pt x="25507" y="28466"/>
                    <a:pt x="26248" y="28145"/>
                    <a:pt x="26744" y="27921"/>
                  </a:cubicBezTo>
                  <a:cubicBezTo>
                    <a:pt x="27681" y="27496"/>
                    <a:pt x="27589" y="25355"/>
                    <a:pt x="27589" y="25355"/>
                  </a:cubicBezTo>
                  <a:cubicBezTo>
                    <a:pt x="27589" y="25355"/>
                    <a:pt x="27905" y="25230"/>
                    <a:pt x="28439" y="23731"/>
                  </a:cubicBezTo>
                  <a:cubicBezTo>
                    <a:pt x="28989" y="22260"/>
                    <a:pt x="28215" y="21154"/>
                    <a:pt x="28215" y="21154"/>
                  </a:cubicBezTo>
                  <a:cubicBezTo>
                    <a:pt x="28864" y="19159"/>
                    <a:pt x="27790" y="17999"/>
                    <a:pt x="27790" y="17999"/>
                  </a:cubicBezTo>
                  <a:cubicBezTo>
                    <a:pt x="28733" y="16429"/>
                    <a:pt x="27774" y="15045"/>
                    <a:pt x="27774" y="15045"/>
                  </a:cubicBezTo>
                  <a:cubicBezTo>
                    <a:pt x="28570" y="13700"/>
                    <a:pt x="27698" y="12408"/>
                    <a:pt x="27698" y="12408"/>
                  </a:cubicBezTo>
                  <a:cubicBezTo>
                    <a:pt x="28493" y="11264"/>
                    <a:pt x="27921" y="9771"/>
                    <a:pt x="27921" y="9771"/>
                  </a:cubicBezTo>
                  <a:cubicBezTo>
                    <a:pt x="28935" y="8294"/>
                    <a:pt x="27976" y="7335"/>
                    <a:pt x="27976" y="7335"/>
                  </a:cubicBezTo>
                  <a:cubicBezTo>
                    <a:pt x="27976" y="7335"/>
                    <a:pt x="28602" y="7155"/>
                    <a:pt x="28531" y="5145"/>
                  </a:cubicBezTo>
                  <a:cubicBezTo>
                    <a:pt x="28482" y="3417"/>
                    <a:pt x="26913" y="3297"/>
                    <a:pt x="26472" y="3297"/>
                  </a:cubicBezTo>
                  <a:cubicBezTo>
                    <a:pt x="26395" y="3297"/>
                    <a:pt x="26352" y="3297"/>
                    <a:pt x="26352" y="3297"/>
                  </a:cubicBezTo>
                  <a:cubicBezTo>
                    <a:pt x="25976" y="2894"/>
                    <a:pt x="25611" y="2753"/>
                    <a:pt x="25289" y="2753"/>
                  </a:cubicBezTo>
                  <a:cubicBezTo>
                    <a:pt x="24532" y="2753"/>
                    <a:pt x="23998" y="3537"/>
                    <a:pt x="23998" y="3537"/>
                  </a:cubicBezTo>
                  <a:cubicBezTo>
                    <a:pt x="23894" y="3510"/>
                    <a:pt x="23796" y="3494"/>
                    <a:pt x="23693" y="3494"/>
                  </a:cubicBezTo>
                  <a:cubicBezTo>
                    <a:pt x="22614" y="3494"/>
                    <a:pt x="21764" y="5014"/>
                    <a:pt x="21764" y="5014"/>
                  </a:cubicBezTo>
                  <a:lnTo>
                    <a:pt x="21688" y="5014"/>
                  </a:lnTo>
                  <a:cubicBezTo>
                    <a:pt x="20527" y="5014"/>
                    <a:pt x="20603" y="5826"/>
                    <a:pt x="20603" y="5826"/>
                  </a:cubicBezTo>
                  <a:cubicBezTo>
                    <a:pt x="20402" y="5771"/>
                    <a:pt x="20189" y="5744"/>
                    <a:pt x="19982" y="5744"/>
                  </a:cubicBezTo>
                  <a:cubicBezTo>
                    <a:pt x="19306" y="5733"/>
                    <a:pt x="18680" y="6098"/>
                    <a:pt x="18353" y="6692"/>
                  </a:cubicBezTo>
                  <a:cubicBezTo>
                    <a:pt x="18113" y="6567"/>
                    <a:pt x="17846" y="6501"/>
                    <a:pt x="17579" y="6501"/>
                  </a:cubicBezTo>
                  <a:cubicBezTo>
                    <a:pt x="16669" y="6501"/>
                    <a:pt x="16102" y="7302"/>
                    <a:pt x="16102" y="7302"/>
                  </a:cubicBezTo>
                  <a:cubicBezTo>
                    <a:pt x="15868" y="7237"/>
                    <a:pt x="15628" y="7204"/>
                    <a:pt x="15383" y="7204"/>
                  </a:cubicBezTo>
                  <a:cubicBezTo>
                    <a:pt x="14364" y="7204"/>
                    <a:pt x="13819" y="7815"/>
                    <a:pt x="13819" y="7815"/>
                  </a:cubicBezTo>
                  <a:cubicBezTo>
                    <a:pt x="13312" y="7155"/>
                    <a:pt x="12718" y="6965"/>
                    <a:pt x="12206" y="6965"/>
                  </a:cubicBezTo>
                  <a:cubicBezTo>
                    <a:pt x="11770" y="6970"/>
                    <a:pt x="11334" y="7095"/>
                    <a:pt x="10958" y="7319"/>
                  </a:cubicBezTo>
                  <a:cubicBezTo>
                    <a:pt x="10920" y="6382"/>
                    <a:pt x="10179" y="6234"/>
                    <a:pt x="9722" y="6234"/>
                  </a:cubicBezTo>
                  <a:cubicBezTo>
                    <a:pt x="9596" y="6234"/>
                    <a:pt x="9476" y="6245"/>
                    <a:pt x="9351" y="6267"/>
                  </a:cubicBezTo>
                  <a:cubicBezTo>
                    <a:pt x="9188" y="5215"/>
                    <a:pt x="7580" y="5030"/>
                    <a:pt x="7580" y="5030"/>
                  </a:cubicBezTo>
                  <a:cubicBezTo>
                    <a:pt x="8098" y="3761"/>
                    <a:pt x="6681" y="3319"/>
                    <a:pt x="6681" y="3319"/>
                  </a:cubicBezTo>
                  <a:cubicBezTo>
                    <a:pt x="6736" y="2175"/>
                    <a:pt x="5591" y="1804"/>
                    <a:pt x="5591" y="1804"/>
                  </a:cubicBezTo>
                  <a:cubicBezTo>
                    <a:pt x="5417" y="578"/>
                    <a:pt x="4768" y="300"/>
                    <a:pt x="4229" y="300"/>
                  </a:cubicBezTo>
                  <a:cubicBezTo>
                    <a:pt x="3951" y="306"/>
                    <a:pt x="3679" y="366"/>
                    <a:pt x="3428" y="475"/>
                  </a:cubicBezTo>
                  <a:cubicBezTo>
                    <a:pt x="3428" y="475"/>
                    <a:pt x="3085" y="1"/>
                    <a:pt x="22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7"/>
            <p:cNvSpPr/>
            <p:nvPr/>
          </p:nvSpPr>
          <p:spPr>
            <a:xfrm>
              <a:off x="1727524" y="2620015"/>
              <a:ext cx="283861" cy="436153"/>
            </a:xfrm>
            <a:custGeom>
              <a:rect b="b" l="l" r="r" t="t"/>
              <a:pathLst>
                <a:path extrusionOk="0" h="17258" w="11232">
                  <a:moveTo>
                    <a:pt x="6136" y="0"/>
                  </a:moveTo>
                  <a:cubicBezTo>
                    <a:pt x="6125" y="0"/>
                    <a:pt x="6115" y="0"/>
                    <a:pt x="6109" y="6"/>
                  </a:cubicBezTo>
                  <a:cubicBezTo>
                    <a:pt x="6033" y="60"/>
                    <a:pt x="5564" y="872"/>
                    <a:pt x="5504" y="1172"/>
                  </a:cubicBezTo>
                  <a:cubicBezTo>
                    <a:pt x="5472" y="1357"/>
                    <a:pt x="5292" y="1412"/>
                    <a:pt x="5117" y="1412"/>
                  </a:cubicBezTo>
                  <a:cubicBezTo>
                    <a:pt x="5008" y="1412"/>
                    <a:pt x="4905" y="1395"/>
                    <a:pt x="4807" y="1363"/>
                  </a:cubicBezTo>
                  <a:cubicBezTo>
                    <a:pt x="4676" y="1324"/>
                    <a:pt x="4676" y="98"/>
                    <a:pt x="4676" y="98"/>
                  </a:cubicBezTo>
                  <a:cubicBezTo>
                    <a:pt x="4109" y="98"/>
                    <a:pt x="3543" y="551"/>
                    <a:pt x="3543" y="551"/>
                  </a:cubicBezTo>
                  <a:lnTo>
                    <a:pt x="3733" y="1608"/>
                  </a:lnTo>
                  <a:cubicBezTo>
                    <a:pt x="3205" y="2060"/>
                    <a:pt x="3412" y="2491"/>
                    <a:pt x="3412" y="2491"/>
                  </a:cubicBezTo>
                  <a:cubicBezTo>
                    <a:pt x="2676" y="3035"/>
                    <a:pt x="2791" y="4223"/>
                    <a:pt x="2355" y="4223"/>
                  </a:cubicBezTo>
                  <a:cubicBezTo>
                    <a:pt x="1968" y="4207"/>
                    <a:pt x="1973" y="4027"/>
                    <a:pt x="1843" y="4027"/>
                  </a:cubicBezTo>
                  <a:cubicBezTo>
                    <a:pt x="1826" y="4027"/>
                    <a:pt x="1810" y="4033"/>
                    <a:pt x="1788" y="4038"/>
                  </a:cubicBezTo>
                  <a:cubicBezTo>
                    <a:pt x="1619" y="4114"/>
                    <a:pt x="1374" y="4360"/>
                    <a:pt x="1586" y="4507"/>
                  </a:cubicBezTo>
                  <a:cubicBezTo>
                    <a:pt x="1772" y="4676"/>
                    <a:pt x="1603" y="4676"/>
                    <a:pt x="1379" y="4959"/>
                  </a:cubicBezTo>
                  <a:cubicBezTo>
                    <a:pt x="1134" y="5242"/>
                    <a:pt x="1646" y="5809"/>
                    <a:pt x="1832" y="5885"/>
                  </a:cubicBezTo>
                  <a:cubicBezTo>
                    <a:pt x="1848" y="5885"/>
                    <a:pt x="1859" y="5891"/>
                    <a:pt x="1870" y="5885"/>
                  </a:cubicBezTo>
                  <a:cubicBezTo>
                    <a:pt x="2120" y="5885"/>
                    <a:pt x="2965" y="5449"/>
                    <a:pt x="2965" y="5449"/>
                  </a:cubicBezTo>
                  <a:lnTo>
                    <a:pt x="2965" y="5449"/>
                  </a:lnTo>
                  <a:cubicBezTo>
                    <a:pt x="2731" y="5940"/>
                    <a:pt x="2769" y="6621"/>
                    <a:pt x="2769" y="6621"/>
                  </a:cubicBezTo>
                  <a:cubicBezTo>
                    <a:pt x="2769" y="6621"/>
                    <a:pt x="2622" y="6212"/>
                    <a:pt x="2268" y="6212"/>
                  </a:cubicBezTo>
                  <a:cubicBezTo>
                    <a:pt x="2186" y="6212"/>
                    <a:pt x="2104" y="6229"/>
                    <a:pt x="2033" y="6261"/>
                  </a:cubicBezTo>
                  <a:cubicBezTo>
                    <a:pt x="1505" y="6468"/>
                    <a:pt x="1488" y="6866"/>
                    <a:pt x="1488" y="6866"/>
                  </a:cubicBezTo>
                  <a:cubicBezTo>
                    <a:pt x="1864" y="6882"/>
                    <a:pt x="2017" y="7258"/>
                    <a:pt x="2017" y="7258"/>
                  </a:cubicBezTo>
                  <a:cubicBezTo>
                    <a:pt x="1" y="10631"/>
                    <a:pt x="1" y="15890"/>
                    <a:pt x="682" y="16647"/>
                  </a:cubicBezTo>
                  <a:cubicBezTo>
                    <a:pt x="1069" y="17056"/>
                    <a:pt x="1565" y="17257"/>
                    <a:pt x="2295" y="17257"/>
                  </a:cubicBezTo>
                  <a:cubicBezTo>
                    <a:pt x="2867" y="17257"/>
                    <a:pt x="3586" y="17126"/>
                    <a:pt x="4507" y="16870"/>
                  </a:cubicBezTo>
                  <a:cubicBezTo>
                    <a:pt x="6599" y="16266"/>
                    <a:pt x="10043" y="13835"/>
                    <a:pt x="10632" y="11329"/>
                  </a:cubicBezTo>
                  <a:cubicBezTo>
                    <a:pt x="11231" y="8822"/>
                    <a:pt x="9161" y="7389"/>
                    <a:pt x="9161" y="7389"/>
                  </a:cubicBezTo>
                  <a:cubicBezTo>
                    <a:pt x="9161" y="7389"/>
                    <a:pt x="9237" y="6654"/>
                    <a:pt x="9161" y="5166"/>
                  </a:cubicBezTo>
                  <a:cubicBezTo>
                    <a:pt x="9111" y="3847"/>
                    <a:pt x="8169" y="3771"/>
                    <a:pt x="7956" y="3771"/>
                  </a:cubicBezTo>
                  <a:lnTo>
                    <a:pt x="7918" y="3771"/>
                  </a:lnTo>
                  <a:cubicBezTo>
                    <a:pt x="8027" y="2338"/>
                    <a:pt x="6654" y="1924"/>
                    <a:pt x="6654" y="1733"/>
                  </a:cubicBezTo>
                  <a:cubicBezTo>
                    <a:pt x="6670" y="1532"/>
                    <a:pt x="7068" y="829"/>
                    <a:pt x="7144" y="507"/>
                  </a:cubicBezTo>
                  <a:cubicBezTo>
                    <a:pt x="7232" y="218"/>
                    <a:pt x="6332" y="0"/>
                    <a:pt x="613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4" name="Google Shape;5534;p67"/>
          <p:cNvGrpSpPr/>
          <p:nvPr/>
        </p:nvGrpSpPr>
        <p:grpSpPr>
          <a:xfrm>
            <a:off x="7280398" y="2805793"/>
            <a:ext cx="939202" cy="1588073"/>
            <a:chOff x="7280398" y="2805793"/>
            <a:chExt cx="939202" cy="1588073"/>
          </a:xfrm>
        </p:grpSpPr>
        <p:grpSp>
          <p:nvGrpSpPr>
            <p:cNvPr id="5535" name="Google Shape;5535;p67"/>
            <p:cNvGrpSpPr/>
            <p:nvPr/>
          </p:nvGrpSpPr>
          <p:grpSpPr>
            <a:xfrm>
              <a:off x="7280398" y="2805793"/>
              <a:ext cx="939202" cy="1588073"/>
              <a:chOff x="7280398" y="2805793"/>
              <a:chExt cx="939202" cy="1588073"/>
            </a:xfrm>
          </p:grpSpPr>
          <p:sp>
            <p:nvSpPr>
              <p:cNvPr id="5536" name="Google Shape;5536;p67"/>
              <p:cNvSpPr/>
              <p:nvPr/>
            </p:nvSpPr>
            <p:spPr>
              <a:xfrm>
                <a:off x="7280398" y="3729250"/>
                <a:ext cx="595597" cy="664616"/>
              </a:xfrm>
              <a:custGeom>
                <a:rect b="b" l="l" r="r" t="t"/>
                <a:pathLst>
                  <a:path extrusionOk="0" h="26298" w="23567">
                    <a:moveTo>
                      <a:pt x="0" y="1"/>
                    </a:moveTo>
                    <a:lnTo>
                      <a:pt x="0" y="1745"/>
                    </a:lnTo>
                    <a:lnTo>
                      <a:pt x="4397" y="1745"/>
                    </a:lnTo>
                    <a:lnTo>
                      <a:pt x="4397" y="25426"/>
                    </a:lnTo>
                    <a:lnTo>
                      <a:pt x="5269" y="26298"/>
                    </a:lnTo>
                    <a:lnTo>
                      <a:pt x="22695" y="26298"/>
                    </a:lnTo>
                    <a:lnTo>
                      <a:pt x="23567" y="25426"/>
                    </a:lnTo>
                    <a:lnTo>
                      <a:pt x="23567" y="9395"/>
                    </a:lnTo>
                    <a:lnTo>
                      <a:pt x="21823" y="9395"/>
                    </a:lnTo>
                    <a:lnTo>
                      <a:pt x="21823" y="24554"/>
                    </a:lnTo>
                    <a:lnTo>
                      <a:pt x="6141" y="24554"/>
                    </a:lnTo>
                    <a:lnTo>
                      <a:pt x="6141" y="873"/>
                    </a:lnTo>
                    <a:lnTo>
                      <a:pt x="526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67"/>
              <p:cNvSpPr/>
              <p:nvPr/>
            </p:nvSpPr>
            <p:spPr>
              <a:xfrm>
                <a:off x="7491348" y="2805793"/>
                <a:ext cx="728252" cy="1195061"/>
              </a:xfrm>
              <a:custGeom>
                <a:rect b="b" l="l" r="r" t="t"/>
                <a:pathLst>
                  <a:path extrusionOk="0" h="47287" w="28816">
                    <a:moveTo>
                      <a:pt x="8011" y="0"/>
                    </a:moveTo>
                    <a:lnTo>
                      <a:pt x="1" y="5574"/>
                    </a:lnTo>
                    <a:lnTo>
                      <a:pt x="1" y="34508"/>
                    </a:lnTo>
                    <a:lnTo>
                      <a:pt x="5810" y="40317"/>
                    </a:lnTo>
                    <a:lnTo>
                      <a:pt x="5810" y="44327"/>
                    </a:lnTo>
                    <a:lnTo>
                      <a:pt x="9122" y="44327"/>
                    </a:lnTo>
                    <a:lnTo>
                      <a:pt x="9122" y="40317"/>
                    </a:lnTo>
                    <a:lnTo>
                      <a:pt x="12490" y="40317"/>
                    </a:lnTo>
                    <a:lnTo>
                      <a:pt x="12490" y="47286"/>
                    </a:lnTo>
                    <a:lnTo>
                      <a:pt x="16326" y="47286"/>
                    </a:lnTo>
                    <a:lnTo>
                      <a:pt x="16326" y="40317"/>
                    </a:lnTo>
                    <a:lnTo>
                      <a:pt x="23006" y="40317"/>
                    </a:lnTo>
                    <a:lnTo>
                      <a:pt x="28815" y="34508"/>
                    </a:lnTo>
                    <a:lnTo>
                      <a:pt x="28815" y="5574"/>
                    </a:lnTo>
                    <a:lnTo>
                      <a:pt x="20805" y="0"/>
                    </a:lnTo>
                    <a:close/>
                  </a:path>
                </a:pathLst>
              </a:custGeom>
              <a:solidFill>
                <a:srgbClr val="FFFEFD"/>
              </a:solidFill>
              <a:ln cap="flat" cmpd="sng" w="19050">
                <a:solidFill>
                  <a:srgbClr val="CAD3D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38" name="Google Shape;5538;p67"/>
            <p:cNvSpPr/>
            <p:nvPr/>
          </p:nvSpPr>
          <p:spPr>
            <a:xfrm>
              <a:off x="7585286" y="3643197"/>
              <a:ext cx="540250" cy="342493"/>
            </a:xfrm>
            <a:custGeom>
              <a:rect b="b" l="l" r="r" t="t"/>
              <a:pathLst>
                <a:path extrusionOk="0" h="13552" w="21377">
                  <a:moveTo>
                    <a:pt x="0" y="0"/>
                  </a:moveTo>
                  <a:lnTo>
                    <a:pt x="0" y="213"/>
                  </a:lnTo>
                  <a:lnTo>
                    <a:pt x="4588" y="4801"/>
                  </a:lnTo>
                  <a:lnTo>
                    <a:pt x="9530" y="4801"/>
                  </a:lnTo>
                  <a:lnTo>
                    <a:pt x="9460" y="13552"/>
                  </a:lnTo>
                  <a:lnTo>
                    <a:pt x="11808" y="13552"/>
                  </a:lnTo>
                  <a:lnTo>
                    <a:pt x="11846" y="4801"/>
                  </a:lnTo>
                  <a:lnTo>
                    <a:pt x="16788" y="4801"/>
                  </a:lnTo>
                  <a:lnTo>
                    <a:pt x="21376" y="213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7"/>
            <p:cNvSpPr/>
            <p:nvPr/>
          </p:nvSpPr>
          <p:spPr>
            <a:xfrm>
              <a:off x="7585286" y="3507812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7"/>
            <p:cNvSpPr/>
            <p:nvPr/>
          </p:nvSpPr>
          <p:spPr>
            <a:xfrm>
              <a:off x="7585286" y="3379883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7"/>
            <p:cNvSpPr/>
            <p:nvPr/>
          </p:nvSpPr>
          <p:spPr>
            <a:xfrm>
              <a:off x="7585286" y="325195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7"/>
            <p:cNvSpPr/>
            <p:nvPr/>
          </p:nvSpPr>
          <p:spPr>
            <a:xfrm>
              <a:off x="7585286" y="312402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7"/>
            <p:cNvSpPr/>
            <p:nvPr/>
          </p:nvSpPr>
          <p:spPr>
            <a:xfrm>
              <a:off x="7585286" y="3002716"/>
              <a:ext cx="540250" cy="131114"/>
            </a:xfrm>
            <a:custGeom>
              <a:rect b="b" l="l" r="r" t="t"/>
              <a:pathLst>
                <a:path extrusionOk="0" h="5188" w="21377">
                  <a:moveTo>
                    <a:pt x="0" y="0"/>
                  </a:moveTo>
                  <a:lnTo>
                    <a:pt x="0" y="5187"/>
                  </a:lnTo>
                  <a:lnTo>
                    <a:pt x="21376" y="5187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4" name="Google Shape;5544;p67"/>
          <p:cNvGrpSpPr/>
          <p:nvPr/>
        </p:nvGrpSpPr>
        <p:grpSpPr>
          <a:xfrm>
            <a:off x="6530967" y="2825758"/>
            <a:ext cx="577856" cy="1566743"/>
            <a:chOff x="6530967" y="2825758"/>
            <a:chExt cx="577856" cy="1566743"/>
          </a:xfrm>
        </p:grpSpPr>
        <p:grpSp>
          <p:nvGrpSpPr>
            <p:cNvPr id="5545" name="Google Shape;5545;p67"/>
            <p:cNvGrpSpPr/>
            <p:nvPr/>
          </p:nvGrpSpPr>
          <p:grpSpPr>
            <a:xfrm>
              <a:off x="6530967" y="2825758"/>
              <a:ext cx="577856" cy="1566743"/>
              <a:chOff x="6530967" y="2825758"/>
              <a:chExt cx="577856" cy="1566743"/>
            </a:xfrm>
          </p:grpSpPr>
          <p:sp>
            <p:nvSpPr>
              <p:cNvPr id="5546" name="Google Shape;5546;p67"/>
              <p:cNvSpPr/>
              <p:nvPr/>
            </p:nvSpPr>
            <p:spPr>
              <a:xfrm>
                <a:off x="6624071" y="2830282"/>
                <a:ext cx="391673" cy="1562220"/>
              </a:xfrm>
              <a:custGeom>
                <a:rect b="b" l="l" r="r" t="t"/>
                <a:pathLst>
                  <a:path extrusionOk="0" h="61815" w="15498">
                    <a:moveTo>
                      <a:pt x="0" y="1"/>
                    </a:moveTo>
                    <a:lnTo>
                      <a:pt x="0" y="55145"/>
                    </a:lnTo>
                    <a:cubicBezTo>
                      <a:pt x="6" y="58823"/>
                      <a:pt x="2986" y="61803"/>
                      <a:pt x="6664" y="61809"/>
                    </a:cubicBezTo>
                    <a:lnTo>
                      <a:pt x="8833" y="61814"/>
                    </a:lnTo>
                    <a:cubicBezTo>
                      <a:pt x="12511" y="61809"/>
                      <a:pt x="15492" y="58828"/>
                      <a:pt x="15497" y="55150"/>
                    </a:cubicBezTo>
                    <a:lnTo>
                      <a:pt x="1549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" name="Google Shape;5547;p67"/>
              <p:cNvSpPr/>
              <p:nvPr/>
            </p:nvSpPr>
            <p:spPr>
              <a:xfrm>
                <a:off x="6530967" y="2825758"/>
                <a:ext cx="577856" cy="89389"/>
              </a:xfrm>
              <a:custGeom>
                <a:rect b="b" l="l" r="r" t="t"/>
                <a:pathLst>
                  <a:path extrusionOk="0" h="3537" w="22865">
                    <a:moveTo>
                      <a:pt x="1766" y="0"/>
                    </a:moveTo>
                    <a:cubicBezTo>
                      <a:pt x="791" y="0"/>
                      <a:pt x="1" y="796"/>
                      <a:pt x="1" y="1771"/>
                    </a:cubicBezTo>
                    <a:cubicBezTo>
                      <a:pt x="1" y="2741"/>
                      <a:pt x="791" y="3537"/>
                      <a:pt x="1766" y="3537"/>
                    </a:cubicBezTo>
                    <a:lnTo>
                      <a:pt x="21099" y="3537"/>
                    </a:lnTo>
                    <a:cubicBezTo>
                      <a:pt x="22075" y="3537"/>
                      <a:pt x="22865" y="2741"/>
                      <a:pt x="22865" y="1771"/>
                    </a:cubicBezTo>
                    <a:cubicBezTo>
                      <a:pt x="22865" y="796"/>
                      <a:pt x="22075" y="0"/>
                      <a:pt x="2109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48" name="Google Shape;5548;p67"/>
            <p:cNvSpPr/>
            <p:nvPr/>
          </p:nvSpPr>
          <p:spPr>
            <a:xfrm>
              <a:off x="6687278" y="3011107"/>
              <a:ext cx="265260" cy="1318188"/>
            </a:xfrm>
            <a:custGeom>
              <a:rect b="b" l="l" r="r" t="t"/>
              <a:pathLst>
                <a:path extrusionOk="0" h="52159" w="10496">
                  <a:moveTo>
                    <a:pt x="0" y="0"/>
                  </a:moveTo>
                  <a:lnTo>
                    <a:pt x="0" y="47990"/>
                  </a:lnTo>
                  <a:cubicBezTo>
                    <a:pt x="0" y="50289"/>
                    <a:pt x="1864" y="52158"/>
                    <a:pt x="4163" y="52158"/>
                  </a:cubicBezTo>
                  <a:lnTo>
                    <a:pt x="6332" y="52158"/>
                  </a:lnTo>
                  <a:cubicBezTo>
                    <a:pt x="8631" y="52158"/>
                    <a:pt x="10495" y="50289"/>
                    <a:pt x="10495" y="47990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7"/>
            <p:cNvSpPr/>
            <p:nvPr/>
          </p:nvSpPr>
          <p:spPr>
            <a:xfrm>
              <a:off x="6687278" y="3325497"/>
              <a:ext cx="265260" cy="1003798"/>
            </a:xfrm>
            <a:custGeom>
              <a:rect b="b" l="l" r="r" t="t"/>
              <a:pathLst>
                <a:path extrusionOk="0" h="39719" w="10496">
                  <a:moveTo>
                    <a:pt x="0" y="0"/>
                  </a:moveTo>
                  <a:lnTo>
                    <a:pt x="0" y="35778"/>
                  </a:lnTo>
                  <a:cubicBezTo>
                    <a:pt x="0" y="37958"/>
                    <a:pt x="1864" y="39718"/>
                    <a:pt x="4163" y="39718"/>
                  </a:cubicBezTo>
                  <a:lnTo>
                    <a:pt x="6332" y="39718"/>
                  </a:lnTo>
                  <a:cubicBezTo>
                    <a:pt x="8631" y="39718"/>
                    <a:pt x="10495" y="37953"/>
                    <a:pt x="10495" y="35778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7"/>
            <p:cNvSpPr/>
            <p:nvPr/>
          </p:nvSpPr>
          <p:spPr>
            <a:xfrm>
              <a:off x="6687278" y="3749089"/>
              <a:ext cx="265260" cy="580206"/>
            </a:xfrm>
            <a:custGeom>
              <a:rect b="b" l="l" r="r" t="t"/>
              <a:pathLst>
                <a:path extrusionOk="0" h="22958" w="10496">
                  <a:moveTo>
                    <a:pt x="0" y="1"/>
                  </a:moveTo>
                  <a:lnTo>
                    <a:pt x="0" y="19344"/>
                  </a:lnTo>
                  <a:cubicBezTo>
                    <a:pt x="0" y="21339"/>
                    <a:pt x="1864" y="22957"/>
                    <a:pt x="4163" y="22957"/>
                  </a:cubicBezTo>
                  <a:lnTo>
                    <a:pt x="6332" y="22957"/>
                  </a:lnTo>
                  <a:cubicBezTo>
                    <a:pt x="8631" y="22957"/>
                    <a:pt x="10495" y="21339"/>
                    <a:pt x="10495" y="19344"/>
                  </a:cubicBezTo>
                  <a:lnTo>
                    <a:pt x="1049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7"/>
            <p:cNvSpPr/>
            <p:nvPr/>
          </p:nvSpPr>
          <p:spPr>
            <a:xfrm>
              <a:off x="6687278" y="4160980"/>
              <a:ext cx="265260" cy="168315"/>
            </a:xfrm>
            <a:custGeom>
              <a:rect b="b" l="l" r="r" t="t"/>
              <a:pathLst>
                <a:path extrusionOk="0" h="6660" w="10496">
                  <a:moveTo>
                    <a:pt x="0" y="0"/>
                  </a:moveTo>
                  <a:lnTo>
                    <a:pt x="0" y="2959"/>
                  </a:lnTo>
                  <a:cubicBezTo>
                    <a:pt x="0" y="5003"/>
                    <a:pt x="1864" y="6659"/>
                    <a:pt x="4163" y="6659"/>
                  </a:cubicBezTo>
                  <a:lnTo>
                    <a:pt x="6332" y="6659"/>
                  </a:lnTo>
                  <a:cubicBezTo>
                    <a:pt x="8631" y="6659"/>
                    <a:pt x="10495" y="5003"/>
                    <a:pt x="10495" y="2959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52" name="Google Shape;5552;p67"/>
          <p:cNvSpPr/>
          <p:nvPr/>
        </p:nvSpPr>
        <p:spPr>
          <a:xfrm>
            <a:off x="6431526" y="1558993"/>
            <a:ext cx="402288" cy="1136125"/>
          </a:xfrm>
          <a:custGeom>
            <a:rect b="b" l="l" r="r" t="t"/>
            <a:pathLst>
              <a:path extrusionOk="0" h="44955" w="15918">
                <a:moveTo>
                  <a:pt x="7902" y="0"/>
                </a:moveTo>
                <a:lnTo>
                  <a:pt x="7902" y="17"/>
                </a:lnTo>
                <a:cubicBezTo>
                  <a:pt x="7586" y="60"/>
                  <a:pt x="6670" y="235"/>
                  <a:pt x="6262" y="763"/>
                </a:cubicBezTo>
                <a:cubicBezTo>
                  <a:pt x="5760" y="1412"/>
                  <a:pt x="5967" y="2817"/>
                  <a:pt x="5967" y="2817"/>
                </a:cubicBezTo>
                <a:cubicBezTo>
                  <a:pt x="5499" y="2970"/>
                  <a:pt x="5641" y="3597"/>
                  <a:pt x="5853" y="3847"/>
                </a:cubicBezTo>
                <a:cubicBezTo>
                  <a:pt x="6066" y="4098"/>
                  <a:pt x="6060" y="4419"/>
                  <a:pt x="6164" y="4523"/>
                </a:cubicBezTo>
                <a:cubicBezTo>
                  <a:pt x="6199" y="4570"/>
                  <a:pt x="6254" y="4594"/>
                  <a:pt x="6310" y="4594"/>
                </a:cubicBezTo>
                <a:cubicBezTo>
                  <a:pt x="6332" y="4594"/>
                  <a:pt x="6355" y="4591"/>
                  <a:pt x="6376" y="4583"/>
                </a:cubicBezTo>
                <a:cubicBezTo>
                  <a:pt x="6469" y="4812"/>
                  <a:pt x="6529" y="5057"/>
                  <a:pt x="6551" y="5308"/>
                </a:cubicBezTo>
                <a:cubicBezTo>
                  <a:pt x="6551" y="6539"/>
                  <a:pt x="5602" y="7177"/>
                  <a:pt x="3695" y="7623"/>
                </a:cubicBezTo>
                <a:cubicBezTo>
                  <a:pt x="1783" y="8065"/>
                  <a:pt x="1843" y="10609"/>
                  <a:pt x="1957" y="11612"/>
                </a:cubicBezTo>
                <a:cubicBezTo>
                  <a:pt x="2071" y="12620"/>
                  <a:pt x="1685" y="14418"/>
                  <a:pt x="1238" y="15742"/>
                </a:cubicBezTo>
                <a:cubicBezTo>
                  <a:pt x="791" y="17066"/>
                  <a:pt x="595" y="18826"/>
                  <a:pt x="502" y="20053"/>
                </a:cubicBezTo>
                <a:cubicBezTo>
                  <a:pt x="415" y="21273"/>
                  <a:pt x="388" y="22695"/>
                  <a:pt x="339" y="23109"/>
                </a:cubicBezTo>
                <a:cubicBezTo>
                  <a:pt x="290" y="23524"/>
                  <a:pt x="153" y="24150"/>
                  <a:pt x="77" y="24624"/>
                </a:cubicBezTo>
                <a:cubicBezTo>
                  <a:pt x="1" y="25098"/>
                  <a:pt x="213" y="25213"/>
                  <a:pt x="606" y="25654"/>
                </a:cubicBezTo>
                <a:cubicBezTo>
                  <a:pt x="879" y="25962"/>
                  <a:pt x="1148" y="26163"/>
                  <a:pt x="1411" y="26163"/>
                </a:cubicBezTo>
                <a:cubicBezTo>
                  <a:pt x="1531" y="26163"/>
                  <a:pt x="1649" y="26122"/>
                  <a:pt x="1766" y="26030"/>
                </a:cubicBezTo>
                <a:cubicBezTo>
                  <a:pt x="2142" y="25741"/>
                  <a:pt x="2257" y="25289"/>
                  <a:pt x="2131" y="25104"/>
                </a:cubicBezTo>
                <a:cubicBezTo>
                  <a:pt x="2073" y="25020"/>
                  <a:pt x="2015" y="24998"/>
                  <a:pt x="1969" y="24998"/>
                </a:cubicBezTo>
                <a:cubicBezTo>
                  <a:pt x="1917" y="24998"/>
                  <a:pt x="1881" y="25027"/>
                  <a:pt x="1881" y="25027"/>
                </a:cubicBezTo>
                <a:cubicBezTo>
                  <a:pt x="1870" y="24842"/>
                  <a:pt x="1892" y="24651"/>
                  <a:pt x="1952" y="24472"/>
                </a:cubicBezTo>
                <a:cubicBezTo>
                  <a:pt x="2044" y="24128"/>
                  <a:pt x="1935" y="23654"/>
                  <a:pt x="1777" y="23289"/>
                </a:cubicBezTo>
                <a:cubicBezTo>
                  <a:pt x="1625" y="22930"/>
                  <a:pt x="1418" y="22058"/>
                  <a:pt x="1935" y="20973"/>
                </a:cubicBezTo>
                <a:cubicBezTo>
                  <a:pt x="2447" y="19894"/>
                  <a:pt x="3243" y="16603"/>
                  <a:pt x="3221" y="15884"/>
                </a:cubicBezTo>
                <a:cubicBezTo>
                  <a:pt x="3194" y="15165"/>
                  <a:pt x="3733" y="13672"/>
                  <a:pt x="3733" y="13672"/>
                </a:cubicBezTo>
                <a:cubicBezTo>
                  <a:pt x="3733" y="13672"/>
                  <a:pt x="4142" y="14958"/>
                  <a:pt x="4556" y="16189"/>
                </a:cubicBezTo>
                <a:cubicBezTo>
                  <a:pt x="4970" y="17426"/>
                  <a:pt x="4044" y="19818"/>
                  <a:pt x="3630" y="22515"/>
                </a:cubicBezTo>
                <a:cubicBezTo>
                  <a:pt x="3221" y="25218"/>
                  <a:pt x="3554" y="27714"/>
                  <a:pt x="3603" y="29022"/>
                </a:cubicBezTo>
                <a:cubicBezTo>
                  <a:pt x="3657" y="30335"/>
                  <a:pt x="3886" y="30694"/>
                  <a:pt x="3526" y="31572"/>
                </a:cubicBezTo>
                <a:cubicBezTo>
                  <a:pt x="3167" y="32443"/>
                  <a:pt x="3270" y="33604"/>
                  <a:pt x="3270" y="33604"/>
                </a:cubicBezTo>
                <a:cubicBezTo>
                  <a:pt x="2475" y="34579"/>
                  <a:pt x="2164" y="36585"/>
                  <a:pt x="2398" y="39233"/>
                </a:cubicBezTo>
                <a:cubicBezTo>
                  <a:pt x="2627" y="41881"/>
                  <a:pt x="2655" y="42268"/>
                  <a:pt x="2600" y="43194"/>
                </a:cubicBezTo>
                <a:cubicBezTo>
                  <a:pt x="2546" y="44121"/>
                  <a:pt x="1728" y="44072"/>
                  <a:pt x="1570" y="44453"/>
                </a:cubicBezTo>
                <a:cubicBezTo>
                  <a:pt x="1418" y="44840"/>
                  <a:pt x="2420" y="44791"/>
                  <a:pt x="3243" y="44916"/>
                </a:cubicBezTo>
                <a:cubicBezTo>
                  <a:pt x="3404" y="44942"/>
                  <a:pt x="3536" y="44954"/>
                  <a:pt x="3645" y="44954"/>
                </a:cubicBezTo>
                <a:cubicBezTo>
                  <a:pt x="4094" y="44954"/>
                  <a:pt x="4147" y="44740"/>
                  <a:pt x="4169" y="44328"/>
                </a:cubicBezTo>
                <a:cubicBezTo>
                  <a:pt x="4197" y="43810"/>
                  <a:pt x="4039" y="42731"/>
                  <a:pt x="4066" y="41293"/>
                </a:cubicBezTo>
                <a:cubicBezTo>
                  <a:pt x="4093" y="39849"/>
                  <a:pt x="5041" y="37206"/>
                  <a:pt x="5096" y="36149"/>
                </a:cubicBezTo>
                <a:cubicBezTo>
                  <a:pt x="5150" y="35092"/>
                  <a:pt x="5041" y="34400"/>
                  <a:pt x="5635" y="33626"/>
                </a:cubicBezTo>
                <a:cubicBezTo>
                  <a:pt x="6229" y="32858"/>
                  <a:pt x="6561" y="29768"/>
                  <a:pt x="7177" y="28280"/>
                </a:cubicBezTo>
                <a:cubicBezTo>
                  <a:pt x="7624" y="27202"/>
                  <a:pt x="7858" y="25692"/>
                  <a:pt x="7956" y="24924"/>
                </a:cubicBezTo>
                <a:cubicBezTo>
                  <a:pt x="8054" y="25692"/>
                  <a:pt x="8294" y="27202"/>
                  <a:pt x="8736" y="28280"/>
                </a:cubicBezTo>
                <a:cubicBezTo>
                  <a:pt x="9357" y="29768"/>
                  <a:pt x="9689" y="32858"/>
                  <a:pt x="10278" y="33626"/>
                </a:cubicBezTo>
                <a:cubicBezTo>
                  <a:pt x="10872" y="34400"/>
                  <a:pt x="10768" y="35092"/>
                  <a:pt x="10823" y="36149"/>
                </a:cubicBezTo>
                <a:cubicBezTo>
                  <a:pt x="10872" y="37200"/>
                  <a:pt x="11825" y="39849"/>
                  <a:pt x="11847" y="41293"/>
                </a:cubicBezTo>
                <a:cubicBezTo>
                  <a:pt x="11874" y="42731"/>
                  <a:pt x="11722" y="43810"/>
                  <a:pt x="11743" y="44328"/>
                </a:cubicBezTo>
                <a:cubicBezTo>
                  <a:pt x="11765" y="44740"/>
                  <a:pt x="11819" y="44954"/>
                  <a:pt x="12268" y="44954"/>
                </a:cubicBezTo>
                <a:cubicBezTo>
                  <a:pt x="12377" y="44954"/>
                  <a:pt x="12509" y="44942"/>
                  <a:pt x="12670" y="44916"/>
                </a:cubicBezTo>
                <a:cubicBezTo>
                  <a:pt x="13493" y="44791"/>
                  <a:pt x="14501" y="44840"/>
                  <a:pt x="14343" y="44453"/>
                </a:cubicBezTo>
                <a:cubicBezTo>
                  <a:pt x="14190" y="44066"/>
                  <a:pt x="13367" y="44121"/>
                  <a:pt x="13313" y="43194"/>
                </a:cubicBezTo>
                <a:cubicBezTo>
                  <a:pt x="13264" y="42268"/>
                  <a:pt x="13291" y="41881"/>
                  <a:pt x="13520" y="39233"/>
                </a:cubicBezTo>
                <a:cubicBezTo>
                  <a:pt x="13749" y="36585"/>
                  <a:pt x="13443" y="34579"/>
                  <a:pt x="12648" y="33599"/>
                </a:cubicBezTo>
                <a:cubicBezTo>
                  <a:pt x="12648" y="33599"/>
                  <a:pt x="12746" y="32443"/>
                  <a:pt x="12386" y="31572"/>
                </a:cubicBezTo>
                <a:cubicBezTo>
                  <a:pt x="12027" y="30694"/>
                  <a:pt x="12261" y="30335"/>
                  <a:pt x="12310" y="29022"/>
                </a:cubicBezTo>
                <a:cubicBezTo>
                  <a:pt x="12365" y="27714"/>
                  <a:pt x="12697" y="25218"/>
                  <a:pt x="12283" y="22515"/>
                </a:cubicBezTo>
                <a:cubicBezTo>
                  <a:pt x="11874" y="19818"/>
                  <a:pt x="10953" y="17426"/>
                  <a:pt x="11362" y="16189"/>
                </a:cubicBezTo>
                <a:cubicBezTo>
                  <a:pt x="11771" y="14958"/>
                  <a:pt x="12185" y="13672"/>
                  <a:pt x="12185" y="13672"/>
                </a:cubicBezTo>
                <a:cubicBezTo>
                  <a:pt x="12185" y="13672"/>
                  <a:pt x="12724" y="15159"/>
                  <a:pt x="12697" y="15879"/>
                </a:cubicBezTo>
                <a:cubicBezTo>
                  <a:pt x="12670" y="16603"/>
                  <a:pt x="13471" y="19894"/>
                  <a:pt x="13983" y="20973"/>
                </a:cubicBezTo>
                <a:cubicBezTo>
                  <a:pt x="14495" y="22052"/>
                  <a:pt x="14294" y="22930"/>
                  <a:pt x="14136" y="23289"/>
                </a:cubicBezTo>
                <a:cubicBezTo>
                  <a:pt x="13983" y="23649"/>
                  <a:pt x="13869" y="24134"/>
                  <a:pt x="13967" y="24466"/>
                </a:cubicBezTo>
                <a:cubicBezTo>
                  <a:pt x="14021" y="24651"/>
                  <a:pt x="14048" y="24837"/>
                  <a:pt x="14037" y="25027"/>
                </a:cubicBezTo>
                <a:cubicBezTo>
                  <a:pt x="14037" y="25027"/>
                  <a:pt x="14002" y="24998"/>
                  <a:pt x="13948" y="24998"/>
                </a:cubicBezTo>
                <a:cubicBezTo>
                  <a:pt x="13902" y="24998"/>
                  <a:pt x="13842" y="25020"/>
                  <a:pt x="13781" y="25104"/>
                </a:cubicBezTo>
                <a:cubicBezTo>
                  <a:pt x="13656" y="25289"/>
                  <a:pt x="13776" y="25741"/>
                  <a:pt x="14152" y="26030"/>
                </a:cubicBezTo>
                <a:cubicBezTo>
                  <a:pt x="14269" y="26120"/>
                  <a:pt x="14387" y="26161"/>
                  <a:pt x="14506" y="26161"/>
                </a:cubicBezTo>
                <a:cubicBezTo>
                  <a:pt x="14769" y="26161"/>
                  <a:pt x="15037" y="25962"/>
                  <a:pt x="15307" y="25654"/>
                </a:cubicBezTo>
                <a:cubicBezTo>
                  <a:pt x="15705" y="25213"/>
                  <a:pt x="15917" y="25093"/>
                  <a:pt x="15841" y="24624"/>
                </a:cubicBezTo>
                <a:cubicBezTo>
                  <a:pt x="15759" y="24150"/>
                  <a:pt x="15629" y="23524"/>
                  <a:pt x="15579" y="23109"/>
                </a:cubicBezTo>
                <a:cubicBezTo>
                  <a:pt x="15530" y="22695"/>
                  <a:pt x="15503" y="21268"/>
                  <a:pt x="15411" y="20047"/>
                </a:cubicBezTo>
                <a:cubicBezTo>
                  <a:pt x="15323" y="18826"/>
                  <a:pt x="15127" y="17066"/>
                  <a:pt x="14680" y="15742"/>
                </a:cubicBezTo>
                <a:cubicBezTo>
                  <a:pt x="14228" y="14413"/>
                  <a:pt x="13841" y="12615"/>
                  <a:pt x="13956" y="11612"/>
                </a:cubicBezTo>
                <a:cubicBezTo>
                  <a:pt x="14076" y="10609"/>
                  <a:pt x="14130" y="8065"/>
                  <a:pt x="12223" y="7618"/>
                </a:cubicBezTo>
                <a:cubicBezTo>
                  <a:pt x="10316" y="7177"/>
                  <a:pt x="9368" y="6539"/>
                  <a:pt x="9368" y="5302"/>
                </a:cubicBezTo>
                <a:cubicBezTo>
                  <a:pt x="9389" y="5057"/>
                  <a:pt x="9444" y="4812"/>
                  <a:pt x="9542" y="4577"/>
                </a:cubicBezTo>
                <a:cubicBezTo>
                  <a:pt x="9564" y="4585"/>
                  <a:pt x="9586" y="4589"/>
                  <a:pt x="9608" y="4589"/>
                </a:cubicBezTo>
                <a:cubicBezTo>
                  <a:pt x="9663" y="4589"/>
                  <a:pt x="9716" y="4566"/>
                  <a:pt x="9755" y="4523"/>
                </a:cubicBezTo>
                <a:cubicBezTo>
                  <a:pt x="9858" y="4414"/>
                  <a:pt x="9853" y="4098"/>
                  <a:pt x="10060" y="3847"/>
                </a:cubicBezTo>
                <a:cubicBezTo>
                  <a:pt x="10272" y="3597"/>
                  <a:pt x="10419" y="2970"/>
                  <a:pt x="9945" y="2817"/>
                </a:cubicBezTo>
                <a:cubicBezTo>
                  <a:pt x="9945" y="2817"/>
                  <a:pt x="10158" y="1406"/>
                  <a:pt x="9656" y="763"/>
                </a:cubicBezTo>
                <a:cubicBezTo>
                  <a:pt x="9248" y="229"/>
                  <a:pt x="8332" y="60"/>
                  <a:pt x="8016" y="11"/>
                </a:cubicBezTo>
                <a:lnTo>
                  <a:pt x="8016" y="0"/>
                </a:lnTo>
                <a:cubicBezTo>
                  <a:pt x="8016" y="0"/>
                  <a:pt x="7995" y="0"/>
                  <a:pt x="7956" y="6"/>
                </a:cubicBezTo>
                <a:cubicBezTo>
                  <a:pt x="7950" y="7"/>
                  <a:pt x="7944" y="7"/>
                  <a:pt x="7938" y="7"/>
                </a:cubicBezTo>
                <a:cubicBezTo>
                  <a:pt x="7916" y="7"/>
                  <a:pt x="7902" y="0"/>
                  <a:pt x="7902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3" name="Google Shape;5553;p67"/>
          <p:cNvSpPr/>
          <p:nvPr/>
        </p:nvSpPr>
        <p:spPr>
          <a:xfrm>
            <a:off x="4811024" y="1580335"/>
            <a:ext cx="744629" cy="457685"/>
          </a:xfrm>
          <a:custGeom>
            <a:rect b="b" l="l" r="r" t="t"/>
            <a:pathLst>
              <a:path extrusionOk="0" h="18110" w="29464">
                <a:moveTo>
                  <a:pt x="10365" y="1"/>
                </a:moveTo>
                <a:cubicBezTo>
                  <a:pt x="10212" y="1"/>
                  <a:pt x="10059" y="98"/>
                  <a:pt x="10038" y="297"/>
                </a:cubicBezTo>
                <a:lnTo>
                  <a:pt x="8943" y="10253"/>
                </a:lnTo>
                <a:lnTo>
                  <a:pt x="344" y="10253"/>
                </a:lnTo>
                <a:cubicBezTo>
                  <a:pt x="341" y="10252"/>
                  <a:pt x="338" y="10252"/>
                  <a:pt x="334" y="10252"/>
                </a:cubicBezTo>
                <a:cubicBezTo>
                  <a:pt x="153" y="10252"/>
                  <a:pt x="1" y="10398"/>
                  <a:pt x="1" y="10585"/>
                </a:cubicBezTo>
                <a:cubicBezTo>
                  <a:pt x="1" y="10767"/>
                  <a:pt x="153" y="10912"/>
                  <a:pt x="334" y="10912"/>
                </a:cubicBezTo>
                <a:cubicBezTo>
                  <a:pt x="338" y="10912"/>
                  <a:pt x="341" y="10912"/>
                  <a:pt x="344" y="10912"/>
                </a:cubicBezTo>
                <a:lnTo>
                  <a:pt x="9231" y="10912"/>
                </a:lnTo>
                <a:cubicBezTo>
                  <a:pt x="9400" y="10912"/>
                  <a:pt x="9542" y="10787"/>
                  <a:pt x="9558" y="10618"/>
                </a:cubicBezTo>
                <a:lnTo>
                  <a:pt x="10240" y="4444"/>
                </a:lnTo>
                <a:lnTo>
                  <a:pt x="10910" y="17799"/>
                </a:lnTo>
                <a:cubicBezTo>
                  <a:pt x="10921" y="17968"/>
                  <a:pt x="11057" y="18104"/>
                  <a:pt x="11226" y="18110"/>
                </a:cubicBezTo>
                <a:lnTo>
                  <a:pt x="11242" y="18110"/>
                </a:lnTo>
                <a:cubicBezTo>
                  <a:pt x="11406" y="18110"/>
                  <a:pt x="11542" y="17990"/>
                  <a:pt x="11564" y="17832"/>
                </a:cubicBezTo>
                <a:lnTo>
                  <a:pt x="12724" y="10018"/>
                </a:lnTo>
                <a:lnTo>
                  <a:pt x="13629" y="13680"/>
                </a:lnTo>
                <a:cubicBezTo>
                  <a:pt x="13670" y="13848"/>
                  <a:pt x="13809" y="13929"/>
                  <a:pt x="13948" y="13929"/>
                </a:cubicBezTo>
                <a:cubicBezTo>
                  <a:pt x="14103" y="13929"/>
                  <a:pt x="14257" y="13829"/>
                  <a:pt x="14277" y="13636"/>
                </a:cubicBezTo>
                <a:lnTo>
                  <a:pt x="15056" y="6084"/>
                </a:lnTo>
                <a:lnTo>
                  <a:pt x="16108" y="13004"/>
                </a:lnTo>
                <a:cubicBezTo>
                  <a:pt x="16135" y="13157"/>
                  <a:pt x="16261" y="13271"/>
                  <a:pt x="16419" y="13282"/>
                </a:cubicBezTo>
                <a:cubicBezTo>
                  <a:pt x="16426" y="13283"/>
                  <a:pt x="16434" y="13283"/>
                  <a:pt x="16441" y="13283"/>
                </a:cubicBezTo>
                <a:cubicBezTo>
                  <a:pt x="16590" y="13283"/>
                  <a:pt x="16720" y="13182"/>
                  <a:pt x="16751" y="13037"/>
                </a:cubicBezTo>
                <a:lnTo>
                  <a:pt x="17835" y="8885"/>
                </a:lnTo>
                <a:lnTo>
                  <a:pt x="18331" y="14481"/>
                </a:lnTo>
                <a:cubicBezTo>
                  <a:pt x="18348" y="14650"/>
                  <a:pt x="18489" y="14781"/>
                  <a:pt x="18658" y="14781"/>
                </a:cubicBezTo>
                <a:lnTo>
                  <a:pt x="18664" y="14781"/>
                </a:lnTo>
                <a:cubicBezTo>
                  <a:pt x="18827" y="14781"/>
                  <a:pt x="18969" y="14655"/>
                  <a:pt x="18991" y="14492"/>
                </a:cubicBezTo>
                <a:lnTo>
                  <a:pt x="19721" y="7806"/>
                </a:lnTo>
                <a:lnTo>
                  <a:pt x="20353" y="10961"/>
                </a:lnTo>
                <a:cubicBezTo>
                  <a:pt x="20380" y="11113"/>
                  <a:pt x="20516" y="11228"/>
                  <a:pt x="20674" y="11228"/>
                </a:cubicBezTo>
                <a:lnTo>
                  <a:pt x="29120" y="11228"/>
                </a:lnTo>
                <a:cubicBezTo>
                  <a:pt x="29124" y="11228"/>
                  <a:pt x="29127" y="11228"/>
                  <a:pt x="29130" y="11228"/>
                </a:cubicBezTo>
                <a:cubicBezTo>
                  <a:pt x="29316" y="11228"/>
                  <a:pt x="29464" y="11083"/>
                  <a:pt x="29464" y="10895"/>
                </a:cubicBezTo>
                <a:cubicBezTo>
                  <a:pt x="29464" y="10716"/>
                  <a:pt x="29321" y="10568"/>
                  <a:pt x="29139" y="10568"/>
                </a:cubicBezTo>
                <a:cubicBezTo>
                  <a:pt x="29133" y="10568"/>
                  <a:pt x="29127" y="10568"/>
                  <a:pt x="29120" y="10569"/>
                </a:cubicBezTo>
                <a:lnTo>
                  <a:pt x="20941" y="10569"/>
                </a:lnTo>
                <a:lnTo>
                  <a:pt x="19950" y="5594"/>
                </a:lnTo>
                <a:cubicBezTo>
                  <a:pt x="19918" y="5434"/>
                  <a:pt x="19782" y="5326"/>
                  <a:pt x="19623" y="5326"/>
                </a:cubicBezTo>
                <a:cubicBezTo>
                  <a:pt x="19620" y="5326"/>
                  <a:pt x="19616" y="5327"/>
                  <a:pt x="19612" y="5327"/>
                </a:cubicBezTo>
                <a:cubicBezTo>
                  <a:pt x="19448" y="5332"/>
                  <a:pt x="19318" y="5457"/>
                  <a:pt x="19301" y="5621"/>
                </a:cubicBezTo>
                <a:lnTo>
                  <a:pt x="18691" y="11130"/>
                </a:lnTo>
                <a:lnTo>
                  <a:pt x="18320" y="6940"/>
                </a:lnTo>
                <a:cubicBezTo>
                  <a:pt x="18303" y="6745"/>
                  <a:pt x="18148" y="6642"/>
                  <a:pt x="17994" y="6642"/>
                </a:cubicBezTo>
                <a:cubicBezTo>
                  <a:pt x="17857" y="6642"/>
                  <a:pt x="17721" y="6722"/>
                  <a:pt x="17677" y="6890"/>
                </a:cubicBezTo>
                <a:lnTo>
                  <a:pt x="16517" y="11326"/>
                </a:lnTo>
                <a:lnTo>
                  <a:pt x="15318" y="3441"/>
                </a:lnTo>
                <a:cubicBezTo>
                  <a:pt x="15291" y="3278"/>
                  <a:pt x="15149" y="3158"/>
                  <a:pt x="14986" y="3158"/>
                </a:cubicBezTo>
                <a:cubicBezTo>
                  <a:pt x="14817" y="3163"/>
                  <a:pt x="14680" y="3289"/>
                  <a:pt x="14664" y="3452"/>
                </a:cubicBezTo>
                <a:lnTo>
                  <a:pt x="13814" y="11696"/>
                </a:lnTo>
                <a:lnTo>
                  <a:pt x="12959" y="8242"/>
                </a:lnTo>
                <a:cubicBezTo>
                  <a:pt x="12922" y="8096"/>
                  <a:pt x="12792" y="7990"/>
                  <a:pt x="12642" y="7990"/>
                </a:cubicBezTo>
                <a:cubicBezTo>
                  <a:pt x="12635" y="7990"/>
                  <a:pt x="12628" y="7991"/>
                  <a:pt x="12621" y="7991"/>
                </a:cubicBezTo>
                <a:cubicBezTo>
                  <a:pt x="12468" y="8002"/>
                  <a:pt x="12337" y="8117"/>
                  <a:pt x="12316" y="8275"/>
                </a:cubicBezTo>
                <a:lnTo>
                  <a:pt x="11400" y="14437"/>
                </a:lnTo>
                <a:lnTo>
                  <a:pt x="10697" y="314"/>
                </a:lnTo>
                <a:cubicBezTo>
                  <a:pt x="10686" y="107"/>
                  <a:pt x="10525" y="1"/>
                  <a:pt x="10365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4" name="Google Shape;5554;p67"/>
          <p:cNvSpPr/>
          <p:nvPr/>
        </p:nvSpPr>
        <p:spPr>
          <a:xfrm>
            <a:off x="4768491" y="2118007"/>
            <a:ext cx="1074435" cy="439590"/>
          </a:xfrm>
          <a:custGeom>
            <a:rect b="b" l="l" r="r" t="t"/>
            <a:pathLst>
              <a:path extrusionOk="0" h="17394" w="42514">
                <a:moveTo>
                  <a:pt x="34558" y="1"/>
                </a:moveTo>
                <a:cubicBezTo>
                  <a:pt x="34361" y="1"/>
                  <a:pt x="34171" y="132"/>
                  <a:pt x="34154" y="306"/>
                </a:cubicBezTo>
                <a:lnTo>
                  <a:pt x="33141" y="11182"/>
                </a:lnTo>
                <a:lnTo>
                  <a:pt x="32825" y="3799"/>
                </a:lnTo>
                <a:cubicBezTo>
                  <a:pt x="32814" y="3630"/>
                  <a:pt x="32656" y="3494"/>
                  <a:pt x="32443" y="3483"/>
                </a:cubicBezTo>
                <a:cubicBezTo>
                  <a:pt x="32439" y="3483"/>
                  <a:pt x="32434" y="3483"/>
                  <a:pt x="32430" y="3483"/>
                </a:cubicBezTo>
                <a:cubicBezTo>
                  <a:pt x="32229" y="3483"/>
                  <a:pt x="32056" y="3601"/>
                  <a:pt x="32024" y="3766"/>
                </a:cubicBezTo>
                <a:lnTo>
                  <a:pt x="30700" y="11095"/>
                </a:lnTo>
                <a:lnTo>
                  <a:pt x="30318" y="10250"/>
                </a:lnTo>
                <a:cubicBezTo>
                  <a:pt x="30244" y="10113"/>
                  <a:pt x="30104" y="10032"/>
                  <a:pt x="29957" y="10032"/>
                </a:cubicBezTo>
                <a:cubicBezTo>
                  <a:pt x="29952" y="10032"/>
                  <a:pt x="29947" y="10032"/>
                  <a:pt x="29942" y="10032"/>
                </a:cubicBezTo>
                <a:lnTo>
                  <a:pt x="25153" y="10032"/>
                </a:lnTo>
                <a:cubicBezTo>
                  <a:pt x="24962" y="10032"/>
                  <a:pt x="24793" y="10141"/>
                  <a:pt x="24760" y="10299"/>
                </a:cubicBezTo>
                <a:lnTo>
                  <a:pt x="24640" y="10790"/>
                </a:lnTo>
                <a:lnTo>
                  <a:pt x="23703" y="1766"/>
                </a:lnTo>
                <a:cubicBezTo>
                  <a:pt x="23687" y="1595"/>
                  <a:pt x="23514" y="1466"/>
                  <a:pt x="23307" y="1466"/>
                </a:cubicBezTo>
                <a:cubicBezTo>
                  <a:pt x="23303" y="1466"/>
                  <a:pt x="23299" y="1466"/>
                  <a:pt x="23295" y="1467"/>
                </a:cubicBezTo>
                <a:cubicBezTo>
                  <a:pt x="23082" y="1472"/>
                  <a:pt x="22913" y="1614"/>
                  <a:pt x="22908" y="1788"/>
                </a:cubicBezTo>
                <a:lnTo>
                  <a:pt x="22657" y="9793"/>
                </a:lnTo>
                <a:lnTo>
                  <a:pt x="22330" y="7760"/>
                </a:lnTo>
                <a:cubicBezTo>
                  <a:pt x="22303" y="7597"/>
                  <a:pt x="22134" y="7477"/>
                  <a:pt x="21932" y="7477"/>
                </a:cubicBezTo>
                <a:cubicBezTo>
                  <a:pt x="21731" y="7477"/>
                  <a:pt x="21562" y="7602"/>
                  <a:pt x="21540" y="7766"/>
                </a:cubicBezTo>
                <a:lnTo>
                  <a:pt x="21001" y="11520"/>
                </a:lnTo>
                <a:lnTo>
                  <a:pt x="20352" y="2807"/>
                </a:lnTo>
                <a:cubicBezTo>
                  <a:pt x="20336" y="2633"/>
                  <a:pt x="20161" y="2496"/>
                  <a:pt x="19954" y="2496"/>
                </a:cubicBezTo>
                <a:cubicBezTo>
                  <a:pt x="19742" y="2496"/>
                  <a:pt x="19567" y="2627"/>
                  <a:pt x="19551" y="2802"/>
                </a:cubicBezTo>
                <a:lnTo>
                  <a:pt x="19028" y="9122"/>
                </a:lnTo>
                <a:lnTo>
                  <a:pt x="18826" y="7090"/>
                </a:lnTo>
                <a:cubicBezTo>
                  <a:pt x="18810" y="6932"/>
                  <a:pt x="18657" y="6807"/>
                  <a:pt x="18461" y="6790"/>
                </a:cubicBezTo>
                <a:cubicBezTo>
                  <a:pt x="18447" y="6789"/>
                  <a:pt x="18434" y="6788"/>
                  <a:pt x="18420" y="6788"/>
                </a:cubicBezTo>
                <a:cubicBezTo>
                  <a:pt x="18245" y="6788"/>
                  <a:pt x="18087" y="6883"/>
                  <a:pt x="18042" y="7030"/>
                </a:cubicBezTo>
                <a:lnTo>
                  <a:pt x="17023" y="10000"/>
                </a:lnTo>
                <a:lnTo>
                  <a:pt x="11879" y="10000"/>
                </a:lnTo>
                <a:lnTo>
                  <a:pt x="11290" y="8218"/>
                </a:lnTo>
                <a:cubicBezTo>
                  <a:pt x="11230" y="8066"/>
                  <a:pt x="11085" y="7971"/>
                  <a:pt x="10925" y="7971"/>
                </a:cubicBezTo>
                <a:cubicBezTo>
                  <a:pt x="10912" y="7971"/>
                  <a:pt x="10900" y="7971"/>
                  <a:pt x="10887" y="7973"/>
                </a:cubicBezTo>
                <a:cubicBezTo>
                  <a:pt x="10702" y="7984"/>
                  <a:pt x="10544" y="8093"/>
                  <a:pt x="10511" y="8245"/>
                </a:cubicBezTo>
                <a:lnTo>
                  <a:pt x="9694" y="12010"/>
                </a:lnTo>
                <a:lnTo>
                  <a:pt x="9247" y="5564"/>
                </a:lnTo>
                <a:cubicBezTo>
                  <a:pt x="9236" y="5390"/>
                  <a:pt x="9067" y="5259"/>
                  <a:pt x="8860" y="5254"/>
                </a:cubicBezTo>
                <a:cubicBezTo>
                  <a:pt x="8856" y="5253"/>
                  <a:pt x="8851" y="5253"/>
                  <a:pt x="8847" y="5253"/>
                </a:cubicBezTo>
                <a:cubicBezTo>
                  <a:pt x="8640" y="5253"/>
                  <a:pt x="8473" y="5377"/>
                  <a:pt x="8452" y="5542"/>
                </a:cubicBezTo>
                <a:lnTo>
                  <a:pt x="7542" y="12141"/>
                </a:lnTo>
                <a:lnTo>
                  <a:pt x="7051" y="2714"/>
                </a:lnTo>
                <a:cubicBezTo>
                  <a:pt x="7040" y="2540"/>
                  <a:pt x="6866" y="2404"/>
                  <a:pt x="6664" y="2398"/>
                </a:cubicBezTo>
                <a:cubicBezTo>
                  <a:pt x="6660" y="2398"/>
                  <a:pt x="6656" y="2398"/>
                  <a:pt x="6651" y="2398"/>
                </a:cubicBezTo>
                <a:cubicBezTo>
                  <a:pt x="6450" y="2398"/>
                  <a:pt x="6277" y="2522"/>
                  <a:pt x="6256" y="2687"/>
                </a:cubicBezTo>
                <a:lnTo>
                  <a:pt x="5231" y="10060"/>
                </a:lnTo>
                <a:lnTo>
                  <a:pt x="403" y="10060"/>
                </a:lnTo>
                <a:cubicBezTo>
                  <a:pt x="180" y="10060"/>
                  <a:pt x="0" y="10207"/>
                  <a:pt x="0" y="10387"/>
                </a:cubicBezTo>
                <a:cubicBezTo>
                  <a:pt x="0" y="10572"/>
                  <a:pt x="180" y="10719"/>
                  <a:pt x="403" y="10719"/>
                </a:cubicBezTo>
                <a:lnTo>
                  <a:pt x="5591" y="10719"/>
                </a:lnTo>
                <a:cubicBezTo>
                  <a:pt x="5792" y="10719"/>
                  <a:pt x="5967" y="10594"/>
                  <a:pt x="5989" y="10425"/>
                </a:cubicBezTo>
                <a:lnTo>
                  <a:pt x="6474" y="6943"/>
                </a:lnTo>
                <a:lnTo>
                  <a:pt x="6964" y="16386"/>
                </a:lnTo>
                <a:cubicBezTo>
                  <a:pt x="6969" y="16555"/>
                  <a:pt x="7144" y="16696"/>
                  <a:pt x="7351" y="16702"/>
                </a:cubicBezTo>
                <a:cubicBezTo>
                  <a:pt x="7355" y="16702"/>
                  <a:pt x="7359" y="16702"/>
                  <a:pt x="7364" y="16702"/>
                </a:cubicBezTo>
                <a:cubicBezTo>
                  <a:pt x="7565" y="16702"/>
                  <a:pt x="7738" y="16578"/>
                  <a:pt x="7759" y="16408"/>
                </a:cubicBezTo>
                <a:lnTo>
                  <a:pt x="8719" y="9460"/>
                </a:lnTo>
                <a:lnTo>
                  <a:pt x="9094" y="14855"/>
                </a:lnTo>
                <a:cubicBezTo>
                  <a:pt x="9105" y="15024"/>
                  <a:pt x="9263" y="15160"/>
                  <a:pt x="9470" y="15165"/>
                </a:cubicBezTo>
                <a:cubicBezTo>
                  <a:pt x="9475" y="15165"/>
                  <a:pt x="9480" y="15165"/>
                  <a:pt x="9484" y="15165"/>
                </a:cubicBezTo>
                <a:cubicBezTo>
                  <a:pt x="9680" y="15165"/>
                  <a:pt x="9853" y="15053"/>
                  <a:pt x="9890" y="14893"/>
                </a:cubicBezTo>
                <a:lnTo>
                  <a:pt x="10991" y="9809"/>
                </a:lnTo>
                <a:lnTo>
                  <a:pt x="11187" y="10414"/>
                </a:lnTo>
                <a:cubicBezTo>
                  <a:pt x="11249" y="10559"/>
                  <a:pt x="11390" y="10654"/>
                  <a:pt x="11548" y="10654"/>
                </a:cubicBezTo>
                <a:cubicBezTo>
                  <a:pt x="11557" y="10654"/>
                  <a:pt x="11565" y="10654"/>
                  <a:pt x="11574" y="10654"/>
                </a:cubicBezTo>
                <a:lnTo>
                  <a:pt x="17328" y="10654"/>
                </a:lnTo>
                <a:cubicBezTo>
                  <a:pt x="17336" y="10654"/>
                  <a:pt x="17345" y="10654"/>
                  <a:pt x="17353" y="10654"/>
                </a:cubicBezTo>
                <a:cubicBezTo>
                  <a:pt x="17512" y="10654"/>
                  <a:pt x="17653" y="10559"/>
                  <a:pt x="17715" y="10414"/>
                </a:cubicBezTo>
                <a:lnTo>
                  <a:pt x="18211" y="8970"/>
                </a:lnTo>
                <a:lnTo>
                  <a:pt x="18668" y="13542"/>
                </a:lnTo>
                <a:cubicBezTo>
                  <a:pt x="18685" y="13710"/>
                  <a:pt x="18859" y="13841"/>
                  <a:pt x="19072" y="13841"/>
                </a:cubicBezTo>
                <a:cubicBezTo>
                  <a:pt x="19279" y="13841"/>
                  <a:pt x="19453" y="13710"/>
                  <a:pt x="19469" y="13536"/>
                </a:cubicBezTo>
                <a:lnTo>
                  <a:pt x="19927" y="7924"/>
                </a:lnTo>
                <a:lnTo>
                  <a:pt x="20472" y="15225"/>
                </a:lnTo>
                <a:cubicBezTo>
                  <a:pt x="20488" y="15394"/>
                  <a:pt x="20657" y="15525"/>
                  <a:pt x="20864" y="15530"/>
                </a:cubicBezTo>
                <a:cubicBezTo>
                  <a:pt x="20872" y="15531"/>
                  <a:pt x="20880" y="15531"/>
                  <a:pt x="20888" y="15531"/>
                </a:cubicBezTo>
                <a:cubicBezTo>
                  <a:pt x="21080" y="15531"/>
                  <a:pt x="21247" y="15404"/>
                  <a:pt x="21273" y="15242"/>
                </a:cubicBezTo>
                <a:lnTo>
                  <a:pt x="21960" y="10452"/>
                </a:lnTo>
                <a:lnTo>
                  <a:pt x="22532" y="14021"/>
                </a:lnTo>
                <a:cubicBezTo>
                  <a:pt x="22558" y="14183"/>
                  <a:pt x="22724" y="14305"/>
                  <a:pt x="22926" y="14305"/>
                </a:cubicBezTo>
                <a:cubicBezTo>
                  <a:pt x="22934" y="14305"/>
                  <a:pt x="22943" y="14305"/>
                  <a:pt x="22951" y="14304"/>
                </a:cubicBezTo>
                <a:cubicBezTo>
                  <a:pt x="23158" y="14293"/>
                  <a:pt x="23322" y="14157"/>
                  <a:pt x="23327" y="13983"/>
                </a:cubicBezTo>
                <a:lnTo>
                  <a:pt x="23523" y="7733"/>
                </a:lnTo>
                <a:lnTo>
                  <a:pt x="24090" y="13176"/>
                </a:lnTo>
                <a:cubicBezTo>
                  <a:pt x="24106" y="13340"/>
                  <a:pt x="24270" y="13460"/>
                  <a:pt x="24466" y="13476"/>
                </a:cubicBezTo>
                <a:cubicBezTo>
                  <a:pt x="24475" y="13477"/>
                  <a:pt x="24484" y="13477"/>
                  <a:pt x="24493" y="13477"/>
                </a:cubicBezTo>
                <a:cubicBezTo>
                  <a:pt x="24683" y="13477"/>
                  <a:pt x="24844" y="13365"/>
                  <a:pt x="24880" y="13209"/>
                </a:cubicBezTo>
                <a:lnTo>
                  <a:pt x="25485" y="10686"/>
                </a:lnTo>
                <a:lnTo>
                  <a:pt x="29670" y="10686"/>
                </a:lnTo>
                <a:lnTo>
                  <a:pt x="30493" y="12528"/>
                </a:lnTo>
                <a:cubicBezTo>
                  <a:pt x="30553" y="12658"/>
                  <a:pt x="30700" y="12742"/>
                  <a:pt x="30868" y="12742"/>
                </a:cubicBezTo>
                <a:cubicBezTo>
                  <a:pt x="30882" y="12742"/>
                  <a:pt x="30897" y="12742"/>
                  <a:pt x="30912" y="12741"/>
                </a:cubicBezTo>
                <a:cubicBezTo>
                  <a:pt x="31092" y="12730"/>
                  <a:pt x="31239" y="12615"/>
                  <a:pt x="31266" y="12463"/>
                </a:cubicBezTo>
                <a:lnTo>
                  <a:pt x="32182" y="7406"/>
                </a:lnTo>
                <a:lnTo>
                  <a:pt x="32601" y="17078"/>
                </a:lnTo>
                <a:cubicBezTo>
                  <a:pt x="32607" y="17252"/>
                  <a:pt x="32781" y="17394"/>
                  <a:pt x="32994" y="17394"/>
                </a:cubicBezTo>
                <a:lnTo>
                  <a:pt x="32999" y="17394"/>
                </a:lnTo>
                <a:cubicBezTo>
                  <a:pt x="33206" y="17394"/>
                  <a:pt x="33381" y="17263"/>
                  <a:pt x="33397" y="17089"/>
                </a:cubicBezTo>
                <a:lnTo>
                  <a:pt x="34492" y="5395"/>
                </a:lnTo>
                <a:lnTo>
                  <a:pt x="34999" y="13269"/>
                </a:lnTo>
                <a:cubicBezTo>
                  <a:pt x="35015" y="13433"/>
                  <a:pt x="35173" y="13569"/>
                  <a:pt x="35380" y="13580"/>
                </a:cubicBezTo>
                <a:cubicBezTo>
                  <a:pt x="35385" y="13580"/>
                  <a:pt x="35390" y="13580"/>
                  <a:pt x="35394" y="13580"/>
                </a:cubicBezTo>
                <a:cubicBezTo>
                  <a:pt x="35590" y="13580"/>
                  <a:pt x="35763" y="13467"/>
                  <a:pt x="35795" y="13307"/>
                </a:cubicBezTo>
                <a:lnTo>
                  <a:pt x="36590" y="9542"/>
                </a:lnTo>
                <a:lnTo>
                  <a:pt x="37037" y="14392"/>
                </a:lnTo>
                <a:cubicBezTo>
                  <a:pt x="37053" y="14560"/>
                  <a:pt x="37217" y="14686"/>
                  <a:pt x="37418" y="14697"/>
                </a:cubicBezTo>
                <a:cubicBezTo>
                  <a:pt x="37423" y="14697"/>
                  <a:pt x="37427" y="14697"/>
                  <a:pt x="37432" y="14697"/>
                </a:cubicBezTo>
                <a:cubicBezTo>
                  <a:pt x="37623" y="14697"/>
                  <a:pt x="37795" y="14584"/>
                  <a:pt x="37832" y="14424"/>
                </a:cubicBezTo>
                <a:lnTo>
                  <a:pt x="38568" y="10855"/>
                </a:lnTo>
                <a:lnTo>
                  <a:pt x="42115" y="10855"/>
                </a:lnTo>
                <a:cubicBezTo>
                  <a:pt x="42333" y="10855"/>
                  <a:pt x="42513" y="10708"/>
                  <a:pt x="42513" y="10528"/>
                </a:cubicBezTo>
                <a:cubicBezTo>
                  <a:pt x="42513" y="10348"/>
                  <a:pt x="42333" y="10201"/>
                  <a:pt x="42115" y="10201"/>
                </a:cubicBezTo>
                <a:lnTo>
                  <a:pt x="38230" y="10201"/>
                </a:lnTo>
                <a:cubicBezTo>
                  <a:pt x="38034" y="10201"/>
                  <a:pt x="37871" y="10316"/>
                  <a:pt x="37838" y="10474"/>
                </a:cubicBezTo>
                <a:lnTo>
                  <a:pt x="37582" y="11656"/>
                </a:lnTo>
                <a:lnTo>
                  <a:pt x="37140" y="6850"/>
                </a:lnTo>
                <a:cubicBezTo>
                  <a:pt x="37124" y="6681"/>
                  <a:pt x="36961" y="6556"/>
                  <a:pt x="36759" y="6545"/>
                </a:cubicBezTo>
                <a:cubicBezTo>
                  <a:pt x="36754" y="6545"/>
                  <a:pt x="36750" y="6545"/>
                  <a:pt x="36745" y="6545"/>
                </a:cubicBezTo>
                <a:cubicBezTo>
                  <a:pt x="36549" y="6545"/>
                  <a:pt x="36377" y="6658"/>
                  <a:pt x="36345" y="6817"/>
                </a:cubicBezTo>
                <a:lnTo>
                  <a:pt x="35604" y="10327"/>
                </a:lnTo>
                <a:lnTo>
                  <a:pt x="34955" y="311"/>
                </a:lnTo>
                <a:cubicBezTo>
                  <a:pt x="34944" y="137"/>
                  <a:pt x="34770" y="1"/>
                  <a:pt x="34558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5" name="Google Shape;5555;p67"/>
          <p:cNvGrpSpPr/>
          <p:nvPr/>
        </p:nvGrpSpPr>
        <p:grpSpPr>
          <a:xfrm>
            <a:off x="2882968" y="1560496"/>
            <a:ext cx="554302" cy="1133118"/>
            <a:chOff x="3039218" y="1560945"/>
            <a:chExt cx="554302" cy="1133118"/>
          </a:xfrm>
        </p:grpSpPr>
        <p:sp>
          <p:nvSpPr>
            <p:cNvPr id="5556" name="Google Shape;5556;p67"/>
            <p:cNvSpPr/>
            <p:nvPr/>
          </p:nvSpPr>
          <p:spPr>
            <a:xfrm>
              <a:off x="3067043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992" y="1"/>
                  </a:moveTo>
                  <a:cubicBezTo>
                    <a:pt x="992" y="1"/>
                    <a:pt x="0" y="61"/>
                    <a:pt x="38" y="208"/>
                  </a:cubicBezTo>
                  <a:cubicBezTo>
                    <a:pt x="51" y="257"/>
                    <a:pt x="165" y="273"/>
                    <a:pt x="311" y="273"/>
                  </a:cubicBezTo>
                  <a:cubicBezTo>
                    <a:pt x="603" y="273"/>
                    <a:pt x="1024" y="208"/>
                    <a:pt x="1024" y="208"/>
                  </a:cubicBezTo>
                  <a:lnTo>
                    <a:pt x="99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7"/>
            <p:cNvSpPr/>
            <p:nvPr/>
          </p:nvSpPr>
          <p:spPr>
            <a:xfrm>
              <a:off x="3039218" y="2118482"/>
              <a:ext cx="30378" cy="19940"/>
            </a:xfrm>
            <a:custGeom>
              <a:rect b="b" l="l" r="r" t="t"/>
              <a:pathLst>
                <a:path extrusionOk="0" h="789" w="1202">
                  <a:moveTo>
                    <a:pt x="1101" y="0"/>
                  </a:moveTo>
                  <a:cubicBezTo>
                    <a:pt x="1101" y="0"/>
                    <a:pt x="0" y="540"/>
                    <a:pt x="153" y="752"/>
                  </a:cubicBezTo>
                  <a:cubicBezTo>
                    <a:pt x="171" y="777"/>
                    <a:pt x="199" y="788"/>
                    <a:pt x="235" y="788"/>
                  </a:cubicBezTo>
                  <a:cubicBezTo>
                    <a:pt x="503" y="788"/>
                    <a:pt x="1201" y="160"/>
                    <a:pt x="1177" y="93"/>
                  </a:cubicBezTo>
                  <a:cubicBezTo>
                    <a:pt x="1172" y="49"/>
                    <a:pt x="1139" y="17"/>
                    <a:pt x="110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7"/>
            <p:cNvSpPr/>
            <p:nvPr/>
          </p:nvSpPr>
          <p:spPr>
            <a:xfrm>
              <a:off x="3062620" y="2148480"/>
              <a:ext cx="22543" cy="28078"/>
            </a:xfrm>
            <a:custGeom>
              <a:rect b="b" l="l" r="r" t="t"/>
              <a:pathLst>
                <a:path extrusionOk="0" h="1111" w="892">
                  <a:moveTo>
                    <a:pt x="742" y="0"/>
                  </a:moveTo>
                  <a:cubicBezTo>
                    <a:pt x="737" y="0"/>
                    <a:pt x="731" y="0"/>
                    <a:pt x="725" y="1"/>
                  </a:cubicBezTo>
                  <a:cubicBezTo>
                    <a:pt x="725" y="1"/>
                    <a:pt x="1" y="987"/>
                    <a:pt x="235" y="1102"/>
                  </a:cubicBezTo>
                  <a:cubicBezTo>
                    <a:pt x="247" y="1108"/>
                    <a:pt x="259" y="1111"/>
                    <a:pt x="272" y="1111"/>
                  </a:cubicBezTo>
                  <a:cubicBezTo>
                    <a:pt x="511" y="1111"/>
                    <a:pt x="891" y="96"/>
                    <a:pt x="834" y="39"/>
                  </a:cubicBezTo>
                  <a:cubicBezTo>
                    <a:pt x="811" y="15"/>
                    <a:pt x="779" y="0"/>
                    <a:pt x="7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7"/>
            <p:cNvSpPr/>
            <p:nvPr/>
          </p:nvSpPr>
          <p:spPr>
            <a:xfrm>
              <a:off x="3049554" y="2174309"/>
              <a:ext cx="22518" cy="28128"/>
            </a:xfrm>
            <a:custGeom>
              <a:rect b="b" l="l" r="r" t="t"/>
              <a:pathLst>
                <a:path extrusionOk="0" h="1113" w="891">
                  <a:moveTo>
                    <a:pt x="751" y="0"/>
                  </a:moveTo>
                  <a:cubicBezTo>
                    <a:pt x="743" y="0"/>
                    <a:pt x="734" y="1"/>
                    <a:pt x="725" y="3"/>
                  </a:cubicBezTo>
                  <a:cubicBezTo>
                    <a:pt x="725" y="3"/>
                    <a:pt x="0" y="990"/>
                    <a:pt x="234" y="1104"/>
                  </a:cubicBezTo>
                  <a:cubicBezTo>
                    <a:pt x="246" y="1110"/>
                    <a:pt x="257" y="1112"/>
                    <a:pt x="270" y="1112"/>
                  </a:cubicBezTo>
                  <a:cubicBezTo>
                    <a:pt x="509" y="1112"/>
                    <a:pt x="891" y="93"/>
                    <a:pt x="834" y="42"/>
                  </a:cubicBezTo>
                  <a:cubicBezTo>
                    <a:pt x="812" y="16"/>
                    <a:pt x="784" y="0"/>
                    <a:pt x="7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7"/>
            <p:cNvSpPr/>
            <p:nvPr/>
          </p:nvSpPr>
          <p:spPr>
            <a:xfrm>
              <a:off x="3059739" y="2185024"/>
              <a:ext cx="23478" cy="31717"/>
            </a:xfrm>
            <a:custGeom>
              <a:rect b="b" l="l" r="r" t="t"/>
              <a:pathLst>
                <a:path extrusionOk="0" h="1255" w="929">
                  <a:moveTo>
                    <a:pt x="774" y="0"/>
                  </a:moveTo>
                  <a:cubicBezTo>
                    <a:pt x="763" y="0"/>
                    <a:pt x="752" y="2"/>
                    <a:pt x="741" y="4"/>
                  </a:cubicBezTo>
                  <a:cubicBezTo>
                    <a:pt x="741" y="4"/>
                    <a:pt x="0" y="1132"/>
                    <a:pt x="262" y="1247"/>
                  </a:cubicBezTo>
                  <a:cubicBezTo>
                    <a:pt x="273" y="1252"/>
                    <a:pt x="285" y="1254"/>
                    <a:pt x="297" y="1254"/>
                  </a:cubicBezTo>
                  <a:cubicBezTo>
                    <a:pt x="563" y="1254"/>
                    <a:pt x="929" y="95"/>
                    <a:pt x="861" y="43"/>
                  </a:cubicBezTo>
                  <a:cubicBezTo>
                    <a:pt x="841" y="14"/>
                    <a:pt x="807" y="0"/>
                    <a:pt x="7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7"/>
            <p:cNvSpPr/>
            <p:nvPr/>
          </p:nvSpPr>
          <p:spPr>
            <a:xfrm>
              <a:off x="3189741" y="2601161"/>
              <a:ext cx="123254" cy="92902"/>
            </a:xfrm>
            <a:custGeom>
              <a:rect b="b" l="l" r="r" t="t"/>
              <a:pathLst>
                <a:path extrusionOk="0" h="3676" w="4877">
                  <a:moveTo>
                    <a:pt x="3357" y="0"/>
                  </a:moveTo>
                  <a:cubicBezTo>
                    <a:pt x="3060" y="0"/>
                    <a:pt x="2834" y="65"/>
                    <a:pt x="2834" y="65"/>
                  </a:cubicBezTo>
                  <a:cubicBezTo>
                    <a:pt x="2855" y="376"/>
                    <a:pt x="2899" y="490"/>
                    <a:pt x="2316" y="806"/>
                  </a:cubicBezTo>
                  <a:cubicBezTo>
                    <a:pt x="1738" y="1117"/>
                    <a:pt x="850" y="2005"/>
                    <a:pt x="850" y="2005"/>
                  </a:cubicBezTo>
                  <a:cubicBezTo>
                    <a:pt x="0" y="2539"/>
                    <a:pt x="289" y="2599"/>
                    <a:pt x="289" y="2599"/>
                  </a:cubicBezTo>
                  <a:cubicBezTo>
                    <a:pt x="301" y="2616"/>
                    <a:pt x="324" y="2623"/>
                    <a:pt x="353" y="2623"/>
                  </a:cubicBezTo>
                  <a:cubicBezTo>
                    <a:pt x="526" y="2623"/>
                    <a:pt x="942" y="2359"/>
                    <a:pt x="943" y="2359"/>
                  </a:cubicBezTo>
                  <a:lnTo>
                    <a:pt x="943" y="2359"/>
                  </a:lnTo>
                  <a:cubicBezTo>
                    <a:pt x="431" y="2703"/>
                    <a:pt x="289" y="2964"/>
                    <a:pt x="354" y="3079"/>
                  </a:cubicBezTo>
                  <a:cubicBezTo>
                    <a:pt x="371" y="3111"/>
                    <a:pt x="400" y="3123"/>
                    <a:pt x="432" y="3123"/>
                  </a:cubicBezTo>
                  <a:cubicBezTo>
                    <a:pt x="511" y="3123"/>
                    <a:pt x="610" y="3051"/>
                    <a:pt x="610" y="3051"/>
                  </a:cubicBezTo>
                  <a:lnTo>
                    <a:pt x="1135" y="2668"/>
                  </a:lnTo>
                  <a:lnTo>
                    <a:pt x="1135" y="2668"/>
                  </a:lnTo>
                  <a:cubicBezTo>
                    <a:pt x="900" y="2870"/>
                    <a:pt x="590" y="3208"/>
                    <a:pt x="687" y="3296"/>
                  </a:cubicBezTo>
                  <a:cubicBezTo>
                    <a:pt x="726" y="3332"/>
                    <a:pt x="768" y="3345"/>
                    <a:pt x="809" y="3345"/>
                  </a:cubicBezTo>
                  <a:cubicBezTo>
                    <a:pt x="906" y="3345"/>
                    <a:pt x="992" y="3275"/>
                    <a:pt x="992" y="3275"/>
                  </a:cubicBezTo>
                  <a:lnTo>
                    <a:pt x="1657" y="2648"/>
                  </a:lnTo>
                  <a:lnTo>
                    <a:pt x="1657" y="2648"/>
                  </a:lnTo>
                  <a:cubicBezTo>
                    <a:pt x="1656" y="2648"/>
                    <a:pt x="1264" y="3051"/>
                    <a:pt x="1144" y="3269"/>
                  </a:cubicBezTo>
                  <a:cubicBezTo>
                    <a:pt x="1068" y="3408"/>
                    <a:pt x="1157" y="3485"/>
                    <a:pt x="1253" y="3485"/>
                  </a:cubicBezTo>
                  <a:cubicBezTo>
                    <a:pt x="1308" y="3485"/>
                    <a:pt x="1365" y="3459"/>
                    <a:pt x="1395" y="3405"/>
                  </a:cubicBezTo>
                  <a:cubicBezTo>
                    <a:pt x="1471" y="3258"/>
                    <a:pt x="2120" y="2768"/>
                    <a:pt x="2120" y="2768"/>
                  </a:cubicBezTo>
                  <a:cubicBezTo>
                    <a:pt x="2207" y="2299"/>
                    <a:pt x="3030" y="1896"/>
                    <a:pt x="3030" y="1896"/>
                  </a:cubicBezTo>
                  <a:lnTo>
                    <a:pt x="3030" y="1896"/>
                  </a:lnTo>
                  <a:cubicBezTo>
                    <a:pt x="2910" y="2049"/>
                    <a:pt x="2152" y="2806"/>
                    <a:pt x="2152" y="2806"/>
                  </a:cubicBezTo>
                  <a:cubicBezTo>
                    <a:pt x="2049" y="2828"/>
                    <a:pt x="1449" y="3509"/>
                    <a:pt x="1787" y="3656"/>
                  </a:cubicBezTo>
                  <a:cubicBezTo>
                    <a:pt x="1818" y="3669"/>
                    <a:pt x="1848" y="3676"/>
                    <a:pt x="1878" y="3676"/>
                  </a:cubicBezTo>
                  <a:cubicBezTo>
                    <a:pt x="2172" y="3676"/>
                    <a:pt x="2398" y="3068"/>
                    <a:pt x="2398" y="3068"/>
                  </a:cubicBezTo>
                  <a:cubicBezTo>
                    <a:pt x="2420" y="3069"/>
                    <a:pt x="2442" y="3070"/>
                    <a:pt x="2464" y="3070"/>
                  </a:cubicBezTo>
                  <a:cubicBezTo>
                    <a:pt x="3149" y="3070"/>
                    <a:pt x="3645" y="2267"/>
                    <a:pt x="3798" y="1929"/>
                  </a:cubicBezTo>
                  <a:cubicBezTo>
                    <a:pt x="3956" y="1575"/>
                    <a:pt x="4218" y="1640"/>
                    <a:pt x="4545" y="1466"/>
                  </a:cubicBezTo>
                  <a:cubicBezTo>
                    <a:pt x="4877" y="1291"/>
                    <a:pt x="4648" y="910"/>
                    <a:pt x="4648" y="910"/>
                  </a:cubicBezTo>
                  <a:cubicBezTo>
                    <a:pt x="4421" y="151"/>
                    <a:pt x="3808" y="0"/>
                    <a:pt x="33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7"/>
            <p:cNvSpPr/>
            <p:nvPr/>
          </p:nvSpPr>
          <p:spPr>
            <a:xfrm>
              <a:off x="3318353" y="2601161"/>
              <a:ext cx="123128" cy="92902"/>
            </a:xfrm>
            <a:custGeom>
              <a:rect b="b" l="l" r="r" t="t"/>
              <a:pathLst>
                <a:path extrusionOk="0" h="3676" w="4872">
                  <a:moveTo>
                    <a:pt x="1519" y="0"/>
                  </a:moveTo>
                  <a:cubicBezTo>
                    <a:pt x="1069" y="0"/>
                    <a:pt x="456" y="151"/>
                    <a:pt x="229" y="910"/>
                  </a:cubicBezTo>
                  <a:cubicBezTo>
                    <a:pt x="229" y="910"/>
                    <a:pt x="0" y="1291"/>
                    <a:pt x="327" y="1466"/>
                  </a:cubicBezTo>
                  <a:cubicBezTo>
                    <a:pt x="654" y="1640"/>
                    <a:pt x="921" y="1575"/>
                    <a:pt x="1079" y="1929"/>
                  </a:cubicBezTo>
                  <a:cubicBezTo>
                    <a:pt x="1232" y="2267"/>
                    <a:pt x="1728" y="3070"/>
                    <a:pt x="2413" y="3070"/>
                  </a:cubicBezTo>
                  <a:cubicBezTo>
                    <a:pt x="2435" y="3070"/>
                    <a:pt x="2457" y="3069"/>
                    <a:pt x="2480" y="3068"/>
                  </a:cubicBezTo>
                  <a:cubicBezTo>
                    <a:pt x="2480" y="3068"/>
                    <a:pt x="2705" y="3676"/>
                    <a:pt x="2996" y="3676"/>
                  </a:cubicBezTo>
                  <a:cubicBezTo>
                    <a:pt x="3025" y="3676"/>
                    <a:pt x="3054" y="3669"/>
                    <a:pt x="3085" y="3656"/>
                  </a:cubicBezTo>
                  <a:cubicBezTo>
                    <a:pt x="3422" y="3509"/>
                    <a:pt x="2823" y="2828"/>
                    <a:pt x="2719" y="2806"/>
                  </a:cubicBezTo>
                  <a:cubicBezTo>
                    <a:pt x="2719" y="2806"/>
                    <a:pt x="1962" y="2049"/>
                    <a:pt x="1842" y="1896"/>
                  </a:cubicBezTo>
                  <a:lnTo>
                    <a:pt x="1842" y="1896"/>
                  </a:lnTo>
                  <a:cubicBezTo>
                    <a:pt x="1842" y="1896"/>
                    <a:pt x="2665" y="2299"/>
                    <a:pt x="2752" y="2768"/>
                  </a:cubicBezTo>
                  <a:cubicBezTo>
                    <a:pt x="2752" y="2768"/>
                    <a:pt x="3406" y="3258"/>
                    <a:pt x="3482" y="3405"/>
                  </a:cubicBezTo>
                  <a:cubicBezTo>
                    <a:pt x="3510" y="3459"/>
                    <a:pt x="3566" y="3485"/>
                    <a:pt x="3621" y="3485"/>
                  </a:cubicBezTo>
                  <a:cubicBezTo>
                    <a:pt x="3715" y="3485"/>
                    <a:pt x="3804" y="3408"/>
                    <a:pt x="3728" y="3269"/>
                  </a:cubicBezTo>
                  <a:cubicBezTo>
                    <a:pt x="3608" y="3051"/>
                    <a:pt x="3216" y="2648"/>
                    <a:pt x="3215" y="2648"/>
                  </a:cubicBezTo>
                  <a:lnTo>
                    <a:pt x="3215" y="2648"/>
                  </a:lnTo>
                  <a:lnTo>
                    <a:pt x="3880" y="3275"/>
                  </a:lnTo>
                  <a:cubicBezTo>
                    <a:pt x="3880" y="3275"/>
                    <a:pt x="3966" y="3345"/>
                    <a:pt x="4063" y="3345"/>
                  </a:cubicBezTo>
                  <a:cubicBezTo>
                    <a:pt x="4104" y="3345"/>
                    <a:pt x="4146" y="3332"/>
                    <a:pt x="4185" y="3296"/>
                  </a:cubicBezTo>
                  <a:cubicBezTo>
                    <a:pt x="4283" y="3207"/>
                    <a:pt x="3962" y="2860"/>
                    <a:pt x="3729" y="2660"/>
                  </a:cubicBezTo>
                  <a:lnTo>
                    <a:pt x="3729" y="2660"/>
                  </a:lnTo>
                  <a:lnTo>
                    <a:pt x="4262" y="3051"/>
                  </a:lnTo>
                  <a:cubicBezTo>
                    <a:pt x="4262" y="3051"/>
                    <a:pt x="4364" y="3123"/>
                    <a:pt x="4444" y="3123"/>
                  </a:cubicBezTo>
                  <a:cubicBezTo>
                    <a:pt x="4477" y="3123"/>
                    <a:pt x="4506" y="3111"/>
                    <a:pt x="4523" y="3079"/>
                  </a:cubicBezTo>
                  <a:cubicBezTo>
                    <a:pt x="4583" y="2964"/>
                    <a:pt x="4447" y="2703"/>
                    <a:pt x="3929" y="2359"/>
                  </a:cubicBezTo>
                  <a:lnTo>
                    <a:pt x="3929" y="2359"/>
                  </a:lnTo>
                  <a:cubicBezTo>
                    <a:pt x="3929" y="2359"/>
                    <a:pt x="4350" y="2623"/>
                    <a:pt x="4524" y="2623"/>
                  </a:cubicBezTo>
                  <a:cubicBezTo>
                    <a:pt x="4554" y="2623"/>
                    <a:pt x="4576" y="2616"/>
                    <a:pt x="4588" y="2599"/>
                  </a:cubicBezTo>
                  <a:cubicBezTo>
                    <a:pt x="4588" y="2599"/>
                    <a:pt x="4872" y="2539"/>
                    <a:pt x="4022" y="2005"/>
                  </a:cubicBezTo>
                  <a:cubicBezTo>
                    <a:pt x="4022" y="2005"/>
                    <a:pt x="3139" y="1117"/>
                    <a:pt x="2556" y="806"/>
                  </a:cubicBezTo>
                  <a:cubicBezTo>
                    <a:pt x="1967" y="490"/>
                    <a:pt x="2017" y="376"/>
                    <a:pt x="2038" y="65"/>
                  </a:cubicBezTo>
                  <a:cubicBezTo>
                    <a:pt x="2040" y="65"/>
                    <a:pt x="1815" y="0"/>
                    <a:pt x="15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7"/>
            <p:cNvSpPr/>
            <p:nvPr/>
          </p:nvSpPr>
          <p:spPr>
            <a:xfrm>
              <a:off x="3198814" y="1987343"/>
              <a:ext cx="235110" cy="126742"/>
            </a:xfrm>
            <a:custGeom>
              <a:rect b="b" l="l" r="r" t="t"/>
              <a:pathLst>
                <a:path extrusionOk="0" h="5015" w="9303">
                  <a:moveTo>
                    <a:pt x="2438" y="1"/>
                  </a:moveTo>
                  <a:cubicBezTo>
                    <a:pt x="2196" y="1"/>
                    <a:pt x="1925" y="61"/>
                    <a:pt x="1624" y="209"/>
                  </a:cubicBezTo>
                  <a:cubicBezTo>
                    <a:pt x="1" y="1010"/>
                    <a:pt x="507" y="1942"/>
                    <a:pt x="1292" y="2361"/>
                  </a:cubicBezTo>
                  <a:cubicBezTo>
                    <a:pt x="2077" y="2781"/>
                    <a:pt x="2338" y="3337"/>
                    <a:pt x="2600" y="3794"/>
                  </a:cubicBezTo>
                  <a:cubicBezTo>
                    <a:pt x="2713" y="3998"/>
                    <a:pt x="2809" y="4026"/>
                    <a:pt x="2915" y="4026"/>
                  </a:cubicBezTo>
                  <a:cubicBezTo>
                    <a:pt x="2955" y="4026"/>
                    <a:pt x="2996" y="4022"/>
                    <a:pt x="3039" y="4022"/>
                  </a:cubicBezTo>
                  <a:cubicBezTo>
                    <a:pt x="3144" y="4022"/>
                    <a:pt x="3264" y="4044"/>
                    <a:pt x="3417" y="4197"/>
                  </a:cubicBezTo>
                  <a:cubicBezTo>
                    <a:pt x="3788" y="4568"/>
                    <a:pt x="4126" y="4988"/>
                    <a:pt x="4627" y="5015"/>
                  </a:cubicBezTo>
                  <a:lnTo>
                    <a:pt x="4681" y="5015"/>
                  </a:lnTo>
                  <a:cubicBezTo>
                    <a:pt x="5183" y="4982"/>
                    <a:pt x="5521" y="4563"/>
                    <a:pt x="5891" y="4197"/>
                  </a:cubicBezTo>
                  <a:cubicBezTo>
                    <a:pt x="6044" y="4044"/>
                    <a:pt x="6164" y="4022"/>
                    <a:pt x="6269" y="4022"/>
                  </a:cubicBezTo>
                  <a:cubicBezTo>
                    <a:pt x="6312" y="4022"/>
                    <a:pt x="6353" y="4026"/>
                    <a:pt x="6393" y="4026"/>
                  </a:cubicBezTo>
                  <a:cubicBezTo>
                    <a:pt x="6499" y="4026"/>
                    <a:pt x="6596" y="3998"/>
                    <a:pt x="6708" y="3794"/>
                  </a:cubicBezTo>
                  <a:cubicBezTo>
                    <a:pt x="6964" y="3337"/>
                    <a:pt x="7231" y="2781"/>
                    <a:pt x="8016" y="2361"/>
                  </a:cubicBezTo>
                  <a:cubicBezTo>
                    <a:pt x="8801" y="1942"/>
                    <a:pt x="9302" y="1015"/>
                    <a:pt x="7678" y="209"/>
                  </a:cubicBezTo>
                  <a:cubicBezTo>
                    <a:pt x="7378" y="61"/>
                    <a:pt x="7107" y="1"/>
                    <a:pt x="6865" y="1"/>
                  </a:cubicBezTo>
                  <a:cubicBezTo>
                    <a:pt x="5795" y="1"/>
                    <a:pt x="5292" y="1179"/>
                    <a:pt x="5292" y="1179"/>
                  </a:cubicBezTo>
                  <a:cubicBezTo>
                    <a:pt x="5292" y="1179"/>
                    <a:pt x="4899" y="1770"/>
                    <a:pt x="5162" y="1770"/>
                  </a:cubicBezTo>
                  <a:cubicBezTo>
                    <a:pt x="5198" y="1770"/>
                    <a:pt x="5245" y="1759"/>
                    <a:pt x="5308" y="1735"/>
                  </a:cubicBezTo>
                  <a:cubicBezTo>
                    <a:pt x="5390" y="1702"/>
                    <a:pt x="5469" y="1687"/>
                    <a:pt x="5544" y="1687"/>
                  </a:cubicBezTo>
                  <a:cubicBezTo>
                    <a:pt x="5949" y="1687"/>
                    <a:pt x="6242" y="2133"/>
                    <a:pt x="6283" y="2753"/>
                  </a:cubicBezTo>
                  <a:cubicBezTo>
                    <a:pt x="6327" y="3495"/>
                    <a:pt x="5858" y="3233"/>
                    <a:pt x="5308" y="3903"/>
                  </a:cubicBezTo>
                  <a:cubicBezTo>
                    <a:pt x="5042" y="4233"/>
                    <a:pt x="4874" y="4316"/>
                    <a:pt x="4771" y="4316"/>
                  </a:cubicBezTo>
                  <a:cubicBezTo>
                    <a:pt x="4733" y="4316"/>
                    <a:pt x="4704" y="4305"/>
                    <a:pt x="4681" y="4290"/>
                  </a:cubicBezTo>
                  <a:lnTo>
                    <a:pt x="4681" y="4219"/>
                  </a:lnTo>
                  <a:cubicBezTo>
                    <a:pt x="4670" y="4236"/>
                    <a:pt x="4665" y="4252"/>
                    <a:pt x="4654" y="4263"/>
                  </a:cubicBezTo>
                  <a:cubicBezTo>
                    <a:pt x="4638" y="4252"/>
                    <a:pt x="4632" y="4236"/>
                    <a:pt x="4621" y="4219"/>
                  </a:cubicBezTo>
                  <a:lnTo>
                    <a:pt x="4621" y="4290"/>
                  </a:lnTo>
                  <a:cubicBezTo>
                    <a:pt x="4601" y="4305"/>
                    <a:pt x="4572" y="4316"/>
                    <a:pt x="4534" y="4316"/>
                  </a:cubicBezTo>
                  <a:cubicBezTo>
                    <a:pt x="4431" y="4316"/>
                    <a:pt x="4261" y="4233"/>
                    <a:pt x="3995" y="3903"/>
                  </a:cubicBezTo>
                  <a:cubicBezTo>
                    <a:pt x="3444" y="3228"/>
                    <a:pt x="2976" y="3495"/>
                    <a:pt x="3019" y="2753"/>
                  </a:cubicBezTo>
                  <a:cubicBezTo>
                    <a:pt x="3061" y="2129"/>
                    <a:pt x="3354" y="1686"/>
                    <a:pt x="3758" y="1686"/>
                  </a:cubicBezTo>
                  <a:cubicBezTo>
                    <a:pt x="3833" y="1686"/>
                    <a:pt x="3912" y="1702"/>
                    <a:pt x="3995" y="1735"/>
                  </a:cubicBezTo>
                  <a:cubicBezTo>
                    <a:pt x="4056" y="1758"/>
                    <a:pt x="4103" y="1769"/>
                    <a:pt x="4139" y="1769"/>
                  </a:cubicBezTo>
                  <a:cubicBezTo>
                    <a:pt x="4406" y="1769"/>
                    <a:pt x="4011" y="1179"/>
                    <a:pt x="4011" y="1179"/>
                  </a:cubicBezTo>
                  <a:cubicBezTo>
                    <a:pt x="4011" y="1179"/>
                    <a:pt x="3507" y="1"/>
                    <a:pt x="24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7"/>
            <p:cNvSpPr/>
            <p:nvPr/>
          </p:nvSpPr>
          <p:spPr>
            <a:xfrm>
              <a:off x="3304301" y="2011327"/>
              <a:ext cx="25500" cy="16553"/>
            </a:xfrm>
            <a:custGeom>
              <a:rect b="b" l="l" r="r" t="t"/>
              <a:pathLst>
                <a:path extrusionOk="0" h="655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55"/>
                    <a:pt x="126" y="655"/>
                  </a:cubicBezTo>
                  <a:lnTo>
                    <a:pt x="889" y="655"/>
                  </a:lnTo>
                  <a:cubicBezTo>
                    <a:pt x="954" y="655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7"/>
            <p:cNvSpPr/>
            <p:nvPr/>
          </p:nvSpPr>
          <p:spPr>
            <a:xfrm>
              <a:off x="3304301" y="2005944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7"/>
            <p:cNvSpPr/>
            <p:nvPr/>
          </p:nvSpPr>
          <p:spPr>
            <a:xfrm>
              <a:off x="3304301" y="1989441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7"/>
            <p:cNvSpPr/>
            <p:nvPr/>
          </p:nvSpPr>
          <p:spPr>
            <a:xfrm>
              <a:off x="3304301" y="198405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7"/>
            <p:cNvSpPr/>
            <p:nvPr/>
          </p:nvSpPr>
          <p:spPr>
            <a:xfrm>
              <a:off x="3304301" y="1967555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5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5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7"/>
            <p:cNvSpPr/>
            <p:nvPr/>
          </p:nvSpPr>
          <p:spPr>
            <a:xfrm>
              <a:off x="3304301" y="1962045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7"/>
            <p:cNvSpPr/>
            <p:nvPr/>
          </p:nvSpPr>
          <p:spPr>
            <a:xfrm>
              <a:off x="3304301" y="1945643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7"/>
            <p:cNvSpPr/>
            <p:nvPr/>
          </p:nvSpPr>
          <p:spPr>
            <a:xfrm>
              <a:off x="3304301" y="1940134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7"/>
            <p:cNvSpPr/>
            <p:nvPr/>
          </p:nvSpPr>
          <p:spPr>
            <a:xfrm>
              <a:off x="3304301" y="1923757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7"/>
            <p:cNvSpPr/>
            <p:nvPr/>
          </p:nvSpPr>
          <p:spPr>
            <a:xfrm>
              <a:off x="3304301" y="191824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7"/>
            <p:cNvSpPr/>
            <p:nvPr/>
          </p:nvSpPr>
          <p:spPr>
            <a:xfrm>
              <a:off x="3304301" y="1901846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7"/>
            <p:cNvSpPr/>
            <p:nvPr/>
          </p:nvSpPr>
          <p:spPr>
            <a:xfrm>
              <a:off x="3304301" y="189633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05" y="1"/>
                  </a:moveTo>
                  <a:cubicBezTo>
                    <a:pt x="45" y="1"/>
                    <a:pt x="6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5"/>
                    <a:pt x="960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7"/>
            <p:cNvSpPr/>
            <p:nvPr/>
          </p:nvSpPr>
          <p:spPr>
            <a:xfrm>
              <a:off x="3304301" y="1879960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0"/>
                  </a:cubicBezTo>
                  <a:lnTo>
                    <a:pt x="1" y="524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4"/>
                  </a:cubicBezTo>
                  <a:lnTo>
                    <a:pt x="1009" y="120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7"/>
            <p:cNvSpPr/>
            <p:nvPr/>
          </p:nvSpPr>
          <p:spPr>
            <a:xfrm>
              <a:off x="3304301" y="1874451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7"/>
            <p:cNvSpPr/>
            <p:nvPr/>
          </p:nvSpPr>
          <p:spPr>
            <a:xfrm>
              <a:off x="3304301" y="1858074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49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49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7"/>
            <p:cNvSpPr/>
            <p:nvPr/>
          </p:nvSpPr>
          <p:spPr>
            <a:xfrm>
              <a:off x="3304301" y="185253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7"/>
            <p:cNvSpPr/>
            <p:nvPr/>
          </p:nvSpPr>
          <p:spPr>
            <a:xfrm>
              <a:off x="3304301" y="183603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7"/>
            <p:cNvSpPr/>
            <p:nvPr/>
          </p:nvSpPr>
          <p:spPr>
            <a:xfrm>
              <a:off x="3304301" y="183052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7"/>
            <p:cNvSpPr/>
            <p:nvPr/>
          </p:nvSpPr>
          <p:spPr>
            <a:xfrm>
              <a:off x="3304301" y="181412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7"/>
            <p:cNvSpPr/>
            <p:nvPr/>
          </p:nvSpPr>
          <p:spPr>
            <a:xfrm>
              <a:off x="3304301" y="1808616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7"/>
            <p:cNvSpPr/>
            <p:nvPr/>
          </p:nvSpPr>
          <p:spPr>
            <a:xfrm>
              <a:off x="3304301" y="1792239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7"/>
            <p:cNvSpPr/>
            <p:nvPr/>
          </p:nvSpPr>
          <p:spPr>
            <a:xfrm>
              <a:off x="3304301" y="1786730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7"/>
            <p:cNvSpPr/>
            <p:nvPr/>
          </p:nvSpPr>
          <p:spPr>
            <a:xfrm>
              <a:off x="3304301" y="1770353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7"/>
            <p:cNvSpPr/>
            <p:nvPr/>
          </p:nvSpPr>
          <p:spPr>
            <a:xfrm>
              <a:off x="3304301" y="176481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6" y="1"/>
                  </a:moveTo>
                  <a:cubicBezTo>
                    <a:pt x="45" y="1"/>
                    <a:pt x="1" y="53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3"/>
                    <a:pt x="964" y="1"/>
                    <a:pt x="908" y="1"/>
                  </a:cubicBezTo>
                  <a:cubicBezTo>
                    <a:pt x="905" y="1"/>
                    <a:pt x="902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7"/>
            <p:cNvSpPr/>
            <p:nvPr/>
          </p:nvSpPr>
          <p:spPr>
            <a:xfrm>
              <a:off x="3304301" y="1748442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7"/>
            <p:cNvSpPr/>
            <p:nvPr/>
          </p:nvSpPr>
          <p:spPr>
            <a:xfrm>
              <a:off x="3304301" y="1742933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7"/>
            <p:cNvSpPr/>
            <p:nvPr/>
          </p:nvSpPr>
          <p:spPr>
            <a:xfrm>
              <a:off x="3304301" y="172655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7"/>
            <p:cNvSpPr/>
            <p:nvPr/>
          </p:nvSpPr>
          <p:spPr>
            <a:xfrm>
              <a:off x="3304301" y="172104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7"/>
            <p:cNvSpPr/>
            <p:nvPr/>
          </p:nvSpPr>
          <p:spPr>
            <a:xfrm>
              <a:off x="3304301" y="170464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0"/>
                    <a:pt x="1" y="121"/>
                  </a:cubicBezTo>
                  <a:lnTo>
                    <a:pt x="1" y="524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4"/>
                  </a:cubicBezTo>
                  <a:lnTo>
                    <a:pt x="1009" y="121"/>
                  </a:lnTo>
                  <a:cubicBezTo>
                    <a:pt x="1009" y="50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7"/>
            <p:cNvSpPr/>
            <p:nvPr/>
          </p:nvSpPr>
          <p:spPr>
            <a:xfrm>
              <a:off x="3329776" y="1994116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7"/>
            <p:cNvSpPr/>
            <p:nvPr/>
          </p:nvSpPr>
          <p:spPr>
            <a:xfrm>
              <a:off x="3295077" y="1994116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0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159"/>
                  </a:lnTo>
                  <a:cubicBezTo>
                    <a:pt x="1" y="230"/>
                    <a:pt x="55" y="284"/>
                    <a:pt x="120" y="284"/>
                  </a:cubicBezTo>
                  <a:lnTo>
                    <a:pt x="382" y="284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7"/>
            <p:cNvSpPr/>
            <p:nvPr/>
          </p:nvSpPr>
          <p:spPr>
            <a:xfrm>
              <a:off x="3329776" y="1972230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7"/>
            <p:cNvSpPr/>
            <p:nvPr/>
          </p:nvSpPr>
          <p:spPr>
            <a:xfrm>
              <a:off x="3294950" y="1972230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7"/>
            <p:cNvSpPr/>
            <p:nvPr/>
          </p:nvSpPr>
          <p:spPr>
            <a:xfrm>
              <a:off x="3329776" y="1950319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7"/>
            <p:cNvSpPr/>
            <p:nvPr/>
          </p:nvSpPr>
          <p:spPr>
            <a:xfrm>
              <a:off x="3294950" y="1950319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7"/>
            <p:cNvSpPr/>
            <p:nvPr/>
          </p:nvSpPr>
          <p:spPr>
            <a:xfrm>
              <a:off x="3329776" y="192830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3"/>
                  </a:lnTo>
                  <a:lnTo>
                    <a:pt x="251" y="283"/>
                  </a:lnTo>
                  <a:cubicBezTo>
                    <a:pt x="317" y="283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7"/>
            <p:cNvSpPr/>
            <p:nvPr/>
          </p:nvSpPr>
          <p:spPr>
            <a:xfrm>
              <a:off x="3294950" y="192830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3"/>
                    <a:pt x="125" y="283"/>
                  </a:cubicBezTo>
                  <a:lnTo>
                    <a:pt x="382" y="283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7"/>
            <p:cNvSpPr/>
            <p:nvPr/>
          </p:nvSpPr>
          <p:spPr>
            <a:xfrm>
              <a:off x="3329776" y="190639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7"/>
            <p:cNvSpPr/>
            <p:nvPr/>
          </p:nvSpPr>
          <p:spPr>
            <a:xfrm>
              <a:off x="3294950" y="1906395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7"/>
            <p:cNvSpPr/>
            <p:nvPr/>
          </p:nvSpPr>
          <p:spPr>
            <a:xfrm>
              <a:off x="3329776" y="1884509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7"/>
            <p:cNvSpPr/>
            <p:nvPr/>
          </p:nvSpPr>
          <p:spPr>
            <a:xfrm>
              <a:off x="3294950" y="1884509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9"/>
                  </a:lnTo>
                  <a:cubicBezTo>
                    <a:pt x="0" y="235"/>
                    <a:pt x="55" y="289"/>
                    <a:pt x="125" y="289"/>
                  </a:cubicBezTo>
                  <a:lnTo>
                    <a:pt x="382" y="289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7"/>
            <p:cNvSpPr/>
            <p:nvPr/>
          </p:nvSpPr>
          <p:spPr>
            <a:xfrm>
              <a:off x="3329776" y="1862598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7"/>
            <p:cNvSpPr/>
            <p:nvPr/>
          </p:nvSpPr>
          <p:spPr>
            <a:xfrm>
              <a:off x="3294950" y="1862598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7"/>
            <p:cNvSpPr/>
            <p:nvPr/>
          </p:nvSpPr>
          <p:spPr>
            <a:xfrm>
              <a:off x="3329776" y="1840712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7"/>
            <p:cNvSpPr/>
            <p:nvPr/>
          </p:nvSpPr>
          <p:spPr>
            <a:xfrm>
              <a:off x="3294950" y="1840712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1"/>
                  </a:moveTo>
                  <a:cubicBezTo>
                    <a:pt x="55" y="1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7"/>
            <p:cNvSpPr/>
            <p:nvPr/>
          </p:nvSpPr>
          <p:spPr>
            <a:xfrm>
              <a:off x="3329776" y="181882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7"/>
            <p:cNvSpPr/>
            <p:nvPr/>
          </p:nvSpPr>
          <p:spPr>
            <a:xfrm>
              <a:off x="3294950" y="181882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7"/>
            <p:cNvSpPr/>
            <p:nvPr/>
          </p:nvSpPr>
          <p:spPr>
            <a:xfrm>
              <a:off x="3329776" y="179691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7"/>
            <p:cNvSpPr/>
            <p:nvPr/>
          </p:nvSpPr>
          <p:spPr>
            <a:xfrm>
              <a:off x="3294950" y="1796915"/>
              <a:ext cx="9654" cy="7051"/>
            </a:xfrm>
            <a:custGeom>
              <a:rect b="b" l="l" r="r" t="t"/>
              <a:pathLst>
                <a:path extrusionOk="0" h="279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24"/>
                    <a:pt x="55" y="279"/>
                    <a:pt x="125" y="279"/>
                  </a:cubicBezTo>
                  <a:lnTo>
                    <a:pt x="382" y="279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7"/>
            <p:cNvSpPr/>
            <p:nvPr/>
          </p:nvSpPr>
          <p:spPr>
            <a:xfrm>
              <a:off x="3329776" y="1774877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254" y="285"/>
                    <a:pt x="257" y="285"/>
                    <a:pt x="260" y="285"/>
                  </a:cubicBezTo>
                  <a:cubicBezTo>
                    <a:pt x="322" y="285"/>
                    <a:pt x="371" y="232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7"/>
            <p:cNvSpPr/>
            <p:nvPr/>
          </p:nvSpPr>
          <p:spPr>
            <a:xfrm>
              <a:off x="3294950" y="1774877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61"/>
                    <a:pt x="0" y="126"/>
                  </a:cubicBezTo>
                  <a:lnTo>
                    <a:pt x="0" y="164"/>
                  </a:lnTo>
                  <a:cubicBezTo>
                    <a:pt x="0" y="235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7"/>
            <p:cNvSpPr/>
            <p:nvPr/>
          </p:nvSpPr>
          <p:spPr>
            <a:xfrm>
              <a:off x="3329776" y="1752991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7"/>
            <p:cNvSpPr/>
            <p:nvPr/>
          </p:nvSpPr>
          <p:spPr>
            <a:xfrm>
              <a:off x="3295077" y="1752991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0" y="1"/>
                  </a:moveTo>
                  <a:cubicBezTo>
                    <a:pt x="50" y="6"/>
                    <a:pt x="1" y="61"/>
                    <a:pt x="1" y="126"/>
                  </a:cubicBezTo>
                  <a:lnTo>
                    <a:pt x="1" y="170"/>
                  </a:lnTo>
                  <a:cubicBezTo>
                    <a:pt x="1" y="235"/>
                    <a:pt x="55" y="289"/>
                    <a:pt x="120" y="289"/>
                  </a:cubicBezTo>
                  <a:lnTo>
                    <a:pt x="382" y="289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7"/>
            <p:cNvSpPr/>
            <p:nvPr/>
          </p:nvSpPr>
          <p:spPr>
            <a:xfrm>
              <a:off x="3329776" y="1731105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7"/>
            <p:cNvSpPr/>
            <p:nvPr/>
          </p:nvSpPr>
          <p:spPr>
            <a:xfrm>
              <a:off x="3294950" y="1731105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7"/>
            <p:cNvSpPr/>
            <p:nvPr/>
          </p:nvSpPr>
          <p:spPr>
            <a:xfrm>
              <a:off x="3329776" y="1709194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7"/>
            <p:cNvSpPr/>
            <p:nvPr/>
          </p:nvSpPr>
          <p:spPr>
            <a:xfrm>
              <a:off x="3294950" y="1709194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7"/>
            <p:cNvSpPr/>
            <p:nvPr/>
          </p:nvSpPr>
          <p:spPr>
            <a:xfrm>
              <a:off x="3190246" y="1739344"/>
              <a:ext cx="127626" cy="81706"/>
            </a:xfrm>
            <a:custGeom>
              <a:rect b="b" l="l" r="r" t="t"/>
              <a:pathLst>
                <a:path extrusionOk="0" h="3233" w="5050">
                  <a:moveTo>
                    <a:pt x="1553" y="0"/>
                  </a:moveTo>
                  <a:cubicBezTo>
                    <a:pt x="854" y="0"/>
                    <a:pt x="0" y="174"/>
                    <a:pt x="7" y="699"/>
                  </a:cubicBezTo>
                  <a:cubicBezTo>
                    <a:pt x="9" y="967"/>
                    <a:pt x="100" y="1047"/>
                    <a:pt x="229" y="1047"/>
                  </a:cubicBezTo>
                  <a:cubicBezTo>
                    <a:pt x="416" y="1047"/>
                    <a:pt x="683" y="876"/>
                    <a:pt x="865" y="876"/>
                  </a:cubicBezTo>
                  <a:cubicBezTo>
                    <a:pt x="927" y="876"/>
                    <a:pt x="980" y="896"/>
                    <a:pt x="1015" y="949"/>
                  </a:cubicBezTo>
                  <a:cubicBezTo>
                    <a:pt x="1228" y="1271"/>
                    <a:pt x="1108" y="2322"/>
                    <a:pt x="743" y="2322"/>
                  </a:cubicBezTo>
                  <a:cubicBezTo>
                    <a:pt x="372" y="2322"/>
                    <a:pt x="1364" y="3232"/>
                    <a:pt x="1364" y="3232"/>
                  </a:cubicBezTo>
                  <a:cubicBezTo>
                    <a:pt x="1364" y="3232"/>
                    <a:pt x="2563" y="3211"/>
                    <a:pt x="3222" y="2480"/>
                  </a:cubicBezTo>
                  <a:cubicBezTo>
                    <a:pt x="3882" y="1756"/>
                    <a:pt x="4448" y="1897"/>
                    <a:pt x="4149" y="1303"/>
                  </a:cubicBezTo>
                  <a:cubicBezTo>
                    <a:pt x="3905" y="820"/>
                    <a:pt x="4578" y="632"/>
                    <a:pt x="4869" y="632"/>
                  </a:cubicBezTo>
                  <a:cubicBezTo>
                    <a:pt x="4935" y="632"/>
                    <a:pt x="4982" y="642"/>
                    <a:pt x="4993" y="660"/>
                  </a:cubicBezTo>
                  <a:cubicBezTo>
                    <a:pt x="4998" y="667"/>
                    <a:pt x="5002" y="670"/>
                    <a:pt x="5005" y="670"/>
                  </a:cubicBezTo>
                  <a:cubicBezTo>
                    <a:pt x="5050" y="670"/>
                    <a:pt x="4993" y="148"/>
                    <a:pt x="4993" y="148"/>
                  </a:cubicBezTo>
                  <a:lnTo>
                    <a:pt x="4448" y="208"/>
                  </a:lnTo>
                  <a:cubicBezTo>
                    <a:pt x="4448" y="208"/>
                    <a:pt x="3997" y="238"/>
                    <a:pt x="3506" y="238"/>
                  </a:cubicBezTo>
                  <a:cubicBezTo>
                    <a:pt x="3053" y="238"/>
                    <a:pt x="2566" y="212"/>
                    <a:pt x="2372" y="116"/>
                  </a:cubicBezTo>
                  <a:cubicBezTo>
                    <a:pt x="2235" y="47"/>
                    <a:pt x="1915" y="0"/>
                    <a:pt x="15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7"/>
            <p:cNvSpPr/>
            <p:nvPr/>
          </p:nvSpPr>
          <p:spPr>
            <a:xfrm>
              <a:off x="3314865" y="1739344"/>
              <a:ext cx="127778" cy="81706"/>
            </a:xfrm>
            <a:custGeom>
              <a:rect b="b" l="l" r="r" t="t"/>
              <a:pathLst>
                <a:path extrusionOk="0" h="3233" w="5056">
                  <a:moveTo>
                    <a:pt x="3502" y="0"/>
                  </a:moveTo>
                  <a:cubicBezTo>
                    <a:pt x="3140" y="0"/>
                    <a:pt x="2821" y="47"/>
                    <a:pt x="2683" y="116"/>
                  </a:cubicBezTo>
                  <a:cubicBezTo>
                    <a:pt x="2487" y="212"/>
                    <a:pt x="1998" y="238"/>
                    <a:pt x="1544" y="238"/>
                  </a:cubicBezTo>
                  <a:cubicBezTo>
                    <a:pt x="1053" y="238"/>
                    <a:pt x="602" y="208"/>
                    <a:pt x="602" y="208"/>
                  </a:cubicBezTo>
                  <a:lnTo>
                    <a:pt x="57" y="148"/>
                  </a:lnTo>
                  <a:cubicBezTo>
                    <a:pt x="57" y="148"/>
                    <a:pt x="0" y="670"/>
                    <a:pt x="45" y="670"/>
                  </a:cubicBezTo>
                  <a:cubicBezTo>
                    <a:pt x="48" y="670"/>
                    <a:pt x="52" y="667"/>
                    <a:pt x="57" y="660"/>
                  </a:cubicBezTo>
                  <a:cubicBezTo>
                    <a:pt x="69" y="642"/>
                    <a:pt x="116" y="632"/>
                    <a:pt x="183" y="632"/>
                  </a:cubicBezTo>
                  <a:cubicBezTo>
                    <a:pt x="475" y="632"/>
                    <a:pt x="1145" y="820"/>
                    <a:pt x="901" y="1303"/>
                  </a:cubicBezTo>
                  <a:cubicBezTo>
                    <a:pt x="602" y="1897"/>
                    <a:pt x="1168" y="1756"/>
                    <a:pt x="1828" y="2480"/>
                  </a:cubicBezTo>
                  <a:cubicBezTo>
                    <a:pt x="2487" y="3211"/>
                    <a:pt x="3686" y="3232"/>
                    <a:pt x="3686" y="3232"/>
                  </a:cubicBezTo>
                  <a:cubicBezTo>
                    <a:pt x="3686" y="3232"/>
                    <a:pt x="4677" y="2322"/>
                    <a:pt x="4312" y="2322"/>
                  </a:cubicBezTo>
                  <a:cubicBezTo>
                    <a:pt x="3942" y="2322"/>
                    <a:pt x="3827" y="1271"/>
                    <a:pt x="4040" y="949"/>
                  </a:cubicBezTo>
                  <a:cubicBezTo>
                    <a:pt x="4076" y="896"/>
                    <a:pt x="4128" y="876"/>
                    <a:pt x="4189" y="876"/>
                  </a:cubicBezTo>
                  <a:cubicBezTo>
                    <a:pt x="4371" y="876"/>
                    <a:pt x="4636" y="1047"/>
                    <a:pt x="4824" y="1047"/>
                  </a:cubicBezTo>
                  <a:cubicBezTo>
                    <a:pt x="4952" y="1047"/>
                    <a:pt x="5044" y="967"/>
                    <a:pt x="5048" y="699"/>
                  </a:cubicBezTo>
                  <a:cubicBezTo>
                    <a:pt x="5055" y="174"/>
                    <a:pt x="4201" y="0"/>
                    <a:pt x="35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7"/>
            <p:cNvSpPr/>
            <p:nvPr/>
          </p:nvSpPr>
          <p:spPr>
            <a:xfrm>
              <a:off x="3240690" y="2052799"/>
              <a:ext cx="30175" cy="54134"/>
            </a:xfrm>
            <a:custGeom>
              <a:rect b="b" l="l" r="r" t="t"/>
              <a:pathLst>
                <a:path extrusionOk="0" h="2142" w="1194">
                  <a:moveTo>
                    <a:pt x="594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1"/>
                    <a:pt x="594" y="2141"/>
                  </a:cubicBezTo>
                  <a:cubicBezTo>
                    <a:pt x="927" y="2141"/>
                    <a:pt x="1194" y="1662"/>
                    <a:pt x="1194" y="1073"/>
                  </a:cubicBezTo>
                  <a:cubicBezTo>
                    <a:pt x="1194" y="480"/>
                    <a:pt x="927" y="0"/>
                    <a:pt x="59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7"/>
            <p:cNvSpPr/>
            <p:nvPr/>
          </p:nvSpPr>
          <p:spPr>
            <a:xfrm>
              <a:off x="3186556" y="1765299"/>
              <a:ext cx="34446" cy="33663"/>
            </a:xfrm>
            <a:custGeom>
              <a:rect b="b" l="l" r="r" t="t"/>
              <a:pathLst>
                <a:path extrusionOk="0" h="1332" w="1363">
                  <a:moveTo>
                    <a:pt x="567" y="0"/>
                  </a:moveTo>
                  <a:cubicBezTo>
                    <a:pt x="479" y="0"/>
                    <a:pt x="393" y="22"/>
                    <a:pt x="317" y="69"/>
                  </a:cubicBezTo>
                  <a:cubicBezTo>
                    <a:pt x="50" y="227"/>
                    <a:pt x="1" y="631"/>
                    <a:pt x="202" y="963"/>
                  </a:cubicBezTo>
                  <a:cubicBezTo>
                    <a:pt x="346" y="1196"/>
                    <a:pt x="578" y="1332"/>
                    <a:pt x="796" y="1332"/>
                  </a:cubicBezTo>
                  <a:cubicBezTo>
                    <a:pt x="884" y="1332"/>
                    <a:pt x="970" y="1310"/>
                    <a:pt x="1047" y="1263"/>
                  </a:cubicBezTo>
                  <a:cubicBezTo>
                    <a:pt x="1314" y="1105"/>
                    <a:pt x="1363" y="701"/>
                    <a:pt x="1161" y="375"/>
                  </a:cubicBezTo>
                  <a:cubicBezTo>
                    <a:pt x="1018" y="138"/>
                    <a:pt x="785" y="0"/>
                    <a:pt x="5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7"/>
            <p:cNvSpPr/>
            <p:nvPr/>
          </p:nvSpPr>
          <p:spPr>
            <a:xfrm>
              <a:off x="3144023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525" y="1"/>
                  </a:moveTo>
                  <a:cubicBezTo>
                    <a:pt x="322" y="1"/>
                    <a:pt x="156" y="77"/>
                    <a:pt x="98" y="216"/>
                  </a:cubicBezTo>
                  <a:cubicBezTo>
                    <a:pt x="0" y="440"/>
                    <a:pt x="213" y="745"/>
                    <a:pt x="567" y="897"/>
                  </a:cubicBezTo>
                  <a:cubicBezTo>
                    <a:pt x="700" y="955"/>
                    <a:pt x="835" y="982"/>
                    <a:pt x="957" y="982"/>
                  </a:cubicBezTo>
                  <a:cubicBezTo>
                    <a:pt x="1160" y="982"/>
                    <a:pt x="1326" y="906"/>
                    <a:pt x="1384" y="767"/>
                  </a:cubicBezTo>
                  <a:cubicBezTo>
                    <a:pt x="1482" y="543"/>
                    <a:pt x="1270" y="238"/>
                    <a:pt x="915" y="86"/>
                  </a:cubicBezTo>
                  <a:cubicBezTo>
                    <a:pt x="783" y="28"/>
                    <a:pt x="647" y="1"/>
                    <a:pt x="52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7"/>
            <p:cNvSpPr/>
            <p:nvPr/>
          </p:nvSpPr>
          <p:spPr>
            <a:xfrm>
              <a:off x="3259265" y="2344595"/>
              <a:ext cx="40941" cy="40916"/>
            </a:xfrm>
            <a:custGeom>
              <a:rect b="b" l="l" r="r" t="t"/>
              <a:pathLst>
                <a:path extrusionOk="0" h="1619" w="1620">
                  <a:moveTo>
                    <a:pt x="813" y="0"/>
                  </a:moveTo>
                  <a:cubicBezTo>
                    <a:pt x="366" y="0"/>
                    <a:pt x="1" y="365"/>
                    <a:pt x="1" y="812"/>
                  </a:cubicBezTo>
                  <a:cubicBezTo>
                    <a:pt x="1" y="1259"/>
                    <a:pt x="366" y="1619"/>
                    <a:pt x="813" y="1619"/>
                  </a:cubicBezTo>
                  <a:cubicBezTo>
                    <a:pt x="1260" y="1619"/>
                    <a:pt x="1619" y="1259"/>
                    <a:pt x="1619" y="812"/>
                  </a:cubicBezTo>
                  <a:cubicBezTo>
                    <a:pt x="1619" y="365"/>
                    <a:pt x="1260" y="0"/>
                    <a:pt x="8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7"/>
            <p:cNvSpPr/>
            <p:nvPr/>
          </p:nvSpPr>
          <p:spPr>
            <a:xfrm>
              <a:off x="3089889" y="2102737"/>
              <a:ext cx="44101" cy="29442"/>
            </a:xfrm>
            <a:custGeom>
              <a:rect b="b" l="l" r="r" t="t"/>
              <a:pathLst>
                <a:path extrusionOk="0" h="1165" w="1745">
                  <a:moveTo>
                    <a:pt x="872" y="1"/>
                  </a:moveTo>
                  <a:cubicBezTo>
                    <a:pt x="711" y="1"/>
                    <a:pt x="554" y="65"/>
                    <a:pt x="420" y="171"/>
                  </a:cubicBezTo>
                  <a:cubicBezTo>
                    <a:pt x="420" y="171"/>
                    <a:pt x="1" y="258"/>
                    <a:pt x="104" y="590"/>
                  </a:cubicBezTo>
                  <a:cubicBezTo>
                    <a:pt x="202" y="917"/>
                    <a:pt x="840" y="868"/>
                    <a:pt x="1014" y="1092"/>
                  </a:cubicBezTo>
                  <a:cubicBezTo>
                    <a:pt x="1053" y="1141"/>
                    <a:pt x="1113" y="1164"/>
                    <a:pt x="1179" y="1164"/>
                  </a:cubicBezTo>
                  <a:cubicBezTo>
                    <a:pt x="1418" y="1164"/>
                    <a:pt x="1745" y="866"/>
                    <a:pt x="1510" y="443"/>
                  </a:cubicBezTo>
                  <a:cubicBezTo>
                    <a:pt x="1331" y="128"/>
                    <a:pt x="1099" y="1"/>
                    <a:pt x="8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7"/>
            <p:cNvSpPr/>
            <p:nvPr/>
          </p:nvSpPr>
          <p:spPr>
            <a:xfrm>
              <a:off x="31386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2021" y="1"/>
                  </a:moveTo>
                  <a:cubicBezTo>
                    <a:pt x="1997" y="1"/>
                    <a:pt x="1972" y="3"/>
                    <a:pt x="1945" y="7"/>
                  </a:cubicBezTo>
                  <a:cubicBezTo>
                    <a:pt x="1389" y="94"/>
                    <a:pt x="1552" y="825"/>
                    <a:pt x="1678" y="1277"/>
                  </a:cubicBezTo>
                  <a:cubicBezTo>
                    <a:pt x="1803" y="1729"/>
                    <a:pt x="1324" y="5581"/>
                    <a:pt x="1008" y="5968"/>
                  </a:cubicBezTo>
                  <a:cubicBezTo>
                    <a:pt x="695" y="6350"/>
                    <a:pt x="1" y="7413"/>
                    <a:pt x="1128" y="7413"/>
                  </a:cubicBezTo>
                  <a:cubicBezTo>
                    <a:pt x="1142" y="7413"/>
                    <a:pt x="1156" y="7413"/>
                    <a:pt x="1171" y="7412"/>
                  </a:cubicBezTo>
                  <a:cubicBezTo>
                    <a:pt x="1171" y="7412"/>
                    <a:pt x="1422" y="7731"/>
                    <a:pt x="1751" y="7731"/>
                  </a:cubicBezTo>
                  <a:cubicBezTo>
                    <a:pt x="1806" y="7731"/>
                    <a:pt x="1864" y="7722"/>
                    <a:pt x="1923" y="7701"/>
                  </a:cubicBezTo>
                  <a:cubicBezTo>
                    <a:pt x="2332" y="7559"/>
                    <a:pt x="1743" y="6562"/>
                    <a:pt x="1923" y="5859"/>
                  </a:cubicBezTo>
                  <a:cubicBezTo>
                    <a:pt x="2097" y="5156"/>
                    <a:pt x="2288" y="1925"/>
                    <a:pt x="2288" y="1925"/>
                  </a:cubicBezTo>
                  <a:cubicBezTo>
                    <a:pt x="2288" y="1925"/>
                    <a:pt x="3054" y="724"/>
                    <a:pt x="2575" y="724"/>
                  </a:cubicBezTo>
                  <a:cubicBezTo>
                    <a:pt x="2526" y="724"/>
                    <a:pt x="2464" y="737"/>
                    <a:pt x="2386" y="765"/>
                  </a:cubicBezTo>
                  <a:cubicBezTo>
                    <a:pt x="2386" y="765"/>
                    <a:pt x="2386" y="765"/>
                    <a:pt x="2386" y="765"/>
                  </a:cubicBezTo>
                  <a:cubicBezTo>
                    <a:pt x="2377" y="765"/>
                    <a:pt x="2487" y="1"/>
                    <a:pt x="20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7"/>
            <p:cNvSpPr/>
            <p:nvPr/>
          </p:nvSpPr>
          <p:spPr>
            <a:xfrm>
              <a:off x="3097875" y="1963157"/>
              <a:ext cx="80468" cy="150826"/>
            </a:xfrm>
            <a:custGeom>
              <a:rect b="b" l="l" r="r" t="t"/>
              <a:pathLst>
                <a:path extrusionOk="0" h="5968" w="3184">
                  <a:moveTo>
                    <a:pt x="2120" y="1367"/>
                  </a:moveTo>
                  <a:cubicBezTo>
                    <a:pt x="2120" y="1368"/>
                    <a:pt x="1913" y="2784"/>
                    <a:pt x="1722" y="3443"/>
                  </a:cubicBezTo>
                  <a:cubicBezTo>
                    <a:pt x="1532" y="4097"/>
                    <a:pt x="1129" y="5367"/>
                    <a:pt x="1129" y="5367"/>
                  </a:cubicBezTo>
                  <a:cubicBezTo>
                    <a:pt x="1129" y="5367"/>
                    <a:pt x="1041" y="3972"/>
                    <a:pt x="1303" y="3089"/>
                  </a:cubicBezTo>
                  <a:cubicBezTo>
                    <a:pt x="1570" y="2201"/>
                    <a:pt x="2120" y="1368"/>
                    <a:pt x="2120" y="1367"/>
                  </a:cubicBezTo>
                  <a:close/>
                  <a:moveTo>
                    <a:pt x="1940" y="0"/>
                  </a:moveTo>
                  <a:cubicBezTo>
                    <a:pt x="1883" y="0"/>
                    <a:pt x="1830" y="19"/>
                    <a:pt x="1788" y="65"/>
                  </a:cubicBezTo>
                  <a:cubicBezTo>
                    <a:pt x="1570" y="305"/>
                    <a:pt x="1722" y="1182"/>
                    <a:pt x="1303" y="1694"/>
                  </a:cubicBezTo>
                  <a:cubicBezTo>
                    <a:pt x="889" y="2201"/>
                    <a:pt x="556" y="4577"/>
                    <a:pt x="371" y="4860"/>
                  </a:cubicBezTo>
                  <a:cubicBezTo>
                    <a:pt x="180" y="5138"/>
                    <a:pt x="1" y="5552"/>
                    <a:pt x="164" y="5705"/>
                  </a:cubicBezTo>
                  <a:cubicBezTo>
                    <a:pt x="211" y="5748"/>
                    <a:pt x="266" y="5763"/>
                    <a:pt x="328" y="5763"/>
                  </a:cubicBezTo>
                  <a:cubicBezTo>
                    <a:pt x="458" y="5763"/>
                    <a:pt x="614" y="5697"/>
                    <a:pt x="762" y="5697"/>
                  </a:cubicBezTo>
                  <a:cubicBezTo>
                    <a:pt x="790" y="5697"/>
                    <a:pt x="818" y="5699"/>
                    <a:pt x="845" y="5705"/>
                  </a:cubicBezTo>
                  <a:cubicBezTo>
                    <a:pt x="1064" y="5750"/>
                    <a:pt x="1029" y="5967"/>
                    <a:pt x="1224" y="5967"/>
                  </a:cubicBezTo>
                  <a:cubicBezTo>
                    <a:pt x="1243" y="5967"/>
                    <a:pt x="1263" y="5965"/>
                    <a:pt x="1287" y="5961"/>
                  </a:cubicBezTo>
                  <a:cubicBezTo>
                    <a:pt x="1554" y="5906"/>
                    <a:pt x="1630" y="4784"/>
                    <a:pt x="1919" y="4326"/>
                  </a:cubicBezTo>
                  <a:cubicBezTo>
                    <a:pt x="2213" y="3869"/>
                    <a:pt x="2567" y="1188"/>
                    <a:pt x="2921" y="757"/>
                  </a:cubicBezTo>
                  <a:cubicBezTo>
                    <a:pt x="3183" y="438"/>
                    <a:pt x="3010" y="218"/>
                    <a:pt x="2758" y="218"/>
                  </a:cubicBezTo>
                  <a:cubicBezTo>
                    <a:pt x="2670" y="218"/>
                    <a:pt x="2572" y="245"/>
                    <a:pt x="2480" y="305"/>
                  </a:cubicBezTo>
                  <a:cubicBezTo>
                    <a:pt x="2480" y="305"/>
                    <a:pt x="2172" y="0"/>
                    <a:pt x="1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7"/>
            <p:cNvSpPr/>
            <p:nvPr/>
          </p:nvSpPr>
          <p:spPr>
            <a:xfrm>
              <a:off x="3075711" y="2121414"/>
              <a:ext cx="22543" cy="28128"/>
            </a:xfrm>
            <a:custGeom>
              <a:rect b="b" l="l" r="r" t="t"/>
              <a:pathLst>
                <a:path extrusionOk="0" h="1113" w="892">
                  <a:moveTo>
                    <a:pt x="749" y="1"/>
                  </a:moveTo>
                  <a:cubicBezTo>
                    <a:pt x="741" y="1"/>
                    <a:pt x="733" y="2"/>
                    <a:pt x="725" y="4"/>
                  </a:cubicBezTo>
                  <a:cubicBezTo>
                    <a:pt x="725" y="4"/>
                    <a:pt x="0" y="990"/>
                    <a:pt x="229" y="1105"/>
                  </a:cubicBezTo>
                  <a:cubicBezTo>
                    <a:pt x="241" y="1110"/>
                    <a:pt x="252" y="1113"/>
                    <a:pt x="265" y="1113"/>
                  </a:cubicBezTo>
                  <a:cubicBezTo>
                    <a:pt x="504" y="1113"/>
                    <a:pt x="891" y="94"/>
                    <a:pt x="834" y="42"/>
                  </a:cubicBezTo>
                  <a:cubicBezTo>
                    <a:pt x="812" y="16"/>
                    <a:pt x="781" y="1"/>
                    <a:pt x="7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7"/>
            <p:cNvSpPr/>
            <p:nvPr/>
          </p:nvSpPr>
          <p:spPr>
            <a:xfrm>
              <a:off x="3085214" y="2125129"/>
              <a:ext cx="23630" cy="31692"/>
            </a:xfrm>
            <a:custGeom>
              <a:rect b="b" l="l" r="r" t="t"/>
              <a:pathLst>
                <a:path extrusionOk="0" h="1254" w="935">
                  <a:moveTo>
                    <a:pt x="778" y="0"/>
                  </a:moveTo>
                  <a:cubicBezTo>
                    <a:pt x="768" y="0"/>
                    <a:pt x="757" y="2"/>
                    <a:pt x="747" y="4"/>
                  </a:cubicBezTo>
                  <a:cubicBezTo>
                    <a:pt x="747" y="4"/>
                    <a:pt x="0" y="1132"/>
                    <a:pt x="267" y="1247"/>
                  </a:cubicBezTo>
                  <a:cubicBezTo>
                    <a:pt x="279" y="1251"/>
                    <a:pt x="291" y="1254"/>
                    <a:pt x="303" y="1254"/>
                  </a:cubicBezTo>
                  <a:cubicBezTo>
                    <a:pt x="568" y="1254"/>
                    <a:pt x="934" y="94"/>
                    <a:pt x="867" y="42"/>
                  </a:cubicBezTo>
                  <a:cubicBezTo>
                    <a:pt x="842" y="13"/>
                    <a:pt x="811" y="0"/>
                    <a:pt x="77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7"/>
            <p:cNvSpPr/>
            <p:nvPr/>
          </p:nvSpPr>
          <p:spPr>
            <a:xfrm>
              <a:off x="3072527" y="2155708"/>
              <a:ext cx="23503" cy="31818"/>
            </a:xfrm>
            <a:custGeom>
              <a:rect b="b" l="l" r="r" t="t"/>
              <a:pathLst>
                <a:path extrusionOk="0" h="1259" w="930">
                  <a:moveTo>
                    <a:pt x="770" y="0"/>
                  </a:moveTo>
                  <a:cubicBezTo>
                    <a:pt x="760" y="0"/>
                    <a:pt x="751" y="2"/>
                    <a:pt x="742" y="4"/>
                  </a:cubicBezTo>
                  <a:cubicBezTo>
                    <a:pt x="742" y="4"/>
                    <a:pt x="1" y="1137"/>
                    <a:pt x="268" y="1252"/>
                  </a:cubicBezTo>
                  <a:cubicBezTo>
                    <a:pt x="279" y="1257"/>
                    <a:pt x="291" y="1259"/>
                    <a:pt x="303" y="1259"/>
                  </a:cubicBezTo>
                  <a:cubicBezTo>
                    <a:pt x="564" y="1259"/>
                    <a:pt x="930" y="99"/>
                    <a:pt x="867" y="42"/>
                  </a:cubicBezTo>
                  <a:cubicBezTo>
                    <a:pt x="841" y="16"/>
                    <a:pt x="805" y="0"/>
                    <a:pt x="7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7"/>
            <p:cNvSpPr/>
            <p:nvPr/>
          </p:nvSpPr>
          <p:spPr>
            <a:xfrm>
              <a:off x="3098836" y="2129349"/>
              <a:ext cx="18980" cy="29594"/>
            </a:xfrm>
            <a:custGeom>
              <a:rect b="b" l="l" r="r" t="t"/>
              <a:pathLst>
                <a:path extrusionOk="0" h="1171" w="751">
                  <a:moveTo>
                    <a:pt x="610" y="1"/>
                  </a:moveTo>
                  <a:cubicBezTo>
                    <a:pt x="598" y="1"/>
                    <a:pt x="585" y="3"/>
                    <a:pt x="573" y="6"/>
                  </a:cubicBezTo>
                  <a:cubicBezTo>
                    <a:pt x="573" y="6"/>
                    <a:pt x="1" y="1090"/>
                    <a:pt x="251" y="1167"/>
                  </a:cubicBezTo>
                  <a:cubicBezTo>
                    <a:pt x="260" y="1169"/>
                    <a:pt x="268" y="1171"/>
                    <a:pt x="276" y="1171"/>
                  </a:cubicBezTo>
                  <a:cubicBezTo>
                    <a:pt x="513" y="1171"/>
                    <a:pt x="750" y="75"/>
                    <a:pt x="687" y="28"/>
                  </a:cubicBezTo>
                  <a:cubicBezTo>
                    <a:pt x="665" y="9"/>
                    <a:pt x="638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7"/>
            <p:cNvSpPr/>
            <p:nvPr/>
          </p:nvSpPr>
          <p:spPr>
            <a:xfrm>
              <a:off x="3090041" y="2158033"/>
              <a:ext cx="18954" cy="29695"/>
            </a:xfrm>
            <a:custGeom>
              <a:rect b="b" l="l" r="r" t="t"/>
              <a:pathLst>
                <a:path extrusionOk="0" h="1175" w="750">
                  <a:moveTo>
                    <a:pt x="603" y="0"/>
                  </a:moveTo>
                  <a:cubicBezTo>
                    <a:pt x="592" y="0"/>
                    <a:pt x="582" y="2"/>
                    <a:pt x="572" y="4"/>
                  </a:cubicBezTo>
                  <a:cubicBezTo>
                    <a:pt x="572" y="4"/>
                    <a:pt x="0" y="1089"/>
                    <a:pt x="251" y="1171"/>
                  </a:cubicBezTo>
                  <a:cubicBezTo>
                    <a:pt x="259" y="1173"/>
                    <a:pt x="267" y="1175"/>
                    <a:pt x="275" y="1175"/>
                  </a:cubicBezTo>
                  <a:cubicBezTo>
                    <a:pt x="513" y="1175"/>
                    <a:pt x="750" y="74"/>
                    <a:pt x="687" y="32"/>
                  </a:cubicBezTo>
                  <a:cubicBezTo>
                    <a:pt x="662" y="12"/>
                    <a:pt x="632" y="0"/>
                    <a:pt x="6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7"/>
            <p:cNvSpPr/>
            <p:nvPr/>
          </p:nvSpPr>
          <p:spPr>
            <a:xfrm>
              <a:off x="3080943" y="2185479"/>
              <a:ext cx="18980" cy="29645"/>
            </a:xfrm>
            <a:custGeom>
              <a:rect b="b" l="l" r="r" t="t"/>
              <a:pathLst>
                <a:path extrusionOk="0" h="1173" w="751">
                  <a:moveTo>
                    <a:pt x="610" y="1"/>
                  </a:moveTo>
                  <a:cubicBezTo>
                    <a:pt x="598" y="1"/>
                    <a:pt x="585" y="3"/>
                    <a:pt x="573" y="8"/>
                  </a:cubicBezTo>
                  <a:cubicBezTo>
                    <a:pt x="573" y="8"/>
                    <a:pt x="0" y="1093"/>
                    <a:pt x="251" y="1169"/>
                  </a:cubicBezTo>
                  <a:cubicBezTo>
                    <a:pt x="259" y="1172"/>
                    <a:pt x="268" y="1173"/>
                    <a:pt x="276" y="1173"/>
                  </a:cubicBezTo>
                  <a:cubicBezTo>
                    <a:pt x="513" y="1173"/>
                    <a:pt x="750" y="77"/>
                    <a:pt x="687" y="30"/>
                  </a:cubicBezTo>
                  <a:cubicBezTo>
                    <a:pt x="665" y="12"/>
                    <a:pt x="637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7"/>
            <p:cNvSpPr/>
            <p:nvPr/>
          </p:nvSpPr>
          <p:spPr>
            <a:xfrm>
              <a:off x="3113569" y="2129349"/>
              <a:ext cx="14178" cy="25272"/>
            </a:xfrm>
            <a:custGeom>
              <a:rect b="b" l="l" r="r" t="t"/>
              <a:pathLst>
                <a:path extrusionOk="0" h="1000" w="561">
                  <a:moveTo>
                    <a:pt x="442" y="0"/>
                  </a:moveTo>
                  <a:cubicBezTo>
                    <a:pt x="430" y="0"/>
                    <a:pt x="419" y="2"/>
                    <a:pt x="409" y="6"/>
                  </a:cubicBezTo>
                  <a:cubicBezTo>
                    <a:pt x="409" y="6"/>
                    <a:pt x="1" y="949"/>
                    <a:pt x="213" y="998"/>
                  </a:cubicBezTo>
                  <a:cubicBezTo>
                    <a:pt x="219" y="999"/>
                    <a:pt x="224" y="1000"/>
                    <a:pt x="229" y="1000"/>
                  </a:cubicBezTo>
                  <a:cubicBezTo>
                    <a:pt x="437" y="1000"/>
                    <a:pt x="561" y="54"/>
                    <a:pt x="502" y="17"/>
                  </a:cubicBezTo>
                  <a:cubicBezTo>
                    <a:pt x="484" y="6"/>
                    <a:pt x="462" y="0"/>
                    <a:pt x="4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7"/>
            <p:cNvSpPr/>
            <p:nvPr/>
          </p:nvSpPr>
          <p:spPr>
            <a:xfrm>
              <a:off x="3107934" y="2153813"/>
              <a:ext cx="14304" cy="25323"/>
            </a:xfrm>
            <a:custGeom>
              <a:rect b="b" l="l" r="r" t="t"/>
              <a:pathLst>
                <a:path extrusionOk="0" h="1002" w="566">
                  <a:moveTo>
                    <a:pt x="451" y="1"/>
                  </a:moveTo>
                  <a:cubicBezTo>
                    <a:pt x="437" y="1"/>
                    <a:pt x="423" y="4"/>
                    <a:pt x="409" y="8"/>
                  </a:cubicBezTo>
                  <a:cubicBezTo>
                    <a:pt x="409" y="8"/>
                    <a:pt x="0" y="951"/>
                    <a:pt x="218" y="1000"/>
                  </a:cubicBezTo>
                  <a:cubicBezTo>
                    <a:pt x="223" y="1001"/>
                    <a:pt x="229" y="1001"/>
                    <a:pt x="234" y="1001"/>
                  </a:cubicBezTo>
                  <a:cubicBezTo>
                    <a:pt x="437" y="1001"/>
                    <a:pt x="566" y="56"/>
                    <a:pt x="507" y="19"/>
                  </a:cubicBezTo>
                  <a:cubicBezTo>
                    <a:pt x="491" y="6"/>
                    <a:pt x="471" y="1"/>
                    <a:pt x="4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7"/>
            <p:cNvSpPr/>
            <p:nvPr/>
          </p:nvSpPr>
          <p:spPr>
            <a:xfrm>
              <a:off x="3102146" y="2177316"/>
              <a:ext cx="14304" cy="25247"/>
            </a:xfrm>
            <a:custGeom>
              <a:rect b="b" l="l" r="r" t="t"/>
              <a:pathLst>
                <a:path extrusionOk="0" h="999" w="566">
                  <a:moveTo>
                    <a:pt x="449" y="0"/>
                  </a:moveTo>
                  <a:cubicBezTo>
                    <a:pt x="436" y="0"/>
                    <a:pt x="422" y="3"/>
                    <a:pt x="409" y="10"/>
                  </a:cubicBezTo>
                  <a:cubicBezTo>
                    <a:pt x="409" y="10"/>
                    <a:pt x="1" y="947"/>
                    <a:pt x="218" y="996"/>
                  </a:cubicBezTo>
                  <a:cubicBezTo>
                    <a:pt x="224" y="998"/>
                    <a:pt x="230" y="998"/>
                    <a:pt x="235" y="998"/>
                  </a:cubicBezTo>
                  <a:cubicBezTo>
                    <a:pt x="438" y="998"/>
                    <a:pt x="566" y="53"/>
                    <a:pt x="507" y="21"/>
                  </a:cubicBezTo>
                  <a:cubicBezTo>
                    <a:pt x="491" y="7"/>
                    <a:pt x="470" y="0"/>
                    <a:pt x="4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7"/>
            <p:cNvSpPr/>
            <p:nvPr/>
          </p:nvSpPr>
          <p:spPr>
            <a:xfrm>
              <a:off x="3196741" y="2071450"/>
              <a:ext cx="115546" cy="287399"/>
            </a:xfrm>
            <a:custGeom>
              <a:rect b="b" l="l" r="r" t="t"/>
              <a:pathLst>
                <a:path extrusionOk="0" h="11372" w="4572">
                  <a:moveTo>
                    <a:pt x="1678" y="1"/>
                  </a:moveTo>
                  <a:cubicBezTo>
                    <a:pt x="1521" y="1"/>
                    <a:pt x="1299" y="103"/>
                    <a:pt x="987" y="401"/>
                  </a:cubicBezTo>
                  <a:cubicBezTo>
                    <a:pt x="1" y="1344"/>
                    <a:pt x="1167" y="2123"/>
                    <a:pt x="1167" y="2123"/>
                  </a:cubicBezTo>
                  <a:cubicBezTo>
                    <a:pt x="1167" y="2123"/>
                    <a:pt x="2600" y="8264"/>
                    <a:pt x="2600" y="9239"/>
                  </a:cubicBezTo>
                  <a:cubicBezTo>
                    <a:pt x="2600" y="10214"/>
                    <a:pt x="1990" y="11157"/>
                    <a:pt x="2404" y="11337"/>
                  </a:cubicBezTo>
                  <a:cubicBezTo>
                    <a:pt x="2458" y="11361"/>
                    <a:pt x="2507" y="11372"/>
                    <a:pt x="2553" y="11372"/>
                  </a:cubicBezTo>
                  <a:cubicBezTo>
                    <a:pt x="2857" y="11372"/>
                    <a:pt x="3021" y="10906"/>
                    <a:pt x="3390" y="10868"/>
                  </a:cubicBezTo>
                  <a:cubicBezTo>
                    <a:pt x="3410" y="10866"/>
                    <a:pt x="3430" y="10865"/>
                    <a:pt x="3448" y="10865"/>
                  </a:cubicBezTo>
                  <a:cubicBezTo>
                    <a:pt x="3811" y="10865"/>
                    <a:pt x="3775" y="11311"/>
                    <a:pt x="4164" y="11337"/>
                  </a:cubicBezTo>
                  <a:cubicBezTo>
                    <a:pt x="4169" y="11337"/>
                    <a:pt x="4173" y="11337"/>
                    <a:pt x="4177" y="11337"/>
                  </a:cubicBezTo>
                  <a:cubicBezTo>
                    <a:pt x="4571" y="11337"/>
                    <a:pt x="4254" y="9905"/>
                    <a:pt x="4044" y="9544"/>
                  </a:cubicBezTo>
                  <a:cubicBezTo>
                    <a:pt x="3832" y="9179"/>
                    <a:pt x="1837" y="1785"/>
                    <a:pt x="2191" y="1572"/>
                  </a:cubicBezTo>
                  <a:cubicBezTo>
                    <a:pt x="2540" y="1365"/>
                    <a:pt x="2431" y="766"/>
                    <a:pt x="2055" y="477"/>
                  </a:cubicBezTo>
                  <a:cubicBezTo>
                    <a:pt x="2055" y="477"/>
                    <a:pt x="2017" y="1"/>
                    <a:pt x="167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7"/>
            <p:cNvSpPr/>
            <p:nvPr/>
          </p:nvSpPr>
          <p:spPr>
            <a:xfrm>
              <a:off x="3239578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981" y="1743"/>
                  </a:moveTo>
                  <a:cubicBezTo>
                    <a:pt x="1523" y="2537"/>
                    <a:pt x="1512" y="7813"/>
                    <a:pt x="1500" y="7813"/>
                  </a:cubicBezTo>
                  <a:cubicBezTo>
                    <a:pt x="1500" y="7813"/>
                    <a:pt x="1499" y="7806"/>
                    <a:pt x="1499" y="7791"/>
                  </a:cubicBezTo>
                  <a:lnTo>
                    <a:pt x="1499" y="7786"/>
                  </a:lnTo>
                  <a:cubicBezTo>
                    <a:pt x="1488" y="7372"/>
                    <a:pt x="1107" y="5056"/>
                    <a:pt x="981" y="4544"/>
                  </a:cubicBezTo>
                  <a:cubicBezTo>
                    <a:pt x="856" y="4031"/>
                    <a:pt x="981" y="1743"/>
                    <a:pt x="981" y="1743"/>
                  </a:cubicBezTo>
                  <a:close/>
                  <a:moveTo>
                    <a:pt x="981" y="0"/>
                  </a:moveTo>
                  <a:cubicBezTo>
                    <a:pt x="920" y="0"/>
                    <a:pt x="854" y="7"/>
                    <a:pt x="780" y="21"/>
                  </a:cubicBezTo>
                  <a:cubicBezTo>
                    <a:pt x="1" y="174"/>
                    <a:pt x="524" y="1187"/>
                    <a:pt x="524" y="1187"/>
                  </a:cubicBezTo>
                  <a:cubicBezTo>
                    <a:pt x="524" y="1187"/>
                    <a:pt x="704" y="1732"/>
                    <a:pt x="660" y="3808"/>
                  </a:cubicBezTo>
                  <a:cubicBezTo>
                    <a:pt x="616" y="5890"/>
                    <a:pt x="1684" y="7720"/>
                    <a:pt x="1020" y="8510"/>
                  </a:cubicBezTo>
                  <a:cubicBezTo>
                    <a:pt x="355" y="9301"/>
                    <a:pt x="1227" y="9840"/>
                    <a:pt x="1227" y="9840"/>
                  </a:cubicBezTo>
                  <a:cubicBezTo>
                    <a:pt x="1227" y="9840"/>
                    <a:pt x="1745" y="10401"/>
                    <a:pt x="2258" y="10401"/>
                  </a:cubicBezTo>
                  <a:cubicBezTo>
                    <a:pt x="2349" y="10401"/>
                    <a:pt x="2441" y="10383"/>
                    <a:pt x="2529" y="10341"/>
                  </a:cubicBezTo>
                  <a:cubicBezTo>
                    <a:pt x="3112" y="10063"/>
                    <a:pt x="2355" y="8707"/>
                    <a:pt x="2355" y="8707"/>
                  </a:cubicBezTo>
                  <a:cubicBezTo>
                    <a:pt x="2355" y="8707"/>
                    <a:pt x="2273" y="2931"/>
                    <a:pt x="2256" y="2506"/>
                  </a:cubicBezTo>
                  <a:cubicBezTo>
                    <a:pt x="2240" y="2081"/>
                    <a:pt x="2823" y="925"/>
                    <a:pt x="2578" y="413"/>
                  </a:cubicBezTo>
                  <a:cubicBezTo>
                    <a:pt x="2511" y="276"/>
                    <a:pt x="2408" y="226"/>
                    <a:pt x="2294" y="226"/>
                  </a:cubicBezTo>
                  <a:cubicBezTo>
                    <a:pt x="1979" y="226"/>
                    <a:pt x="1575" y="604"/>
                    <a:pt x="1575" y="604"/>
                  </a:cubicBezTo>
                  <a:cubicBezTo>
                    <a:pt x="1575" y="604"/>
                    <a:pt x="1566" y="0"/>
                    <a:pt x="98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7"/>
            <p:cNvSpPr/>
            <p:nvPr/>
          </p:nvSpPr>
          <p:spPr>
            <a:xfrm>
              <a:off x="3361872" y="2052799"/>
              <a:ext cx="30327" cy="54260"/>
            </a:xfrm>
            <a:custGeom>
              <a:rect b="b" l="l" r="r" t="t"/>
              <a:pathLst>
                <a:path extrusionOk="0" h="2147" w="1200">
                  <a:moveTo>
                    <a:pt x="600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7"/>
                    <a:pt x="600" y="2147"/>
                  </a:cubicBezTo>
                  <a:cubicBezTo>
                    <a:pt x="927" y="2147"/>
                    <a:pt x="1199" y="1662"/>
                    <a:pt x="1199" y="1073"/>
                  </a:cubicBezTo>
                  <a:cubicBezTo>
                    <a:pt x="1199" y="480"/>
                    <a:pt x="927" y="0"/>
                    <a:pt x="6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7"/>
            <p:cNvSpPr/>
            <p:nvPr/>
          </p:nvSpPr>
          <p:spPr>
            <a:xfrm>
              <a:off x="3411709" y="1765299"/>
              <a:ext cx="34598" cy="33663"/>
            </a:xfrm>
            <a:custGeom>
              <a:rect b="b" l="l" r="r" t="t"/>
              <a:pathLst>
                <a:path extrusionOk="0" h="1332" w="1369">
                  <a:moveTo>
                    <a:pt x="797" y="0"/>
                  </a:moveTo>
                  <a:cubicBezTo>
                    <a:pt x="579" y="0"/>
                    <a:pt x="346" y="138"/>
                    <a:pt x="202" y="375"/>
                  </a:cubicBezTo>
                  <a:cubicBezTo>
                    <a:pt x="1" y="701"/>
                    <a:pt x="50" y="1105"/>
                    <a:pt x="317" y="1263"/>
                  </a:cubicBezTo>
                  <a:cubicBezTo>
                    <a:pt x="394" y="1310"/>
                    <a:pt x="480" y="1332"/>
                    <a:pt x="568" y="1332"/>
                  </a:cubicBezTo>
                  <a:cubicBezTo>
                    <a:pt x="786" y="1332"/>
                    <a:pt x="1018" y="1196"/>
                    <a:pt x="1161" y="963"/>
                  </a:cubicBezTo>
                  <a:cubicBezTo>
                    <a:pt x="1369" y="631"/>
                    <a:pt x="1314" y="227"/>
                    <a:pt x="1047" y="69"/>
                  </a:cubicBezTo>
                  <a:cubicBezTo>
                    <a:pt x="970" y="22"/>
                    <a:pt x="885" y="0"/>
                    <a:pt x="79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7"/>
            <p:cNvSpPr/>
            <p:nvPr/>
          </p:nvSpPr>
          <p:spPr>
            <a:xfrm>
              <a:off x="3451235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960" y="1"/>
                  </a:moveTo>
                  <a:cubicBezTo>
                    <a:pt x="838" y="1"/>
                    <a:pt x="702" y="28"/>
                    <a:pt x="567" y="86"/>
                  </a:cubicBezTo>
                  <a:cubicBezTo>
                    <a:pt x="213" y="238"/>
                    <a:pt x="1" y="543"/>
                    <a:pt x="99" y="767"/>
                  </a:cubicBezTo>
                  <a:cubicBezTo>
                    <a:pt x="157" y="906"/>
                    <a:pt x="323" y="982"/>
                    <a:pt x="526" y="982"/>
                  </a:cubicBezTo>
                  <a:cubicBezTo>
                    <a:pt x="648" y="982"/>
                    <a:pt x="783" y="955"/>
                    <a:pt x="916" y="897"/>
                  </a:cubicBezTo>
                  <a:cubicBezTo>
                    <a:pt x="1270" y="745"/>
                    <a:pt x="1483" y="440"/>
                    <a:pt x="1385" y="216"/>
                  </a:cubicBezTo>
                  <a:cubicBezTo>
                    <a:pt x="1327" y="77"/>
                    <a:pt x="1163" y="1"/>
                    <a:pt x="96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7"/>
            <p:cNvSpPr/>
            <p:nvPr/>
          </p:nvSpPr>
          <p:spPr>
            <a:xfrm>
              <a:off x="3332530" y="2344595"/>
              <a:ext cx="40916" cy="40916"/>
            </a:xfrm>
            <a:custGeom>
              <a:rect b="b" l="l" r="r" t="t"/>
              <a:pathLst>
                <a:path extrusionOk="0" h="1619" w="1619">
                  <a:moveTo>
                    <a:pt x="807" y="0"/>
                  </a:moveTo>
                  <a:cubicBezTo>
                    <a:pt x="360" y="0"/>
                    <a:pt x="1" y="365"/>
                    <a:pt x="1" y="812"/>
                  </a:cubicBezTo>
                  <a:cubicBezTo>
                    <a:pt x="1" y="1259"/>
                    <a:pt x="360" y="1619"/>
                    <a:pt x="807" y="1619"/>
                  </a:cubicBezTo>
                  <a:cubicBezTo>
                    <a:pt x="1254" y="1619"/>
                    <a:pt x="1619" y="1259"/>
                    <a:pt x="1619" y="812"/>
                  </a:cubicBezTo>
                  <a:cubicBezTo>
                    <a:pt x="1619" y="365"/>
                    <a:pt x="1254" y="0"/>
                    <a:pt x="8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7"/>
            <p:cNvSpPr/>
            <p:nvPr/>
          </p:nvSpPr>
          <p:spPr>
            <a:xfrm>
              <a:off x="3272761" y="1653695"/>
              <a:ext cx="87342" cy="60907"/>
            </a:xfrm>
            <a:custGeom>
              <a:rect b="b" l="l" r="r" t="t"/>
              <a:pathLst>
                <a:path extrusionOk="0" h="2410" w="3456">
                  <a:moveTo>
                    <a:pt x="50" y="1"/>
                  </a:moveTo>
                  <a:cubicBezTo>
                    <a:pt x="1" y="540"/>
                    <a:pt x="77" y="1080"/>
                    <a:pt x="273" y="1581"/>
                  </a:cubicBezTo>
                  <a:cubicBezTo>
                    <a:pt x="567" y="2344"/>
                    <a:pt x="1516" y="2404"/>
                    <a:pt x="1695" y="2409"/>
                  </a:cubicBezTo>
                  <a:lnTo>
                    <a:pt x="1723" y="2409"/>
                  </a:lnTo>
                  <a:cubicBezTo>
                    <a:pt x="1902" y="2404"/>
                    <a:pt x="2883" y="2344"/>
                    <a:pt x="3178" y="1581"/>
                  </a:cubicBezTo>
                  <a:cubicBezTo>
                    <a:pt x="3374" y="1080"/>
                    <a:pt x="3455" y="540"/>
                    <a:pt x="3406" y="1"/>
                  </a:cubicBezTo>
                  <a:lnTo>
                    <a:pt x="3406" y="1"/>
                  </a:lnTo>
                  <a:lnTo>
                    <a:pt x="2927" y="437"/>
                  </a:lnTo>
                  <a:cubicBezTo>
                    <a:pt x="2927" y="437"/>
                    <a:pt x="2981" y="1309"/>
                    <a:pt x="2709" y="1521"/>
                  </a:cubicBezTo>
                  <a:cubicBezTo>
                    <a:pt x="2442" y="1734"/>
                    <a:pt x="1728" y="1734"/>
                    <a:pt x="1728" y="1734"/>
                  </a:cubicBezTo>
                  <a:cubicBezTo>
                    <a:pt x="1728" y="1734"/>
                    <a:pt x="1020" y="1734"/>
                    <a:pt x="747" y="1521"/>
                  </a:cubicBezTo>
                  <a:cubicBezTo>
                    <a:pt x="475" y="1309"/>
                    <a:pt x="529" y="437"/>
                    <a:pt x="529" y="437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7"/>
            <p:cNvSpPr/>
            <p:nvPr/>
          </p:nvSpPr>
          <p:spPr>
            <a:xfrm>
              <a:off x="3258305" y="1560945"/>
              <a:ext cx="116254" cy="121561"/>
            </a:xfrm>
            <a:custGeom>
              <a:rect b="b" l="l" r="r" t="t"/>
              <a:pathLst>
                <a:path extrusionOk="0" h="4810" w="4600">
                  <a:moveTo>
                    <a:pt x="2128" y="1"/>
                  </a:moveTo>
                  <a:cubicBezTo>
                    <a:pt x="1845" y="1"/>
                    <a:pt x="1259" y="95"/>
                    <a:pt x="731" y="777"/>
                  </a:cubicBezTo>
                  <a:cubicBezTo>
                    <a:pt x="1" y="1720"/>
                    <a:pt x="502" y="2548"/>
                    <a:pt x="502" y="2548"/>
                  </a:cubicBezTo>
                  <a:lnTo>
                    <a:pt x="480" y="3175"/>
                  </a:lnTo>
                  <a:cubicBezTo>
                    <a:pt x="66" y="3725"/>
                    <a:pt x="927" y="4129"/>
                    <a:pt x="1205" y="4216"/>
                  </a:cubicBezTo>
                  <a:cubicBezTo>
                    <a:pt x="1477" y="4298"/>
                    <a:pt x="1434" y="4810"/>
                    <a:pt x="1434" y="4810"/>
                  </a:cubicBezTo>
                  <a:lnTo>
                    <a:pt x="3161" y="4810"/>
                  </a:lnTo>
                  <a:cubicBezTo>
                    <a:pt x="3161" y="4810"/>
                    <a:pt x="3117" y="4298"/>
                    <a:pt x="3390" y="4216"/>
                  </a:cubicBezTo>
                  <a:cubicBezTo>
                    <a:pt x="3668" y="4129"/>
                    <a:pt x="4529" y="3725"/>
                    <a:pt x="4115" y="3175"/>
                  </a:cubicBezTo>
                  <a:lnTo>
                    <a:pt x="4093" y="2548"/>
                  </a:lnTo>
                  <a:cubicBezTo>
                    <a:pt x="4093" y="2548"/>
                    <a:pt x="4600" y="1720"/>
                    <a:pt x="3869" y="777"/>
                  </a:cubicBezTo>
                  <a:cubicBezTo>
                    <a:pt x="3337" y="95"/>
                    <a:pt x="2753" y="1"/>
                    <a:pt x="2471" y="1"/>
                  </a:cubicBezTo>
                  <a:cubicBezTo>
                    <a:pt x="2364" y="1"/>
                    <a:pt x="2300" y="15"/>
                    <a:pt x="2300" y="15"/>
                  </a:cubicBezTo>
                  <a:cubicBezTo>
                    <a:pt x="2300" y="15"/>
                    <a:pt x="2236" y="1"/>
                    <a:pt x="212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7"/>
            <p:cNvSpPr/>
            <p:nvPr/>
          </p:nvSpPr>
          <p:spPr>
            <a:xfrm>
              <a:off x="34168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1033" y="1"/>
                  </a:moveTo>
                  <a:cubicBezTo>
                    <a:pt x="568" y="1"/>
                    <a:pt x="683" y="765"/>
                    <a:pt x="669" y="765"/>
                  </a:cubicBezTo>
                  <a:cubicBezTo>
                    <a:pt x="669" y="765"/>
                    <a:pt x="669" y="765"/>
                    <a:pt x="669" y="765"/>
                  </a:cubicBezTo>
                  <a:cubicBezTo>
                    <a:pt x="591" y="737"/>
                    <a:pt x="529" y="724"/>
                    <a:pt x="480" y="724"/>
                  </a:cubicBezTo>
                  <a:cubicBezTo>
                    <a:pt x="0" y="724"/>
                    <a:pt x="767" y="1925"/>
                    <a:pt x="767" y="1925"/>
                  </a:cubicBezTo>
                  <a:cubicBezTo>
                    <a:pt x="767" y="1925"/>
                    <a:pt x="957" y="5156"/>
                    <a:pt x="1137" y="5859"/>
                  </a:cubicBezTo>
                  <a:cubicBezTo>
                    <a:pt x="1312" y="6562"/>
                    <a:pt x="729" y="7559"/>
                    <a:pt x="1137" y="7701"/>
                  </a:cubicBezTo>
                  <a:cubicBezTo>
                    <a:pt x="1196" y="7722"/>
                    <a:pt x="1254" y="7731"/>
                    <a:pt x="1309" y="7731"/>
                  </a:cubicBezTo>
                  <a:cubicBezTo>
                    <a:pt x="1636" y="7731"/>
                    <a:pt x="1884" y="7412"/>
                    <a:pt x="1884" y="7412"/>
                  </a:cubicBezTo>
                  <a:cubicBezTo>
                    <a:pt x="1898" y="7413"/>
                    <a:pt x="1913" y="7413"/>
                    <a:pt x="1927" y="7413"/>
                  </a:cubicBezTo>
                  <a:cubicBezTo>
                    <a:pt x="3054" y="7413"/>
                    <a:pt x="2359" y="6350"/>
                    <a:pt x="2047" y="5968"/>
                  </a:cubicBezTo>
                  <a:cubicBezTo>
                    <a:pt x="1731" y="5581"/>
                    <a:pt x="1252" y="1729"/>
                    <a:pt x="1377" y="1277"/>
                  </a:cubicBezTo>
                  <a:cubicBezTo>
                    <a:pt x="1502" y="825"/>
                    <a:pt x="1666" y="94"/>
                    <a:pt x="1110" y="7"/>
                  </a:cubicBezTo>
                  <a:cubicBezTo>
                    <a:pt x="1083" y="3"/>
                    <a:pt x="1057" y="1"/>
                    <a:pt x="10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7"/>
            <p:cNvSpPr/>
            <p:nvPr/>
          </p:nvSpPr>
          <p:spPr>
            <a:xfrm>
              <a:off x="3454243" y="1963208"/>
              <a:ext cx="80468" cy="150801"/>
            </a:xfrm>
            <a:custGeom>
              <a:rect b="b" l="l" r="r" t="t"/>
              <a:pathLst>
                <a:path extrusionOk="0" h="5967" w="3184">
                  <a:moveTo>
                    <a:pt x="1070" y="1365"/>
                  </a:moveTo>
                  <a:lnTo>
                    <a:pt x="1070" y="1365"/>
                  </a:lnTo>
                  <a:cubicBezTo>
                    <a:pt x="1070" y="1366"/>
                    <a:pt x="1620" y="2199"/>
                    <a:pt x="1887" y="3082"/>
                  </a:cubicBezTo>
                  <a:cubicBezTo>
                    <a:pt x="2154" y="3970"/>
                    <a:pt x="2061" y="5360"/>
                    <a:pt x="2061" y="5360"/>
                  </a:cubicBezTo>
                  <a:cubicBezTo>
                    <a:pt x="2061" y="5360"/>
                    <a:pt x="1658" y="4095"/>
                    <a:pt x="1467" y="3441"/>
                  </a:cubicBezTo>
                  <a:cubicBezTo>
                    <a:pt x="1277" y="2782"/>
                    <a:pt x="1070" y="1366"/>
                    <a:pt x="1070" y="1365"/>
                  </a:cubicBezTo>
                  <a:close/>
                  <a:moveTo>
                    <a:pt x="1244" y="1"/>
                  </a:moveTo>
                  <a:cubicBezTo>
                    <a:pt x="1010" y="1"/>
                    <a:pt x="704" y="303"/>
                    <a:pt x="704" y="303"/>
                  </a:cubicBezTo>
                  <a:cubicBezTo>
                    <a:pt x="614" y="243"/>
                    <a:pt x="517" y="216"/>
                    <a:pt x="429" y="216"/>
                  </a:cubicBezTo>
                  <a:cubicBezTo>
                    <a:pt x="178" y="216"/>
                    <a:pt x="1" y="436"/>
                    <a:pt x="263" y="755"/>
                  </a:cubicBezTo>
                  <a:cubicBezTo>
                    <a:pt x="617" y="1186"/>
                    <a:pt x="977" y="3867"/>
                    <a:pt x="1266" y="4324"/>
                  </a:cubicBezTo>
                  <a:cubicBezTo>
                    <a:pt x="1555" y="4782"/>
                    <a:pt x="1631" y="5904"/>
                    <a:pt x="1898" y="5959"/>
                  </a:cubicBezTo>
                  <a:cubicBezTo>
                    <a:pt x="1923" y="5964"/>
                    <a:pt x="1946" y="5966"/>
                    <a:pt x="1966" y="5966"/>
                  </a:cubicBezTo>
                  <a:cubicBezTo>
                    <a:pt x="2156" y="5966"/>
                    <a:pt x="2127" y="5753"/>
                    <a:pt x="2339" y="5708"/>
                  </a:cubicBezTo>
                  <a:cubicBezTo>
                    <a:pt x="2369" y="5701"/>
                    <a:pt x="2400" y="5699"/>
                    <a:pt x="2430" y="5699"/>
                  </a:cubicBezTo>
                  <a:cubicBezTo>
                    <a:pt x="2578" y="5699"/>
                    <a:pt x="2732" y="5763"/>
                    <a:pt x="2861" y="5763"/>
                  </a:cubicBezTo>
                  <a:cubicBezTo>
                    <a:pt x="2921" y="5763"/>
                    <a:pt x="2975" y="5749"/>
                    <a:pt x="3020" y="5708"/>
                  </a:cubicBezTo>
                  <a:cubicBezTo>
                    <a:pt x="3184" y="5556"/>
                    <a:pt x="3009" y="5136"/>
                    <a:pt x="2819" y="4858"/>
                  </a:cubicBezTo>
                  <a:cubicBezTo>
                    <a:pt x="2628" y="4580"/>
                    <a:pt x="2301" y="2199"/>
                    <a:pt x="1881" y="1692"/>
                  </a:cubicBezTo>
                  <a:cubicBezTo>
                    <a:pt x="1462" y="1180"/>
                    <a:pt x="1614" y="303"/>
                    <a:pt x="1402" y="69"/>
                  </a:cubicBezTo>
                  <a:cubicBezTo>
                    <a:pt x="1358" y="20"/>
                    <a:pt x="1303" y="1"/>
                    <a:pt x="12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7"/>
            <p:cNvSpPr/>
            <p:nvPr/>
          </p:nvSpPr>
          <p:spPr>
            <a:xfrm>
              <a:off x="3539790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33" y="1"/>
                  </a:moveTo>
                  <a:lnTo>
                    <a:pt x="0" y="208"/>
                  </a:lnTo>
                  <a:cubicBezTo>
                    <a:pt x="0" y="208"/>
                    <a:pt x="424" y="273"/>
                    <a:pt x="716" y="273"/>
                  </a:cubicBezTo>
                  <a:cubicBezTo>
                    <a:pt x="863" y="273"/>
                    <a:pt x="976" y="257"/>
                    <a:pt x="987" y="208"/>
                  </a:cubicBezTo>
                  <a:cubicBezTo>
                    <a:pt x="1025" y="6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50" name="Google Shape;5650;p67"/>
            <p:cNvGrpSpPr/>
            <p:nvPr/>
          </p:nvGrpSpPr>
          <p:grpSpPr>
            <a:xfrm>
              <a:off x="3498748" y="2102737"/>
              <a:ext cx="94772" cy="114004"/>
              <a:chOff x="3498748" y="2102737"/>
              <a:chExt cx="94772" cy="114004"/>
            </a:xfrm>
          </p:grpSpPr>
          <p:sp>
            <p:nvSpPr>
              <p:cNvPr id="5651" name="Google Shape;5651;p67"/>
              <p:cNvSpPr/>
              <p:nvPr/>
            </p:nvSpPr>
            <p:spPr>
              <a:xfrm>
                <a:off x="3563142" y="2118482"/>
                <a:ext cx="30378" cy="19940"/>
              </a:xfrm>
              <a:custGeom>
                <a:rect b="b" l="l" r="r" t="t"/>
                <a:pathLst>
                  <a:path extrusionOk="0" h="789" w="1202">
                    <a:moveTo>
                      <a:pt x="101" y="0"/>
                    </a:moveTo>
                    <a:cubicBezTo>
                      <a:pt x="63" y="17"/>
                      <a:pt x="30" y="49"/>
                      <a:pt x="24" y="93"/>
                    </a:cubicBezTo>
                    <a:cubicBezTo>
                      <a:pt x="0" y="160"/>
                      <a:pt x="698" y="788"/>
                      <a:pt x="967" y="788"/>
                    </a:cubicBezTo>
                    <a:cubicBezTo>
                      <a:pt x="1003" y="788"/>
                      <a:pt x="1031" y="777"/>
                      <a:pt x="1049" y="752"/>
                    </a:cubicBezTo>
                    <a:cubicBezTo>
                      <a:pt x="1201" y="540"/>
                      <a:pt x="101" y="0"/>
                      <a:pt x="1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67"/>
              <p:cNvSpPr/>
              <p:nvPr/>
            </p:nvSpPr>
            <p:spPr>
              <a:xfrm>
                <a:off x="3560665" y="2174309"/>
                <a:ext cx="22518" cy="28128"/>
              </a:xfrm>
              <a:custGeom>
                <a:rect b="b" l="l" r="r" t="t"/>
                <a:pathLst>
                  <a:path extrusionOk="0" h="1113" w="891">
                    <a:moveTo>
                      <a:pt x="139" y="0"/>
                    </a:moveTo>
                    <a:cubicBezTo>
                      <a:pt x="105" y="0"/>
                      <a:pt x="74" y="16"/>
                      <a:pt x="57" y="42"/>
                    </a:cubicBezTo>
                    <a:cubicBezTo>
                      <a:pt x="0" y="93"/>
                      <a:pt x="382" y="1112"/>
                      <a:pt x="621" y="1112"/>
                    </a:cubicBezTo>
                    <a:cubicBezTo>
                      <a:pt x="633" y="1112"/>
                      <a:pt x="645" y="1110"/>
                      <a:pt x="656" y="1104"/>
                    </a:cubicBezTo>
                    <a:cubicBezTo>
                      <a:pt x="891" y="990"/>
                      <a:pt x="166" y="3"/>
                      <a:pt x="166" y="3"/>
                    </a:cubicBezTo>
                    <a:cubicBezTo>
                      <a:pt x="157" y="1"/>
                      <a:pt x="148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67"/>
              <p:cNvSpPr/>
              <p:nvPr/>
            </p:nvSpPr>
            <p:spPr>
              <a:xfrm>
                <a:off x="3498748" y="2102737"/>
                <a:ext cx="44101" cy="29442"/>
              </a:xfrm>
              <a:custGeom>
                <a:rect b="b" l="l" r="r" t="t"/>
                <a:pathLst>
                  <a:path extrusionOk="0" h="1165" w="1745">
                    <a:moveTo>
                      <a:pt x="874" y="1"/>
                    </a:moveTo>
                    <a:cubicBezTo>
                      <a:pt x="646" y="1"/>
                      <a:pt x="413" y="128"/>
                      <a:pt x="235" y="443"/>
                    </a:cubicBezTo>
                    <a:cubicBezTo>
                      <a:pt x="0" y="866"/>
                      <a:pt x="330" y="1164"/>
                      <a:pt x="568" y="1164"/>
                    </a:cubicBezTo>
                    <a:cubicBezTo>
                      <a:pt x="634" y="1164"/>
                      <a:pt x="693" y="1141"/>
                      <a:pt x="731" y="1092"/>
                    </a:cubicBezTo>
                    <a:cubicBezTo>
                      <a:pt x="911" y="868"/>
                      <a:pt x="1543" y="917"/>
                      <a:pt x="1641" y="590"/>
                    </a:cubicBezTo>
                    <a:cubicBezTo>
                      <a:pt x="1744" y="258"/>
                      <a:pt x="1330" y="171"/>
                      <a:pt x="1330" y="171"/>
                    </a:cubicBezTo>
                    <a:cubicBezTo>
                      <a:pt x="1194" y="65"/>
                      <a:pt x="1035" y="1"/>
                      <a:pt x="8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67"/>
              <p:cNvSpPr/>
              <p:nvPr/>
            </p:nvSpPr>
            <p:spPr>
              <a:xfrm>
                <a:off x="3537259" y="2125714"/>
                <a:ext cx="22543" cy="28128"/>
              </a:xfrm>
              <a:custGeom>
                <a:rect b="b" l="l" r="r" t="t"/>
                <a:pathLst>
                  <a:path extrusionOk="0" h="1113" w="892">
                    <a:moveTo>
                      <a:pt x="140" y="1"/>
                    </a:moveTo>
                    <a:cubicBezTo>
                      <a:pt x="106" y="1"/>
                      <a:pt x="74" y="16"/>
                      <a:pt x="53" y="42"/>
                    </a:cubicBezTo>
                    <a:cubicBezTo>
                      <a:pt x="1" y="94"/>
                      <a:pt x="383" y="1113"/>
                      <a:pt x="622" y="1113"/>
                    </a:cubicBezTo>
                    <a:cubicBezTo>
                      <a:pt x="634" y="1113"/>
                      <a:pt x="646" y="1110"/>
                      <a:pt x="658" y="1105"/>
                    </a:cubicBezTo>
                    <a:cubicBezTo>
                      <a:pt x="892" y="990"/>
                      <a:pt x="167" y="4"/>
                      <a:pt x="167" y="4"/>
                    </a:cubicBezTo>
                    <a:cubicBezTo>
                      <a:pt x="158" y="2"/>
                      <a:pt x="149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67"/>
              <p:cNvSpPr/>
              <p:nvPr/>
            </p:nvSpPr>
            <p:spPr>
              <a:xfrm>
                <a:off x="3547574" y="2148480"/>
                <a:ext cx="22543" cy="28078"/>
              </a:xfrm>
              <a:custGeom>
                <a:rect b="b" l="l" r="r" t="t"/>
                <a:pathLst>
                  <a:path extrusionOk="0" h="1111" w="892">
                    <a:moveTo>
                      <a:pt x="150" y="0"/>
                    </a:moveTo>
                    <a:cubicBezTo>
                      <a:pt x="113" y="0"/>
                      <a:pt x="81" y="15"/>
                      <a:pt x="57" y="39"/>
                    </a:cubicBezTo>
                    <a:cubicBezTo>
                      <a:pt x="1" y="96"/>
                      <a:pt x="381" y="1111"/>
                      <a:pt x="620" y="1111"/>
                    </a:cubicBezTo>
                    <a:cubicBezTo>
                      <a:pt x="633" y="1111"/>
                      <a:pt x="645" y="1108"/>
                      <a:pt x="657" y="1102"/>
                    </a:cubicBezTo>
                    <a:cubicBezTo>
                      <a:pt x="891" y="987"/>
                      <a:pt x="166" y="1"/>
                      <a:pt x="166" y="1"/>
                    </a:cubicBezTo>
                    <a:cubicBezTo>
                      <a:pt x="161" y="0"/>
                      <a:pt x="155" y="0"/>
                      <a:pt x="15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67"/>
              <p:cNvSpPr/>
              <p:nvPr/>
            </p:nvSpPr>
            <p:spPr>
              <a:xfrm>
                <a:off x="3523894" y="2125129"/>
                <a:ext cx="23503" cy="31692"/>
              </a:xfrm>
              <a:custGeom>
                <a:rect b="b" l="l" r="r" t="t"/>
                <a:pathLst>
                  <a:path extrusionOk="0" h="1254" w="930">
                    <a:moveTo>
                      <a:pt x="156" y="0"/>
                    </a:moveTo>
                    <a:cubicBezTo>
                      <a:pt x="122" y="0"/>
                      <a:pt x="89" y="13"/>
                      <a:pt x="68" y="42"/>
                    </a:cubicBezTo>
                    <a:cubicBezTo>
                      <a:pt x="0" y="94"/>
                      <a:pt x="367" y="1254"/>
                      <a:pt x="632" y="1254"/>
                    </a:cubicBezTo>
                    <a:cubicBezTo>
                      <a:pt x="644" y="1254"/>
                      <a:pt x="656" y="1251"/>
                      <a:pt x="668" y="1247"/>
                    </a:cubicBezTo>
                    <a:cubicBezTo>
                      <a:pt x="929" y="1132"/>
                      <a:pt x="188" y="4"/>
                      <a:pt x="188" y="4"/>
                    </a:cubicBezTo>
                    <a:cubicBezTo>
                      <a:pt x="177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" name="Google Shape;5657;p67"/>
              <p:cNvSpPr/>
              <p:nvPr/>
            </p:nvSpPr>
            <p:spPr>
              <a:xfrm>
                <a:off x="3536682" y="2155708"/>
                <a:ext cx="23503" cy="31818"/>
              </a:xfrm>
              <a:custGeom>
                <a:rect b="b" l="l" r="r" t="t"/>
                <a:pathLst>
                  <a:path extrusionOk="0" h="1259" w="930">
                    <a:moveTo>
                      <a:pt x="161" y="0"/>
                    </a:moveTo>
                    <a:cubicBezTo>
                      <a:pt x="125" y="0"/>
                      <a:pt x="89" y="16"/>
                      <a:pt x="63" y="42"/>
                    </a:cubicBezTo>
                    <a:cubicBezTo>
                      <a:pt x="1" y="99"/>
                      <a:pt x="367" y="1259"/>
                      <a:pt x="628" y="1259"/>
                    </a:cubicBezTo>
                    <a:cubicBezTo>
                      <a:pt x="640" y="1259"/>
                      <a:pt x="652" y="1257"/>
                      <a:pt x="663" y="1252"/>
                    </a:cubicBezTo>
                    <a:cubicBezTo>
                      <a:pt x="930" y="1137"/>
                      <a:pt x="189" y="4"/>
                      <a:pt x="189" y="4"/>
                    </a:cubicBezTo>
                    <a:cubicBezTo>
                      <a:pt x="180" y="2"/>
                      <a:pt x="170" y="0"/>
                      <a:pt x="16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" name="Google Shape;5658;p67"/>
              <p:cNvSpPr/>
              <p:nvPr/>
            </p:nvSpPr>
            <p:spPr>
              <a:xfrm>
                <a:off x="3549495" y="2185024"/>
                <a:ext cx="23503" cy="31717"/>
              </a:xfrm>
              <a:custGeom>
                <a:rect b="b" l="l" r="r" t="t"/>
                <a:pathLst>
                  <a:path extrusionOk="0" h="1255" w="930">
                    <a:moveTo>
                      <a:pt x="156" y="0"/>
                    </a:moveTo>
                    <a:cubicBezTo>
                      <a:pt x="122" y="0"/>
                      <a:pt x="89" y="14"/>
                      <a:pt x="69" y="43"/>
                    </a:cubicBezTo>
                    <a:cubicBezTo>
                      <a:pt x="1" y="95"/>
                      <a:pt x="367" y="1254"/>
                      <a:pt x="633" y="1254"/>
                    </a:cubicBezTo>
                    <a:cubicBezTo>
                      <a:pt x="645" y="1254"/>
                      <a:pt x="656" y="1252"/>
                      <a:pt x="668" y="1247"/>
                    </a:cubicBezTo>
                    <a:cubicBezTo>
                      <a:pt x="930" y="1132"/>
                      <a:pt x="189" y="4"/>
                      <a:pt x="189" y="4"/>
                    </a:cubicBezTo>
                    <a:cubicBezTo>
                      <a:pt x="178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" name="Google Shape;5659;p67"/>
              <p:cNvSpPr/>
              <p:nvPr/>
            </p:nvSpPr>
            <p:spPr>
              <a:xfrm>
                <a:off x="3514922" y="2129349"/>
                <a:ext cx="18980" cy="29594"/>
              </a:xfrm>
              <a:custGeom>
                <a:rect b="b" l="l" r="r" t="t"/>
                <a:pathLst>
                  <a:path extrusionOk="0" h="1171" w="751">
                    <a:moveTo>
                      <a:pt x="141" y="1"/>
                    </a:moveTo>
                    <a:cubicBezTo>
                      <a:pt x="113" y="1"/>
                      <a:pt x="86" y="9"/>
                      <a:pt x="63" y="28"/>
                    </a:cubicBezTo>
                    <a:cubicBezTo>
                      <a:pt x="0" y="75"/>
                      <a:pt x="237" y="1171"/>
                      <a:pt x="475" y="1171"/>
                    </a:cubicBezTo>
                    <a:cubicBezTo>
                      <a:pt x="483" y="1171"/>
                      <a:pt x="491" y="1169"/>
                      <a:pt x="499" y="1167"/>
                    </a:cubicBezTo>
                    <a:cubicBezTo>
                      <a:pt x="750" y="1090"/>
                      <a:pt x="178" y="6"/>
                      <a:pt x="178" y="6"/>
                    </a:cubicBezTo>
                    <a:cubicBezTo>
                      <a:pt x="166" y="3"/>
                      <a:pt x="153" y="1"/>
                      <a:pt x="14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" name="Google Shape;5660;p67"/>
              <p:cNvSpPr/>
              <p:nvPr/>
            </p:nvSpPr>
            <p:spPr>
              <a:xfrm>
                <a:off x="3523742" y="2158033"/>
                <a:ext cx="18954" cy="29695"/>
              </a:xfrm>
              <a:custGeom>
                <a:rect b="b" l="l" r="r" t="t"/>
                <a:pathLst>
                  <a:path extrusionOk="0" h="1175" w="750">
                    <a:moveTo>
                      <a:pt x="147" y="0"/>
                    </a:moveTo>
                    <a:cubicBezTo>
                      <a:pt x="118" y="0"/>
                      <a:pt x="87" y="12"/>
                      <a:pt x="63" y="32"/>
                    </a:cubicBezTo>
                    <a:cubicBezTo>
                      <a:pt x="0" y="74"/>
                      <a:pt x="237" y="1175"/>
                      <a:pt x="479" y="1175"/>
                    </a:cubicBezTo>
                    <a:cubicBezTo>
                      <a:pt x="488" y="1175"/>
                      <a:pt x="496" y="1173"/>
                      <a:pt x="505" y="1171"/>
                    </a:cubicBezTo>
                    <a:cubicBezTo>
                      <a:pt x="750" y="1089"/>
                      <a:pt x="178" y="4"/>
                      <a:pt x="178" y="4"/>
                    </a:cubicBezTo>
                    <a:cubicBezTo>
                      <a:pt x="168" y="2"/>
                      <a:pt x="158" y="0"/>
                      <a:pt x="1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" name="Google Shape;5661;p67"/>
              <p:cNvSpPr/>
              <p:nvPr/>
            </p:nvSpPr>
            <p:spPr>
              <a:xfrm>
                <a:off x="3532815" y="2185479"/>
                <a:ext cx="18980" cy="29645"/>
              </a:xfrm>
              <a:custGeom>
                <a:rect b="b" l="l" r="r" t="t"/>
                <a:pathLst>
                  <a:path extrusionOk="0" h="1173" w="751">
                    <a:moveTo>
                      <a:pt x="140" y="1"/>
                    </a:moveTo>
                    <a:cubicBezTo>
                      <a:pt x="113" y="1"/>
                      <a:pt x="86" y="12"/>
                      <a:pt x="64" y="30"/>
                    </a:cubicBezTo>
                    <a:cubicBezTo>
                      <a:pt x="1" y="77"/>
                      <a:pt x="238" y="1173"/>
                      <a:pt x="475" y="1173"/>
                    </a:cubicBezTo>
                    <a:cubicBezTo>
                      <a:pt x="483" y="1173"/>
                      <a:pt x="492" y="1172"/>
                      <a:pt x="500" y="1169"/>
                    </a:cubicBezTo>
                    <a:cubicBezTo>
                      <a:pt x="750" y="1093"/>
                      <a:pt x="178" y="8"/>
                      <a:pt x="178" y="8"/>
                    </a:cubicBezTo>
                    <a:cubicBezTo>
                      <a:pt x="166" y="3"/>
                      <a:pt x="153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" name="Google Shape;5662;p67"/>
              <p:cNvSpPr/>
              <p:nvPr/>
            </p:nvSpPr>
            <p:spPr>
              <a:xfrm>
                <a:off x="3504990" y="2129349"/>
                <a:ext cx="14304" cy="25272"/>
              </a:xfrm>
              <a:custGeom>
                <a:rect b="b" l="l" r="r" t="t"/>
                <a:pathLst>
                  <a:path extrusionOk="0" h="1000" w="566">
                    <a:moveTo>
                      <a:pt x="121" y="0"/>
                    </a:moveTo>
                    <a:cubicBezTo>
                      <a:pt x="98" y="0"/>
                      <a:pt x="76" y="6"/>
                      <a:pt x="59" y="17"/>
                    </a:cubicBezTo>
                    <a:cubicBezTo>
                      <a:pt x="0" y="54"/>
                      <a:pt x="129" y="1000"/>
                      <a:pt x="332" y="1000"/>
                    </a:cubicBezTo>
                    <a:cubicBezTo>
                      <a:pt x="337" y="1000"/>
                      <a:pt x="342" y="999"/>
                      <a:pt x="348" y="998"/>
                    </a:cubicBezTo>
                    <a:cubicBezTo>
                      <a:pt x="565" y="949"/>
                      <a:pt x="157" y="6"/>
                      <a:pt x="157" y="6"/>
                    </a:cubicBezTo>
                    <a:cubicBezTo>
                      <a:pt x="145" y="2"/>
                      <a:pt x="133" y="0"/>
                      <a:pt x="12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" name="Google Shape;5663;p67"/>
              <p:cNvSpPr/>
              <p:nvPr/>
            </p:nvSpPr>
            <p:spPr>
              <a:xfrm>
                <a:off x="3510499" y="2153813"/>
                <a:ext cx="14304" cy="25323"/>
              </a:xfrm>
              <a:custGeom>
                <a:rect b="b" l="l" r="r" t="t"/>
                <a:pathLst>
                  <a:path extrusionOk="0" h="1002" w="566">
                    <a:moveTo>
                      <a:pt x="114" y="1"/>
                    </a:moveTo>
                    <a:cubicBezTo>
                      <a:pt x="94" y="1"/>
                      <a:pt x="75" y="6"/>
                      <a:pt x="59" y="19"/>
                    </a:cubicBezTo>
                    <a:cubicBezTo>
                      <a:pt x="0" y="56"/>
                      <a:pt x="129" y="1001"/>
                      <a:pt x="332" y="1001"/>
                    </a:cubicBezTo>
                    <a:cubicBezTo>
                      <a:pt x="337" y="1001"/>
                      <a:pt x="342" y="1001"/>
                      <a:pt x="347" y="1000"/>
                    </a:cubicBezTo>
                    <a:cubicBezTo>
                      <a:pt x="565" y="951"/>
                      <a:pt x="157" y="8"/>
                      <a:pt x="157" y="8"/>
                    </a:cubicBezTo>
                    <a:cubicBezTo>
                      <a:pt x="143" y="4"/>
                      <a:pt x="129" y="1"/>
                      <a:pt x="11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" name="Google Shape;5664;p67"/>
              <p:cNvSpPr/>
              <p:nvPr/>
            </p:nvSpPr>
            <p:spPr>
              <a:xfrm>
                <a:off x="3516287" y="2177316"/>
                <a:ext cx="14304" cy="25247"/>
              </a:xfrm>
              <a:custGeom>
                <a:rect b="b" l="l" r="r" t="t"/>
                <a:pathLst>
                  <a:path extrusionOk="0" h="999" w="566">
                    <a:moveTo>
                      <a:pt x="116" y="0"/>
                    </a:moveTo>
                    <a:cubicBezTo>
                      <a:pt x="96" y="0"/>
                      <a:pt x="75" y="7"/>
                      <a:pt x="59" y="21"/>
                    </a:cubicBezTo>
                    <a:cubicBezTo>
                      <a:pt x="0" y="53"/>
                      <a:pt x="128" y="998"/>
                      <a:pt x="331" y="998"/>
                    </a:cubicBezTo>
                    <a:cubicBezTo>
                      <a:pt x="336" y="998"/>
                      <a:pt x="342" y="998"/>
                      <a:pt x="347" y="996"/>
                    </a:cubicBezTo>
                    <a:cubicBezTo>
                      <a:pt x="565" y="947"/>
                      <a:pt x="157" y="10"/>
                      <a:pt x="157" y="10"/>
                    </a:cubicBezTo>
                    <a:cubicBezTo>
                      <a:pt x="144" y="3"/>
                      <a:pt x="130" y="0"/>
                      <a:pt x="11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65" name="Google Shape;5665;p67"/>
            <p:cNvSpPr/>
            <p:nvPr/>
          </p:nvSpPr>
          <p:spPr>
            <a:xfrm>
              <a:off x="3268262" y="2017165"/>
              <a:ext cx="96187" cy="59618"/>
            </a:xfrm>
            <a:custGeom>
              <a:rect b="b" l="l" r="r" t="t"/>
              <a:pathLst>
                <a:path extrusionOk="0" h="2359" w="3806">
                  <a:moveTo>
                    <a:pt x="2539" y="0"/>
                  </a:moveTo>
                  <a:cubicBezTo>
                    <a:pt x="2486" y="0"/>
                    <a:pt x="2446" y="18"/>
                    <a:pt x="2429" y="59"/>
                  </a:cubicBezTo>
                  <a:cubicBezTo>
                    <a:pt x="2315" y="315"/>
                    <a:pt x="1999" y="402"/>
                    <a:pt x="1906" y="418"/>
                  </a:cubicBezTo>
                  <a:cubicBezTo>
                    <a:pt x="1808" y="397"/>
                    <a:pt x="1497" y="315"/>
                    <a:pt x="1378" y="59"/>
                  </a:cubicBezTo>
                  <a:cubicBezTo>
                    <a:pt x="1360" y="20"/>
                    <a:pt x="1320" y="2"/>
                    <a:pt x="1268" y="2"/>
                  </a:cubicBezTo>
                  <a:cubicBezTo>
                    <a:pt x="919" y="2"/>
                    <a:pt x="0" y="790"/>
                    <a:pt x="1171" y="1306"/>
                  </a:cubicBezTo>
                  <a:cubicBezTo>
                    <a:pt x="1171" y="1306"/>
                    <a:pt x="1018" y="1693"/>
                    <a:pt x="1247" y="1857"/>
                  </a:cubicBezTo>
                  <a:cubicBezTo>
                    <a:pt x="1427" y="1993"/>
                    <a:pt x="1748" y="1879"/>
                    <a:pt x="1873" y="2097"/>
                  </a:cubicBezTo>
                  <a:lnTo>
                    <a:pt x="1873" y="2358"/>
                  </a:lnTo>
                  <a:cubicBezTo>
                    <a:pt x="1873" y="2293"/>
                    <a:pt x="1884" y="2227"/>
                    <a:pt x="1906" y="2162"/>
                  </a:cubicBezTo>
                  <a:cubicBezTo>
                    <a:pt x="1922" y="2227"/>
                    <a:pt x="1933" y="2293"/>
                    <a:pt x="1933" y="2358"/>
                  </a:cubicBezTo>
                  <a:lnTo>
                    <a:pt x="1933" y="2097"/>
                  </a:lnTo>
                  <a:cubicBezTo>
                    <a:pt x="2059" y="1879"/>
                    <a:pt x="2380" y="1993"/>
                    <a:pt x="2560" y="1857"/>
                  </a:cubicBezTo>
                  <a:cubicBezTo>
                    <a:pt x="2789" y="1693"/>
                    <a:pt x="2642" y="1306"/>
                    <a:pt x="2642" y="1306"/>
                  </a:cubicBezTo>
                  <a:cubicBezTo>
                    <a:pt x="3805" y="791"/>
                    <a:pt x="2887" y="0"/>
                    <a:pt x="25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7"/>
            <p:cNvSpPr/>
            <p:nvPr/>
          </p:nvSpPr>
          <p:spPr>
            <a:xfrm>
              <a:off x="3320602" y="2071450"/>
              <a:ext cx="115521" cy="287399"/>
            </a:xfrm>
            <a:custGeom>
              <a:rect b="b" l="l" r="r" t="t"/>
              <a:pathLst>
                <a:path extrusionOk="0" h="11372" w="4571">
                  <a:moveTo>
                    <a:pt x="2889" y="1"/>
                  </a:moveTo>
                  <a:cubicBezTo>
                    <a:pt x="2552" y="1"/>
                    <a:pt x="2516" y="477"/>
                    <a:pt x="2516" y="477"/>
                  </a:cubicBezTo>
                  <a:cubicBezTo>
                    <a:pt x="2135" y="766"/>
                    <a:pt x="2031" y="1365"/>
                    <a:pt x="2380" y="1572"/>
                  </a:cubicBezTo>
                  <a:cubicBezTo>
                    <a:pt x="2729" y="1785"/>
                    <a:pt x="734" y="9179"/>
                    <a:pt x="522" y="9544"/>
                  </a:cubicBezTo>
                  <a:cubicBezTo>
                    <a:pt x="312" y="9905"/>
                    <a:pt x="0" y="11337"/>
                    <a:pt x="389" y="11337"/>
                  </a:cubicBezTo>
                  <a:cubicBezTo>
                    <a:pt x="393" y="11337"/>
                    <a:pt x="397" y="11337"/>
                    <a:pt x="402" y="11337"/>
                  </a:cubicBezTo>
                  <a:cubicBezTo>
                    <a:pt x="791" y="11311"/>
                    <a:pt x="755" y="10865"/>
                    <a:pt x="1118" y="10865"/>
                  </a:cubicBezTo>
                  <a:cubicBezTo>
                    <a:pt x="1136" y="10865"/>
                    <a:pt x="1155" y="10866"/>
                    <a:pt x="1176" y="10868"/>
                  </a:cubicBezTo>
                  <a:cubicBezTo>
                    <a:pt x="1545" y="10906"/>
                    <a:pt x="1708" y="11372"/>
                    <a:pt x="2017" y="11372"/>
                  </a:cubicBezTo>
                  <a:cubicBezTo>
                    <a:pt x="2063" y="11372"/>
                    <a:pt x="2113" y="11361"/>
                    <a:pt x="2167" y="11337"/>
                  </a:cubicBezTo>
                  <a:cubicBezTo>
                    <a:pt x="2576" y="11157"/>
                    <a:pt x="1966" y="10214"/>
                    <a:pt x="1966" y="9239"/>
                  </a:cubicBezTo>
                  <a:cubicBezTo>
                    <a:pt x="1966" y="8264"/>
                    <a:pt x="3399" y="2123"/>
                    <a:pt x="3399" y="2123"/>
                  </a:cubicBezTo>
                  <a:cubicBezTo>
                    <a:pt x="3399" y="2123"/>
                    <a:pt x="4570" y="1344"/>
                    <a:pt x="3579" y="401"/>
                  </a:cubicBezTo>
                  <a:cubicBezTo>
                    <a:pt x="3267" y="103"/>
                    <a:pt x="3046" y="1"/>
                    <a:pt x="2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7"/>
            <p:cNvSpPr/>
            <p:nvPr/>
          </p:nvSpPr>
          <p:spPr>
            <a:xfrm>
              <a:off x="3314359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2136" y="1743"/>
                  </a:moveTo>
                  <a:cubicBezTo>
                    <a:pt x="2136" y="1743"/>
                    <a:pt x="2262" y="4031"/>
                    <a:pt x="2136" y="4544"/>
                  </a:cubicBezTo>
                  <a:cubicBezTo>
                    <a:pt x="2011" y="5056"/>
                    <a:pt x="1630" y="7372"/>
                    <a:pt x="1619" y="7791"/>
                  </a:cubicBezTo>
                  <a:cubicBezTo>
                    <a:pt x="1619" y="7806"/>
                    <a:pt x="1618" y="7813"/>
                    <a:pt x="1618" y="7813"/>
                  </a:cubicBezTo>
                  <a:cubicBezTo>
                    <a:pt x="1611" y="7813"/>
                    <a:pt x="1595" y="2537"/>
                    <a:pt x="2136" y="1743"/>
                  </a:cubicBezTo>
                  <a:close/>
                  <a:moveTo>
                    <a:pt x="2132" y="0"/>
                  </a:moveTo>
                  <a:cubicBezTo>
                    <a:pt x="1550" y="0"/>
                    <a:pt x="1537" y="604"/>
                    <a:pt x="1537" y="604"/>
                  </a:cubicBezTo>
                  <a:cubicBezTo>
                    <a:pt x="1537" y="604"/>
                    <a:pt x="1136" y="226"/>
                    <a:pt x="823" y="226"/>
                  </a:cubicBezTo>
                  <a:cubicBezTo>
                    <a:pt x="709" y="226"/>
                    <a:pt x="607" y="276"/>
                    <a:pt x="540" y="413"/>
                  </a:cubicBezTo>
                  <a:cubicBezTo>
                    <a:pt x="289" y="925"/>
                    <a:pt x="872" y="2075"/>
                    <a:pt x="861" y="2506"/>
                  </a:cubicBezTo>
                  <a:cubicBezTo>
                    <a:pt x="845" y="2936"/>
                    <a:pt x="763" y="8707"/>
                    <a:pt x="763" y="8707"/>
                  </a:cubicBezTo>
                  <a:cubicBezTo>
                    <a:pt x="763" y="8707"/>
                    <a:pt x="0" y="10069"/>
                    <a:pt x="583" y="10341"/>
                  </a:cubicBezTo>
                  <a:cubicBezTo>
                    <a:pt x="672" y="10383"/>
                    <a:pt x="763" y="10401"/>
                    <a:pt x="855" y="10401"/>
                  </a:cubicBezTo>
                  <a:cubicBezTo>
                    <a:pt x="1368" y="10401"/>
                    <a:pt x="1886" y="9840"/>
                    <a:pt x="1886" y="9840"/>
                  </a:cubicBezTo>
                  <a:cubicBezTo>
                    <a:pt x="1886" y="9840"/>
                    <a:pt x="2763" y="9301"/>
                    <a:pt x="2098" y="8510"/>
                  </a:cubicBezTo>
                  <a:cubicBezTo>
                    <a:pt x="1433" y="7720"/>
                    <a:pt x="2501" y="5890"/>
                    <a:pt x="2458" y="3813"/>
                  </a:cubicBezTo>
                  <a:cubicBezTo>
                    <a:pt x="2414" y="1732"/>
                    <a:pt x="2594" y="1187"/>
                    <a:pt x="2594" y="1187"/>
                  </a:cubicBezTo>
                  <a:cubicBezTo>
                    <a:pt x="2594" y="1187"/>
                    <a:pt x="3112" y="174"/>
                    <a:pt x="2333" y="21"/>
                  </a:cubicBezTo>
                  <a:cubicBezTo>
                    <a:pt x="2259" y="7"/>
                    <a:pt x="2193" y="0"/>
                    <a:pt x="213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7"/>
            <p:cNvSpPr/>
            <p:nvPr/>
          </p:nvSpPr>
          <p:spPr>
            <a:xfrm>
              <a:off x="3205283" y="1741138"/>
              <a:ext cx="222019" cy="211278"/>
            </a:xfrm>
            <a:custGeom>
              <a:rect b="b" l="l" r="r" t="t"/>
              <a:pathLst>
                <a:path extrusionOk="0" h="8360" w="8785">
                  <a:moveTo>
                    <a:pt x="4398" y="252"/>
                  </a:moveTo>
                  <a:cubicBezTo>
                    <a:pt x="5553" y="290"/>
                    <a:pt x="6567" y="502"/>
                    <a:pt x="6567" y="709"/>
                  </a:cubicBezTo>
                  <a:cubicBezTo>
                    <a:pt x="6567" y="726"/>
                    <a:pt x="6567" y="737"/>
                    <a:pt x="6561" y="747"/>
                  </a:cubicBezTo>
                  <a:cubicBezTo>
                    <a:pt x="5771" y="480"/>
                    <a:pt x="4720" y="415"/>
                    <a:pt x="4387" y="404"/>
                  </a:cubicBezTo>
                  <a:lnTo>
                    <a:pt x="4371" y="404"/>
                  </a:lnTo>
                  <a:cubicBezTo>
                    <a:pt x="4044" y="415"/>
                    <a:pt x="3020" y="480"/>
                    <a:pt x="2235" y="747"/>
                  </a:cubicBezTo>
                  <a:cubicBezTo>
                    <a:pt x="2229" y="737"/>
                    <a:pt x="2229" y="726"/>
                    <a:pt x="2229" y="709"/>
                  </a:cubicBezTo>
                  <a:cubicBezTo>
                    <a:pt x="2229" y="502"/>
                    <a:pt x="3243" y="290"/>
                    <a:pt x="4398" y="252"/>
                  </a:cubicBezTo>
                  <a:close/>
                  <a:moveTo>
                    <a:pt x="2273" y="1118"/>
                  </a:moveTo>
                  <a:cubicBezTo>
                    <a:pt x="2458" y="1238"/>
                    <a:pt x="2660" y="1331"/>
                    <a:pt x="2867" y="1396"/>
                  </a:cubicBezTo>
                  <a:cubicBezTo>
                    <a:pt x="2747" y="1412"/>
                    <a:pt x="2627" y="1429"/>
                    <a:pt x="2507" y="1450"/>
                  </a:cubicBezTo>
                  <a:cubicBezTo>
                    <a:pt x="2202" y="1499"/>
                    <a:pt x="1908" y="1587"/>
                    <a:pt x="1625" y="1701"/>
                  </a:cubicBezTo>
                  <a:cubicBezTo>
                    <a:pt x="1619" y="1685"/>
                    <a:pt x="1619" y="1663"/>
                    <a:pt x="1619" y="1641"/>
                  </a:cubicBezTo>
                  <a:cubicBezTo>
                    <a:pt x="1619" y="1434"/>
                    <a:pt x="1886" y="1260"/>
                    <a:pt x="2273" y="1118"/>
                  </a:cubicBezTo>
                  <a:close/>
                  <a:moveTo>
                    <a:pt x="6518" y="1123"/>
                  </a:moveTo>
                  <a:cubicBezTo>
                    <a:pt x="6910" y="1260"/>
                    <a:pt x="7177" y="1434"/>
                    <a:pt x="7177" y="1647"/>
                  </a:cubicBezTo>
                  <a:cubicBezTo>
                    <a:pt x="7177" y="1663"/>
                    <a:pt x="7172" y="1685"/>
                    <a:pt x="7166" y="1701"/>
                  </a:cubicBezTo>
                  <a:cubicBezTo>
                    <a:pt x="6883" y="1587"/>
                    <a:pt x="6589" y="1499"/>
                    <a:pt x="6289" y="1450"/>
                  </a:cubicBezTo>
                  <a:cubicBezTo>
                    <a:pt x="6169" y="1429"/>
                    <a:pt x="6044" y="1412"/>
                    <a:pt x="5929" y="1396"/>
                  </a:cubicBezTo>
                  <a:cubicBezTo>
                    <a:pt x="6136" y="1331"/>
                    <a:pt x="6333" y="1238"/>
                    <a:pt x="6518" y="1123"/>
                  </a:cubicBezTo>
                  <a:close/>
                  <a:moveTo>
                    <a:pt x="1521" y="2170"/>
                  </a:moveTo>
                  <a:cubicBezTo>
                    <a:pt x="1685" y="2290"/>
                    <a:pt x="1864" y="2377"/>
                    <a:pt x="2055" y="2426"/>
                  </a:cubicBezTo>
                  <a:cubicBezTo>
                    <a:pt x="1788" y="2491"/>
                    <a:pt x="1532" y="2578"/>
                    <a:pt x="1281" y="2687"/>
                  </a:cubicBezTo>
                  <a:cubicBezTo>
                    <a:pt x="1265" y="2649"/>
                    <a:pt x="1260" y="2611"/>
                    <a:pt x="1260" y="2567"/>
                  </a:cubicBezTo>
                  <a:cubicBezTo>
                    <a:pt x="1260" y="2404"/>
                    <a:pt x="1363" y="2273"/>
                    <a:pt x="1521" y="2170"/>
                  </a:cubicBezTo>
                  <a:close/>
                  <a:moveTo>
                    <a:pt x="7270" y="2170"/>
                  </a:moveTo>
                  <a:cubicBezTo>
                    <a:pt x="7428" y="2273"/>
                    <a:pt x="7537" y="2404"/>
                    <a:pt x="7537" y="2567"/>
                  </a:cubicBezTo>
                  <a:cubicBezTo>
                    <a:pt x="7537" y="2611"/>
                    <a:pt x="7526" y="2649"/>
                    <a:pt x="7509" y="2687"/>
                  </a:cubicBezTo>
                  <a:cubicBezTo>
                    <a:pt x="7264" y="2578"/>
                    <a:pt x="7003" y="2491"/>
                    <a:pt x="6741" y="2426"/>
                  </a:cubicBezTo>
                  <a:cubicBezTo>
                    <a:pt x="6932" y="2377"/>
                    <a:pt x="7112" y="2290"/>
                    <a:pt x="7270" y="2170"/>
                  </a:cubicBezTo>
                  <a:close/>
                  <a:moveTo>
                    <a:pt x="982" y="4028"/>
                  </a:moveTo>
                  <a:cubicBezTo>
                    <a:pt x="1570" y="4377"/>
                    <a:pt x="2769" y="4436"/>
                    <a:pt x="3494" y="4436"/>
                  </a:cubicBezTo>
                  <a:cubicBezTo>
                    <a:pt x="3652" y="4436"/>
                    <a:pt x="3782" y="4436"/>
                    <a:pt x="3880" y="4431"/>
                  </a:cubicBezTo>
                  <a:lnTo>
                    <a:pt x="3880" y="4431"/>
                  </a:lnTo>
                  <a:cubicBezTo>
                    <a:pt x="3799" y="4594"/>
                    <a:pt x="3706" y="4752"/>
                    <a:pt x="3603" y="4900"/>
                  </a:cubicBezTo>
                  <a:cubicBezTo>
                    <a:pt x="3319" y="4913"/>
                    <a:pt x="3064" y="4919"/>
                    <a:pt x="2835" y="4919"/>
                  </a:cubicBezTo>
                  <a:cubicBezTo>
                    <a:pt x="1207" y="4919"/>
                    <a:pt x="886" y="4612"/>
                    <a:pt x="824" y="4469"/>
                  </a:cubicBezTo>
                  <a:cubicBezTo>
                    <a:pt x="769" y="4327"/>
                    <a:pt x="878" y="4148"/>
                    <a:pt x="982" y="4028"/>
                  </a:cubicBezTo>
                  <a:close/>
                  <a:moveTo>
                    <a:pt x="7815" y="4028"/>
                  </a:moveTo>
                  <a:cubicBezTo>
                    <a:pt x="7913" y="4148"/>
                    <a:pt x="8027" y="4327"/>
                    <a:pt x="7967" y="4469"/>
                  </a:cubicBezTo>
                  <a:cubicBezTo>
                    <a:pt x="7910" y="4616"/>
                    <a:pt x="7588" y="4921"/>
                    <a:pt x="5984" y="4921"/>
                  </a:cubicBezTo>
                  <a:cubicBezTo>
                    <a:pt x="5748" y="4921"/>
                    <a:pt x="5483" y="4914"/>
                    <a:pt x="5188" y="4900"/>
                  </a:cubicBezTo>
                  <a:cubicBezTo>
                    <a:pt x="5085" y="4752"/>
                    <a:pt x="4992" y="4594"/>
                    <a:pt x="4910" y="4431"/>
                  </a:cubicBezTo>
                  <a:cubicBezTo>
                    <a:pt x="5014" y="4431"/>
                    <a:pt x="5145" y="4436"/>
                    <a:pt x="5303" y="4436"/>
                  </a:cubicBezTo>
                  <a:cubicBezTo>
                    <a:pt x="6022" y="4436"/>
                    <a:pt x="7221" y="4377"/>
                    <a:pt x="7815" y="4028"/>
                  </a:cubicBezTo>
                  <a:close/>
                  <a:moveTo>
                    <a:pt x="8043" y="4911"/>
                  </a:moveTo>
                  <a:cubicBezTo>
                    <a:pt x="8114" y="5003"/>
                    <a:pt x="8169" y="5128"/>
                    <a:pt x="8131" y="5227"/>
                  </a:cubicBezTo>
                  <a:cubicBezTo>
                    <a:pt x="8083" y="5337"/>
                    <a:pt x="7803" y="5686"/>
                    <a:pt x="6022" y="5686"/>
                  </a:cubicBezTo>
                  <a:cubicBezTo>
                    <a:pt x="5957" y="5686"/>
                    <a:pt x="5889" y="5685"/>
                    <a:pt x="5820" y="5684"/>
                  </a:cubicBezTo>
                  <a:cubicBezTo>
                    <a:pt x="5690" y="5537"/>
                    <a:pt x="5575" y="5401"/>
                    <a:pt x="5472" y="5276"/>
                  </a:cubicBezTo>
                  <a:lnTo>
                    <a:pt x="5472" y="5276"/>
                  </a:lnTo>
                  <a:cubicBezTo>
                    <a:pt x="5640" y="5281"/>
                    <a:pt x="5799" y="5281"/>
                    <a:pt x="5951" y="5281"/>
                  </a:cubicBezTo>
                  <a:cubicBezTo>
                    <a:pt x="6986" y="5281"/>
                    <a:pt x="7678" y="5161"/>
                    <a:pt x="8043" y="4911"/>
                  </a:cubicBezTo>
                  <a:close/>
                  <a:moveTo>
                    <a:pt x="747" y="4916"/>
                  </a:moveTo>
                  <a:cubicBezTo>
                    <a:pt x="1112" y="5167"/>
                    <a:pt x="1804" y="5286"/>
                    <a:pt x="2845" y="5286"/>
                  </a:cubicBezTo>
                  <a:cubicBezTo>
                    <a:pt x="2998" y="5286"/>
                    <a:pt x="3156" y="5286"/>
                    <a:pt x="3319" y="5281"/>
                  </a:cubicBezTo>
                  <a:lnTo>
                    <a:pt x="3319" y="5281"/>
                  </a:lnTo>
                  <a:cubicBezTo>
                    <a:pt x="3221" y="5401"/>
                    <a:pt x="3107" y="5537"/>
                    <a:pt x="2970" y="5684"/>
                  </a:cubicBezTo>
                  <a:cubicBezTo>
                    <a:pt x="2900" y="5685"/>
                    <a:pt x="2832" y="5686"/>
                    <a:pt x="2766" y="5686"/>
                  </a:cubicBezTo>
                  <a:cubicBezTo>
                    <a:pt x="988" y="5686"/>
                    <a:pt x="708" y="5342"/>
                    <a:pt x="666" y="5232"/>
                  </a:cubicBezTo>
                  <a:cubicBezTo>
                    <a:pt x="627" y="5134"/>
                    <a:pt x="682" y="5009"/>
                    <a:pt x="747" y="4916"/>
                  </a:cubicBezTo>
                  <a:close/>
                  <a:moveTo>
                    <a:pt x="627" y="5690"/>
                  </a:moveTo>
                  <a:cubicBezTo>
                    <a:pt x="993" y="5924"/>
                    <a:pt x="1668" y="6038"/>
                    <a:pt x="2654" y="6049"/>
                  </a:cubicBezTo>
                  <a:cubicBezTo>
                    <a:pt x="2529" y="6202"/>
                    <a:pt x="2409" y="6360"/>
                    <a:pt x="2300" y="6523"/>
                  </a:cubicBezTo>
                  <a:cubicBezTo>
                    <a:pt x="2058" y="6545"/>
                    <a:pt x="1849" y="6555"/>
                    <a:pt x="1668" y="6555"/>
                  </a:cubicBezTo>
                  <a:cubicBezTo>
                    <a:pt x="808" y="6555"/>
                    <a:pt x="583" y="6343"/>
                    <a:pt x="529" y="6235"/>
                  </a:cubicBezTo>
                  <a:cubicBezTo>
                    <a:pt x="442" y="6077"/>
                    <a:pt x="535" y="5848"/>
                    <a:pt x="627" y="5690"/>
                  </a:cubicBezTo>
                  <a:close/>
                  <a:moveTo>
                    <a:pt x="8174" y="5690"/>
                  </a:moveTo>
                  <a:cubicBezTo>
                    <a:pt x="8261" y="5848"/>
                    <a:pt x="8354" y="6077"/>
                    <a:pt x="8267" y="6235"/>
                  </a:cubicBezTo>
                  <a:lnTo>
                    <a:pt x="8267" y="6240"/>
                  </a:lnTo>
                  <a:cubicBezTo>
                    <a:pt x="8213" y="6348"/>
                    <a:pt x="7986" y="6555"/>
                    <a:pt x="7135" y="6555"/>
                  </a:cubicBezTo>
                  <a:cubicBezTo>
                    <a:pt x="6952" y="6555"/>
                    <a:pt x="6741" y="6546"/>
                    <a:pt x="6496" y="6523"/>
                  </a:cubicBezTo>
                  <a:cubicBezTo>
                    <a:pt x="6387" y="6360"/>
                    <a:pt x="6267" y="6202"/>
                    <a:pt x="6142" y="6049"/>
                  </a:cubicBezTo>
                  <a:cubicBezTo>
                    <a:pt x="7134" y="6038"/>
                    <a:pt x="7804" y="5924"/>
                    <a:pt x="8174" y="5690"/>
                  </a:cubicBezTo>
                  <a:close/>
                  <a:moveTo>
                    <a:pt x="546" y="6725"/>
                  </a:moveTo>
                  <a:cubicBezTo>
                    <a:pt x="802" y="6856"/>
                    <a:pt x="1172" y="6916"/>
                    <a:pt x="1657" y="6916"/>
                  </a:cubicBezTo>
                  <a:cubicBezTo>
                    <a:pt x="1788" y="6916"/>
                    <a:pt x="1924" y="6916"/>
                    <a:pt x="2066" y="6905"/>
                  </a:cubicBezTo>
                  <a:lnTo>
                    <a:pt x="2066" y="6905"/>
                  </a:lnTo>
                  <a:cubicBezTo>
                    <a:pt x="2050" y="6948"/>
                    <a:pt x="2028" y="6987"/>
                    <a:pt x="2006" y="7019"/>
                  </a:cubicBezTo>
                  <a:cubicBezTo>
                    <a:pt x="1534" y="7147"/>
                    <a:pt x="1212" y="7189"/>
                    <a:pt x="993" y="7189"/>
                  </a:cubicBezTo>
                  <a:cubicBezTo>
                    <a:pt x="681" y="7189"/>
                    <a:pt x="578" y="7104"/>
                    <a:pt x="546" y="7063"/>
                  </a:cubicBezTo>
                  <a:cubicBezTo>
                    <a:pt x="486" y="6981"/>
                    <a:pt x="508" y="6845"/>
                    <a:pt x="546" y="6725"/>
                  </a:cubicBezTo>
                  <a:close/>
                  <a:moveTo>
                    <a:pt x="8245" y="6730"/>
                  </a:moveTo>
                  <a:cubicBezTo>
                    <a:pt x="8283" y="6845"/>
                    <a:pt x="8305" y="6981"/>
                    <a:pt x="8245" y="7068"/>
                  </a:cubicBezTo>
                  <a:cubicBezTo>
                    <a:pt x="8216" y="7107"/>
                    <a:pt x="8112" y="7191"/>
                    <a:pt x="7796" y="7191"/>
                  </a:cubicBezTo>
                  <a:cubicBezTo>
                    <a:pt x="7577" y="7191"/>
                    <a:pt x="7255" y="7150"/>
                    <a:pt x="6785" y="7025"/>
                  </a:cubicBezTo>
                  <a:cubicBezTo>
                    <a:pt x="6768" y="6987"/>
                    <a:pt x="6747" y="6948"/>
                    <a:pt x="6725" y="6910"/>
                  </a:cubicBezTo>
                  <a:lnTo>
                    <a:pt x="6725" y="6910"/>
                  </a:lnTo>
                  <a:cubicBezTo>
                    <a:pt x="6867" y="6921"/>
                    <a:pt x="7003" y="6921"/>
                    <a:pt x="7134" y="6921"/>
                  </a:cubicBezTo>
                  <a:cubicBezTo>
                    <a:pt x="7624" y="6921"/>
                    <a:pt x="7989" y="6856"/>
                    <a:pt x="8245" y="6730"/>
                  </a:cubicBezTo>
                  <a:close/>
                  <a:moveTo>
                    <a:pt x="1810" y="7444"/>
                  </a:moveTo>
                  <a:cubicBezTo>
                    <a:pt x="1630" y="7848"/>
                    <a:pt x="1559" y="7973"/>
                    <a:pt x="1069" y="7995"/>
                  </a:cubicBezTo>
                  <a:cubicBezTo>
                    <a:pt x="1039" y="7996"/>
                    <a:pt x="1009" y="7997"/>
                    <a:pt x="978" y="7997"/>
                  </a:cubicBezTo>
                  <a:cubicBezTo>
                    <a:pt x="814" y="7997"/>
                    <a:pt x="642" y="7968"/>
                    <a:pt x="573" y="7858"/>
                  </a:cubicBezTo>
                  <a:cubicBezTo>
                    <a:pt x="513" y="7766"/>
                    <a:pt x="529" y="7613"/>
                    <a:pt x="567" y="7493"/>
                  </a:cubicBezTo>
                  <a:lnTo>
                    <a:pt x="567" y="7493"/>
                  </a:lnTo>
                  <a:cubicBezTo>
                    <a:pt x="690" y="7533"/>
                    <a:pt x="821" y="7554"/>
                    <a:pt x="953" y="7554"/>
                  </a:cubicBezTo>
                  <a:cubicBezTo>
                    <a:pt x="968" y="7554"/>
                    <a:pt x="983" y="7554"/>
                    <a:pt x="998" y="7553"/>
                  </a:cubicBezTo>
                  <a:cubicBezTo>
                    <a:pt x="1270" y="7548"/>
                    <a:pt x="1543" y="7510"/>
                    <a:pt x="1810" y="7444"/>
                  </a:cubicBezTo>
                  <a:close/>
                  <a:moveTo>
                    <a:pt x="6981" y="7450"/>
                  </a:moveTo>
                  <a:cubicBezTo>
                    <a:pt x="7253" y="7515"/>
                    <a:pt x="7526" y="7553"/>
                    <a:pt x="7798" y="7559"/>
                  </a:cubicBezTo>
                  <a:cubicBezTo>
                    <a:pt x="7945" y="7559"/>
                    <a:pt x="8093" y="7542"/>
                    <a:pt x="8229" y="7499"/>
                  </a:cubicBezTo>
                  <a:lnTo>
                    <a:pt x="8229" y="7499"/>
                  </a:lnTo>
                  <a:cubicBezTo>
                    <a:pt x="8261" y="7613"/>
                    <a:pt x="8283" y="7766"/>
                    <a:pt x="8218" y="7858"/>
                  </a:cubicBezTo>
                  <a:lnTo>
                    <a:pt x="8223" y="7864"/>
                  </a:lnTo>
                  <a:cubicBezTo>
                    <a:pt x="8150" y="7976"/>
                    <a:pt x="7954" y="8001"/>
                    <a:pt x="7785" y="8001"/>
                  </a:cubicBezTo>
                  <a:cubicBezTo>
                    <a:pt x="7765" y="8001"/>
                    <a:pt x="7746" y="8001"/>
                    <a:pt x="7727" y="8000"/>
                  </a:cubicBezTo>
                  <a:cubicBezTo>
                    <a:pt x="7237" y="7978"/>
                    <a:pt x="7161" y="7853"/>
                    <a:pt x="6981" y="7450"/>
                  </a:cubicBezTo>
                  <a:close/>
                  <a:moveTo>
                    <a:pt x="4393" y="1"/>
                  </a:moveTo>
                  <a:cubicBezTo>
                    <a:pt x="3668" y="28"/>
                    <a:pt x="1979" y="137"/>
                    <a:pt x="1979" y="709"/>
                  </a:cubicBezTo>
                  <a:cubicBezTo>
                    <a:pt x="1979" y="753"/>
                    <a:pt x="1984" y="791"/>
                    <a:pt x="2001" y="829"/>
                  </a:cubicBezTo>
                  <a:cubicBezTo>
                    <a:pt x="1565" y="1014"/>
                    <a:pt x="1249" y="1276"/>
                    <a:pt x="1249" y="1641"/>
                  </a:cubicBezTo>
                  <a:cubicBezTo>
                    <a:pt x="1249" y="1723"/>
                    <a:pt x="1265" y="1799"/>
                    <a:pt x="1292" y="1875"/>
                  </a:cubicBezTo>
                  <a:cubicBezTo>
                    <a:pt x="1020" y="2061"/>
                    <a:pt x="884" y="2290"/>
                    <a:pt x="884" y="2562"/>
                  </a:cubicBezTo>
                  <a:cubicBezTo>
                    <a:pt x="884" y="2671"/>
                    <a:pt x="905" y="2775"/>
                    <a:pt x="954" y="2873"/>
                  </a:cubicBezTo>
                  <a:cubicBezTo>
                    <a:pt x="731" y="3031"/>
                    <a:pt x="595" y="3221"/>
                    <a:pt x="595" y="3456"/>
                  </a:cubicBezTo>
                  <a:cubicBezTo>
                    <a:pt x="595" y="3570"/>
                    <a:pt x="633" y="3684"/>
                    <a:pt x="698" y="3777"/>
                  </a:cubicBezTo>
                  <a:cubicBezTo>
                    <a:pt x="551" y="3951"/>
                    <a:pt x="344" y="4278"/>
                    <a:pt x="475" y="4605"/>
                  </a:cubicBezTo>
                  <a:cubicBezTo>
                    <a:pt x="480" y="4611"/>
                    <a:pt x="486" y="4622"/>
                    <a:pt x="491" y="4633"/>
                  </a:cubicBezTo>
                  <a:cubicBezTo>
                    <a:pt x="366" y="4791"/>
                    <a:pt x="202" y="5069"/>
                    <a:pt x="317" y="5357"/>
                  </a:cubicBezTo>
                  <a:cubicBezTo>
                    <a:pt x="328" y="5379"/>
                    <a:pt x="339" y="5401"/>
                    <a:pt x="350" y="5428"/>
                  </a:cubicBezTo>
                  <a:cubicBezTo>
                    <a:pt x="219" y="5624"/>
                    <a:pt x="1" y="6038"/>
                    <a:pt x="192" y="6404"/>
                  </a:cubicBezTo>
                  <a:cubicBezTo>
                    <a:pt x="208" y="6431"/>
                    <a:pt x="224" y="6458"/>
                    <a:pt x="241" y="6480"/>
                  </a:cubicBezTo>
                  <a:cubicBezTo>
                    <a:pt x="153" y="6665"/>
                    <a:pt x="44" y="7014"/>
                    <a:pt x="241" y="7281"/>
                  </a:cubicBezTo>
                  <a:cubicBezTo>
                    <a:pt x="175" y="7461"/>
                    <a:pt x="83" y="7793"/>
                    <a:pt x="251" y="8055"/>
                  </a:cubicBezTo>
                  <a:cubicBezTo>
                    <a:pt x="382" y="8256"/>
                    <a:pt x="627" y="8360"/>
                    <a:pt x="976" y="8360"/>
                  </a:cubicBezTo>
                  <a:lnTo>
                    <a:pt x="1069" y="8360"/>
                  </a:lnTo>
                  <a:cubicBezTo>
                    <a:pt x="1804" y="8327"/>
                    <a:pt x="1941" y="8016"/>
                    <a:pt x="2153" y="7548"/>
                  </a:cubicBezTo>
                  <a:cubicBezTo>
                    <a:pt x="2251" y="7314"/>
                    <a:pt x="2366" y="7085"/>
                    <a:pt x="2496" y="6867"/>
                  </a:cubicBezTo>
                  <a:lnTo>
                    <a:pt x="2545" y="6861"/>
                  </a:lnTo>
                  <a:lnTo>
                    <a:pt x="2540" y="6807"/>
                  </a:lnTo>
                  <a:cubicBezTo>
                    <a:pt x="2714" y="6529"/>
                    <a:pt x="2916" y="6273"/>
                    <a:pt x="3139" y="6033"/>
                  </a:cubicBezTo>
                  <a:cubicBezTo>
                    <a:pt x="4502" y="4551"/>
                    <a:pt x="4365" y="4044"/>
                    <a:pt x="4251" y="3897"/>
                  </a:cubicBezTo>
                  <a:lnTo>
                    <a:pt x="4251" y="3897"/>
                  </a:lnTo>
                  <a:lnTo>
                    <a:pt x="4022" y="4077"/>
                  </a:lnTo>
                  <a:lnTo>
                    <a:pt x="4022" y="4060"/>
                  </a:lnTo>
                  <a:cubicBezTo>
                    <a:pt x="3895" y="4067"/>
                    <a:pt x="3725" y="4071"/>
                    <a:pt x="3530" y="4071"/>
                  </a:cubicBezTo>
                  <a:cubicBezTo>
                    <a:pt x="2703" y="4071"/>
                    <a:pt x="1426" y="3991"/>
                    <a:pt x="1047" y="3630"/>
                  </a:cubicBezTo>
                  <a:cubicBezTo>
                    <a:pt x="993" y="3592"/>
                    <a:pt x="960" y="3526"/>
                    <a:pt x="960" y="3456"/>
                  </a:cubicBezTo>
                  <a:cubicBezTo>
                    <a:pt x="960" y="3347"/>
                    <a:pt x="1042" y="3243"/>
                    <a:pt x="1183" y="3145"/>
                  </a:cubicBezTo>
                  <a:cubicBezTo>
                    <a:pt x="1597" y="3461"/>
                    <a:pt x="2382" y="3537"/>
                    <a:pt x="3020" y="3537"/>
                  </a:cubicBezTo>
                  <a:cubicBezTo>
                    <a:pt x="3352" y="3537"/>
                    <a:pt x="3679" y="3521"/>
                    <a:pt x="4006" y="3483"/>
                  </a:cubicBezTo>
                  <a:lnTo>
                    <a:pt x="3968" y="3123"/>
                  </a:lnTo>
                  <a:cubicBezTo>
                    <a:pt x="3761" y="3146"/>
                    <a:pt x="3417" y="3171"/>
                    <a:pt x="3042" y="3171"/>
                  </a:cubicBezTo>
                  <a:cubicBezTo>
                    <a:pt x="2519" y="3171"/>
                    <a:pt x="1934" y="3123"/>
                    <a:pt x="1576" y="2954"/>
                  </a:cubicBezTo>
                  <a:cubicBezTo>
                    <a:pt x="2011" y="2791"/>
                    <a:pt x="2622" y="2666"/>
                    <a:pt x="3216" y="2589"/>
                  </a:cubicBezTo>
                  <a:cubicBezTo>
                    <a:pt x="3319" y="2595"/>
                    <a:pt x="3423" y="2595"/>
                    <a:pt x="3521" y="2595"/>
                  </a:cubicBezTo>
                  <a:cubicBezTo>
                    <a:pt x="3788" y="2595"/>
                    <a:pt x="3989" y="2584"/>
                    <a:pt x="4049" y="2578"/>
                  </a:cubicBezTo>
                  <a:lnTo>
                    <a:pt x="4022" y="2213"/>
                  </a:lnTo>
                  <a:lnTo>
                    <a:pt x="3984" y="2213"/>
                  </a:lnTo>
                  <a:lnTo>
                    <a:pt x="3984" y="2148"/>
                  </a:lnTo>
                  <a:cubicBezTo>
                    <a:pt x="3837" y="2153"/>
                    <a:pt x="3548" y="2175"/>
                    <a:pt x="3194" y="2213"/>
                  </a:cubicBezTo>
                  <a:cubicBezTo>
                    <a:pt x="2731" y="2197"/>
                    <a:pt x="2219" y="2132"/>
                    <a:pt x="1902" y="1974"/>
                  </a:cubicBezTo>
                  <a:cubicBezTo>
                    <a:pt x="2115" y="1903"/>
                    <a:pt x="2338" y="1843"/>
                    <a:pt x="2562" y="1805"/>
                  </a:cubicBezTo>
                  <a:cubicBezTo>
                    <a:pt x="3030" y="1723"/>
                    <a:pt x="3510" y="1679"/>
                    <a:pt x="3989" y="1674"/>
                  </a:cubicBezTo>
                  <a:lnTo>
                    <a:pt x="3989" y="1309"/>
                  </a:lnTo>
                  <a:cubicBezTo>
                    <a:pt x="3979" y="1309"/>
                    <a:pt x="3799" y="1309"/>
                    <a:pt x="3537" y="1325"/>
                  </a:cubicBezTo>
                  <a:cubicBezTo>
                    <a:pt x="3216" y="1249"/>
                    <a:pt x="2894" y="1145"/>
                    <a:pt x="2589" y="1014"/>
                  </a:cubicBezTo>
                  <a:cubicBezTo>
                    <a:pt x="3178" y="843"/>
                    <a:pt x="3784" y="757"/>
                    <a:pt x="4389" y="757"/>
                  </a:cubicBezTo>
                  <a:cubicBezTo>
                    <a:pt x="4995" y="757"/>
                    <a:pt x="5600" y="843"/>
                    <a:pt x="6185" y="1014"/>
                  </a:cubicBezTo>
                  <a:cubicBezTo>
                    <a:pt x="5880" y="1145"/>
                    <a:pt x="5564" y="1249"/>
                    <a:pt x="5237" y="1325"/>
                  </a:cubicBezTo>
                  <a:cubicBezTo>
                    <a:pt x="4976" y="1309"/>
                    <a:pt x="4801" y="1309"/>
                    <a:pt x="4785" y="1309"/>
                  </a:cubicBezTo>
                  <a:lnTo>
                    <a:pt x="4785" y="1674"/>
                  </a:lnTo>
                  <a:cubicBezTo>
                    <a:pt x="5265" y="1679"/>
                    <a:pt x="5744" y="1723"/>
                    <a:pt x="6218" y="1805"/>
                  </a:cubicBezTo>
                  <a:cubicBezTo>
                    <a:pt x="6441" y="1843"/>
                    <a:pt x="6659" y="1903"/>
                    <a:pt x="6877" y="1974"/>
                  </a:cubicBezTo>
                  <a:cubicBezTo>
                    <a:pt x="6561" y="2132"/>
                    <a:pt x="6044" y="2197"/>
                    <a:pt x="5581" y="2213"/>
                  </a:cubicBezTo>
                  <a:cubicBezTo>
                    <a:pt x="5232" y="2170"/>
                    <a:pt x="4938" y="2153"/>
                    <a:pt x="4796" y="2148"/>
                  </a:cubicBezTo>
                  <a:lnTo>
                    <a:pt x="4796" y="2213"/>
                  </a:lnTo>
                  <a:lnTo>
                    <a:pt x="4752" y="2213"/>
                  </a:lnTo>
                  <a:lnTo>
                    <a:pt x="4731" y="2578"/>
                  </a:lnTo>
                  <a:cubicBezTo>
                    <a:pt x="4790" y="2584"/>
                    <a:pt x="4987" y="2595"/>
                    <a:pt x="5259" y="2595"/>
                  </a:cubicBezTo>
                  <a:cubicBezTo>
                    <a:pt x="5352" y="2595"/>
                    <a:pt x="5455" y="2595"/>
                    <a:pt x="5564" y="2589"/>
                  </a:cubicBezTo>
                  <a:cubicBezTo>
                    <a:pt x="6153" y="2666"/>
                    <a:pt x="6768" y="2791"/>
                    <a:pt x="7204" y="2954"/>
                  </a:cubicBezTo>
                  <a:cubicBezTo>
                    <a:pt x="6846" y="3123"/>
                    <a:pt x="6261" y="3171"/>
                    <a:pt x="5738" y="3171"/>
                  </a:cubicBezTo>
                  <a:cubicBezTo>
                    <a:pt x="5363" y="3171"/>
                    <a:pt x="5019" y="3146"/>
                    <a:pt x="4812" y="3123"/>
                  </a:cubicBezTo>
                  <a:lnTo>
                    <a:pt x="4769" y="3483"/>
                  </a:lnTo>
                  <a:cubicBezTo>
                    <a:pt x="5096" y="3521"/>
                    <a:pt x="5428" y="3537"/>
                    <a:pt x="5755" y="3537"/>
                  </a:cubicBezTo>
                  <a:cubicBezTo>
                    <a:pt x="6392" y="3537"/>
                    <a:pt x="7177" y="3461"/>
                    <a:pt x="7591" y="3145"/>
                  </a:cubicBezTo>
                  <a:cubicBezTo>
                    <a:pt x="7733" y="3243"/>
                    <a:pt x="7815" y="3347"/>
                    <a:pt x="7815" y="3456"/>
                  </a:cubicBezTo>
                  <a:cubicBezTo>
                    <a:pt x="7815" y="3526"/>
                    <a:pt x="7782" y="3592"/>
                    <a:pt x="7733" y="3630"/>
                  </a:cubicBezTo>
                  <a:cubicBezTo>
                    <a:pt x="7354" y="3991"/>
                    <a:pt x="6077" y="4071"/>
                    <a:pt x="5247" y="4071"/>
                  </a:cubicBezTo>
                  <a:cubicBezTo>
                    <a:pt x="5051" y="4071"/>
                    <a:pt x="4880" y="4067"/>
                    <a:pt x="4752" y="4060"/>
                  </a:cubicBezTo>
                  <a:lnTo>
                    <a:pt x="4752" y="4077"/>
                  </a:lnTo>
                  <a:lnTo>
                    <a:pt x="4529" y="3897"/>
                  </a:lnTo>
                  <a:lnTo>
                    <a:pt x="4529" y="3897"/>
                  </a:lnTo>
                  <a:cubicBezTo>
                    <a:pt x="4409" y="4044"/>
                    <a:pt x="4278" y="4551"/>
                    <a:pt x="5640" y="6033"/>
                  </a:cubicBezTo>
                  <a:cubicBezTo>
                    <a:pt x="5858" y="6273"/>
                    <a:pt x="6060" y="6529"/>
                    <a:pt x="6240" y="6807"/>
                  </a:cubicBezTo>
                  <a:lnTo>
                    <a:pt x="6234" y="6861"/>
                  </a:lnTo>
                  <a:lnTo>
                    <a:pt x="6278" y="6867"/>
                  </a:lnTo>
                  <a:cubicBezTo>
                    <a:pt x="6409" y="7085"/>
                    <a:pt x="6523" y="7314"/>
                    <a:pt x="6627" y="7548"/>
                  </a:cubicBezTo>
                  <a:cubicBezTo>
                    <a:pt x="6834" y="8016"/>
                    <a:pt x="6970" y="8327"/>
                    <a:pt x="7706" y="8360"/>
                  </a:cubicBezTo>
                  <a:lnTo>
                    <a:pt x="7798" y="8360"/>
                  </a:lnTo>
                  <a:cubicBezTo>
                    <a:pt x="8152" y="8360"/>
                    <a:pt x="8398" y="8256"/>
                    <a:pt x="8523" y="8055"/>
                  </a:cubicBezTo>
                  <a:cubicBezTo>
                    <a:pt x="8692" y="7793"/>
                    <a:pt x="8605" y="7461"/>
                    <a:pt x="8534" y="7281"/>
                  </a:cubicBezTo>
                  <a:cubicBezTo>
                    <a:pt x="8736" y="7014"/>
                    <a:pt x="8627" y="6665"/>
                    <a:pt x="8539" y="6485"/>
                  </a:cubicBezTo>
                  <a:cubicBezTo>
                    <a:pt x="8556" y="6458"/>
                    <a:pt x="8572" y="6431"/>
                    <a:pt x="8588" y="6409"/>
                  </a:cubicBezTo>
                  <a:cubicBezTo>
                    <a:pt x="8785" y="6044"/>
                    <a:pt x="8567" y="5630"/>
                    <a:pt x="8430" y="5428"/>
                  </a:cubicBezTo>
                  <a:cubicBezTo>
                    <a:pt x="8447" y="5406"/>
                    <a:pt x="8458" y="5385"/>
                    <a:pt x="8463" y="5363"/>
                  </a:cubicBezTo>
                  <a:cubicBezTo>
                    <a:pt x="8577" y="5074"/>
                    <a:pt x="8419" y="4796"/>
                    <a:pt x="8289" y="4633"/>
                  </a:cubicBezTo>
                  <a:cubicBezTo>
                    <a:pt x="8294" y="4627"/>
                    <a:pt x="8300" y="4616"/>
                    <a:pt x="8305" y="4605"/>
                  </a:cubicBezTo>
                  <a:cubicBezTo>
                    <a:pt x="8441" y="4278"/>
                    <a:pt x="8229" y="3957"/>
                    <a:pt x="8082" y="3783"/>
                  </a:cubicBezTo>
                  <a:cubicBezTo>
                    <a:pt x="8147" y="3684"/>
                    <a:pt x="8185" y="3570"/>
                    <a:pt x="8185" y="3456"/>
                  </a:cubicBezTo>
                  <a:cubicBezTo>
                    <a:pt x="8185" y="3221"/>
                    <a:pt x="8049" y="3031"/>
                    <a:pt x="7831" y="2873"/>
                  </a:cubicBezTo>
                  <a:cubicBezTo>
                    <a:pt x="7875" y="2775"/>
                    <a:pt x="7896" y="2671"/>
                    <a:pt x="7896" y="2562"/>
                  </a:cubicBezTo>
                  <a:cubicBezTo>
                    <a:pt x="7896" y="2290"/>
                    <a:pt x="7760" y="2061"/>
                    <a:pt x="7488" y="1875"/>
                  </a:cubicBezTo>
                  <a:cubicBezTo>
                    <a:pt x="7520" y="1799"/>
                    <a:pt x="7531" y="1723"/>
                    <a:pt x="7531" y="1641"/>
                  </a:cubicBezTo>
                  <a:cubicBezTo>
                    <a:pt x="7531" y="1276"/>
                    <a:pt x="7215" y="1014"/>
                    <a:pt x="6779" y="829"/>
                  </a:cubicBezTo>
                  <a:cubicBezTo>
                    <a:pt x="6796" y="791"/>
                    <a:pt x="6801" y="753"/>
                    <a:pt x="6807" y="709"/>
                  </a:cubicBezTo>
                  <a:cubicBezTo>
                    <a:pt x="6807" y="143"/>
                    <a:pt x="5117" y="28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7"/>
            <p:cNvSpPr/>
            <p:nvPr/>
          </p:nvSpPr>
          <p:spPr>
            <a:xfrm>
              <a:off x="3304301" y="1771162"/>
              <a:ext cx="24135" cy="107029"/>
            </a:xfrm>
            <a:custGeom>
              <a:rect b="b" l="l" r="r" t="t"/>
              <a:pathLst>
                <a:path extrusionOk="0" h="4235" w="955">
                  <a:moveTo>
                    <a:pt x="475" y="1"/>
                  </a:moveTo>
                  <a:cubicBezTo>
                    <a:pt x="475" y="1"/>
                    <a:pt x="213" y="34"/>
                    <a:pt x="137" y="77"/>
                  </a:cubicBezTo>
                  <a:cubicBezTo>
                    <a:pt x="61" y="115"/>
                    <a:pt x="1" y="1102"/>
                    <a:pt x="126" y="1211"/>
                  </a:cubicBezTo>
                  <a:cubicBezTo>
                    <a:pt x="251" y="1314"/>
                    <a:pt x="44" y="1478"/>
                    <a:pt x="55" y="1739"/>
                  </a:cubicBezTo>
                  <a:cubicBezTo>
                    <a:pt x="61" y="2006"/>
                    <a:pt x="126" y="2872"/>
                    <a:pt x="191" y="3014"/>
                  </a:cubicBezTo>
                  <a:cubicBezTo>
                    <a:pt x="251" y="3150"/>
                    <a:pt x="240" y="4235"/>
                    <a:pt x="475" y="4235"/>
                  </a:cubicBezTo>
                  <a:cubicBezTo>
                    <a:pt x="709" y="4235"/>
                    <a:pt x="698" y="3150"/>
                    <a:pt x="763" y="3014"/>
                  </a:cubicBezTo>
                  <a:cubicBezTo>
                    <a:pt x="823" y="2878"/>
                    <a:pt x="889" y="2006"/>
                    <a:pt x="900" y="1739"/>
                  </a:cubicBezTo>
                  <a:cubicBezTo>
                    <a:pt x="905" y="1478"/>
                    <a:pt x="704" y="1314"/>
                    <a:pt x="829" y="1211"/>
                  </a:cubicBezTo>
                  <a:cubicBezTo>
                    <a:pt x="954" y="1102"/>
                    <a:pt x="894" y="121"/>
                    <a:pt x="818" y="77"/>
                  </a:cubicBezTo>
                  <a:cubicBezTo>
                    <a:pt x="742" y="28"/>
                    <a:pt x="475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7"/>
            <p:cNvSpPr/>
            <p:nvPr/>
          </p:nvSpPr>
          <p:spPr>
            <a:xfrm>
              <a:off x="3281581" y="1617733"/>
              <a:ext cx="31970" cy="31110"/>
            </a:xfrm>
            <a:custGeom>
              <a:rect b="b" l="l" r="r" t="t"/>
              <a:pathLst>
                <a:path extrusionOk="0" h="1231" w="1265">
                  <a:moveTo>
                    <a:pt x="811" y="1"/>
                  </a:moveTo>
                  <a:cubicBezTo>
                    <a:pt x="603" y="1"/>
                    <a:pt x="245" y="106"/>
                    <a:pt x="126" y="241"/>
                  </a:cubicBezTo>
                  <a:cubicBezTo>
                    <a:pt x="1" y="383"/>
                    <a:pt x="1" y="868"/>
                    <a:pt x="88" y="983"/>
                  </a:cubicBezTo>
                  <a:cubicBezTo>
                    <a:pt x="162" y="1080"/>
                    <a:pt x="321" y="1230"/>
                    <a:pt x="505" y="1230"/>
                  </a:cubicBezTo>
                  <a:cubicBezTo>
                    <a:pt x="536" y="1230"/>
                    <a:pt x="568" y="1226"/>
                    <a:pt x="600" y="1217"/>
                  </a:cubicBezTo>
                  <a:cubicBezTo>
                    <a:pt x="823" y="1151"/>
                    <a:pt x="1058" y="683"/>
                    <a:pt x="1161" y="568"/>
                  </a:cubicBezTo>
                  <a:cubicBezTo>
                    <a:pt x="1265" y="454"/>
                    <a:pt x="1134" y="18"/>
                    <a:pt x="840" y="2"/>
                  </a:cubicBezTo>
                  <a:cubicBezTo>
                    <a:pt x="830" y="1"/>
                    <a:pt x="821" y="1"/>
                    <a:pt x="81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7"/>
            <p:cNvSpPr/>
            <p:nvPr/>
          </p:nvSpPr>
          <p:spPr>
            <a:xfrm>
              <a:off x="3320703" y="1617733"/>
              <a:ext cx="31818" cy="31110"/>
            </a:xfrm>
            <a:custGeom>
              <a:rect b="b" l="l" r="r" t="t"/>
              <a:pathLst>
                <a:path extrusionOk="0" h="1231" w="1259">
                  <a:moveTo>
                    <a:pt x="453" y="1"/>
                  </a:moveTo>
                  <a:cubicBezTo>
                    <a:pt x="444" y="1"/>
                    <a:pt x="434" y="1"/>
                    <a:pt x="425" y="2"/>
                  </a:cubicBezTo>
                  <a:cubicBezTo>
                    <a:pt x="131" y="18"/>
                    <a:pt x="0" y="454"/>
                    <a:pt x="104" y="568"/>
                  </a:cubicBezTo>
                  <a:cubicBezTo>
                    <a:pt x="207" y="683"/>
                    <a:pt x="436" y="1151"/>
                    <a:pt x="659" y="1217"/>
                  </a:cubicBezTo>
                  <a:cubicBezTo>
                    <a:pt x="691" y="1226"/>
                    <a:pt x="723" y="1230"/>
                    <a:pt x="754" y="1230"/>
                  </a:cubicBezTo>
                  <a:cubicBezTo>
                    <a:pt x="938" y="1230"/>
                    <a:pt x="1097" y="1080"/>
                    <a:pt x="1172" y="983"/>
                  </a:cubicBezTo>
                  <a:cubicBezTo>
                    <a:pt x="1259" y="868"/>
                    <a:pt x="1259" y="383"/>
                    <a:pt x="1133" y="241"/>
                  </a:cubicBezTo>
                  <a:cubicBezTo>
                    <a:pt x="1014" y="106"/>
                    <a:pt x="656" y="1"/>
                    <a:pt x="4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7"/>
            <p:cNvSpPr/>
            <p:nvPr/>
          </p:nvSpPr>
          <p:spPr>
            <a:xfrm>
              <a:off x="3305817" y="1641994"/>
              <a:ext cx="23984" cy="19359"/>
            </a:xfrm>
            <a:custGeom>
              <a:rect b="b" l="l" r="r" t="t"/>
              <a:pathLst>
                <a:path extrusionOk="0" h="766" w="949">
                  <a:moveTo>
                    <a:pt x="475" y="1"/>
                  </a:moveTo>
                  <a:cubicBezTo>
                    <a:pt x="355" y="1"/>
                    <a:pt x="1" y="655"/>
                    <a:pt x="208" y="742"/>
                  </a:cubicBezTo>
                  <a:cubicBezTo>
                    <a:pt x="247" y="758"/>
                    <a:pt x="281" y="765"/>
                    <a:pt x="311" y="765"/>
                  </a:cubicBezTo>
                  <a:cubicBezTo>
                    <a:pt x="435" y="765"/>
                    <a:pt x="475" y="644"/>
                    <a:pt x="475" y="644"/>
                  </a:cubicBezTo>
                  <a:cubicBezTo>
                    <a:pt x="475" y="644"/>
                    <a:pt x="514" y="765"/>
                    <a:pt x="639" y="765"/>
                  </a:cubicBezTo>
                  <a:cubicBezTo>
                    <a:pt x="668" y="765"/>
                    <a:pt x="702" y="758"/>
                    <a:pt x="742" y="742"/>
                  </a:cubicBezTo>
                  <a:cubicBezTo>
                    <a:pt x="949" y="655"/>
                    <a:pt x="594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3" name="Google Shape;5673;p67"/>
          <p:cNvGrpSpPr/>
          <p:nvPr/>
        </p:nvGrpSpPr>
        <p:grpSpPr>
          <a:xfrm>
            <a:off x="3572045" y="1558993"/>
            <a:ext cx="451013" cy="1136125"/>
            <a:chOff x="3827467" y="1557988"/>
            <a:chExt cx="451013" cy="1136125"/>
          </a:xfrm>
        </p:grpSpPr>
        <p:sp>
          <p:nvSpPr>
            <p:cNvPr id="5674" name="Google Shape;5674;p67"/>
            <p:cNvSpPr/>
            <p:nvPr/>
          </p:nvSpPr>
          <p:spPr>
            <a:xfrm>
              <a:off x="3827467" y="1557988"/>
              <a:ext cx="451013" cy="1136125"/>
            </a:xfrm>
            <a:custGeom>
              <a:rect b="b" l="l" r="r" t="t"/>
              <a:pathLst>
                <a:path extrusionOk="0" h="44955" w="17846">
                  <a:moveTo>
                    <a:pt x="8915" y="1"/>
                  </a:moveTo>
                  <a:cubicBezTo>
                    <a:pt x="6365" y="17"/>
                    <a:pt x="6904" y="2693"/>
                    <a:pt x="6904" y="2693"/>
                  </a:cubicBezTo>
                  <a:cubicBezTo>
                    <a:pt x="6474" y="2916"/>
                    <a:pt x="6812" y="3559"/>
                    <a:pt x="6844" y="3897"/>
                  </a:cubicBezTo>
                  <a:cubicBezTo>
                    <a:pt x="6871" y="4240"/>
                    <a:pt x="7084" y="4256"/>
                    <a:pt x="7084" y="4256"/>
                  </a:cubicBezTo>
                  <a:cubicBezTo>
                    <a:pt x="7198" y="4769"/>
                    <a:pt x="7678" y="5575"/>
                    <a:pt x="7678" y="5575"/>
                  </a:cubicBezTo>
                  <a:cubicBezTo>
                    <a:pt x="7874" y="7831"/>
                    <a:pt x="5422" y="7766"/>
                    <a:pt x="4234" y="8474"/>
                  </a:cubicBezTo>
                  <a:cubicBezTo>
                    <a:pt x="3041" y="9182"/>
                    <a:pt x="3362" y="11215"/>
                    <a:pt x="3362" y="12888"/>
                  </a:cubicBezTo>
                  <a:cubicBezTo>
                    <a:pt x="3362" y="14566"/>
                    <a:pt x="2817" y="16081"/>
                    <a:pt x="2332" y="18173"/>
                  </a:cubicBezTo>
                  <a:cubicBezTo>
                    <a:pt x="1935" y="19901"/>
                    <a:pt x="1755" y="21137"/>
                    <a:pt x="1700" y="21524"/>
                  </a:cubicBezTo>
                  <a:cubicBezTo>
                    <a:pt x="1542" y="21552"/>
                    <a:pt x="1177" y="21677"/>
                    <a:pt x="774" y="22260"/>
                  </a:cubicBezTo>
                  <a:cubicBezTo>
                    <a:pt x="540" y="22603"/>
                    <a:pt x="469" y="22936"/>
                    <a:pt x="300" y="23110"/>
                  </a:cubicBezTo>
                  <a:cubicBezTo>
                    <a:pt x="205" y="23205"/>
                    <a:pt x="280" y="23371"/>
                    <a:pt x="441" y="23371"/>
                  </a:cubicBezTo>
                  <a:cubicBezTo>
                    <a:pt x="568" y="23371"/>
                    <a:pt x="749" y="23268"/>
                    <a:pt x="943" y="22946"/>
                  </a:cubicBezTo>
                  <a:lnTo>
                    <a:pt x="943" y="22946"/>
                  </a:lnTo>
                  <a:lnTo>
                    <a:pt x="147" y="24805"/>
                  </a:lnTo>
                  <a:cubicBezTo>
                    <a:pt x="147" y="24805"/>
                    <a:pt x="0" y="25077"/>
                    <a:pt x="235" y="25104"/>
                  </a:cubicBezTo>
                  <a:cubicBezTo>
                    <a:pt x="241" y="25105"/>
                    <a:pt x="247" y="25106"/>
                    <a:pt x="253" y="25106"/>
                  </a:cubicBezTo>
                  <a:cubicBezTo>
                    <a:pt x="599" y="25106"/>
                    <a:pt x="886" y="23786"/>
                    <a:pt x="1041" y="23786"/>
                  </a:cubicBezTo>
                  <a:cubicBezTo>
                    <a:pt x="1155" y="23786"/>
                    <a:pt x="404" y="25306"/>
                    <a:pt x="779" y="25431"/>
                  </a:cubicBezTo>
                  <a:cubicBezTo>
                    <a:pt x="793" y="25435"/>
                    <a:pt x="805" y="25437"/>
                    <a:pt x="818" y="25437"/>
                  </a:cubicBezTo>
                  <a:cubicBezTo>
                    <a:pt x="1182" y="25437"/>
                    <a:pt x="1437" y="23862"/>
                    <a:pt x="1519" y="23862"/>
                  </a:cubicBezTo>
                  <a:cubicBezTo>
                    <a:pt x="1519" y="23862"/>
                    <a:pt x="1520" y="23862"/>
                    <a:pt x="1521" y="23862"/>
                  </a:cubicBezTo>
                  <a:cubicBezTo>
                    <a:pt x="1613" y="23889"/>
                    <a:pt x="1085" y="25268"/>
                    <a:pt x="1384" y="25371"/>
                  </a:cubicBezTo>
                  <a:cubicBezTo>
                    <a:pt x="1399" y="25377"/>
                    <a:pt x="1414" y="25379"/>
                    <a:pt x="1428" y="25379"/>
                  </a:cubicBezTo>
                  <a:cubicBezTo>
                    <a:pt x="1774" y="25379"/>
                    <a:pt x="1780" y="23840"/>
                    <a:pt x="2005" y="23840"/>
                  </a:cubicBezTo>
                  <a:cubicBezTo>
                    <a:pt x="2007" y="23840"/>
                    <a:pt x="2009" y="23840"/>
                    <a:pt x="2011" y="23840"/>
                  </a:cubicBezTo>
                  <a:cubicBezTo>
                    <a:pt x="2060" y="23846"/>
                    <a:pt x="1695" y="25012"/>
                    <a:pt x="1956" y="25012"/>
                  </a:cubicBezTo>
                  <a:cubicBezTo>
                    <a:pt x="2213" y="25012"/>
                    <a:pt x="2218" y="24238"/>
                    <a:pt x="2463" y="23846"/>
                  </a:cubicBezTo>
                  <a:cubicBezTo>
                    <a:pt x="2698" y="23486"/>
                    <a:pt x="2997" y="22434"/>
                    <a:pt x="2845" y="21906"/>
                  </a:cubicBezTo>
                  <a:cubicBezTo>
                    <a:pt x="3281" y="20467"/>
                    <a:pt x="4354" y="17568"/>
                    <a:pt x="4616" y="16304"/>
                  </a:cubicBezTo>
                  <a:cubicBezTo>
                    <a:pt x="4904" y="14887"/>
                    <a:pt x="5389" y="12119"/>
                    <a:pt x="5389" y="12119"/>
                  </a:cubicBezTo>
                  <a:cubicBezTo>
                    <a:pt x="5842" y="13018"/>
                    <a:pt x="6098" y="17111"/>
                    <a:pt x="5711" y="18206"/>
                  </a:cubicBezTo>
                  <a:cubicBezTo>
                    <a:pt x="5324" y="19307"/>
                    <a:pt x="4419" y="21944"/>
                    <a:pt x="4806" y="24396"/>
                  </a:cubicBezTo>
                  <a:cubicBezTo>
                    <a:pt x="5193" y="26843"/>
                    <a:pt x="5515" y="30161"/>
                    <a:pt x="5389" y="33033"/>
                  </a:cubicBezTo>
                  <a:cubicBezTo>
                    <a:pt x="5259" y="35899"/>
                    <a:pt x="5744" y="39026"/>
                    <a:pt x="6130" y="41184"/>
                  </a:cubicBezTo>
                  <a:cubicBezTo>
                    <a:pt x="6517" y="43342"/>
                    <a:pt x="6065" y="43892"/>
                    <a:pt x="5776" y="44279"/>
                  </a:cubicBezTo>
                  <a:cubicBezTo>
                    <a:pt x="5487" y="44666"/>
                    <a:pt x="6065" y="44955"/>
                    <a:pt x="6065" y="44955"/>
                  </a:cubicBezTo>
                  <a:lnTo>
                    <a:pt x="7547" y="44955"/>
                  </a:lnTo>
                  <a:cubicBezTo>
                    <a:pt x="8092" y="44955"/>
                    <a:pt x="7934" y="44568"/>
                    <a:pt x="7743" y="43440"/>
                  </a:cubicBezTo>
                  <a:cubicBezTo>
                    <a:pt x="7547" y="42312"/>
                    <a:pt x="7356" y="41408"/>
                    <a:pt x="7580" y="39925"/>
                  </a:cubicBezTo>
                  <a:cubicBezTo>
                    <a:pt x="7874" y="38062"/>
                    <a:pt x="7972" y="36171"/>
                    <a:pt x="7869" y="34286"/>
                  </a:cubicBezTo>
                  <a:cubicBezTo>
                    <a:pt x="7743" y="32030"/>
                    <a:pt x="7771" y="31583"/>
                    <a:pt x="8190" y="29905"/>
                  </a:cubicBezTo>
                  <a:cubicBezTo>
                    <a:pt x="8566" y="28412"/>
                    <a:pt x="8860" y="24396"/>
                    <a:pt x="8920" y="23535"/>
                  </a:cubicBezTo>
                  <a:cubicBezTo>
                    <a:pt x="8980" y="24396"/>
                    <a:pt x="9280" y="28412"/>
                    <a:pt x="9650" y="29905"/>
                  </a:cubicBezTo>
                  <a:cubicBezTo>
                    <a:pt x="10070" y="31583"/>
                    <a:pt x="10103" y="32030"/>
                    <a:pt x="9972" y="34286"/>
                  </a:cubicBezTo>
                  <a:cubicBezTo>
                    <a:pt x="9874" y="36171"/>
                    <a:pt x="9966" y="38062"/>
                    <a:pt x="10266" y="39925"/>
                  </a:cubicBezTo>
                  <a:cubicBezTo>
                    <a:pt x="10490" y="41408"/>
                    <a:pt x="10293" y="42312"/>
                    <a:pt x="10103" y="43440"/>
                  </a:cubicBezTo>
                  <a:cubicBezTo>
                    <a:pt x="9907" y="44568"/>
                    <a:pt x="9749" y="44955"/>
                    <a:pt x="10293" y="44955"/>
                  </a:cubicBezTo>
                  <a:lnTo>
                    <a:pt x="11776" y="44955"/>
                  </a:lnTo>
                  <a:cubicBezTo>
                    <a:pt x="11776" y="44955"/>
                    <a:pt x="12359" y="44666"/>
                    <a:pt x="12070" y="44279"/>
                  </a:cubicBezTo>
                  <a:cubicBezTo>
                    <a:pt x="11776" y="43892"/>
                    <a:pt x="11329" y="43342"/>
                    <a:pt x="11716" y="41184"/>
                  </a:cubicBezTo>
                  <a:cubicBezTo>
                    <a:pt x="12102" y="39026"/>
                    <a:pt x="12582" y="35899"/>
                    <a:pt x="12457" y="33033"/>
                  </a:cubicBezTo>
                  <a:cubicBezTo>
                    <a:pt x="12326" y="30166"/>
                    <a:pt x="12653" y="26848"/>
                    <a:pt x="13034" y="24396"/>
                  </a:cubicBezTo>
                  <a:cubicBezTo>
                    <a:pt x="13421" y="21944"/>
                    <a:pt x="12522" y="19301"/>
                    <a:pt x="12135" y="18206"/>
                  </a:cubicBezTo>
                  <a:cubicBezTo>
                    <a:pt x="11748" y="17111"/>
                    <a:pt x="12004" y="13018"/>
                    <a:pt x="12457" y="12119"/>
                  </a:cubicBezTo>
                  <a:cubicBezTo>
                    <a:pt x="12457" y="12119"/>
                    <a:pt x="12936" y="14887"/>
                    <a:pt x="13230" y="16304"/>
                  </a:cubicBezTo>
                  <a:cubicBezTo>
                    <a:pt x="13487" y="17568"/>
                    <a:pt x="14560" y="20462"/>
                    <a:pt x="15001" y="21900"/>
                  </a:cubicBezTo>
                  <a:cubicBezTo>
                    <a:pt x="14843" y="22434"/>
                    <a:pt x="15148" y="23480"/>
                    <a:pt x="15377" y="23846"/>
                  </a:cubicBezTo>
                  <a:cubicBezTo>
                    <a:pt x="15623" y="24238"/>
                    <a:pt x="15628" y="25006"/>
                    <a:pt x="15890" y="25006"/>
                  </a:cubicBezTo>
                  <a:cubicBezTo>
                    <a:pt x="16146" y="25006"/>
                    <a:pt x="15781" y="23846"/>
                    <a:pt x="15835" y="23840"/>
                  </a:cubicBezTo>
                  <a:cubicBezTo>
                    <a:pt x="15837" y="23840"/>
                    <a:pt x="15839" y="23840"/>
                    <a:pt x="15841" y="23840"/>
                  </a:cubicBezTo>
                  <a:cubicBezTo>
                    <a:pt x="16060" y="23840"/>
                    <a:pt x="16072" y="25379"/>
                    <a:pt x="16418" y="25379"/>
                  </a:cubicBezTo>
                  <a:cubicBezTo>
                    <a:pt x="16432" y="25379"/>
                    <a:pt x="16447" y="25377"/>
                    <a:pt x="16462" y="25371"/>
                  </a:cubicBezTo>
                  <a:cubicBezTo>
                    <a:pt x="16756" y="25268"/>
                    <a:pt x="16227" y="23889"/>
                    <a:pt x="16320" y="23862"/>
                  </a:cubicBezTo>
                  <a:cubicBezTo>
                    <a:pt x="16321" y="23862"/>
                    <a:pt x="16321" y="23862"/>
                    <a:pt x="16322" y="23862"/>
                  </a:cubicBezTo>
                  <a:cubicBezTo>
                    <a:pt x="16413" y="23862"/>
                    <a:pt x="16659" y="25432"/>
                    <a:pt x="17021" y="25432"/>
                  </a:cubicBezTo>
                  <a:cubicBezTo>
                    <a:pt x="17034" y="25432"/>
                    <a:pt x="17047" y="25430"/>
                    <a:pt x="17061" y="25426"/>
                  </a:cubicBezTo>
                  <a:cubicBezTo>
                    <a:pt x="17437" y="25306"/>
                    <a:pt x="16685" y="23786"/>
                    <a:pt x="16805" y="23786"/>
                  </a:cubicBezTo>
                  <a:cubicBezTo>
                    <a:pt x="16955" y="23786"/>
                    <a:pt x="17247" y="25106"/>
                    <a:pt x="17588" y="25106"/>
                  </a:cubicBezTo>
                  <a:cubicBezTo>
                    <a:pt x="17594" y="25106"/>
                    <a:pt x="17600" y="25105"/>
                    <a:pt x="17606" y="25104"/>
                  </a:cubicBezTo>
                  <a:cubicBezTo>
                    <a:pt x="17846" y="25077"/>
                    <a:pt x="17699" y="24805"/>
                    <a:pt x="17699" y="24805"/>
                  </a:cubicBezTo>
                  <a:lnTo>
                    <a:pt x="16908" y="22946"/>
                  </a:lnTo>
                  <a:lnTo>
                    <a:pt x="16908" y="22946"/>
                  </a:lnTo>
                  <a:cubicBezTo>
                    <a:pt x="17100" y="23268"/>
                    <a:pt x="17281" y="23371"/>
                    <a:pt x="17408" y="23371"/>
                  </a:cubicBezTo>
                  <a:cubicBezTo>
                    <a:pt x="17570" y="23371"/>
                    <a:pt x="17646" y="23205"/>
                    <a:pt x="17551" y="23110"/>
                  </a:cubicBezTo>
                  <a:cubicBezTo>
                    <a:pt x="17383" y="22936"/>
                    <a:pt x="17306" y="22598"/>
                    <a:pt x="17072" y="22260"/>
                  </a:cubicBezTo>
                  <a:cubicBezTo>
                    <a:pt x="16669" y="21677"/>
                    <a:pt x="16309" y="21552"/>
                    <a:pt x="16146" y="21524"/>
                  </a:cubicBezTo>
                  <a:cubicBezTo>
                    <a:pt x="16097" y="21137"/>
                    <a:pt x="15917" y="19901"/>
                    <a:pt x="15519" y="18173"/>
                  </a:cubicBezTo>
                  <a:cubicBezTo>
                    <a:pt x="15034" y="16081"/>
                    <a:pt x="14489" y="14566"/>
                    <a:pt x="14489" y="12888"/>
                  </a:cubicBezTo>
                  <a:cubicBezTo>
                    <a:pt x="14489" y="11215"/>
                    <a:pt x="14811" y="9182"/>
                    <a:pt x="13617" y="8474"/>
                  </a:cubicBezTo>
                  <a:cubicBezTo>
                    <a:pt x="12424" y="7766"/>
                    <a:pt x="9977" y="7831"/>
                    <a:pt x="10168" y="5575"/>
                  </a:cubicBezTo>
                  <a:cubicBezTo>
                    <a:pt x="10168" y="5575"/>
                    <a:pt x="10653" y="4769"/>
                    <a:pt x="10767" y="4256"/>
                  </a:cubicBezTo>
                  <a:cubicBezTo>
                    <a:pt x="10767" y="4256"/>
                    <a:pt x="10975" y="4240"/>
                    <a:pt x="11007" y="3897"/>
                  </a:cubicBezTo>
                  <a:cubicBezTo>
                    <a:pt x="11040" y="3559"/>
                    <a:pt x="11378" y="2916"/>
                    <a:pt x="10942" y="2693"/>
                  </a:cubicBezTo>
                  <a:cubicBezTo>
                    <a:pt x="10942" y="2693"/>
                    <a:pt x="11487" y="17"/>
                    <a:pt x="8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75" name="Google Shape;5675;p67"/>
            <p:cNvGrpSpPr/>
            <p:nvPr/>
          </p:nvGrpSpPr>
          <p:grpSpPr>
            <a:xfrm>
              <a:off x="3979228" y="1581563"/>
              <a:ext cx="147768" cy="558502"/>
              <a:chOff x="3979228" y="1581563"/>
              <a:chExt cx="147768" cy="558502"/>
            </a:xfrm>
          </p:grpSpPr>
          <p:sp>
            <p:nvSpPr>
              <p:cNvPr id="5676" name="Google Shape;5676;p67"/>
              <p:cNvSpPr/>
              <p:nvPr/>
            </p:nvSpPr>
            <p:spPr>
              <a:xfrm>
                <a:off x="3979228" y="1780614"/>
                <a:ext cx="147768" cy="143194"/>
              </a:xfrm>
              <a:custGeom>
                <a:rect b="b" l="l" r="r" t="t"/>
                <a:pathLst>
                  <a:path extrusionOk="0" h="5666" w="5847">
                    <a:moveTo>
                      <a:pt x="2918" y="0"/>
                    </a:moveTo>
                    <a:cubicBezTo>
                      <a:pt x="2881" y="0"/>
                      <a:pt x="2844" y="8"/>
                      <a:pt x="2812" y="25"/>
                    </a:cubicBezTo>
                    <a:cubicBezTo>
                      <a:pt x="2768" y="52"/>
                      <a:pt x="2741" y="101"/>
                      <a:pt x="2746" y="150"/>
                    </a:cubicBezTo>
                    <a:lnTo>
                      <a:pt x="2774" y="1785"/>
                    </a:lnTo>
                    <a:cubicBezTo>
                      <a:pt x="2774" y="1785"/>
                      <a:pt x="2720" y="1882"/>
                      <a:pt x="2677" y="1882"/>
                    </a:cubicBezTo>
                    <a:cubicBezTo>
                      <a:pt x="2655" y="1882"/>
                      <a:pt x="2636" y="1857"/>
                      <a:pt x="2626" y="1785"/>
                    </a:cubicBezTo>
                    <a:cubicBezTo>
                      <a:pt x="2594" y="1567"/>
                      <a:pt x="2594" y="689"/>
                      <a:pt x="2507" y="471"/>
                    </a:cubicBezTo>
                    <a:cubicBezTo>
                      <a:pt x="2453" y="339"/>
                      <a:pt x="2311" y="240"/>
                      <a:pt x="2136" y="240"/>
                    </a:cubicBezTo>
                    <a:cubicBezTo>
                      <a:pt x="2023" y="240"/>
                      <a:pt x="1897" y="281"/>
                      <a:pt x="1771" y="379"/>
                    </a:cubicBezTo>
                    <a:cubicBezTo>
                      <a:pt x="1444" y="629"/>
                      <a:pt x="529" y="2095"/>
                      <a:pt x="322" y="2880"/>
                    </a:cubicBezTo>
                    <a:cubicBezTo>
                      <a:pt x="114" y="3659"/>
                      <a:pt x="0" y="4629"/>
                      <a:pt x="27" y="5005"/>
                    </a:cubicBezTo>
                    <a:cubicBezTo>
                      <a:pt x="59" y="5366"/>
                      <a:pt x="165" y="5666"/>
                      <a:pt x="486" y="5666"/>
                    </a:cubicBezTo>
                    <a:cubicBezTo>
                      <a:pt x="500" y="5666"/>
                      <a:pt x="514" y="5665"/>
                      <a:pt x="529" y="5664"/>
                    </a:cubicBezTo>
                    <a:cubicBezTo>
                      <a:pt x="883" y="5632"/>
                      <a:pt x="1270" y="5414"/>
                      <a:pt x="1357" y="5316"/>
                    </a:cubicBezTo>
                    <a:cubicBezTo>
                      <a:pt x="1444" y="5223"/>
                      <a:pt x="1477" y="5098"/>
                      <a:pt x="1771" y="5098"/>
                    </a:cubicBezTo>
                    <a:cubicBezTo>
                      <a:pt x="2065" y="5098"/>
                      <a:pt x="2452" y="5038"/>
                      <a:pt x="2534" y="4760"/>
                    </a:cubicBezTo>
                    <a:cubicBezTo>
                      <a:pt x="2621" y="4476"/>
                      <a:pt x="2741" y="3724"/>
                      <a:pt x="2774" y="3414"/>
                    </a:cubicBezTo>
                    <a:cubicBezTo>
                      <a:pt x="2806" y="3098"/>
                      <a:pt x="2741" y="2913"/>
                      <a:pt x="2774" y="2662"/>
                    </a:cubicBezTo>
                    <a:cubicBezTo>
                      <a:pt x="2790" y="2509"/>
                      <a:pt x="2801" y="2351"/>
                      <a:pt x="2801" y="2193"/>
                    </a:cubicBezTo>
                    <a:cubicBezTo>
                      <a:pt x="2834" y="2221"/>
                      <a:pt x="2877" y="2237"/>
                      <a:pt x="2921" y="2237"/>
                    </a:cubicBezTo>
                    <a:cubicBezTo>
                      <a:pt x="2964" y="2237"/>
                      <a:pt x="3008" y="2221"/>
                      <a:pt x="3046" y="2193"/>
                    </a:cubicBezTo>
                    <a:cubicBezTo>
                      <a:pt x="3046" y="2351"/>
                      <a:pt x="3057" y="2509"/>
                      <a:pt x="3073" y="2662"/>
                    </a:cubicBezTo>
                    <a:cubicBezTo>
                      <a:pt x="3101" y="2913"/>
                      <a:pt x="3046" y="3103"/>
                      <a:pt x="3073" y="3414"/>
                    </a:cubicBezTo>
                    <a:cubicBezTo>
                      <a:pt x="3101" y="3724"/>
                      <a:pt x="3220" y="4476"/>
                      <a:pt x="3308" y="4760"/>
                    </a:cubicBezTo>
                    <a:cubicBezTo>
                      <a:pt x="3400" y="5038"/>
                      <a:pt x="3782" y="5098"/>
                      <a:pt x="4076" y="5098"/>
                    </a:cubicBezTo>
                    <a:cubicBezTo>
                      <a:pt x="4370" y="5098"/>
                      <a:pt x="4403" y="5223"/>
                      <a:pt x="4490" y="5316"/>
                    </a:cubicBezTo>
                    <a:cubicBezTo>
                      <a:pt x="4577" y="5414"/>
                      <a:pt x="4964" y="5632"/>
                      <a:pt x="5318" y="5664"/>
                    </a:cubicBezTo>
                    <a:cubicBezTo>
                      <a:pt x="5333" y="5665"/>
                      <a:pt x="5347" y="5666"/>
                      <a:pt x="5361" y="5666"/>
                    </a:cubicBezTo>
                    <a:cubicBezTo>
                      <a:pt x="5682" y="5666"/>
                      <a:pt x="5788" y="5366"/>
                      <a:pt x="5820" y="5005"/>
                    </a:cubicBezTo>
                    <a:cubicBezTo>
                      <a:pt x="5847" y="4629"/>
                      <a:pt x="5722" y="3665"/>
                      <a:pt x="5514" y="2880"/>
                    </a:cubicBezTo>
                    <a:cubicBezTo>
                      <a:pt x="5313" y="2101"/>
                      <a:pt x="4397" y="629"/>
                      <a:pt x="4070" y="379"/>
                    </a:cubicBezTo>
                    <a:cubicBezTo>
                      <a:pt x="3943" y="281"/>
                      <a:pt x="3816" y="240"/>
                      <a:pt x="3703" y="240"/>
                    </a:cubicBezTo>
                    <a:cubicBezTo>
                      <a:pt x="3528" y="240"/>
                      <a:pt x="3388" y="339"/>
                      <a:pt x="3335" y="471"/>
                    </a:cubicBezTo>
                    <a:cubicBezTo>
                      <a:pt x="3242" y="695"/>
                      <a:pt x="3242" y="1567"/>
                      <a:pt x="3215" y="1785"/>
                    </a:cubicBezTo>
                    <a:cubicBezTo>
                      <a:pt x="3206" y="1857"/>
                      <a:pt x="3187" y="1882"/>
                      <a:pt x="3165" y="1882"/>
                    </a:cubicBezTo>
                    <a:cubicBezTo>
                      <a:pt x="3121" y="1882"/>
                      <a:pt x="3068" y="1785"/>
                      <a:pt x="3068" y="1785"/>
                    </a:cubicBezTo>
                    <a:lnTo>
                      <a:pt x="3095" y="150"/>
                    </a:lnTo>
                    <a:cubicBezTo>
                      <a:pt x="3095" y="101"/>
                      <a:pt x="3068" y="52"/>
                      <a:pt x="3024" y="25"/>
                    </a:cubicBezTo>
                    <a:cubicBezTo>
                      <a:pt x="2992" y="8"/>
                      <a:pt x="2955" y="0"/>
                      <a:pt x="291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" name="Google Shape;5677;p67"/>
              <p:cNvSpPr/>
              <p:nvPr/>
            </p:nvSpPr>
            <p:spPr>
              <a:xfrm>
                <a:off x="4008696" y="1581563"/>
                <a:ext cx="88024" cy="80796"/>
              </a:xfrm>
              <a:custGeom>
                <a:rect b="b" l="l" r="r" t="t"/>
                <a:pathLst>
                  <a:path extrusionOk="0" h="3197" w="3483">
                    <a:moveTo>
                      <a:pt x="1263" y="1"/>
                    </a:moveTo>
                    <a:cubicBezTo>
                      <a:pt x="1025" y="1"/>
                      <a:pt x="746" y="51"/>
                      <a:pt x="512" y="385"/>
                    </a:cubicBezTo>
                    <a:cubicBezTo>
                      <a:pt x="191" y="831"/>
                      <a:pt x="0" y="1164"/>
                      <a:pt x="120" y="1676"/>
                    </a:cubicBezTo>
                    <a:cubicBezTo>
                      <a:pt x="196" y="2003"/>
                      <a:pt x="338" y="2139"/>
                      <a:pt x="540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3" y="2477"/>
                      <a:pt x="1014" y="2597"/>
                      <a:pt x="1177" y="2635"/>
                    </a:cubicBezTo>
                    <a:cubicBezTo>
                      <a:pt x="1373" y="2673"/>
                      <a:pt x="1586" y="2722"/>
                      <a:pt x="1586" y="2722"/>
                    </a:cubicBezTo>
                    <a:lnTo>
                      <a:pt x="1618" y="3098"/>
                    </a:lnTo>
                    <a:cubicBezTo>
                      <a:pt x="1618" y="3136"/>
                      <a:pt x="1646" y="3169"/>
                      <a:pt x="1684" y="3185"/>
                    </a:cubicBezTo>
                    <a:lnTo>
                      <a:pt x="1733" y="3196"/>
                    </a:lnTo>
                    <a:lnTo>
                      <a:pt x="1787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6" y="2722"/>
                    </a:lnTo>
                    <a:cubicBezTo>
                      <a:pt x="1896" y="2722"/>
                      <a:pt x="2103" y="2673"/>
                      <a:pt x="2300" y="2635"/>
                    </a:cubicBezTo>
                    <a:cubicBezTo>
                      <a:pt x="2463" y="2597"/>
                      <a:pt x="2594" y="2477"/>
                      <a:pt x="2648" y="2319"/>
                    </a:cubicBezTo>
                    <a:cubicBezTo>
                      <a:pt x="2648" y="2319"/>
                      <a:pt x="2790" y="2281"/>
                      <a:pt x="2937" y="2221"/>
                    </a:cubicBezTo>
                    <a:cubicBezTo>
                      <a:pt x="3144" y="2139"/>
                      <a:pt x="3280" y="2008"/>
                      <a:pt x="3362" y="1676"/>
                    </a:cubicBezTo>
                    <a:cubicBezTo>
                      <a:pt x="3482" y="1164"/>
                      <a:pt x="3291" y="831"/>
                      <a:pt x="2970" y="385"/>
                    </a:cubicBezTo>
                    <a:cubicBezTo>
                      <a:pt x="2731" y="51"/>
                      <a:pt x="2456" y="1"/>
                      <a:pt x="2219" y="1"/>
                    </a:cubicBezTo>
                    <a:cubicBezTo>
                      <a:pt x="2185" y="1"/>
                      <a:pt x="2152" y="2"/>
                      <a:pt x="2120" y="3"/>
                    </a:cubicBezTo>
                    <a:cubicBezTo>
                      <a:pt x="1744" y="14"/>
                      <a:pt x="1738" y="330"/>
                      <a:pt x="1738" y="330"/>
                    </a:cubicBezTo>
                    <a:cubicBezTo>
                      <a:pt x="1738" y="330"/>
                      <a:pt x="1738" y="14"/>
                      <a:pt x="1362" y="3"/>
                    </a:cubicBezTo>
                    <a:cubicBezTo>
                      <a:pt x="1330" y="2"/>
                      <a:pt x="1297" y="1"/>
                      <a:pt x="126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" name="Google Shape;5678;p67"/>
              <p:cNvSpPr/>
              <p:nvPr/>
            </p:nvSpPr>
            <p:spPr>
              <a:xfrm>
                <a:off x="4018199" y="1882715"/>
                <a:ext cx="105361" cy="130583"/>
              </a:xfrm>
              <a:custGeom>
                <a:rect b="b" l="l" r="r" t="t"/>
                <a:pathLst>
                  <a:path extrusionOk="0" h="5167" w="4169">
                    <a:moveTo>
                      <a:pt x="1613" y="1"/>
                    </a:moveTo>
                    <a:cubicBezTo>
                      <a:pt x="1613" y="1"/>
                      <a:pt x="1373" y="1259"/>
                      <a:pt x="1744" y="1804"/>
                    </a:cubicBezTo>
                    <a:cubicBezTo>
                      <a:pt x="1864" y="1973"/>
                      <a:pt x="2043" y="2098"/>
                      <a:pt x="2251" y="2142"/>
                    </a:cubicBezTo>
                    <a:cubicBezTo>
                      <a:pt x="2234" y="2251"/>
                      <a:pt x="2256" y="2360"/>
                      <a:pt x="2305" y="2453"/>
                    </a:cubicBezTo>
                    <a:cubicBezTo>
                      <a:pt x="2392" y="2594"/>
                      <a:pt x="2474" y="2709"/>
                      <a:pt x="2474" y="2709"/>
                    </a:cubicBezTo>
                    <a:cubicBezTo>
                      <a:pt x="2425" y="2774"/>
                      <a:pt x="2381" y="2850"/>
                      <a:pt x="2365" y="2932"/>
                    </a:cubicBezTo>
                    <a:cubicBezTo>
                      <a:pt x="2327" y="3052"/>
                      <a:pt x="2305" y="3177"/>
                      <a:pt x="2305" y="3303"/>
                    </a:cubicBezTo>
                    <a:cubicBezTo>
                      <a:pt x="2223" y="3335"/>
                      <a:pt x="2147" y="3384"/>
                      <a:pt x="2082" y="3439"/>
                    </a:cubicBezTo>
                    <a:cubicBezTo>
                      <a:pt x="1940" y="3553"/>
                      <a:pt x="1798" y="3837"/>
                      <a:pt x="1798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6" y="3747"/>
                      <a:pt x="1488" y="3749"/>
                    </a:cubicBezTo>
                    <a:cubicBezTo>
                      <a:pt x="1292" y="3782"/>
                      <a:pt x="1177" y="3864"/>
                      <a:pt x="1090" y="3864"/>
                    </a:cubicBezTo>
                    <a:cubicBezTo>
                      <a:pt x="1008" y="3864"/>
                      <a:pt x="926" y="3684"/>
                      <a:pt x="643" y="3640"/>
                    </a:cubicBezTo>
                    <a:cubicBezTo>
                      <a:pt x="599" y="3633"/>
                      <a:pt x="558" y="3629"/>
                      <a:pt x="520" y="3629"/>
                    </a:cubicBezTo>
                    <a:cubicBezTo>
                      <a:pt x="266" y="3629"/>
                      <a:pt x="152" y="3808"/>
                      <a:pt x="76" y="4202"/>
                    </a:cubicBezTo>
                    <a:cubicBezTo>
                      <a:pt x="0" y="4605"/>
                      <a:pt x="87" y="5166"/>
                      <a:pt x="87" y="5166"/>
                    </a:cubicBezTo>
                    <a:lnTo>
                      <a:pt x="409" y="5112"/>
                    </a:lnTo>
                    <a:cubicBezTo>
                      <a:pt x="409" y="5112"/>
                      <a:pt x="360" y="4512"/>
                      <a:pt x="414" y="4371"/>
                    </a:cubicBezTo>
                    <a:cubicBezTo>
                      <a:pt x="458" y="4262"/>
                      <a:pt x="504" y="4185"/>
                      <a:pt x="579" y="4185"/>
                    </a:cubicBezTo>
                    <a:cubicBezTo>
                      <a:pt x="598" y="4185"/>
                      <a:pt x="620" y="4190"/>
                      <a:pt x="643" y="4202"/>
                    </a:cubicBezTo>
                    <a:cubicBezTo>
                      <a:pt x="737" y="4253"/>
                      <a:pt x="795" y="4322"/>
                      <a:pt x="879" y="4322"/>
                    </a:cubicBezTo>
                    <a:cubicBezTo>
                      <a:pt x="892" y="4322"/>
                      <a:pt x="906" y="4320"/>
                      <a:pt x="921" y="4316"/>
                    </a:cubicBezTo>
                    <a:cubicBezTo>
                      <a:pt x="1000" y="4297"/>
                      <a:pt x="944" y="4266"/>
                      <a:pt x="957" y="4266"/>
                    </a:cubicBezTo>
                    <a:cubicBezTo>
                      <a:pt x="963" y="4266"/>
                      <a:pt x="983" y="4272"/>
                      <a:pt x="1035" y="4289"/>
                    </a:cubicBezTo>
                    <a:cubicBezTo>
                      <a:pt x="1204" y="4343"/>
                      <a:pt x="1319" y="4572"/>
                      <a:pt x="1744" y="4681"/>
                    </a:cubicBezTo>
                    <a:cubicBezTo>
                      <a:pt x="1872" y="4716"/>
                      <a:pt x="2037" y="4740"/>
                      <a:pt x="2220" y="4740"/>
                    </a:cubicBezTo>
                    <a:cubicBezTo>
                      <a:pt x="2636" y="4740"/>
                      <a:pt x="3141" y="4614"/>
                      <a:pt x="3493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62" y="1493"/>
                      <a:pt x="3343" y="1436"/>
                      <a:pt x="3120" y="1436"/>
                    </a:cubicBezTo>
                    <a:cubicBezTo>
                      <a:pt x="3067" y="1436"/>
                      <a:pt x="3013" y="1439"/>
                      <a:pt x="2959" y="1439"/>
                    </a:cubicBezTo>
                    <a:cubicBezTo>
                      <a:pt x="2676" y="1439"/>
                      <a:pt x="2561" y="1717"/>
                      <a:pt x="2311" y="1717"/>
                    </a:cubicBezTo>
                    <a:cubicBezTo>
                      <a:pt x="2054" y="1717"/>
                      <a:pt x="2071" y="1657"/>
                      <a:pt x="1967" y="1406"/>
                    </a:cubicBezTo>
                    <a:cubicBezTo>
                      <a:pt x="1913" y="1265"/>
                      <a:pt x="1880" y="802"/>
                      <a:pt x="1880" y="802"/>
                    </a:cubicBezTo>
                    <a:lnTo>
                      <a:pt x="1613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" name="Google Shape;5679;p67"/>
              <p:cNvSpPr/>
              <p:nvPr/>
            </p:nvSpPr>
            <p:spPr>
              <a:xfrm>
                <a:off x="3989413" y="2001041"/>
                <a:ext cx="124366" cy="139024"/>
              </a:xfrm>
              <a:custGeom>
                <a:rect b="b" l="l" r="r" t="t"/>
                <a:pathLst>
                  <a:path extrusionOk="0" h="5501" w="4921">
                    <a:moveTo>
                      <a:pt x="4286" y="0"/>
                    </a:moveTo>
                    <a:cubicBezTo>
                      <a:pt x="4184" y="0"/>
                      <a:pt x="4094" y="63"/>
                      <a:pt x="4065" y="163"/>
                    </a:cubicBezTo>
                    <a:cubicBezTo>
                      <a:pt x="4065" y="163"/>
                      <a:pt x="3998" y="60"/>
                      <a:pt x="3901" y="60"/>
                    </a:cubicBezTo>
                    <a:cubicBezTo>
                      <a:pt x="3877" y="60"/>
                      <a:pt x="3852" y="66"/>
                      <a:pt x="3825" y="81"/>
                    </a:cubicBezTo>
                    <a:cubicBezTo>
                      <a:pt x="3749" y="125"/>
                      <a:pt x="3689" y="190"/>
                      <a:pt x="3662" y="272"/>
                    </a:cubicBezTo>
                    <a:cubicBezTo>
                      <a:pt x="3662" y="272"/>
                      <a:pt x="3631" y="247"/>
                      <a:pt x="3586" y="247"/>
                    </a:cubicBezTo>
                    <a:cubicBezTo>
                      <a:pt x="3547" y="247"/>
                      <a:pt x="3499" y="264"/>
                      <a:pt x="3450" y="326"/>
                    </a:cubicBezTo>
                    <a:cubicBezTo>
                      <a:pt x="3379" y="402"/>
                      <a:pt x="3286" y="457"/>
                      <a:pt x="3182" y="479"/>
                    </a:cubicBezTo>
                    <a:lnTo>
                      <a:pt x="3024" y="560"/>
                    </a:lnTo>
                    <a:cubicBezTo>
                      <a:pt x="2926" y="609"/>
                      <a:pt x="2845" y="686"/>
                      <a:pt x="2785" y="773"/>
                    </a:cubicBezTo>
                    <a:cubicBezTo>
                      <a:pt x="2692" y="757"/>
                      <a:pt x="2605" y="746"/>
                      <a:pt x="2518" y="746"/>
                    </a:cubicBezTo>
                    <a:cubicBezTo>
                      <a:pt x="2431" y="751"/>
                      <a:pt x="2343" y="778"/>
                      <a:pt x="2278" y="827"/>
                    </a:cubicBezTo>
                    <a:cubicBezTo>
                      <a:pt x="2207" y="795"/>
                      <a:pt x="2136" y="778"/>
                      <a:pt x="2060" y="773"/>
                    </a:cubicBezTo>
                    <a:cubicBezTo>
                      <a:pt x="1973" y="773"/>
                      <a:pt x="1880" y="762"/>
                      <a:pt x="1793" y="746"/>
                    </a:cubicBezTo>
                    <a:cubicBezTo>
                      <a:pt x="1771" y="664"/>
                      <a:pt x="1717" y="593"/>
                      <a:pt x="1635" y="560"/>
                    </a:cubicBezTo>
                    <a:cubicBezTo>
                      <a:pt x="1602" y="544"/>
                      <a:pt x="1566" y="536"/>
                      <a:pt x="1529" y="536"/>
                    </a:cubicBezTo>
                    <a:cubicBezTo>
                      <a:pt x="1492" y="536"/>
                      <a:pt x="1455" y="544"/>
                      <a:pt x="1422" y="560"/>
                    </a:cubicBezTo>
                    <a:cubicBezTo>
                      <a:pt x="1401" y="479"/>
                      <a:pt x="1352" y="402"/>
                      <a:pt x="1286" y="348"/>
                    </a:cubicBezTo>
                    <a:cubicBezTo>
                      <a:pt x="1242" y="309"/>
                      <a:pt x="1192" y="290"/>
                      <a:pt x="1137" y="290"/>
                    </a:cubicBezTo>
                    <a:cubicBezTo>
                      <a:pt x="1123" y="290"/>
                      <a:pt x="1109" y="291"/>
                      <a:pt x="1096" y="293"/>
                    </a:cubicBezTo>
                    <a:lnTo>
                      <a:pt x="1019" y="184"/>
                    </a:lnTo>
                    <a:cubicBezTo>
                      <a:pt x="975" y="181"/>
                      <a:pt x="931" y="179"/>
                      <a:pt x="887" y="179"/>
                    </a:cubicBezTo>
                    <a:cubicBezTo>
                      <a:pt x="786" y="179"/>
                      <a:pt x="688" y="189"/>
                      <a:pt x="589" y="212"/>
                    </a:cubicBezTo>
                    <a:cubicBezTo>
                      <a:pt x="349" y="266"/>
                      <a:pt x="376" y="375"/>
                      <a:pt x="376" y="375"/>
                    </a:cubicBezTo>
                    <a:cubicBezTo>
                      <a:pt x="376" y="375"/>
                      <a:pt x="273" y="402"/>
                      <a:pt x="137" y="697"/>
                    </a:cubicBezTo>
                    <a:cubicBezTo>
                      <a:pt x="0" y="985"/>
                      <a:pt x="109" y="1094"/>
                      <a:pt x="82" y="1252"/>
                    </a:cubicBezTo>
                    <a:cubicBezTo>
                      <a:pt x="55" y="1416"/>
                      <a:pt x="137" y="1443"/>
                      <a:pt x="137" y="1443"/>
                    </a:cubicBezTo>
                    <a:lnTo>
                      <a:pt x="137" y="1547"/>
                    </a:lnTo>
                    <a:cubicBezTo>
                      <a:pt x="137" y="1656"/>
                      <a:pt x="191" y="1819"/>
                      <a:pt x="137" y="1950"/>
                    </a:cubicBezTo>
                    <a:cubicBezTo>
                      <a:pt x="82" y="2081"/>
                      <a:pt x="82" y="2059"/>
                      <a:pt x="109" y="2217"/>
                    </a:cubicBezTo>
                    <a:cubicBezTo>
                      <a:pt x="137" y="2375"/>
                      <a:pt x="82" y="2429"/>
                      <a:pt x="55" y="2538"/>
                    </a:cubicBezTo>
                    <a:cubicBezTo>
                      <a:pt x="44" y="2620"/>
                      <a:pt x="55" y="2702"/>
                      <a:pt x="82" y="2778"/>
                    </a:cubicBezTo>
                    <a:lnTo>
                      <a:pt x="28" y="2991"/>
                    </a:lnTo>
                    <a:cubicBezTo>
                      <a:pt x="0" y="3127"/>
                      <a:pt x="44" y="3263"/>
                      <a:pt x="137" y="3367"/>
                    </a:cubicBezTo>
                    <a:cubicBezTo>
                      <a:pt x="137" y="3367"/>
                      <a:pt x="164" y="3683"/>
                      <a:pt x="376" y="3846"/>
                    </a:cubicBezTo>
                    <a:cubicBezTo>
                      <a:pt x="426" y="3888"/>
                      <a:pt x="487" y="3909"/>
                      <a:pt x="549" y="3909"/>
                    </a:cubicBezTo>
                    <a:cubicBezTo>
                      <a:pt x="624" y="3909"/>
                      <a:pt x="699" y="3879"/>
                      <a:pt x="752" y="3819"/>
                    </a:cubicBezTo>
                    <a:cubicBezTo>
                      <a:pt x="801" y="4075"/>
                      <a:pt x="943" y="4304"/>
                      <a:pt x="1150" y="4462"/>
                    </a:cubicBezTo>
                    <a:cubicBezTo>
                      <a:pt x="1341" y="4462"/>
                      <a:pt x="1254" y="4413"/>
                      <a:pt x="1281" y="4304"/>
                    </a:cubicBezTo>
                    <a:cubicBezTo>
                      <a:pt x="1308" y="4195"/>
                      <a:pt x="1068" y="4119"/>
                      <a:pt x="992" y="4037"/>
                    </a:cubicBezTo>
                    <a:cubicBezTo>
                      <a:pt x="910" y="3955"/>
                      <a:pt x="883" y="3743"/>
                      <a:pt x="883" y="3743"/>
                    </a:cubicBezTo>
                    <a:cubicBezTo>
                      <a:pt x="976" y="3645"/>
                      <a:pt x="1057" y="3541"/>
                      <a:pt x="1123" y="3421"/>
                    </a:cubicBezTo>
                    <a:cubicBezTo>
                      <a:pt x="1205" y="3263"/>
                      <a:pt x="1096" y="3127"/>
                      <a:pt x="1014" y="2914"/>
                    </a:cubicBezTo>
                    <a:cubicBezTo>
                      <a:pt x="963" y="2774"/>
                      <a:pt x="899" y="2750"/>
                      <a:pt x="861" y="2750"/>
                    </a:cubicBezTo>
                    <a:cubicBezTo>
                      <a:pt x="841" y="2750"/>
                      <a:pt x="829" y="2756"/>
                      <a:pt x="829" y="2756"/>
                    </a:cubicBezTo>
                    <a:cubicBezTo>
                      <a:pt x="861" y="2631"/>
                      <a:pt x="867" y="2506"/>
                      <a:pt x="856" y="2380"/>
                    </a:cubicBezTo>
                    <a:cubicBezTo>
                      <a:pt x="829" y="2222"/>
                      <a:pt x="774" y="2222"/>
                      <a:pt x="774" y="2222"/>
                    </a:cubicBezTo>
                    <a:cubicBezTo>
                      <a:pt x="774" y="2222"/>
                      <a:pt x="829" y="1983"/>
                      <a:pt x="856" y="1874"/>
                    </a:cubicBezTo>
                    <a:cubicBezTo>
                      <a:pt x="883" y="1765"/>
                      <a:pt x="698" y="1525"/>
                      <a:pt x="698" y="1525"/>
                    </a:cubicBezTo>
                    <a:cubicBezTo>
                      <a:pt x="741" y="1421"/>
                      <a:pt x="796" y="1323"/>
                      <a:pt x="856" y="1231"/>
                    </a:cubicBezTo>
                    <a:cubicBezTo>
                      <a:pt x="938" y="1127"/>
                      <a:pt x="856" y="991"/>
                      <a:pt x="856" y="991"/>
                    </a:cubicBezTo>
                    <a:lnTo>
                      <a:pt x="856" y="991"/>
                    </a:lnTo>
                    <a:lnTo>
                      <a:pt x="1068" y="1018"/>
                    </a:lnTo>
                    <a:cubicBezTo>
                      <a:pt x="1068" y="1018"/>
                      <a:pt x="1150" y="1258"/>
                      <a:pt x="1281" y="1312"/>
                    </a:cubicBezTo>
                    <a:cubicBezTo>
                      <a:pt x="1300" y="1320"/>
                      <a:pt x="1320" y="1324"/>
                      <a:pt x="1339" y="1324"/>
                    </a:cubicBezTo>
                    <a:cubicBezTo>
                      <a:pt x="1453" y="1324"/>
                      <a:pt x="1553" y="1203"/>
                      <a:pt x="1553" y="1203"/>
                    </a:cubicBezTo>
                    <a:cubicBezTo>
                      <a:pt x="1635" y="1318"/>
                      <a:pt x="1760" y="1383"/>
                      <a:pt x="1897" y="1394"/>
                    </a:cubicBezTo>
                    <a:cubicBezTo>
                      <a:pt x="2033" y="1389"/>
                      <a:pt x="2169" y="1361"/>
                      <a:pt x="2300" y="1312"/>
                    </a:cubicBezTo>
                    <a:cubicBezTo>
                      <a:pt x="2300" y="1312"/>
                      <a:pt x="2512" y="1449"/>
                      <a:pt x="2698" y="1449"/>
                    </a:cubicBezTo>
                    <a:cubicBezTo>
                      <a:pt x="2888" y="1449"/>
                      <a:pt x="2937" y="1236"/>
                      <a:pt x="2937" y="1236"/>
                    </a:cubicBezTo>
                    <a:cubicBezTo>
                      <a:pt x="2937" y="1236"/>
                      <a:pt x="3083" y="1269"/>
                      <a:pt x="3193" y="1269"/>
                    </a:cubicBezTo>
                    <a:cubicBezTo>
                      <a:pt x="3217" y="1269"/>
                      <a:pt x="3240" y="1267"/>
                      <a:pt x="3259" y="1263"/>
                    </a:cubicBezTo>
                    <a:cubicBezTo>
                      <a:pt x="3346" y="1225"/>
                      <a:pt x="3417" y="1171"/>
                      <a:pt x="3471" y="1100"/>
                    </a:cubicBezTo>
                    <a:cubicBezTo>
                      <a:pt x="3471" y="1100"/>
                      <a:pt x="3507" y="1118"/>
                      <a:pt x="3572" y="1118"/>
                    </a:cubicBezTo>
                    <a:cubicBezTo>
                      <a:pt x="3621" y="1118"/>
                      <a:pt x="3686" y="1108"/>
                      <a:pt x="3766" y="1073"/>
                    </a:cubicBezTo>
                    <a:cubicBezTo>
                      <a:pt x="3880" y="1024"/>
                      <a:pt x="3989" y="964"/>
                      <a:pt x="4087" y="887"/>
                    </a:cubicBezTo>
                    <a:lnTo>
                      <a:pt x="4087" y="887"/>
                    </a:lnTo>
                    <a:cubicBezTo>
                      <a:pt x="4087" y="887"/>
                      <a:pt x="4011" y="1285"/>
                      <a:pt x="4060" y="1449"/>
                    </a:cubicBezTo>
                    <a:cubicBezTo>
                      <a:pt x="4098" y="1563"/>
                      <a:pt x="4125" y="1677"/>
                      <a:pt x="4142" y="1797"/>
                    </a:cubicBezTo>
                    <a:cubicBezTo>
                      <a:pt x="4060" y="1895"/>
                      <a:pt x="4005" y="2015"/>
                      <a:pt x="3984" y="2141"/>
                    </a:cubicBezTo>
                    <a:cubicBezTo>
                      <a:pt x="3951" y="2331"/>
                      <a:pt x="4087" y="2571"/>
                      <a:pt x="4087" y="2571"/>
                    </a:cubicBezTo>
                    <a:lnTo>
                      <a:pt x="4033" y="2784"/>
                    </a:lnTo>
                    <a:cubicBezTo>
                      <a:pt x="4000" y="2904"/>
                      <a:pt x="4022" y="3029"/>
                      <a:pt x="4087" y="3132"/>
                    </a:cubicBezTo>
                    <a:lnTo>
                      <a:pt x="4011" y="3318"/>
                    </a:lnTo>
                    <a:cubicBezTo>
                      <a:pt x="3929" y="3503"/>
                      <a:pt x="4011" y="3557"/>
                      <a:pt x="4011" y="3557"/>
                    </a:cubicBezTo>
                    <a:lnTo>
                      <a:pt x="3902" y="3666"/>
                    </a:lnTo>
                    <a:cubicBezTo>
                      <a:pt x="3793" y="3770"/>
                      <a:pt x="3875" y="3824"/>
                      <a:pt x="3875" y="3824"/>
                    </a:cubicBezTo>
                    <a:lnTo>
                      <a:pt x="3662" y="4037"/>
                    </a:lnTo>
                    <a:cubicBezTo>
                      <a:pt x="3662" y="4037"/>
                      <a:pt x="3558" y="3901"/>
                      <a:pt x="3422" y="3901"/>
                    </a:cubicBezTo>
                    <a:cubicBezTo>
                      <a:pt x="3335" y="3906"/>
                      <a:pt x="3248" y="3933"/>
                      <a:pt x="3182" y="3982"/>
                    </a:cubicBezTo>
                    <a:cubicBezTo>
                      <a:pt x="3182" y="3982"/>
                      <a:pt x="2965" y="3852"/>
                      <a:pt x="2807" y="3770"/>
                    </a:cubicBezTo>
                    <a:cubicBezTo>
                      <a:pt x="2747" y="3739"/>
                      <a:pt x="2682" y="3724"/>
                      <a:pt x="2612" y="3724"/>
                    </a:cubicBezTo>
                    <a:cubicBezTo>
                      <a:pt x="2497" y="3724"/>
                      <a:pt x="2367" y="3765"/>
                      <a:pt x="2218" y="3846"/>
                    </a:cubicBezTo>
                    <a:cubicBezTo>
                      <a:pt x="1978" y="3982"/>
                      <a:pt x="1951" y="4140"/>
                      <a:pt x="1924" y="4407"/>
                    </a:cubicBezTo>
                    <a:cubicBezTo>
                      <a:pt x="1897" y="4674"/>
                      <a:pt x="2087" y="4996"/>
                      <a:pt x="2136" y="5105"/>
                    </a:cubicBezTo>
                    <a:cubicBezTo>
                      <a:pt x="2191" y="5214"/>
                      <a:pt x="2109" y="5317"/>
                      <a:pt x="2191" y="5454"/>
                    </a:cubicBezTo>
                    <a:cubicBezTo>
                      <a:pt x="2212" y="5488"/>
                      <a:pt x="2242" y="5500"/>
                      <a:pt x="2275" y="5500"/>
                    </a:cubicBezTo>
                    <a:cubicBezTo>
                      <a:pt x="2369" y="5500"/>
                      <a:pt x="2485" y="5399"/>
                      <a:pt x="2485" y="5399"/>
                    </a:cubicBezTo>
                    <a:cubicBezTo>
                      <a:pt x="2485" y="5399"/>
                      <a:pt x="2562" y="5445"/>
                      <a:pt x="2644" y="5445"/>
                    </a:cubicBezTo>
                    <a:cubicBezTo>
                      <a:pt x="2671" y="5445"/>
                      <a:pt x="2699" y="5440"/>
                      <a:pt x="2725" y="5426"/>
                    </a:cubicBezTo>
                    <a:cubicBezTo>
                      <a:pt x="2834" y="5372"/>
                      <a:pt x="2779" y="5159"/>
                      <a:pt x="2888" y="4969"/>
                    </a:cubicBezTo>
                    <a:cubicBezTo>
                      <a:pt x="2997" y="4783"/>
                      <a:pt x="2943" y="4647"/>
                      <a:pt x="3024" y="4516"/>
                    </a:cubicBezTo>
                    <a:cubicBezTo>
                      <a:pt x="3043" y="4483"/>
                      <a:pt x="3061" y="4469"/>
                      <a:pt x="3077" y="4469"/>
                    </a:cubicBezTo>
                    <a:cubicBezTo>
                      <a:pt x="3126" y="4469"/>
                      <a:pt x="3162" y="4596"/>
                      <a:pt x="3182" y="4674"/>
                    </a:cubicBezTo>
                    <a:cubicBezTo>
                      <a:pt x="3201" y="4747"/>
                      <a:pt x="3301" y="4796"/>
                      <a:pt x="3415" y="4796"/>
                    </a:cubicBezTo>
                    <a:cubicBezTo>
                      <a:pt x="3471" y="4796"/>
                      <a:pt x="3531" y="4783"/>
                      <a:pt x="3586" y="4756"/>
                    </a:cubicBezTo>
                    <a:cubicBezTo>
                      <a:pt x="3638" y="4729"/>
                      <a:pt x="3695" y="4720"/>
                      <a:pt x="3754" y="4720"/>
                    </a:cubicBezTo>
                    <a:cubicBezTo>
                      <a:pt x="3873" y="4720"/>
                      <a:pt x="4005" y="4756"/>
                      <a:pt x="4147" y="4756"/>
                    </a:cubicBezTo>
                    <a:cubicBezTo>
                      <a:pt x="4354" y="4756"/>
                      <a:pt x="4332" y="4756"/>
                      <a:pt x="4490" y="4489"/>
                    </a:cubicBezTo>
                    <a:cubicBezTo>
                      <a:pt x="4654" y="4222"/>
                      <a:pt x="4572" y="4086"/>
                      <a:pt x="4654" y="3928"/>
                    </a:cubicBezTo>
                    <a:cubicBezTo>
                      <a:pt x="4730" y="3770"/>
                      <a:pt x="4839" y="3557"/>
                      <a:pt x="4812" y="3318"/>
                    </a:cubicBezTo>
                    <a:cubicBezTo>
                      <a:pt x="4785" y="3078"/>
                      <a:pt x="4785" y="3023"/>
                      <a:pt x="4757" y="2887"/>
                    </a:cubicBezTo>
                    <a:cubicBezTo>
                      <a:pt x="4730" y="2756"/>
                      <a:pt x="4839" y="2696"/>
                      <a:pt x="4812" y="2517"/>
                    </a:cubicBezTo>
                    <a:cubicBezTo>
                      <a:pt x="4785" y="2331"/>
                      <a:pt x="4757" y="2331"/>
                      <a:pt x="4839" y="2195"/>
                    </a:cubicBezTo>
                    <a:cubicBezTo>
                      <a:pt x="4888" y="2130"/>
                      <a:pt x="4861" y="2037"/>
                      <a:pt x="4785" y="2010"/>
                    </a:cubicBezTo>
                    <a:cubicBezTo>
                      <a:pt x="4806" y="1934"/>
                      <a:pt x="4834" y="1863"/>
                      <a:pt x="4866" y="1792"/>
                    </a:cubicBezTo>
                    <a:cubicBezTo>
                      <a:pt x="4921" y="1688"/>
                      <a:pt x="4812" y="1552"/>
                      <a:pt x="4812" y="1552"/>
                    </a:cubicBezTo>
                    <a:lnTo>
                      <a:pt x="4866" y="1416"/>
                    </a:lnTo>
                    <a:cubicBezTo>
                      <a:pt x="4921" y="1285"/>
                      <a:pt x="4703" y="1203"/>
                      <a:pt x="4703" y="1203"/>
                    </a:cubicBezTo>
                    <a:cubicBezTo>
                      <a:pt x="4768" y="1122"/>
                      <a:pt x="4806" y="1018"/>
                      <a:pt x="4812" y="909"/>
                    </a:cubicBezTo>
                    <a:cubicBezTo>
                      <a:pt x="4806" y="811"/>
                      <a:pt x="4741" y="718"/>
                      <a:pt x="4654" y="669"/>
                    </a:cubicBezTo>
                    <a:cubicBezTo>
                      <a:pt x="4697" y="571"/>
                      <a:pt x="4725" y="462"/>
                      <a:pt x="4730" y="348"/>
                    </a:cubicBezTo>
                    <a:cubicBezTo>
                      <a:pt x="4730" y="190"/>
                      <a:pt x="4545" y="32"/>
                      <a:pt x="4332" y="5"/>
                    </a:cubicBezTo>
                    <a:cubicBezTo>
                      <a:pt x="4317" y="2"/>
                      <a:pt x="4301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67"/>
              <p:cNvSpPr/>
              <p:nvPr/>
            </p:nvSpPr>
            <p:spPr>
              <a:xfrm>
                <a:off x="3986785" y="1906092"/>
                <a:ext cx="116531" cy="79533"/>
              </a:xfrm>
              <a:custGeom>
                <a:rect b="b" l="l" r="r" t="t"/>
                <a:pathLst>
                  <a:path extrusionOk="0" h="3147" w="4611">
                    <a:moveTo>
                      <a:pt x="1352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3" y="787"/>
                      <a:pt x="126" y="1141"/>
                    </a:cubicBezTo>
                    <a:cubicBezTo>
                      <a:pt x="153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0" y="3031"/>
                    </a:cubicBezTo>
                    <a:cubicBezTo>
                      <a:pt x="367" y="3113"/>
                      <a:pt x="420" y="3146"/>
                      <a:pt x="502" y="3146"/>
                    </a:cubicBezTo>
                    <a:cubicBezTo>
                      <a:pt x="568" y="3146"/>
                      <a:pt x="651" y="3125"/>
                      <a:pt x="775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0" y="2590"/>
                      <a:pt x="1897" y="2530"/>
                      <a:pt x="1897" y="2530"/>
                    </a:cubicBezTo>
                    <a:cubicBezTo>
                      <a:pt x="2131" y="2470"/>
                      <a:pt x="2338" y="2116"/>
                      <a:pt x="2338" y="2116"/>
                    </a:cubicBezTo>
                    <a:cubicBezTo>
                      <a:pt x="2371" y="2187"/>
                      <a:pt x="2415" y="2258"/>
                      <a:pt x="2458" y="2323"/>
                    </a:cubicBezTo>
                    <a:cubicBezTo>
                      <a:pt x="2502" y="2416"/>
                      <a:pt x="2529" y="2514"/>
                      <a:pt x="2545" y="2617"/>
                    </a:cubicBezTo>
                    <a:lnTo>
                      <a:pt x="2660" y="2590"/>
                    </a:lnTo>
                    <a:cubicBezTo>
                      <a:pt x="2644" y="2492"/>
                      <a:pt x="2644" y="2389"/>
                      <a:pt x="2660" y="2290"/>
                    </a:cubicBezTo>
                    <a:cubicBezTo>
                      <a:pt x="2693" y="2116"/>
                      <a:pt x="2605" y="2089"/>
                      <a:pt x="2927" y="2056"/>
                    </a:cubicBezTo>
                    <a:cubicBezTo>
                      <a:pt x="3254" y="2023"/>
                      <a:pt x="3461" y="1909"/>
                      <a:pt x="3695" y="1522"/>
                    </a:cubicBezTo>
                    <a:cubicBezTo>
                      <a:pt x="3929" y="1141"/>
                      <a:pt x="3989" y="934"/>
                      <a:pt x="4137" y="814"/>
                    </a:cubicBezTo>
                    <a:cubicBezTo>
                      <a:pt x="4284" y="699"/>
                      <a:pt x="4371" y="694"/>
                      <a:pt x="4523" y="547"/>
                    </a:cubicBezTo>
                    <a:cubicBezTo>
                      <a:pt x="4523" y="547"/>
                      <a:pt x="4611" y="492"/>
                      <a:pt x="4256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57" y="289"/>
                      <a:pt x="2822" y="342"/>
                      <a:pt x="2596" y="342"/>
                    </a:cubicBezTo>
                    <a:cubicBezTo>
                      <a:pt x="2428" y="342"/>
                      <a:pt x="2266" y="313"/>
                      <a:pt x="2104" y="225"/>
                    </a:cubicBezTo>
                    <a:cubicBezTo>
                      <a:pt x="1814" y="70"/>
                      <a:pt x="1577" y="1"/>
                      <a:pt x="135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67"/>
              <p:cNvSpPr/>
              <p:nvPr/>
            </p:nvSpPr>
            <p:spPr>
              <a:xfrm>
                <a:off x="4034727" y="1804598"/>
                <a:ext cx="76980" cy="78597"/>
              </a:xfrm>
              <a:custGeom>
                <a:rect b="b" l="l" r="r" t="t"/>
                <a:pathLst>
                  <a:path extrusionOk="0" h="3110" w="3046">
                    <a:moveTo>
                      <a:pt x="486" y="0"/>
                    </a:moveTo>
                    <a:cubicBezTo>
                      <a:pt x="471" y="0"/>
                      <a:pt x="458" y="3"/>
                      <a:pt x="447" y="7"/>
                    </a:cubicBezTo>
                    <a:cubicBezTo>
                      <a:pt x="371" y="46"/>
                      <a:pt x="311" y="193"/>
                      <a:pt x="354" y="264"/>
                    </a:cubicBezTo>
                    <a:cubicBezTo>
                      <a:pt x="252" y="242"/>
                      <a:pt x="226" y="197"/>
                      <a:pt x="194" y="197"/>
                    </a:cubicBezTo>
                    <a:cubicBezTo>
                      <a:pt x="185" y="197"/>
                      <a:pt x="175" y="201"/>
                      <a:pt x="163" y="209"/>
                    </a:cubicBezTo>
                    <a:cubicBezTo>
                      <a:pt x="93" y="258"/>
                      <a:pt x="38" y="427"/>
                      <a:pt x="38" y="427"/>
                    </a:cubicBezTo>
                    <a:cubicBezTo>
                      <a:pt x="114" y="438"/>
                      <a:pt x="180" y="487"/>
                      <a:pt x="207" y="552"/>
                    </a:cubicBezTo>
                    <a:cubicBezTo>
                      <a:pt x="262" y="667"/>
                      <a:pt x="289" y="645"/>
                      <a:pt x="278" y="765"/>
                    </a:cubicBezTo>
                    <a:lnTo>
                      <a:pt x="272" y="765"/>
                    </a:lnTo>
                    <a:cubicBezTo>
                      <a:pt x="153" y="781"/>
                      <a:pt x="120" y="759"/>
                      <a:pt x="0" y="825"/>
                    </a:cubicBezTo>
                    <a:cubicBezTo>
                      <a:pt x="71" y="1114"/>
                      <a:pt x="142" y="1397"/>
                      <a:pt x="289" y="1648"/>
                    </a:cubicBezTo>
                    <a:lnTo>
                      <a:pt x="300" y="1735"/>
                    </a:lnTo>
                    <a:cubicBezTo>
                      <a:pt x="256" y="2323"/>
                      <a:pt x="708" y="2884"/>
                      <a:pt x="1270" y="3053"/>
                    </a:cubicBezTo>
                    <a:cubicBezTo>
                      <a:pt x="1406" y="3093"/>
                      <a:pt x="1544" y="3110"/>
                      <a:pt x="1683" y="3110"/>
                    </a:cubicBezTo>
                    <a:cubicBezTo>
                      <a:pt x="2040" y="3110"/>
                      <a:pt x="2401" y="3001"/>
                      <a:pt x="2746" y="2895"/>
                    </a:cubicBezTo>
                    <a:cubicBezTo>
                      <a:pt x="2812" y="2879"/>
                      <a:pt x="2970" y="2803"/>
                      <a:pt x="2986" y="2743"/>
                    </a:cubicBezTo>
                    <a:cubicBezTo>
                      <a:pt x="3046" y="2541"/>
                      <a:pt x="2921" y="2443"/>
                      <a:pt x="2910" y="2389"/>
                    </a:cubicBezTo>
                    <a:cubicBezTo>
                      <a:pt x="2795" y="1773"/>
                      <a:pt x="2496" y="1375"/>
                      <a:pt x="1940" y="1092"/>
                    </a:cubicBezTo>
                    <a:cubicBezTo>
                      <a:pt x="1738" y="983"/>
                      <a:pt x="1569" y="917"/>
                      <a:pt x="1569" y="917"/>
                    </a:cubicBezTo>
                    <a:cubicBezTo>
                      <a:pt x="1591" y="857"/>
                      <a:pt x="1580" y="792"/>
                      <a:pt x="1537" y="743"/>
                    </a:cubicBezTo>
                    <a:cubicBezTo>
                      <a:pt x="1526" y="667"/>
                      <a:pt x="1575" y="541"/>
                      <a:pt x="1537" y="438"/>
                    </a:cubicBezTo>
                    <a:cubicBezTo>
                      <a:pt x="1474" y="264"/>
                      <a:pt x="1385" y="228"/>
                      <a:pt x="1321" y="228"/>
                    </a:cubicBezTo>
                    <a:cubicBezTo>
                      <a:pt x="1275" y="228"/>
                      <a:pt x="1242" y="247"/>
                      <a:pt x="1242" y="247"/>
                    </a:cubicBezTo>
                    <a:cubicBezTo>
                      <a:pt x="1242" y="247"/>
                      <a:pt x="1025" y="101"/>
                      <a:pt x="845" y="101"/>
                    </a:cubicBezTo>
                    <a:cubicBezTo>
                      <a:pt x="797" y="101"/>
                      <a:pt x="752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82" name="Google Shape;5682;p67"/>
          <p:cNvGrpSpPr/>
          <p:nvPr/>
        </p:nvGrpSpPr>
        <p:grpSpPr>
          <a:xfrm>
            <a:off x="4170709" y="1558993"/>
            <a:ext cx="402414" cy="1136125"/>
            <a:chOff x="4588296" y="1557988"/>
            <a:chExt cx="402414" cy="1136125"/>
          </a:xfrm>
        </p:grpSpPr>
        <p:sp>
          <p:nvSpPr>
            <p:cNvPr id="5683" name="Google Shape;5683;p67"/>
            <p:cNvSpPr/>
            <p:nvPr/>
          </p:nvSpPr>
          <p:spPr>
            <a:xfrm>
              <a:off x="4588296" y="1557988"/>
              <a:ext cx="402414" cy="1136125"/>
            </a:xfrm>
            <a:custGeom>
              <a:rect b="b" l="l" r="r" t="t"/>
              <a:pathLst>
                <a:path extrusionOk="0" h="44955" w="15923">
                  <a:moveTo>
                    <a:pt x="7907" y="1"/>
                  </a:moveTo>
                  <a:lnTo>
                    <a:pt x="7907" y="17"/>
                  </a:lnTo>
                  <a:cubicBezTo>
                    <a:pt x="7586" y="61"/>
                    <a:pt x="6670" y="235"/>
                    <a:pt x="6262" y="764"/>
                  </a:cubicBezTo>
                  <a:cubicBezTo>
                    <a:pt x="5760" y="1412"/>
                    <a:pt x="5973" y="2818"/>
                    <a:pt x="5973" y="2818"/>
                  </a:cubicBezTo>
                  <a:cubicBezTo>
                    <a:pt x="5499" y="2976"/>
                    <a:pt x="5646" y="3597"/>
                    <a:pt x="5859" y="3848"/>
                  </a:cubicBezTo>
                  <a:cubicBezTo>
                    <a:pt x="6071" y="4098"/>
                    <a:pt x="6060" y="4420"/>
                    <a:pt x="6164" y="4523"/>
                  </a:cubicBezTo>
                  <a:cubicBezTo>
                    <a:pt x="6203" y="4570"/>
                    <a:pt x="6256" y="4595"/>
                    <a:pt x="6311" y="4595"/>
                  </a:cubicBezTo>
                  <a:cubicBezTo>
                    <a:pt x="6333" y="4595"/>
                    <a:pt x="6355" y="4591"/>
                    <a:pt x="6376" y="4583"/>
                  </a:cubicBezTo>
                  <a:cubicBezTo>
                    <a:pt x="6474" y="4812"/>
                    <a:pt x="6534" y="5057"/>
                    <a:pt x="6551" y="5308"/>
                  </a:cubicBezTo>
                  <a:cubicBezTo>
                    <a:pt x="6551" y="6540"/>
                    <a:pt x="5608" y="7177"/>
                    <a:pt x="3695" y="7624"/>
                  </a:cubicBezTo>
                  <a:cubicBezTo>
                    <a:pt x="1788" y="8071"/>
                    <a:pt x="1848" y="10610"/>
                    <a:pt x="1963" y="11618"/>
                  </a:cubicBezTo>
                  <a:cubicBezTo>
                    <a:pt x="2077" y="12621"/>
                    <a:pt x="1690" y="14419"/>
                    <a:pt x="1243" y="15743"/>
                  </a:cubicBezTo>
                  <a:cubicBezTo>
                    <a:pt x="791" y="17067"/>
                    <a:pt x="600" y="18827"/>
                    <a:pt x="508" y="20053"/>
                  </a:cubicBezTo>
                  <a:cubicBezTo>
                    <a:pt x="415" y="21274"/>
                    <a:pt x="388" y="22696"/>
                    <a:pt x="339" y="23110"/>
                  </a:cubicBezTo>
                  <a:cubicBezTo>
                    <a:pt x="295" y="23524"/>
                    <a:pt x="159" y="24151"/>
                    <a:pt x="83" y="24625"/>
                  </a:cubicBezTo>
                  <a:cubicBezTo>
                    <a:pt x="1" y="25099"/>
                    <a:pt x="219" y="25213"/>
                    <a:pt x="611" y="25655"/>
                  </a:cubicBezTo>
                  <a:cubicBezTo>
                    <a:pt x="886" y="25963"/>
                    <a:pt x="1153" y="26166"/>
                    <a:pt x="1418" y="26166"/>
                  </a:cubicBezTo>
                  <a:cubicBezTo>
                    <a:pt x="1536" y="26166"/>
                    <a:pt x="1654" y="26125"/>
                    <a:pt x="1772" y="26036"/>
                  </a:cubicBezTo>
                  <a:cubicBezTo>
                    <a:pt x="2148" y="25742"/>
                    <a:pt x="2262" y="25290"/>
                    <a:pt x="2137" y="25104"/>
                  </a:cubicBezTo>
                  <a:cubicBezTo>
                    <a:pt x="2079" y="25021"/>
                    <a:pt x="2020" y="24998"/>
                    <a:pt x="1975" y="24998"/>
                  </a:cubicBezTo>
                  <a:cubicBezTo>
                    <a:pt x="1922" y="24998"/>
                    <a:pt x="1886" y="25028"/>
                    <a:pt x="1886" y="25028"/>
                  </a:cubicBezTo>
                  <a:cubicBezTo>
                    <a:pt x="1875" y="24843"/>
                    <a:pt x="1897" y="24652"/>
                    <a:pt x="1952" y="24472"/>
                  </a:cubicBezTo>
                  <a:cubicBezTo>
                    <a:pt x="2050" y="24129"/>
                    <a:pt x="1935" y="23655"/>
                    <a:pt x="1783" y="23290"/>
                  </a:cubicBezTo>
                  <a:cubicBezTo>
                    <a:pt x="1630" y="22930"/>
                    <a:pt x="1423" y="22058"/>
                    <a:pt x="1935" y="20974"/>
                  </a:cubicBezTo>
                  <a:cubicBezTo>
                    <a:pt x="2453" y="19895"/>
                    <a:pt x="3249" y="16604"/>
                    <a:pt x="3221" y="15885"/>
                  </a:cubicBezTo>
                  <a:cubicBezTo>
                    <a:pt x="3199" y="15165"/>
                    <a:pt x="3739" y="13672"/>
                    <a:pt x="3739" y="13672"/>
                  </a:cubicBezTo>
                  <a:cubicBezTo>
                    <a:pt x="3739" y="13672"/>
                    <a:pt x="4148" y="14958"/>
                    <a:pt x="4562" y="16190"/>
                  </a:cubicBezTo>
                  <a:cubicBezTo>
                    <a:pt x="4976" y="17427"/>
                    <a:pt x="4044" y="19819"/>
                    <a:pt x="3635" y="22521"/>
                  </a:cubicBezTo>
                  <a:cubicBezTo>
                    <a:pt x="3221" y="25219"/>
                    <a:pt x="3559" y="27714"/>
                    <a:pt x="3608" y="29028"/>
                  </a:cubicBezTo>
                  <a:cubicBezTo>
                    <a:pt x="3663" y="30335"/>
                    <a:pt x="3891" y="30695"/>
                    <a:pt x="3532" y="31572"/>
                  </a:cubicBezTo>
                  <a:cubicBezTo>
                    <a:pt x="3172" y="32444"/>
                    <a:pt x="3276" y="33605"/>
                    <a:pt x="3276" y="33605"/>
                  </a:cubicBezTo>
                  <a:cubicBezTo>
                    <a:pt x="2480" y="34580"/>
                    <a:pt x="2170" y="36585"/>
                    <a:pt x="2398" y="39233"/>
                  </a:cubicBezTo>
                  <a:cubicBezTo>
                    <a:pt x="2633" y="41882"/>
                    <a:pt x="2660" y="42269"/>
                    <a:pt x="2606" y="43195"/>
                  </a:cubicBezTo>
                  <a:cubicBezTo>
                    <a:pt x="2551" y="44121"/>
                    <a:pt x="1728" y="44072"/>
                    <a:pt x="1576" y="44454"/>
                  </a:cubicBezTo>
                  <a:cubicBezTo>
                    <a:pt x="1423" y="44840"/>
                    <a:pt x="2426" y="44791"/>
                    <a:pt x="3249" y="44917"/>
                  </a:cubicBezTo>
                  <a:cubicBezTo>
                    <a:pt x="3409" y="44942"/>
                    <a:pt x="3542" y="44955"/>
                    <a:pt x="3651" y="44955"/>
                  </a:cubicBezTo>
                  <a:cubicBezTo>
                    <a:pt x="4099" y="44955"/>
                    <a:pt x="4153" y="44740"/>
                    <a:pt x="4175" y="44328"/>
                  </a:cubicBezTo>
                  <a:cubicBezTo>
                    <a:pt x="4202" y="43811"/>
                    <a:pt x="4044" y="42732"/>
                    <a:pt x="4071" y="41293"/>
                  </a:cubicBezTo>
                  <a:cubicBezTo>
                    <a:pt x="4099" y="39855"/>
                    <a:pt x="5047" y="37206"/>
                    <a:pt x="5101" y="36149"/>
                  </a:cubicBezTo>
                  <a:cubicBezTo>
                    <a:pt x="5150" y="35092"/>
                    <a:pt x="5047" y="34400"/>
                    <a:pt x="5641" y="33626"/>
                  </a:cubicBezTo>
                  <a:cubicBezTo>
                    <a:pt x="6229" y="32858"/>
                    <a:pt x="6567" y="29769"/>
                    <a:pt x="7183" y="28281"/>
                  </a:cubicBezTo>
                  <a:cubicBezTo>
                    <a:pt x="7629" y="27202"/>
                    <a:pt x="7864" y="25693"/>
                    <a:pt x="7962" y="24924"/>
                  </a:cubicBezTo>
                  <a:cubicBezTo>
                    <a:pt x="8060" y="25693"/>
                    <a:pt x="8300" y="27202"/>
                    <a:pt x="8741" y="28281"/>
                  </a:cubicBezTo>
                  <a:cubicBezTo>
                    <a:pt x="9357" y="29769"/>
                    <a:pt x="9695" y="32858"/>
                    <a:pt x="10283" y="33626"/>
                  </a:cubicBezTo>
                  <a:cubicBezTo>
                    <a:pt x="10877" y="34400"/>
                    <a:pt x="10774" y="35092"/>
                    <a:pt x="10823" y="36149"/>
                  </a:cubicBezTo>
                  <a:cubicBezTo>
                    <a:pt x="10877" y="37201"/>
                    <a:pt x="11825" y="39849"/>
                    <a:pt x="11852" y="41293"/>
                  </a:cubicBezTo>
                  <a:cubicBezTo>
                    <a:pt x="11880" y="42732"/>
                    <a:pt x="11727" y="43811"/>
                    <a:pt x="11749" y="44328"/>
                  </a:cubicBezTo>
                  <a:cubicBezTo>
                    <a:pt x="11771" y="44740"/>
                    <a:pt x="11825" y="44955"/>
                    <a:pt x="12273" y="44955"/>
                  </a:cubicBezTo>
                  <a:cubicBezTo>
                    <a:pt x="12382" y="44955"/>
                    <a:pt x="12514" y="44942"/>
                    <a:pt x="12675" y="44917"/>
                  </a:cubicBezTo>
                  <a:cubicBezTo>
                    <a:pt x="13498" y="44791"/>
                    <a:pt x="14501" y="44840"/>
                    <a:pt x="14348" y="44454"/>
                  </a:cubicBezTo>
                  <a:cubicBezTo>
                    <a:pt x="14196" y="44067"/>
                    <a:pt x="13373" y="44121"/>
                    <a:pt x="13318" y="43195"/>
                  </a:cubicBezTo>
                  <a:cubicBezTo>
                    <a:pt x="13269" y="42269"/>
                    <a:pt x="13291" y="41882"/>
                    <a:pt x="13525" y="39233"/>
                  </a:cubicBezTo>
                  <a:cubicBezTo>
                    <a:pt x="13754" y="36585"/>
                    <a:pt x="13449" y="34580"/>
                    <a:pt x="12648" y="33605"/>
                  </a:cubicBezTo>
                  <a:cubicBezTo>
                    <a:pt x="12648" y="33605"/>
                    <a:pt x="12752" y="32444"/>
                    <a:pt x="12392" y="31572"/>
                  </a:cubicBezTo>
                  <a:cubicBezTo>
                    <a:pt x="12032" y="30695"/>
                    <a:pt x="12261" y="30335"/>
                    <a:pt x="12316" y="29028"/>
                  </a:cubicBezTo>
                  <a:cubicBezTo>
                    <a:pt x="12365" y="27714"/>
                    <a:pt x="12702" y="25219"/>
                    <a:pt x="12288" y="22521"/>
                  </a:cubicBezTo>
                  <a:cubicBezTo>
                    <a:pt x="11880" y="19819"/>
                    <a:pt x="10953" y="17427"/>
                    <a:pt x="11362" y="16190"/>
                  </a:cubicBezTo>
                  <a:cubicBezTo>
                    <a:pt x="11776" y="14958"/>
                    <a:pt x="12185" y="13672"/>
                    <a:pt x="12185" y="13672"/>
                  </a:cubicBezTo>
                  <a:cubicBezTo>
                    <a:pt x="12185" y="13672"/>
                    <a:pt x="12724" y="15165"/>
                    <a:pt x="12702" y="15885"/>
                  </a:cubicBezTo>
                  <a:cubicBezTo>
                    <a:pt x="12675" y="16604"/>
                    <a:pt x="13471" y="19895"/>
                    <a:pt x="13988" y="20974"/>
                  </a:cubicBezTo>
                  <a:cubicBezTo>
                    <a:pt x="14501" y="22058"/>
                    <a:pt x="14294" y="22930"/>
                    <a:pt x="14141" y="23290"/>
                  </a:cubicBezTo>
                  <a:cubicBezTo>
                    <a:pt x="13988" y="23655"/>
                    <a:pt x="13874" y="24134"/>
                    <a:pt x="13972" y="24472"/>
                  </a:cubicBezTo>
                  <a:cubicBezTo>
                    <a:pt x="14027" y="24652"/>
                    <a:pt x="14048" y="24843"/>
                    <a:pt x="14037" y="25028"/>
                  </a:cubicBezTo>
                  <a:cubicBezTo>
                    <a:pt x="14037" y="25028"/>
                    <a:pt x="14003" y="24999"/>
                    <a:pt x="13951" y="24999"/>
                  </a:cubicBezTo>
                  <a:cubicBezTo>
                    <a:pt x="13905" y="24999"/>
                    <a:pt x="13846" y="25022"/>
                    <a:pt x="13787" y="25110"/>
                  </a:cubicBezTo>
                  <a:cubicBezTo>
                    <a:pt x="13662" y="25290"/>
                    <a:pt x="13776" y="25742"/>
                    <a:pt x="14152" y="26036"/>
                  </a:cubicBezTo>
                  <a:cubicBezTo>
                    <a:pt x="14268" y="26125"/>
                    <a:pt x="14385" y="26166"/>
                    <a:pt x="14503" y="26166"/>
                  </a:cubicBezTo>
                  <a:cubicBezTo>
                    <a:pt x="14768" y="26166"/>
                    <a:pt x="15038" y="25963"/>
                    <a:pt x="15313" y="25655"/>
                  </a:cubicBezTo>
                  <a:cubicBezTo>
                    <a:pt x="15710" y="25213"/>
                    <a:pt x="15923" y="25093"/>
                    <a:pt x="15841" y="24625"/>
                  </a:cubicBezTo>
                  <a:cubicBezTo>
                    <a:pt x="15765" y="24151"/>
                    <a:pt x="15629" y="23524"/>
                    <a:pt x="15580" y="23110"/>
                  </a:cubicBezTo>
                  <a:cubicBezTo>
                    <a:pt x="15531" y="22696"/>
                    <a:pt x="15503" y="21268"/>
                    <a:pt x="15416" y="20048"/>
                  </a:cubicBezTo>
                  <a:cubicBezTo>
                    <a:pt x="15323" y="18827"/>
                    <a:pt x="15133" y="17067"/>
                    <a:pt x="14680" y="15737"/>
                  </a:cubicBezTo>
                  <a:cubicBezTo>
                    <a:pt x="14228" y="14413"/>
                    <a:pt x="13847" y="12615"/>
                    <a:pt x="13961" y="11613"/>
                  </a:cubicBezTo>
                  <a:cubicBezTo>
                    <a:pt x="14076" y="10610"/>
                    <a:pt x="14136" y="8065"/>
                    <a:pt x="12223" y="7619"/>
                  </a:cubicBezTo>
                  <a:cubicBezTo>
                    <a:pt x="10316" y="7177"/>
                    <a:pt x="9368" y="6540"/>
                    <a:pt x="9368" y="5303"/>
                  </a:cubicBezTo>
                  <a:cubicBezTo>
                    <a:pt x="9390" y="5057"/>
                    <a:pt x="9449" y="4812"/>
                    <a:pt x="9542" y="4578"/>
                  </a:cubicBezTo>
                  <a:cubicBezTo>
                    <a:pt x="9564" y="4586"/>
                    <a:pt x="9587" y="4590"/>
                    <a:pt x="9609" y="4590"/>
                  </a:cubicBezTo>
                  <a:cubicBezTo>
                    <a:pt x="9665" y="4590"/>
                    <a:pt x="9720" y="4566"/>
                    <a:pt x="9755" y="4523"/>
                  </a:cubicBezTo>
                  <a:cubicBezTo>
                    <a:pt x="9864" y="4415"/>
                    <a:pt x="9853" y="4098"/>
                    <a:pt x="10065" y="3848"/>
                  </a:cubicBezTo>
                  <a:cubicBezTo>
                    <a:pt x="10278" y="3597"/>
                    <a:pt x="10419" y="2971"/>
                    <a:pt x="9951" y="2818"/>
                  </a:cubicBezTo>
                  <a:cubicBezTo>
                    <a:pt x="9951" y="2818"/>
                    <a:pt x="10163" y="1407"/>
                    <a:pt x="9662" y="764"/>
                  </a:cubicBezTo>
                  <a:cubicBezTo>
                    <a:pt x="9253" y="230"/>
                    <a:pt x="8332" y="61"/>
                    <a:pt x="8016" y="12"/>
                  </a:cubicBezTo>
                  <a:lnTo>
                    <a:pt x="8016" y="1"/>
                  </a:lnTo>
                  <a:lnTo>
                    <a:pt x="7962" y="6"/>
                  </a:lnTo>
                  <a:lnTo>
                    <a:pt x="7907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84" name="Google Shape;5684;p67"/>
            <p:cNvGrpSpPr/>
            <p:nvPr/>
          </p:nvGrpSpPr>
          <p:grpSpPr>
            <a:xfrm>
              <a:off x="4708538" y="1583316"/>
              <a:ext cx="163226" cy="588527"/>
              <a:chOff x="4708538" y="1583316"/>
              <a:chExt cx="163226" cy="588527"/>
            </a:xfrm>
          </p:grpSpPr>
          <p:sp>
            <p:nvSpPr>
              <p:cNvPr id="5685" name="Google Shape;5685;p67"/>
              <p:cNvSpPr/>
              <p:nvPr/>
            </p:nvSpPr>
            <p:spPr>
              <a:xfrm>
                <a:off x="4708538" y="1775367"/>
                <a:ext cx="163226" cy="158038"/>
              </a:xfrm>
              <a:custGeom>
                <a:rect b="b" l="l" r="r" t="t"/>
                <a:pathLst>
                  <a:path extrusionOk="0" h="5667" w="5853">
                    <a:moveTo>
                      <a:pt x="2924" y="0"/>
                    </a:moveTo>
                    <a:cubicBezTo>
                      <a:pt x="2887" y="0"/>
                      <a:pt x="2851" y="8"/>
                      <a:pt x="2818" y="25"/>
                    </a:cubicBezTo>
                    <a:cubicBezTo>
                      <a:pt x="2774" y="52"/>
                      <a:pt x="2747" y="101"/>
                      <a:pt x="2753" y="150"/>
                    </a:cubicBezTo>
                    <a:lnTo>
                      <a:pt x="2780" y="1785"/>
                    </a:lnTo>
                    <a:cubicBezTo>
                      <a:pt x="2780" y="1785"/>
                      <a:pt x="2726" y="1882"/>
                      <a:pt x="2683" y="1882"/>
                    </a:cubicBezTo>
                    <a:cubicBezTo>
                      <a:pt x="2661" y="1882"/>
                      <a:pt x="2642" y="1857"/>
                      <a:pt x="2633" y="1785"/>
                    </a:cubicBezTo>
                    <a:cubicBezTo>
                      <a:pt x="2600" y="1567"/>
                      <a:pt x="2600" y="689"/>
                      <a:pt x="2513" y="471"/>
                    </a:cubicBezTo>
                    <a:cubicBezTo>
                      <a:pt x="2460" y="339"/>
                      <a:pt x="2318" y="240"/>
                      <a:pt x="2142" y="240"/>
                    </a:cubicBezTo>
                    <a:cubicBezTo>
                      <a:pt x="2029" y="240"/>
                      <a:pt x="1903" y="281"/>
                      <a:pt x="1777" y="379"/>
                    </a:cubicBezTo>
                    <a:cubicBezTo>
                      <a:pt x="1450" y="629"/>
                      <a:pt x="535" y="2101"/>
                      <a:pt x="328" y="2880"/>
                    </a:cubicBezTo>
                    <a:cubicBezTo>
                      <a:pt x="126" y="3665"/>
                      <a:pt x="1" y="4629"/>
                      <a:pt x="33" y="5005"/>
                    </a:cubicBezTo>
                    <a:cubicBezTo>
                      <a:pt x="59" y="5363"/>
                      <a:pt x="169" y="5667"/>
                      <a:pt x="486" y="5667"/>
                    </a:cubicBezTo>
                    <a:cubicBezTo>
                      <a:pt x="501" y="5667"/>
                      <a:pt x="518" y="5666"/>
                      <a:pt x="535" y="5664"/>
                    </a:cubicBezTo>
                    <a:cubicBezTo>
                      <a:pt x="889" y="5632"/>
                      <a:pt x="1270" y="5414"/>
                      <a:pt x="1363" y="5321"/>
                    </a:cubicBezTo>
                    <a:cubicBezTo>
                      <a:pt x="1450" y="5228"/>
                      <a:pt x="1477" y="5098"/>
                      <a:pt x="1772" y="5098"/>
                    </a:cubicBezTo>
                    <a:cubicBezTo>
                      <a:pt x="2071" y="5098"/>
                      <a:pt x="2453" y="5038"/>
                      <a:pt x="2540" y="4760"/>
                    </a:cubicBezTo>
                    <a:cubicBezTo>
                      <a:pt x="2627" y="4482"/>
                      <a:pt x="2747" y="3730"/>
                      <a:pt x="2780" y="3414"/>
                    </a:cubicBezTo>
                    <a:cubicBezTo>
                      <a:pt x="2807" y="3103"/>
                      <a:pt x="2747" y="2913"/>
                      <a:pt x="2780" y="2667"/>
                    </a:cubicBezTo>
                    <a:cubicBezTo>
                      <a:pt x="2796" y="2509"/>
                      <a:pt x="2807" y="2351"/>
                      <a:pt x="2807" y="2199"/>
                    </a:cubicBezTo>
                    <a:cubicBezTo>
                      <a:pt x="2840" y="2221"/>
                      <a:pt x="2883" y="2237"/>
                      <a:pt x="2927" y="2237"/>
                    </a:cubicBezTo>
                    <a:cubicBezTo>
                      <a:pt x="2970" y="2237"/>
                      <a:pt x="3014" y="2221"/>
                      <a:pt x="3047" y="2199"/>
                    </a:cubicBezTo>
                    <a:cubicBezTo>
                      <a:pt x="3052" y="2351"/>
                      <a:pt x="3058" y="2509"/>
                      <a:pt x="3079" y="2667"/>
                    </a:cubicBezTo>
                    <a:cubicBezTo>
                      <a:pt x="3107" y="2918"/>
                      <a:pt x="3047" y="3103"/>
                      <a:pt x="3079" y="3414"/>
                    </a:cubicBezTo>
                    <a:cubicBezTo>
                      <a:pt x="3107" y="3724"/>
                      <a:pt x="3227" y="4476"/>
                      <a:pt x="3314" y="4760"/>
                    </a:cubicBezTo>
                    <a:cubicBezTo>
                      <a:pt x="3401" y="5043"/>
                      <a:pt x="3788" y="5098"/>
                      <a:pt x="4082" y="5098"/>
                    </a:cubicBezTo>
                    <a:cubicBezTo>
                      <a:pt x="4376" y="5098"/>
                      <a:pt x="4404" y="5223"/>
                      <a:pt x="4496" y="5321"/>
                    </a:cubicBezTo>
                    <a:cubicBezTo>
                      <a:pt x="4583" y="5414"/>
                      <a:pt x="4965" y="5632"/>
                      <a:pt x="5319" y="5664"/>
                    </a:cubicBezTo>
                    <a:cubicBezTo>
                      <a:pt x="5336" y="5666"/>
                      <a:pt x="5352" y="5667"/>
                      <a:pt x="5368" y="5667"/>
                    </a:cubicBezTo>
                    <a:cubicBezTo>
                      <a:pt x="5684" y="5667"/>
                      <a:pt x="5794" y="5363"/>
                      <a:pt x="5820" y="5005"/>
                    </a:cubicBezTo>
                    <a:cubicBezTo>
                      <a:pt x="5853" y="4629"/>
                      <a:pt x="5733" y="3665"/>
                      <a:pt x="5526" y="2880"/>
                    </a:cubicBezTo>
                    <a:cubicBezTo>
                      <a:pt x="5319" y="2101"/>
                      <a:pt x="4404" y="629"/>
                      <a:pt x="4082" y="379"/>
                    </a:cubicBezTo>
                    <a:cubicBezTo>
                      <a:pt x="3954" y="281"/>
                      <a:pt x="3826" y="240"/>
                      <a:pt x="3713" y="240"/>
                    </a:cubicBezTo>
                    <a:cubicBezTo>
                      <a:pt x="3536" y="240"/>
                      <a:pt x="3394" y="339"/>
                      <a:pt x="3341" y="471"/>
                    </a:cubicBezTo>
                    <a:cubicBezTo>
                      <a:pt x="3254" y="695"/>
                      <a:pt x="3254" y="1567"/>
                      <a:pt x="3227" y="1785"/>
                    </a:cubicBezTo>
                    <a:cubicBezTo>
                      <a:pt x="3216" y="1857"/>
                      <a:pt x="3195" y="1882"/>
                      <a:pt x="3172" y="1882"/>
                    </a:cubicBezTo>
                    <a:cubicBezTo>
                      <a:pt x="3127" y="1882"/>
                      <a:pt x="3074" y="1785"/>
                      <a:pt x="3074" y="1785"/>
                    </a:cubicBezTo>
                    <a:lnTo>
                      <a:pt x="3101" y="150"/>
                    </a:lnTo>
                    <a:cubicBezTo>
                      <a:pt x="3107" y="101"/>
                      <a:pt x="3079" y="52"/>
                      <a:pt x="3030" y="25"/>
                    </a:cubicBezTo>
                    <a:cubicBezTo>
                      <a:pt x="2998" y="8"/>
                      <a:pt x="2961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67"/>
              <p:cNvSpPr/>
              <p:nvPr/>
            </p:nvSpPr>
            <p:spPr>
              <a:xfrm>
                <a:off x="4745162" y="1583316"/>
                <a:ext cx="88150" cy="80796"/>
              </a:xfrm>
              <a:custGeom>
                <a:rect b="b" l="l" r="r" t="t"/>
                <a:pathLst>
                  <a:path extrusionOk="0" h="3197" w="3488">
                    <a:moveTo>
                      <a:pt x="1269" y="1"/>
                    </a:moveTo>
                    <a:cubicBezTo>
                      <a:pt x="1031" y="1"/>
                      <a:pt x="751" y="51"/>
                      <a:pt x="513" y="385"/>
                    </a:cubicBezTo>
                    <a:cubicBezTo>
                      <a:pt x="196" y="831"/>
                      <a:pt x="0" y="1164"/>
                      <a:pt x="120" y="1676"/>
                    </a:cubicBezTo>
                    <a:cubicBezTo>
                      <a:pt x="202" y="2003"/>
                      <a:pt x="344" y="2139"/>
                      <a:pt x="545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8" y="2477"/>
                      <a:pt x="1019" y="2597"/>
                      <a:pt x="1183" y="2635"/>
                    </a:cubicBezTo>
                    <a:cubicBezTo>
                      <a:pt x="1379" y="2673"/>
                      <a:pt x="1586" y="2722"/>
                      <a:pt x="1586" y="2722"/>
                    </a:cubicBezTo>
                    <a:lnTo>
                      <a:pt x="1619" y="3098"/>
                    </a:lnTo>
                    <a:cubicBezTo>
                      <a:pt x="1624" y="3136"/>
                      <a:pt x="1651" y="3169"/>
                      <a:pt x="1689" y="3185"/>
                    </a:cubicBezTo>
                    <a:lnTo>
                      <a:pt x="1739" y="3196"/>
                    </a:lnTo>
                    <a:lnTo>
                      <a:pt x="1793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7" y="2722"/>
                    </a:lnTo>
                    <a:cubicBezTo>
                      <a:pt x="1897" y="2722"/>
                      <a:pt x="2109" y="2673"/>
                      <a:pt x="2305" y="2635"/>
                    </a:cubicBezTo>
                    <a:cubicBezTo>
                      <a:pt x="2469" y="2597"/>
                      <a:pt x="2599" y="2477"/>
                      <a:pt x="2649" y="2319"/>
                    </a:cubicBezTo>
                    <a:cubicBezTo>
                      <a:pt x="2649" y="2319"/>
                      <a:pt x="2790" y="2281"/>
                      <a:pt x="2943" y="2221"/>
                    </a:cubicBezTo>
                    <a:cubicBezTo>
                      <a:pt x="3144" y="2139"/>
                      <a:pt x="3286" y="2008"/>
                      <a:pt x="3362" y="1676"/>
                    </a:cubicBezTo>
                    <a:cubicBezTo>
                      <a:pt x="3488" y="1164"/>
                      <a:pt x="3297" y="831"/>
                      <a:pt x="2975" y="385"/>
                    </a:cubicBezTo>
                    <a:cubicBezTo>
                      <a:pt x="2737" y="51"/>
                      <a:pt x="2457" y="1"/>
                      <a:pt x="2223" y="1"/>
                    </a:cubicBezTo>
                    <a:cubicBezTo>
                      <a:pt x="2189" y="1"/>
                      <a:pt x="2157" y="2"/>
                      <a:pt x="2125" y="3"/>
                    </a:cubicBezTo>
                    <a:cubicBezTo>
                      <a:pt x="1744" y="14"/>
                      <a:pt x="1744" y="330"/>
                      <a:pt x="1744" y="330"/>
                    </a:cubicBezTo>
                    <a:cubicBezTo>
                      <a:pt x="1744" y="330"/>
                      <a:pt x="1744" y="14"/>
                      <a:pt x="1368" y="3"/>
                    </a:cubicBezTo>
                    <a:cubicBezTo>
                      <a:pt x="1336" y="2"/>
                      <a:pt x="1303" y="1"/>
                      <a:pt x="126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67"/>
              <p:cNvSpPr/>
              <p:nvPr/>
            </p:nvSpPr>
            <p:spPr>
              <a:xfrm>
                <a:off x="4751848" y="1888032"/>
                <a:ext cx="116291" cy="144095"/>
              </a:xfrm>
              <a:custGeom>
                <a:rect b="b" l="l" r="r" t="t"/>
                <a:pathLst>
                  <a:path extrusionOk="0" h="5167" w="4170">
                    <a:moveTo>
                      <a:pt x="1614" y="1"/>
                    </a:moveTo>
                    <a:cubicBezTo>
                      <a:pt x="1614" y="1"/>
                      <a:pt x="1374" y="1259"/>
                      <a:pt x="1739" y="1804"/>
                    </a:cubicBezTo>
                    <a:cubicBezTo>
                      <a:pt x="1864" y="1973"/>
                      <a:pt x="2044" y="2098"/>
                      <a:pt x="2251" y="2142"/>
                    </a:cubicBezTo>
                    <a:cubicBezTo>
                      <a:pt x="2235" y="2251"/>
                      <a:pt x="2251" y="2360"/>
                      <a:pt x="2306" y="2453"/>
                    </a:cubicBezTo>
                    <a:cubicBezTo>
                      <a:pt x="2387" y="2594"/>
                      <a:pt x="2475" y="2709"/>
                      <a:pt x="2475" y="2709"/>
                    </a:cubicBezTo>
                    <a:cubicBezTo>
                      <a:pt x="2420" y="2774"/>
                      <a:pt x="2382" y="2850"/>
                      <a:pt x="2360" y="2932"/>
                    </a:cubicBezTo>
                    <a:cubicBezTo>
                      <a:pt x="2327" y="3052"/>
                      <a:pt x="2306" y="3177"/>
                      <a:pt x="2306" y="3303"/>
                    </a:cubicBezTo>
                    <a:cubicBezTo>
                      <a:pt x="2224" y="3335"/>
                      <a:pt x="2148" y="3384"/>
                      <a:pt x="2077" y="3439"/>
                    </a:cubicBezTo>
                    <a:cubicBezTo>
                      <a:pt x="1935" y="3553"/>
                      <a:pt x="1793" y="3837"/>
                      <a:pt x="1793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7" y="3747"/>
                      <a:pt x="1488" y="3749"/>
                    </a:cubicBezTo>
                    <a:cubicBezTo>
                      <a:pt x="1287" y="3782"/>
                      <a:pt x="1178" y="3864"/>
                      <a:pt x="1091" y="3864"/>
                    </a:cubicBezTo>
                    <a:cubicBezTo>
                      <a:pt x="1003" y="3864"/>
                      <a:pt x="922" y="3684"/>
                      <a:pt x="638" y="3640"/>
                    </a:cubicBezTo>
                    <a:cubicBezTo>
                      <a:pt x="595" y="3633"/>
                      <a:pt x="554" y="3629"/>
                      <a:pt x="517" y="3629"/>
                    </a:cubicBezTo>
                    <a:cubicBezTo>
                      <a:pt x="266" y="3629"/>
                      <a:pt x="152" y="3808"/>
                      <a:pt x="72" y="4202"/>
                    </a:cubicBezTo>
                    <a:cubicBezTo>
                      <a:pt x="1" y="4605"/>
                      <a:pt x="88" y="5166"/>
                      <a:pt x="88" y="5166"/>
                    </a:cubicBezTo>
                    <a:lnTo>
                      <a:pt x="409" y="5112"/>
                    </a:lnTo>
                    <a:cubicBezTo>
                      <a:pt x="409" y="5112"/>
                      <a:pt x="355" y="4512"/>
                      <a:pt x="415" y="4371"/>
                    </a:cubicBezTo>
                    <a:cubicBezTo>
                      <a:pt x="458" y="4262"/>
                      <a:pt x="501" y="4185"/>
                      <a:pt x="575" y="4185"/>
                    </a:cubicBezTo>
                    <a:cubicBezTo>
                      <a:pt x="594" y="4185"/>
                      <a:pt x="615" y="4190"/>
                      <a:pt x="638" y="4202"/>
                    </a:cubicBezTo>
                    <a:cubicBezTo>
                      <a:pt x="737" y="4253"/>
                      <a:pt x="791" y="4322"/>
                      <a:pt x="878" y="4322"/>
                    </a:cubicBezTo>
                    <a:cubicBezTo>
                      <a:pt x="892" y="4322"/>
                      <a:pt x="906" y="4320"/>
                      <a:pt x="922" y="4316"/>
                    </a:cubicBezTo>
                    <a:cubicBezTo>
                      <a:pt x="1001" y="4297"/>
                      <a:pt x="945" y="4266"/>
                      <a:pt x="958" y="4266"/>
                    </a:cubicBezTo>
                    <a:cubicBezTo>
                      <a:pt x="964" y="4266"/>
                      <a:pt x="984" y="4272"/>
                      <a:pt x="1036" y="4289"/>
                    </a:cubicBezTo>
                    <a:cubicBezTo>
                      <a:pt x="1205" y="4343"/>
                      <a:pt x="1314" y="4572"/>
                      <a:pt x="1739" y="4681"/>
                    </a:cubicBezTo>
                    <a:cubicBezTo>
                      <a:pt x="1869" y="4716"/>
                      <a:pt x="2035" y="4740"/>
                      <a:pt x="2217" y="4740"/>
                    </a:cubicBezTo>
                    <a:cubicBezTo>
                      <a:pt x="2634" y="4740"/>
                      <a:pt x="3136" y="4614"/>
                      <a:pt x="3488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54" y="1493"/>
                      <a:pt x="3337" y="1436"/>
                      <a:pt x="3114" y="1436"/>
                    </a:cubicBezTo>
                    <a:cubicBezTo>
                      <a:pt x="3061" y="1436"/>
                      <a:pt x="3008" y="1439"/>
                      <a:pt x="2954" y="1439"/>
                    </a:cubicBezTo>
                    <a:cubicBezTo>
                      <a:pt x="2671" y="1439"/>
                      <a:pt x="2562" y="1717"/>
                      <a:pt x="2306" y="1717"/>
                    </a:cubicBezTo>
                    <a:cubicBezTo>
                      <a:pt x="2055" y="1717"/>
                      <a:pt x="2066" y="1657"/>
                      <a:pt x="1968" y="1406"/>
                    </a:cubicBezTo>
                    <a:cubicBezTo>
                      <a:pt x="1908" y="1265"/>
                      <a:pt x="1881" y="802"/>
                      <a:pt x="1881" y="802"/>
                    </a:cubicBezTo>
                    <a:lnTo>
                      <a:pt x="1614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67"/>
              <p:cNvSpPr/>
              <p:nvPr/>
            </p:nvSpPr>
            <p:spPr>
              <a:xfrm>
                <a:off x="4720084" y="2018461"/>
                <a:ext cx="137095" cy="153381"/>
              </a:xfrm>
              <a:custGeom>
                <a:rect b="b" l="l" r="r" t="t"/>
                <a:pathLst>
                  <a:path extrusionOk="0" h="5500" w="4916">
                    <a:moveTo>
                      <a:pt x="4289" y="0"/>
                    </a:moveTo>
                    <a:cubicBezTo>
                      <a:pt x="4186" y="0"/>
                      <a:pt x="4095" y="67"/>
                      <a:pt x="4066" y="162"/>
                    </a:cubicBezTo>
                    <a:cubicBezTo>
                      <a:pt x="4066" y="162"/>
                      <a:pt x="3997" y="62"/>
                      <a:pt x="3900" y="62"/>
                    </a:cubicBezTo>
                    <a:cubicBezTo>
                      <a:pt x="3875" y="62"/>
                      <a:pt x="3849" y="69"/>
                      <a:pt x="3821" y="86"/>
                    </a:cubicBezTo>
                    <a:cubicBezTo>
                      <a:pt x="3750" y="124"/>
                      <a:pt x="3690" y="189"/>
                      <a:pt x="3663" y="271"/>
                    </a:cubicBezTo>
                    <a:cubicBezTo>
                      <a:pt x="3663" y="271"/>
                      <a:pt x="3630" y="247"/>
                      <a:pt x="3584" y="247"/>
                    </a:cubicBezTo>
                    <a:cubicBezTo>
                      <a:pt x="3545" y="247"/>
                      <a:pt x="3497" y="264"/>
                      <a:pt x="3450" y="326"/>
                    </a:cubicBezTo>
                    <a:cubicBezTo>
                      <a:pt x="3379" y="407"/>
                      <a:pt x="3287" y="462"/>
                      <a:pt x="3183" y="484"/>
                    </a:cubicBezTo>
                    <a:lnTo>
                      <a:pt x="3020" y="565"/>
                    </a:lnTo>
                    <a:cubicBezTo>
                      <a:pt x="2927" y="614"/>
                      <a:pt x="2840" y="691"/>
                      <a:pt x="2780" y="778"/>
                    </a:cubicBezTo>
                    <a:cubicBezTo>
                      <a:pt x="2693" y="762"/>
                      <a:pt x="2606" y="751"/>
                      <a:pt x="2513" y="751"/>
                    </a:cubicBezTo>
                    <a:cubicBezTo>
                      <a:pt x="2426" y="756"/>
                      <a:pt x="2344" y="783"/>
                      <a:pt x="2273" y="832"/>
                    </a:cubicBezTo>
                    <a:cubicBezTo>
                      <a:pt x="2208" y="800"/>
                      <a:pt x="2137" y="783"/>
                      <a:pt x="2061" y="778"/>
                    </a:cubicBezTo>
                    <a:cubicBezTo>
                      <a:pt x="1973" y="778"/>
                      <a:pt x="1881" y="767"/>
                      <a:pt x="1794" y="751"/>
                    </a:cubicBezTo>
                    <a:cubicBezTo>
                      <a:pt x="1772" y="669"/>
                      <a:pt x="1712" y="598"/>
                      <a:pt x="1636" y="565"/>
                    </a:cubicBezTo>
                    <a:cubicBezTo>
                      <a:pt x="1600" y="549"/>
                      <a:pt x="1563" y="541"/>
                      <a:pt x="1527" y="541"/>
                    </a:cubicBezTo>
                    <a:cubicBezTo>
                      <a:pt x="1490" y="541"/>
                      <a:pt x="1453" y="549"/>
                      <a:pt x="1418" y="565"/>
                    </a:cubicBezTo>
                    <a:cubicBezTo>
                      <a:pt x="1401" y="484"/>
                      <a:pt x="1352" y="407"/>
                      <a:pt x="1281" y="353"/>
                    </a:cubicBezTo>
                    <a:cubicBezTo>
                      <a:pt x="1242" y="314"/>
                      <a:pt x="1188" y="295"/>
                      <a:pt x="1135" y="295"/>
                    </a:cubicBezTo>
                    <a:cubicBezTo>
                      <a:pt x="1122" y="295"/>
                      <a:pt x="1109" y="296"/>
                      <a:pt x="1096" y="298"/>
                    </a:cubicBezTo>
                    <a:lnTo>
                      <a:pt x="1014" y="189"/>
                    </a:lnTo>
                    <a:cubicBezTo>
                      <a:pt x="972" y="186"/>
                      <a:pt x="929" y="184"/>
                      <a:pt x="886" y="184"/>
                    </a:cubicBezTo>
                    <a:cubicBezTo>
                      <a:pt x="787" y="184"/>
                      <a:pt x="688" y="194"/>
                      <a:pt x="589" y="217"/>
                    </a:cubicBezTo>
                    <a:cubicBezTo>
                      <a:pt x="350" y="271"/>
                      <a:pt x="377" y="380"/>
                      <a:pt x="377" y="380"/>
                    </a:cubicBezTo>
                    <a:cubicBezTo>
                      <a:pt x="377" y="380"/>
                      <a:pt x="268" y="407"/>
                      <a:pt x="137" y="702"/>
                    </a:cubicBezTo>
                    <a:cubicBezTo>
                      <a:pt x="1" y="990"/>
                      <a:pt x="110" y="1099"/>
                      <a:pt x="83" y="1257"/>
                    </a:cubicBezTo>
                    <a:cubicBezTo>
                      <a:pt x="55" y="1421"/>
                      <a:pt x="137" y="1448"/>
                      <a:pt x="137" y="1448"/>
                    </a:cubicBezTo>
                    <a:lnTo>
                      <a:pt x="137" y="1552"/>
                    </a:lnTo>
                    <a:cubicBezTo>
                      <a:pt x="137" y="1661"/>
                      <a:pt x="192" y="1824"/>
                      <a:pt x="137" y="1955"/>
                    </a:cubicBezTo>
                    <a:cubicBezTo>
                      <a:pt x="83" y="2086"/>
                      <a:pt x="83" y="2064"/>
                      <a:pt x="110" y="2222"/>
                    </a:cubicBezTo>
                    <a:cubicBezTo>
                      <a:pt x="137" y="2380"/>
                      <a:pt x="83" y="2434"/>
                      <a:pt x="55" y="2543"/>
                    </a:cubicBezTo>
                    <a:cubicBezTo>
                      <a:pt x="44" y="2625"/>
                      <a:pt x="50" y="2707"/>
                      <a:pt x="83" y="2783"/>
                    </a:cubicBezTo>
                    <a:lnTo>
                      <a:pt x="28" y="2996"/>
                    </a:lnTo>
                    <a:cubicBezTo>
                      <a:pt x="1" y="3132"/>
                      <a:pt x="39" y="3268"/>
                      <a:pt x="137" y="3372"/>
                    </a:cubicBezTo>
                    <a:cubicBezTo>
                      <a:pt x="137" y="3372"/>
                      <a:pt x="164" y="3688"/>
                      <a:pt x="377" y="3851"/>
                    </a:cubicBezTo>
                    <a:cubicBezTo>
                      <a:pt x="426" y="3893"/>
                      <a:pt x="488" y="3914"/>
                      <a:pt x="549" y="3914"/>
                    </a:cubicBezTo>
                    <a:cubicBezTo>
                      <a:pt x="623" y="3914"/>
                      <a:pt x="697" y="3884"/>
                      <a:pt x="747" y="3824"/>
                    </a:cubicBezTo>
                    <a:cubicBezTo>
                      <a:pt x="796" y="4080"/>
                      <a:pt x="938" y="4309"/>
                      <a:pt x="1151" y="4467"/>
                    </a:cubicBezTo>
                    <a:cubicBezTo>
                      <a:pt x="1336" y="4467"/>
                      <a:pt x="1260" y="4412"/>
                      <a:pt x="1281" y="4303"/>
                    </a:cubicBezTo>
                    <a:cubicBezTo>
                      <a:pt x="1309" y="4200"/>
                      <a:pt x="1069" y="4118"/>
                      <a:pt x="987" y="4036"/>
                    </a:cubicBezTo>
                    <a:cubicBezTo>
                      <a:pt x="911" y="3955"/>
                      <a:pt x="884" y="3742"/>
                      <a:pt x="884" y="3742"/>
                    </a:cubicBezTo>
                    <a:cubicBezTo>
                      <a:pt x="976" y="3650"/>
                      <a:pt x="1058" y="3541"/>
                      <a:pt x="1123" y="3421"/>
                    </a:cubicBezTo>
                    <a:cubicBezTo>
                      <a:pt x="1205" y="3263"/>
                      <a:pt x="1096" y="3132"/>
                      <a:pt x="1014" y="2914"/>
                    </a:cubicBezTo>
                    <a:cubicBezTo>
                      <a:pt x="964" y="2773"/>
                      <a:pt x="899" y="2750"/>
                      <a:pt x="861" y="2750"/>
                    </a:cubicBezTo>
                    <a:cubicBezTo>
                      <a:pt x="842" y="2750"/>
                      <a:pt x="829" y="2756"/>
                      <a:pt x="829" y="2756"/>
                    </a:cubicBezTo>
                    <a:cubicBezTo>
                      <a:pt x="856" y="2636"/>
                      <a:pt x="867" y="2505"/>
                      <a:pt x="856" y="2380"/>
                    </a:cubicBezTo>
                    <a:cubicBezTo>
                      <a:pt x="829" y="2222"/>
                      <a:pt x="775" y="2222"/>
                      <a:pt x="775" y="2222"/>
                    </a:cubicBezTo>
                    <a:cubicBezTo>
                      <a:pt x="775" y="2222"/>
                      <a:pt x="829" y="1982"/>
                      <a:pt x="856" y="1873"/>
                    </a:cubicBezTo>
                    <a:cubicBezTo>
                      <a:pt x="884" y="1770"/>
                      <a:pt x="698" y="1524"/>
                      <a:pt x="698" y="1524"/>
                    </a:cubicBezTo>
                    <a:cubicBezTo>
                      <a:pt x="742" y="1426"/>
                      <a:pt x="791" y="1328"/>
                      <a:pt x="856" y="1236"/>
                    </a:cubicBezTo>
                    <a:cubicBezTo>
                      <a:pt x="938" y="1127"/>
                      <a:pt x="856" y="990"/>
                      <a:pt x="856" y="990"/>
                    </a:cubicBezTo>
                    <a:lnTo>
                      <a:pt x="856" y="990"/>
                    </a:lnTo>
                    <a:lnTo>
                      <a:pt x="1069" y="1018"/>
                    </a:lnTo>
                    <a:cubicBezTo>
                      <a:pt x="1069" y="1018"/>
                      <a:pt x="1151" y="1263"/>
                      <a:pt x="1281" y="1312"/>
                    </a:cubicBezTo>
                    <a:cubicBezTo>
                      <a:pt x="1301" y="1320"/>
                      <a:pt x="1320" y="1323"/>
                      <a:pt x="1339" y="1323"/>
                    </a:cubicBezTo>
                    <a:cubicBezTo>
                      <a:pt x="1449" y="1323"/>
                      <a:pt x="1548" y="1208"/>
                      <a:pt x="1548" y="1208"/>
                    </a:cubicBezTo>
                    <a:cubicBezTo>
                      <a:pt x="1636" y="1317"/>
                      <a:pt x="1761" y="1383"/>
                      <a:pt x="1897" y="1394"/>
                    </a:cubicBezTo>
                    <a:cubicBezTo>
                      <a:pt x="2033" y="1394"/>
                      <a:pt x="2170" y="1366"/>
                      <a:pt x="2300" y="1312"/>
                    </a:cubicBezTo>
                    <a:cubicBezTo>
                      <a:pt x="2300" y="1312"/>
                      <a:pt x="2513" y="1448"/>
                      <a:pt x="2698" y="1448"/>
                    </a:cubicBezTo>
                    <a:cubicBezTo>
                      <a:pt x="2883" y="1448"/>
                      <a:pt x="2938" y="1236"/>
                      <a:pt x="2938" y="1236"/>
                    </a:cubicBezTo>
                    <a:cubicBezTo>
                      <a:pt x="2938" y="1236"/>
                      <a:pt x="3074" y="1271"/>
                      <a:pt x="3184" y="1271"/>
                    </a:cubicBezTo>
                    <a:cubicBezTo>
                      <a:pt x="3212" y="1271"/>
                      <a:pt x="3238" y="1268"/>
                      <a:pt x="3259" y="1263"/>
                    </a:cubicBezTo>
                    <a:cubicBezTo>
                      <a:pt x="3341" y="1230"/>
                      <a:pt x="3417" y="1176"/>
                      <a:pt x="3472" y="1105"/>
                    </a:cubicBezTo>
                    <a:cubicBezTo>
                      <a:pt x="3472" y="1105"/>
                      <a:pt x="3506" y="1120"/>
                      <a:pt x="3570" y="1120"/>
                    </a:cubicBezTo>
                    <a:cubicBezTo>
                      <a:pt x="3619" y="1120"/>
                      <a:pt x="3685" y="1111"/>
                      <a:pt x="3766" y="1078"/>
                    </a:cubicBezTo>
                    <a:cubicBezTo>
                      <a:pt x="3881" y="1029"/>
                      <a:pt x="3990" y="963"/>
                      <a:pt x="4088" y="887"/>
                    </a:cubicBezTo>
                    <a:lnTo>
                      <a:pt x="4088" y="887"/>
                    </a:lnTo>
                    <a:cubicBezTo>
                      <a:pt x="4088" y="887"/>
                      <a:pt x="4006" y="1290"/>
                      <a:pt x="4060" y="1448"/>
                    </a:cubicBezTo>
                    <a:cubicBezTo>
                      <a:pt x="4099" y="1563"/>
                      <a:pt x="4126" y="1677"/>
                      <a:pt x="4142" y="1797"/>
                    </a:cubicBezTo>
                    <a:cubicBezTo>
                      <a:pt x="4060" y="1900"/>
                      <a:pt x="4006" y="2015"/>
                      <a:pt x="3979" y="2146"/>
                    </a:cubicBezTo>
                    <a:cubicBezTo>
                      <a:pt x="3951" y="2331"/>
                      <a:pt x="4088" y="2571"/>
                      <a:pt x="4088" y="2571"/>
                    </a:cubicBezTo>
                    <a:lnTo>
                      <a:pt x="4033" y="2783"/>
                    </a:lnTo>
                    <a:cubicBezTo>
                      <a:pt x="4000" y="2903"/>
                      <a:pt x="4017" y="3028"/>
                      <a:pt x="4088" y="3132"/>
                    </a:cubicBezTo>
                    <a:lnTo>
                      <a:pt x="4006" y="3317"/>
                    </a:lnTo>
                    <a:cubicBezTo>
                      <a:pt x="3930" y="3508"/>
                      <a:pt x="4006" y="3557"/>
                      <a:pt x="4006" y="3557"/>
                    </a:cubicBezTo>
                    <a:lnTo>
                      <a:pt x="3902" y="3666"/>
                    </a:lnTo>
                    <a:cubicBezTo>
                      <a:pt x="3793" y="3775"/>
                      <a:pt x="3875" y="3824"/>
                      <a:pt x="3875" y="3824"/>
                    </a:cubicBezTo>
                    <a:lnTo>
                      <a:pt x="3663" y="4042"/>
                    </a:lnTo>
                    <a:cubicBezTo>
                      <a:pt x="3663" y="4042"/>
                      <a:pt x="3554" y="3906"/>
                      <a:pt x="3417" y="3906"/>
                    </a:cubicBezTo>
                    <a:cubicBezTo>
                      <a:pt x="3336" y="3906"/>
                      <a:pt x="3248" y="3933"/>
                      <a:pt x="3178" y="3982"/>
                    </a:cubicBezTo>
                    <a:cubicBezTo>
                      <a:pt x="3178" y="3982"/>
                      <a:pt x="2965" y="3851"/>
                      <a:pt x="2807" y="3769"/>
                    </a:cubicBezTo>
                    <a:cubicBezTo>
                      <a:pt x="2746" y="3739"/>
                      <a:pt x="2681" y="3723"/>
                      <a:pt x="2612" y="3723"/>
                    </a:cubicBezTo>
                    <a:cubicBezTo>
                      <a:pt x="2497" y="3723"/>
                      <a:pt x="2368" y="3766"/>
                      <a:pt x="2219" y="3851"/>
                    </a:cubicBezTo>
                    <a:cubicBezTo>
                      <a:pt x="1979" y="3982"/>
                      <a:pt x="1952" y="4145"/>
                      <a:pt x="1924" y="4412"/>
                    </a:cubicBezTo>
                    <a:cubicBezTo>
                      <a:pt x="1897" y="4679"/>
                      <a:pt x="2082" y="5001"/>
                      <a:pt x="2137" y="5104"/>
                    </a:cubicBezTo>
                    <a:cubicBezTo>
                      <a:pt x="2191" y="5213"/>
                      <a:pt x="2110" y="5317"/>
                      <a:pt x="2191" y="5453"/>
                    </a:cubicBezTo>
                    <a:cubicBezTo>
                      <a:pt x="2213" y="5487"/>
                      <a:pt x="2243" y="5500"/>
                      <a:pt x="2276" y="5500"/>
                    </a:cubicBezTo>
                    <a:cubicBezTo>
                      <a:pt x="2370" y="5500"/>
                      <a:pt x="2486" y="5399"/>
                      <a:pt x="2486" y="5399"/>
                    </a:cubicBezTo>
                    <a:cubicBezTo>
                      <a:pt x="2486" y="5399"/>
                      <a:pt x="2559" y="5445"/>
                      <a:pt x="2642" y="5445"/>
                    </a:cubicBezTo>
                    <a:cubicBezTo>
                      <a:pt x="2670" y="5445"/>
                      <a:pt x="2698" y="5440"/>
                      <a:pt x="2725" y="5426"/>
                    </a:cubicBezTo>
                    <a:cubicBezTo>
                      <a:pt x="2834" y="5371"/>
                      <a:pt x="2774" y="5159"/>
                      <a:pt x="2883" y="4974"/>
                    </a:cubicBezTo>
                    <a:cubicBezTo>
                      <a:pt x="2998" y="4783"/>
                      <a:pt x="2943" y="4652"/>
                      <a:pt x="3020" y="4516"/>
                    </a:cubicBezTo>
                    <a:cubicBezTo>
                      <a:pt x="3040" y="4484"/>
                      <a:pt x="3058" y="4471"/>
                      <a:pt x="3075" y="4471"/>
                    </a:cubicBezTo>
                    <a:cubicBezTo>
                      <a:pt x="3126" y="4471"/>
                      <a:pt x="3162" y="4597"/>
                      <a:pt x="3183" y="4679"/>
                    </a:cubicBezTo>
                    <a:cubicBezTo>
                      <a:pt x="3201" y="4748"/>
                      <a:pt x="3301" y="4795"/>
                      <a:pt x="3412" y="4795"/>
                    </a:cubicBezTo>
                    <a:cubicBezTo>
                      <a:pt x="3468" y="4795"/>
                      <a:pt x="3528" y="4783"/>
                      <a:pt x="3581" y="4756"/>
                    </a:cubicBezTo>
                    <a:cubicBezTo>
                      <a:pt x="3635" y="4730"/>
                      <a:pt x="3693" y="4722"/>
                      <a:pt x="3753" y="4722"/>
                    </a:cubicBezTo>
                    <a:cubicBezTo>
                      <a:pt x="3873" y="4722"/>
                      <a:pt x="4004" y="4756"/>
                      <a:pt x="4142" y="4756"/>
                    </a:cubicBezTo>
                    <a:cubicBezTo>
                      <a:pt x="4355" y="4756"/>
                      <a:pt x="4327" y="4756"/>
                      <a:pt x="4491" y="4489"/>
                    </a:cubicBezTo>
                    <a:cubicBezTo>
                      <a:pt x="4649" y="4222"/>
                      <a:pt x="4573" y="4091"/>
                      <a:pt x="4649" y="3933"/>
                    </a:cubicBezTo>
                    <a:cubicBezTo>
                      <a:pt x="4731" y="3769"/>
                      <a:pt x="4840" y="3557"/>
                      <a:pt x="4812" y="3317"/>
                    </a:cubicBezTo>
                    <a:cubicBezTo>
                      <a:pt x="4801" y="3176"/>
                      <a:pt x="4780" y="3034"/>
                      <a:pt x="4758" y="2892"/>
                    </a:cubicBezTo>
                    <a:cubicBezTo>
                      <a:pt x="4731" y="2756"/>
                      <a:pt x="4840" y="2701"/>
                      <a:pt x="4812" y="2516"/>
                    </a:cubicBezTo>
                    <a:cubicBezTo>
                      <a:pt x="4785" y="2331"/>
                      <a:pt x="4758" y="2331"/>
                      <a:pt x="4840" y="2195"/>
                    </a:cubicBezTo>
                    <a:cubicBezTo>
                      <a:pt x="4889" y="2135"/>
                      <a:pt x="4861" y="2037"/>
                      <a:pt x="4785" y="2009"/>
                    </a:cubicBezTo>
                    <a:cubicBezTo>
                      <a:pt x="4801" y="1933"/>
                      <a:pt x="4829" y="1862"/>
                      <a:pt x="4867" y="1797"/>
                    </a:cubicBezTo>
                    <a:cubicBezTo>
                      <a:pt x="4916" y="1693"/>
                      <a:pt x="4812" y="1557"/>
                      <a:pt x="4812" y="1557"/>
                    </a:cubicBezTo>
                    <a:lnTo>
                      <a:pt x="4867" y="1421"/>
                    </a:lnTo>
                    <a:cubicBezTo>
                      <a:pt x="4916" y="1285"/>
                      <a:pt x="4703" y="1208"/>
                      <a:pt x="4703" y="1208"/>
                    </a:cubicBezTo>
                    <a:cubicBezTo>
                      <a:pt x="4769" y="1121"/>
                      <a:pt x="4807" y="1018"/>
                      <a:pt x="4812" y="914"/>
                    </a:cubicBezTo>
                    <a:cubicBezTo>
                      <a:pt x="4801" y="811"/>
                      <a:pt x="4742" y="718"/>
                      <a:pt x="4649" y="674"/>
                    </a:cubicBezTo>
                    <a:cubicBezTo>
                      <a:pt x="4698" y="571"/>
                      <a:pt x="4725" y="462"/>
                      <a:pt x="4731" y="353"/>
                    </a:cubicBezTo>
                    <a:cubicBezTo>
                      <a:pt x="4731" y="189"/>
                      <a:pt x="4545" y="31"/>
                      <a:pt x="4333" y="4"/>
                    </a:cubicBezTo>
                    <a:cubicBezTo>
                      <a:pt x="4318" y="2"/>
                      <a:pt x="4304" y="0"/>
                      <a:pt x="42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67"/>
              <p:cNvSpPr/>
              <p:nvPr/>
            </p:nvSpPr>
            <p:spPr>
              <a:xfrm>
                <a:off x="4717044" y="1913828"/>
                <a:ext cx="128757" cy="87762"/>
              </a:xfrm>
              <a:custGeom>
                <a:rect b="b" l="l" r="r" t="t"/>
                <a:pathLst>
                  <a:path extrusionOk="0" h="3147" w="4617">
                    <a:moveTo>
                      <a:pt x="1353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9" y="787"/>
                      <a:pt x="126" y="1141"/>
                    </a:cubicBezTo>
                    <a:cubicBezTo>
                      <a:pt x="159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6" y="3031"/>
                    </a:cubicBezTo>
                    <a:cubicBezTo>
                      <a:pt x="370" y="3113"/>
                      <a:pt x="422" y="3146"/>
                      <a:pt x="504" y="3146"/>
                    </a:cubicBezTo>
                    <a:cubicBezTo>
                      <a:pt x="569" y="3146"/>
                      <a:pt x="654" y="3125"/>
                      <a:pt x="780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6" y="2590"/>
                      <a:pt x="1897" y="2530"/>
                      <a:pt x="1897" y="2530"/>
                    </a:cubicBezTo>
                    <a:cubicBezTo>
                      <a:pt x="2137" y="2470"/>
                      <a:pt x="2344" y="2116"/>
                      <a:pt x="2344" y="2116"/>
                    </a:cubicBezTo>
                    <a:cubicBezTo>
                      <a:pt x="2377" y="2187"/>
                      <a:pt x="2415" y="2258"/>
                      <a:pt x="2458" y="2323"/>
                    </a:cubicBezTo>
                    <a:cubicBezTo>
                      <a:pt x="2502" y="2416"/>
                      <a:pt x="2535" y="2514"/>
                      <a:pt x="2546" y="2617"/>
                    </a:cubicBezTo>
                    <a:lnTo>
                      <a:pt x="2665" y="2590"/>
                    </a:lnTo>
                    <a:cubicBezTo>
                      <a:pt x="2649" y="2492"/>
                      <a:pt x="2649" y="2389"/>
                      <a:pt x="2665" y="2290"/>
                    </a:cubicBezTo>
                    <a:cubicBezTo>
                      <a:pt x="2698" y="2116"/>
                      <a:pt x="2606" y="2089"/>
                      <a:pt x="2932" y="2056"/>
                    </a:cubicBezTo>
                    <a:cubicBezTo>
                      <a:pt x="3254" y="2023"/>
                      <a:pt x="3461" y="1909"/>
                      <a:pt x="3701" y="1522"/>
                    </a:cubicBezTo>
                    <a:cubicBezTo>
                      <a:pt x="3935" y="1141"/>
                      <a:pt x="3995" y="934"/>
                      <a:pt x="4142" y="814"/>
                    </a:cubicBezTo>
                    <a:cubicBezTo>
                      <a:pt x="4289" y="699"/>
                      <a:pt x="4376" y="694"/>
                      <a:pt x="4524" y="547"/>
                    </a:cubicBezTo>
                    <a:cubicBezTo>
                      <a:pt x="4524" y="547"/>
                      <a:pt x="4616" y="492"/>
                      <a:pt x="4257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60" y="289"/>
                      <a:pt x="2824" y="342"/>
                      <a:pt x="2597" y="342"/>
                    </a:cubicBezTo>
                    <a:cubicBezTo>
                      <a:pt x="2429" y="342"/>
                      <a:pt x="2266" y="313"/>
                      <a:pt x="2104" y="225"/>
                    </a:cubicBezTo>
                    <a:cubicBezTo>
                      <a:pt x="1819" y="70"/>
                      <a:pt x="1579" y="1"/>
                      <a:pt x="135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" name="Google Shape;5690;p67"/>
              <p:cNvSpPr/>
              <p:nvPr/>
            </p:nvSpPr>
            <p:spPr>
              <a:xfrm>
                <a:off x="4770086" y="1801832"/>
                <a:ext cx="84973" cy="86730"/>
              </a:xfrm>
              <a:custGeom>
                <a:rect b="b" l="l" r="r" t="t"/>
                <a:pathLst>
                  <a:path extrusionOk="0" h="3110" w="3047">
                    <a:moveTo>
                      <a:pt x="486" y="0"/>
                    </a:moveTo>
                    <a:cubicBezTo>
                      <a:pt x="472" y="0"/>
                      <a:pt x="459" y="3"/>
                      <a:pt x="447" y="7"/>
                    </a:cubicBezTo>
                    <a:cubicBezTo>
                      <a:pt x="371" y="46"/>
                      <a:pt x="311" y="193"/>
                      <a:pt x="355" y="264"/>
                    </a:cubicBezTo>
                    <a:cubicBezTo>
                      <a:pt x="252" y="242"/>
                      <a:pt x="227" y="197"/>
                      <a:pt x="194" y="197"/>
                    </a:cubicBezTo>
                    <a:cubicBezTo>
                      <a:pt x="185" y="197"/>
                      <a:pt x="176" y="201"/>
                      <a:pt x="164" y="209"/>
                    </a:cubicBezTo>
                    <a:cubicBezTo>
                      <a:pt x="93" y="258"/>
                      <a:pt x="39" y="427"/>
                      <a:pt x="39" y="427"/>
                    </a:cubicBezTo>
                    <a:cubicBezTo>
                      <a:pt x="110" y="438"/>
                      <a:pt x="175" y="487"/>
                      <a:pt x="208" y="552"/>
                    </a:cubicBezTo>
                    <a:cubicBezTo>
                      <a:pt x="262" y="667"/>
                      <a:pt x="289" y="645"/>
                      <a:pt x="273" y="765"/>
                    </a:cubicBezTo>
                    <a:cubicBezTo>
                      <a:pt x="153" y="781"/>
                      <a:pt x="120" y="759"/>
                      <a:pt x="1" y="825"/>
                    </a:cubicBezTo>
                    <a:cubicBezTo>
                      <a:pt x="55" y="1114"/>
                      <a:pt x="153" y="1391"/>
                      <a:pt x="289" y="1648"/>
                    </a:cubicBezTo>
                    <a:lnTo>
                      <a:pt x="295" y="1735"/>
                    </a:lnTo>
                    <a:cubicBezTo>
                      <a:pt x="251" y="2323"/>
                      <a:pt x="704" y="2884"/>
                      <a:pt x="1270" y="3053"/>
                    </a:cubicBezTo>
                    <a:cubicBezTo>
                      <a:pt x="1405" y="3093"/>
                      <a:pt x="1543" y="3110"/>
                      <a:pt x="1682" y="3110"/>
                    </a:cubicBezTo>
                    <a:cubicBezTo>
                      <a:pt x="2038" y="3110"/>
                      <a:pt x="2402" y="3001"/>
                      <a:pt x="2747" y="2895"/>
                    </a:cubicBezTo>
                    <a:cubicBezTo>
                      <a:pt x="2807" y="2879"/>
                      <a:pt x="2970" y="2803"/>
                      <a:pt x="2987" y="2743"/>
                    </a:cubicBezTo>
                    <a:cubicBezTo>
                      <a:pt x="3047" y="2541"/>
                      <a:pt x="2916" y="2443"/>
                      <a:pt x="2910" y="2389"/>
                    </a:cubicBezTo>
                    <a:cubicBezTo>
                      <a:pt x="2790" y="1773"/>
                      <a:pt x="2496" y="1375"/>
                      <a:pt x="1940" y="1092"/>
                    </a:cubicBezTo>
                    <a:cubicBezTo>
                      <a:pt x="1739" y="983"/>
                      <a:pt x="1570" y="917"/>
                      <a:pt x="1570" y="917"/>
                    </a:cubicBezTo>
                    <a:cubicBezTo>
                      <a:pt x="1592" y="857"/>
                      <a:pt x="1575" y="792"/>
                      <a:pt x="1537" y="743"/>
                    </a:cubicBezTo>
                    <a:cubicBezTo>
                      <a:pt x="1526" y="667"/>
                      <a:pt x="1570" y="541"/>
                      <a:pt x="1537" y="438"/>
                    </a:cubicBezTo>
                    <a:cubicBezTo>
                      <a:pt x="1474" y="264"/>
                      <a:pt x="1384" y="228"/>
                      <a:pt x="1319" y="228"/>
                    </a:cubicBezTo>
                    <a:cubicBezTo>
                      <a:pt x="1271" y="228"/>
                      <a:pt x="1238" y="247"/>
                      <a:pt x="1238" y="247"/>
                    </a:cubicBezTo>
                    <a:cubicBezTo>
                      <a:pt x="1238" y="247"/>
                      <a:pt x="1020" y="101"/>
                      <a:pt x="843" y="101"/>
                    </a:cubicBezTo>
                    <a:cubicBezTo>
                      <a:pt x="796" y="101"/>
                      <a:pt x="751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91" name="Google Shape;5691;p67"/>
          <p:cNvGrpSpPr/>
          <p:nvPr/>
        </p:nvGrpSpPr>
        <p:grpSpPr>
          <a:xfrm>
            <a:off x="2925871" y="2837181"/>
            <a:ext cx="2132746" cy="348002"/>
            <a:chOff x="2925871" y="2837181"/>
            <a:chExt cx="2132746" cy="348002"/>
          </a:xfrm>
        </p:grpSpPr>
        <p:grpSp>
          <p:nvGrpSpPr>
            <p:cNvPr id="5692" name="Google Shape;5692;p67"/>
            <p:cNvGrpSpPr/>
            <p:nvPr/>
          </p:nvGrpSpPr>
          <p:grpSpPr>
            <a:xfrm>
              <a:off x="2925871" y="2837181"/>
              <a:ext cx="2132746" cy="348002"/>
              <a:chOff x="2925871" y="2837181"/>
              <a:chExt cx="2132746" cy="348002"/>
            </a:xfrm>
          </p:grpSpPr>
          <p:sp>
            <p:nvSpPr>
              <p:cNvPr id="5693" name="Google Shape;5693;p67"/>
              <p:cNvSpPr/>
              <p:nvPr/>
            </p:nvSpPr>
            <p:spPr>
              <a:xfrm>
                <a:off x="2986196" y="2942669"/>
                <a:ext cx="175871" cy="137053"/>
              </a:xfrm>
              <a:custGeom>
                <a:rect b="b" l="l" r="r" t="t"/>
                <a:pathLst>
                  <a:path extrusionOk="0" h="5423" w="6959">
                    <a:moveTo>
                      <a:pt x="0" y="0"/>
                    </a:moveTo>
                    <a:lnTo>
                      <a:pt x="0" y="5422"/>
                    </a:lnTo>
                    <a:lnTo>
                      <a:pt x="6959" y="5422"/>
                    </a:lnTo>
                    <a:lnTo>
                      <a:pt x="6959" y="0"/>
                    </a:ln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" name="Google Shape;5694;p67"/>
              <p:cNvSpPr/>
              <p:nvPr/>
            </p:nvSpPr>
            <p:spPr>
              <a:xfrm>
                <a:off x="4537776" y="3000366"/>
                <a:ext cx="520841" cy="21633"/>
              </a:xfrm>
              <a:custGeom>
                <a:rect b="b" l="l" r="r" t="t"/>
                <a:pathLst>
                  <a:path extrusionOk="0" h="856" w="20609">
                    <a:moveTo>
                      <a:pt x="0" y="0"/>
                    </a:moveTo>
                    <a:lnTo>
                      <a:pt x="0" y="856"/>
                    </a:lnTo>
                    <a:lnTo>
                      <a:pt x="20608" y="856"/>
                    </a:lnTo>
                    <a:lnTo>
                      <a:pt x="19540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" name="Google Shape;5695;p67"/>
              <p:cNvSpPr/>
              <p:nvPr/>
            </p:nvSpPr>
            <p:spPr>
              <a:xfrm>
                <a:off x="4476490" y="2956998"/>
                <a:ext cx="148046" cy="108242"/>
              </a:xfrm>
              <a:custGeom>
                <a:rect b="b" l="l" r="r" t="t"/>
                <a:pathLst>
                  <a:path extrusionOk="0" h="4283" w="5858">
                    <a:moveTo>
                      <a:pt x="0" y="0"/>
                    </a:moveTo>
                    <a:lnTo>
                      <a:pt x="0" y="4283"/>
                    </a:lnTo>
                    <a:lnTo>
                      <a:pt x="4142" y="4283"/>
                    </a:lnTo>
                    <a:cubicBezTo>
                      <a:pt x="5090" y="4283"/>
                      <a:pt x="5858" y="3515"/>
                      <a:pt x="5858" y="2572"/>
                    </a:cubicBezTo>
                    <a:lnTo>
                      <a:pt x="5858" y="1716"/>
                    </a:lnTo>
                    <a:cubicBezTo>
                      <a:pt x="5858" y="768"/>
                      <a:pt x="5090" y="0"/>
                      <a:pt x="4142" y="0"/>
                    </a:cubicBez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" name="Google Shape;5696;p67"/>
              <p:cNvSpPr/>
              <p:nvPr/>
            </p:nvSpPr>
            <p:spPr>
              <a:xfrm>
                <a:off x="3210237" y="2901626"/>
                <a:ext cx="1252505" cy="219113"/>
              </a:xfrm>
              <a:custGeom>
                <a:rect b="b" l="l" r="r" t="t"/>
                <a:pathLst>
                  <a:path extrusionOk="0" h="8670" w="49560">
                    <a:moveTo>
                      <a:pt x="1" y="1"/>
                    </a:moveTo>
                    <a:lnTo>
                      <a:pt x="1" y="8670"/>
                    </a:lnTo>
                    <a:lnTo>
                      <a:pt x="47843" y="8670"/>
                    </a:lnTo>
                    <a:cubicBezTo>
                      <a:pt x="48791" y="8670"/>
                      <a:pt x="49559" y="7902"/>
                      <a:pt x="49559" y="6959"/>
                    </a:cubicBezTo>
                    <a:lnTo>
                      <a:pt x="49559" y="1711"/>
                    </a:lnTo>
                    <a:cubicBezTo>
                      <a:pt x="49559" y="763"/>
                      <a:pt x="48791" y="1"/>
                      <a:pt x="4784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" name="Google Shape;5697;p67"/>
              <p:cNvSpPr/>
              <p:nvPr/>
            </p:nvSpPr>
            <p:spPr>
              <a:xfrm>
                <a:off x="3161764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4" y="13770"/>
                      <a:pt x="2388" y="13231"/>
                      <a:pt x="2388" y="12577"/>
                    </a:cubicBezTo>
                    <a:lnTo>
                      <a:pt x="2388" y="1194"/>
                    </a:lnTo>
                    <a:cubicBezTo>
                      <a:pt x="2388" y="534"/>
                      <a:pt x="1854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" name="Google Shape;5698;p67"/>
              <p:cNvSpPr/>
              <p:nvPr/>
            </p:nvSpPr>
            <p:spPr>
              <a:xfrm>
                <a:off x="2925871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3" y="13770"/>
                      <a:pt x="2387" y="13231"/>
                      <a:pt x="2387" y="12577"/>
                    </a:cubicBezTo>
                    <a:lnTo>
                      <a:pt x="2387" y="1194"/>
                    </a:lnTo>
                    <a:cubicBezTo>
                      <a:pt x="2387" y="534"/>
                      <a:pt x="1853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67"/>
              <p:cNvSpPr/>
              <p:nvPr/>
            </p:nvSpPr>
            <p:spPr>
              <a:xfrm>
                <a:off x="4462717" y="2931650"/>
                <a:ext cx="27572" cy="159065"/>
              </a:xfrm>
              <a:custGeom>
                <a:rect b="b" l="l" r="r" t="t"/>
                <a:pathLst>
                  <a:path extrusionOk="0" h="6294" w="1091">
                    <a:moveTo>
                      <a:pt x="545" y="0"/>
                    </a:moveTo>
                    <a:cubicBezTo>
                      <a:pt x="246" y="0"/>
                      <a:pt x="0" y="240"/>
                      <a:pt x="0" y="545"/>
                    </a:cubicBezTo>
                    <a:lnTo>
                      <a:pt x="0" y="5749"/>
                    </a:lnTo>
                    <a:cubicBezTo>
                      <a:pt x="0" y="6049"/>
                      <a:pt x="246" y="6294"/>
                      <a:pt x="545" y="6294"/>
                    </a:cubicBezTo>
                    <a:cubicBezTo>
                      <a:pt x="845" y="6294"/>
                      <a:pt x="1090" y="6049"/>
                      <a:pt x="1090" y="5749"/>
                    </a:cubicBezTo>
                    <a:lnTo>
                      <a:pt x="1090" y="545"/>
                    </a:lnTo>
                    <a:cubicBezTo>
                      <a:pt x="1090" y="240"/>
                      <a:pt x="845" y="0"/>
                      <a:pt x="54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00" name="Google Shape;5700;p67"/>
            <p:cNvSpPr/>
            <p:nvPr/>
          </p:nvSpPr>
          <p:spPr>
            <a:xfrm>
              <a:off x="3222275" y="2920500"/>
              <a:ext cx="1214896" cy="181229"/>
            </a:xfrm>
            <a:custGeom>
              <a:rect b="b" l="l" r="r" t="t"/>
              <a:pathLst>
                <a:path extrusionOk="0" h="7171" w="49532">
                  <a:moveTo>
                    <a:pt x="0" y="0"/>
                  </a:moveTo>
                  <a:lnTo>
                    <a:pt x="0" y="7171"/>
                  </a:lnTo>
                  <a:lnTo>
                    <a:pt x="48567" y="7171"/>
                  </a:lnTo>
                  <a:cubicBezTo>
                    <a:pt x="49101" y="7171"/>
                    <a:pt x="49531" y="6740"/>
                    <a:pt x="49531" y="6206"/>
                  </a:cubicBezTo>
                  <a:lnTo>
                    <a:pt x="49531" y="964"/>
                  </a:lnTo>
                  <a:cubicBezTo>
                    <a:pt x="49531" y="430"/>
                    <a:pt x="49101" y="0"/>
                    <a:pt x="485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7"/>
            <p:cNvSpPr/>
            <p:nvPr/>
          </p:nvSpPr>
          <p:spPr>
            <a:xfrm>
              <a:off x="3222275" y="2920500"/>
              <a:ext cx="968006" cy="181381"/>
            </a:xfrm>
            <a:custGeom>
              <a:rect b="b" l="l" r="r" t="t"/>
              <a:pathLst>
                <a:path extrusionOk="0" h="7177" w="39762">
                  <a:moveTo>
                    <a:pt x="0" y="0"/>
                  </a:moveTo>
                  <a:lnTo>
                    <a:pt x="0" y="7176"/>
                  </a:lnTo>
                  <a:lnTo>
                    <a:pt x="39761" y="7176"/>
                  </a:lnTo>
                  <a:lnTo>
                    <a:pt x="39761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7"/>
            <p:cNvSpPr/>
            <p:nvPr/>
          </p:nvSpPr>
          <p:spPr>
            <a:xfrm>
              <a:off x="3222275" y="2920500"/>
              <a:ext cx="724118" cy="181381"/>
            </a:xfrm>
            <a:custGeom>
              <a:rect b="b" l="l" r="r" t="t"/>
              <a:pathLst>
                <a:path extrusionOk="0" h="7177" w="30112">
                  <a:moveTo>
                    <a:pt x="0" y="0"/>
                  </a:moveTo>
                  <a:lnTo>
                    <a:pt x="0" y="7176"/>
                  </a:lnTo>
                  <a:lnTo>
                    <a:pt x="30111" y="7176"/>
                  </a:lnTo>
                  <a:lnTo>
                    <a:pt x="3011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7"/>
            <p:cNvSpPr/>
            <p:nvPr/>
          </p:nvSpPr>
          <p:spPr>
            <a:xfrm>
              <a:off x="3222274" y="2920500"/>
              <a:ext cx="480243" cy="181381"/>
            </a:xfrm>
            <a:custGeom>
              <a:rect b="b" l="l" r="r" t="t"/>
              <a:pathLst>
                <a:path extrusionOk="0" h="7177" w="20462">
                  <a:moveTo>
                    <a:pt x="0" y="0"/>
                  </a:moveTo>
                  <a:lnTo>
                    <a:pt x="0" y="7176"/>
                  </a:lnTo>
                  <a:lnTo>
                    <a:pt x="20461" y="7176"/>
                  </a:lnTo>
                  <a:lnTo>
                    <a:pt x="2046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7"/>
            <p:cNvSpPr/>
            <p:nvPr/>
          </p:nvSpPr>
          <p:spPr>
            <a:xfrm>
              <a:off x="3222276" y="2920500"/>
              <a:ext cx="233593" cy="181381"/>
            </a:xfrm>
            <a:custGeom>
              <a:rect b="b" l="l" r="r" t="t"/>
              <a:pathLst>
                <a:path extrusionOk="0" h="7177" w="10703">
                  <a:moveTo>
                    <a:pt x="0" y="0"/>
                  </a:moveTo>
                  <a:lnTo>
                    <a:pt x="0" y="7176"/>
                  </a:lnTo>
                  <a:lnTo>
                    <a:pt x="10702" y="7176"/>
                  </a:lnTo>
                  <a:lnTo>
                    <a:pt x="10702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5" name="Google Shape;5705;p67"/>
          <p:cNvGrpSpPr/>
          <p:nvPr/>
        </p:nvGrpSpPr>
        <p:grpSpPr>
          <a:xfrm>
            <a:off x="3526573" y="3256553"/>
            <a:ext cx="447702" cy="1135923"/>
            <a:chOff x="3526573" y="3256553"/>
            <a:chExt cx="447702" cy="1135923"/>
          </a:xfrm>
        </p:grpSpPr>
        <p:sp>
          <p:nvSpPr>
            <p:cNvPr id="5706" name="Google Shape;5706;p67"/>
            <p:cNvSpPr/>
            <p:nvPr/>
          </p:nvSpPr>
          <p:spPr>
            <a:xfrm>
              <a:off x="3526573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07" name="Google Shape;5707;p67"/>
            <p:cNvGrpSpPr/>
            <p:nvPr/>
          </p:nvGrpSpPr>
          <p:grpSpPr>
            <a:xfrm>
              <a:off x="3539512" y="3261380"/>
              <a:ext cx="426827" cy="1112925"/>
              <a:chOff x="3539512" y="3261380"/>
              <a:chExt cx="426827" cy="1112925"/>
            </a:xfrm>
          </p:grpSpPr>
          <p:sp>
            <p:nvSpPr>
              <p:cNvPr id="5708" name="Google Shape;5708;p67"/>
              <p:cNvSpPr/>
              <p:nvPr/>
            </p:nvSpPr>
            <p:spPr>
              <a:xfrm>
                <a:off x="3539512" y="3319229"/>
                <a:ext cx="211809" cy="1054874"/>
              </a:xfrm>
              <a:custGeom>
                <a:rect b="b" l="l" r="r" t="t"/>
                <a:pathLst>
                  <a:path extrusionOk="0" h="41740" w="8381">
                    <a:moveTo>
                      <a:pt x="8125" y="3066"/>
                    </a:moveTo>
                    <a:lnTo>
                      <a:pt x="8125" y="3605"/>
                    </a:lnTo>
                    <a:cubicBezTo>
                      <a:pt x="7881" y="3629"/>
                      <a:pt x="7650" y="3720"/>
                      <a:pt x="7406" y="3720"/>
                    </a:cubicBezTo>
                    <a:cubicBezTo>
                      <a:pt x="7372" y="3720"/>
                      <a:pt x="7337" y="3718"/>
                      <a:pt x="7302" y="3714"/>
                    </a:cubicBezTo>
                    <a:lnTo>
                      <a:pt x="7308" y="3714"/>
                    </a:lnTo>
                    <a:cubicBezTo>
                      <a:pt x="7373" y="3654"/>
                      <a:pt x="7433" y="3589"/>
                      <a:pt x="7493" y="3523"/>
                    </a:cubicBezTo>
                    <a:cubicBezTo>
                      <a:pt x="7667" y="3333"/>
                      <a:pt x="7885" y="3175"/>
                      <a:pt x="8125" y="3066"/>
                    </a:cubicBezTo>
                    <a:close/>
                    <a:moveTo>
                      <a:pt x="3308" y="11130"/>
                    </a:moveTo>
                    <a:cubicBezTo>
                      <a:pt x="3226" y="11408"/>
                      <a:pt x="3117" y="11675"/>
                      <a:pt x="2981" y="11926"/>
                    </a:cubicBezTo>
                    <a:cubicBezTo>
                      <a:pt x="2856" y="12171"/>
                      <a:pt x="2741" y="12449"/>
                      <a:pt x="2545" y="12645"/>
                    </a:cubicBezTo>
                    <a:cubicBezTo>
                      <a:pt x="2536" y="12654"/>
                      <a:pt x="2546" y="12663"/>
                      <a:pt x="2552" y="12663"/>
                    </a:cubicBezTo>
                    <a:cubicBezTo>
                      <a:pt x="2554" y="12663"/>
                      <a:pt x="2555" y="12662"/>
                      <a:pt x="2556" y="12661"/>
                    </a:cubicBezTo>
                    <a:cubicBezTo>
                      <a:pt x="2676" y="12574"/>
                      <a:pt x="2779" y="12471"/>
                      <a:pt x="2861" y="12351"/>
                    </a:cubicBezTo>
                    <a:cubicBezTo>
                      <a:pt x="2861" y="12356"/>
                      <a:pt x="2861" y="12362"/>
                      <a:pt x="2861" y="12362"/>
                    </a:cubicBezTo>
                    <a:cubicBezTo>
                      <a:pt x="2883" y="12487"/>
                      <a:pt x="2894" y="12612"/>
                      <a:pt x="2894" y="12738"/>
                    </a:cubicBezTo>
                    <a:cubicBezTo>
                      <a:pt x="2769" y="12847"/>
                      <a:pt x="2676" y="12950"/>
                      <a:pt x="2512" y="13010"/>
                    </a:cubicBezTo>
                    <a:cubicBezTo>
                      <a:pt x="2414" y="13043"/>
                      <a:pt x="2322" y="13092"/>
                      <a:pt x="2240" y="13157"/>
                    </a:cubicBezTo>
                    <a:cubicBezTo>
                      <a:pt x="2186" y="13201"/>
                      <a:pt x="2136" y="13255"/>
                      <a:pt x="2093" y="13310"/>
                    </a:cubicBezTo>
                    <a:cubicBezTo>
                      <a:pt x="2169" y="12912"/>
                      <a:pt x="2305" y="12525"/>
                      <a:pt x="2491" y="12165"/>
                    </a:cubicBezTo>
                    <a:cubicBezTo>
                      <a:pt x="2692" y="11779"/>
                      <a:pt x="3003" y="11452"/>
                      <a:pt x="3308" y="11130"/>
                    </a:cubicBezTo>
                    <a:close/>
                    <a:moveTo>
                      <a:pt x="8147" y="13277"/>
                    </a:moveTo>
                    <a:lnTo>
                      <a:pt x="8147" y="14143"/>
                    </a:lnTo>
                    <a:cubicBezTo>
                      <a:pt x="8140" y="14142"/>
                      <a:pt x="8133" y="14141"/>
                      <a:pt x="8127" y="14141"/>
                    </a:cubicBezTo>
                    <a:cubicBezTo>
                      <a:pt x="8109" y="14141"/>
                      <a:pt x="8094" y="14147"/>
                      <a:pt x="8081" y="14160"/>
                    </a:cubicBezTo>
                    <a:cubicBezTo>
                      <a:pt x="8010" y="14231"/>
                      <a:pt x="7929" y="14296"/>
                      <a:pt x="7842" y="14350"/>
                    </a:cubicBezTo>
                    <a:cubicBezTo>
                      <a:pt x="7591" y="14192"/>
                      <a:pt x="7444" y="14023"/>
                      <a:pt x="7122" y="14018"/>
                    </a:cubicBezTo>
                    <a:cubicBezTo>
                      <a:pt x="7111" y="14017"/>
                      <a:pt x="7099" y="14016"/>
                      <a:pt x="7087" y="14016"/>
                    </a:cubicBezTo>
                    <a:cubicBezTo>
                      <a:pt x="7055" y="14016"/>
                      <a:pt x="7023" y="14021"/>
                      <a:pt x="6992" y="14029"/>
                    </a:cubicBezTo>
                    <a:cubicBezTo>
                      <a:pt x="7117" y="13882"/>
                      <a:pt x="7237" y="13735"/>
                      <a:pt x="7411" y="13626"/>
                    </a:cubicBezTo>
                    <a:cubicBezTo>
                      <a:pt x="7645" y="13484"/>
                      <a:pt x="7918" y="13430"/>
                      <a:pt x="8147" y="13277"/>
                    </a:cubicBezTo>
                    <a:close/>
                    <a:moveTo>
                      <a:pt x="3172" y="11817"/>
                    </a:moveTo>
                    <a:cubicBezTo>
                      <a:pt x="3166" y="12040"/>
                      <a:pt x="3183" y="12263"/>
                      <a:pt x="3210" y="12487"/>
                    </a:cubicBezTo>
                    <a:cubicBezTo>
                      <a:pt x="3243" y="12825"/>
                      <a:pt x="3172" y="13184"/>
                      <a:pt x="3134" y="13522"/>
                    </a:cubicBezTo>
                    <a:cubicBezTo>
                      <a:pt x="3068" y="14171"/>
                      <a:pt x="2976" y="14835"/>
                      <a:pt x="2774" y="15457"/>
                    </a:cubicBezTo>
                    <a:cubicBezTo>
                      <a:pt x="2741" y="15560"/>
                      <a:pt x="2703" y="15664"/>
                      <a:pt x="2670" y="15767"/>
                    </a:cubicBezTo>
                    <a:cubicBezTo>
                      <a:pt x="2616" y="15566"/>
                      <a:pt x="2507" y="15375"/>
                      <a:pt x="2469" y="15173"/>
                    </a:cubicBezTo>
                    <a:cubicBezTo>
                      <a:pt x="2403" y="14765"/>
                      <a:pt x="2540" y="14350"/>
                      <a:pt x="2681" y="13974"/>
                    </a:cubicBezTo>
                    <a:cubicBezTo>
                      <a:pt x="2888" y="13440"/>
                      <a:pt x="3079" y="12928"/>
                      <a:pt x="2948" y="12345"/>
                    </a:cubicBezTo>
                    <a:cubicBezTo>
                      <a:pt x="2941" y="12327"/>
                      <a:pt x="2926" y="12316"/>
                      <a:pt x="2910" y="12316"/>
                    </a:cubicBezTo>
                    <a:cubicBezTo>
                      <a:pt x="2903" y="12316"/>
                      <a:pt x="2895" y="12318"/>
                      <a:pt x="2888" y="12323"/>
                    </a:cubicBezTo>
                    <a:cubicBezTo>
                      <a:pt x="2997" y="12165"/>
                      <a:pt x="3090" y="11996"/>
                      <a:pt x="3172" y="11817"/>
                    </a:cubicBezTo>
                    <a:close/>
                    <a:moveTo>
                      <a:pt x="8141" y="15010"/>
                    </a:moveTo>
                    <a:cubicBezTo>
                      <a:pt x="8141" y="15315"/>
                      <a:pt x="8136" y="15620"/>
                      <a:pt x="8136" y="15925"/>
                    </a:cubicBezTo>
                    <a:lnTo>
                      <a:pt x="8141" y="15925"/>
                    </a:lnTo>
                    <a:cubicBezTo>
                      <a:pt x="7624" y="16268"/>
                      <a:pt x="7144" y="16644"/>
                      <a:pt x="6877" y="17227"/>
                    </a:cubicBezTo>
                    <a:cubicBezTo>
                      <a:pt x="6741" y="17538"/>
                      <a:pt x="6725" y="17892"/>
                      <a:pt x="6725" y="18230"/>
                    </a:cubicBezTo>
                    <a:cubicBezTo>
                      <a:pt x="6550" y="18257"/>
                      <a:pt x="6392" y="18257"/>
                      <a:pt x="6212" y="18328"/>
                    </a:cubicBezTo>
                    <a:cubicBezTo>
                      <a:pt x="6136" y="18355"/>
                      <a:pt x="6065" y="18394"/>
                      <a:pt x="6000" y="18443"/>
                    </a:cubicBezTo>
                    <a:cubicBezTo>
                      <a:pt x="6191" y="17026"/>
                      <a:pt x="7275" y="16056"/>
                      <a:pt x="8141" y="15010"/>
                    </a:cubicBezTo>
                    <a:close/>
                    <a:moveTo>
                      <a:pt x="2883" y="12912"/>
                    </a:moveTo>
                    <a:cubicBezTo>
                      <a:pt x="2839" y="13397"/>
                      <a:pt x="2649" y="13827"/>
                      <a:pt x="2496" y="14323"/>
                    </a:cubicBezTo>
                    <a:cubicBezTo>
                      <a:pt x="2403" y="14596"/>
                      <a:pt x="2376" y="14890"/>
                      <a:pt x="2398" y="15179"/>
                    </a:cubicBezTo>
                    <a:cubicBezTo>
                      <a:pt x="2425" y="15424"/>
                      <a:pt x="2583" y="15636"/>
                      <a:pt x="2632" y="15865"/>
                    </a:cubicBezTo>
                    <a:cubicBezTo>
                      <a:pt x="2485" y="16279"/>
                      <a:pt x="2322" y="16672"/>
                      <a:pt x="2202" y="17091"/>
                    </a:cubicBezTo>
                    <a:lnTo>
                      <a:pt x="2207" y="17091"/>
                    </a:lnTo>
                    <a:cubicBezTo>
                      <a:pt x="2049" y="17636"/>
                      <a:pt x="1968" y="18203"/>
                      <a:pt x="1962" y="18770"/>
                    </a:cubicBezTo>
                    <a:cubicBezTo>
                      <a:pt x="1946" y="18873"/>
                      <a:pt x="1919" y="18971"/>
                      <a:pt x="1891" y="19069"/>
                    </a:cubicBezTo>
                    <a:cubicBezTo>
                      <a:pt x="1820" y="19140"/>
                      <a:pt x="1744" y="19205"/>
                      <a:pt x="1657" y="19249"/>
                    </a:cubicBezTo>
                    <a:cubicBezTo>
                      <a:pt x="1722" y="18682"/>
                      <a:pt x="1641" y="18088"/>
                      <a:pt x="1673" y="17516"/>
                    </a:cubicBezTo>
                    <a:cubicBezTo>
                      <a:pt x="1711" y="16808"/>
                      <a:pt x="1733" y="16100"/>
                      <a:pt x="1766" y="15391"/>
                    </a:cubicBezTo>
                    <a:cubicBezTo>
                      <a:pt x="1788" y="14868"/>
                      <a:pt x="1799" y="14334"/>
                      <a:pt x="1962" y="13827"/>
                    </a:cubicBezTo>
                    <a:cubicBezTo>
                      <a:pt x="2033" y="13582"/>
                      <a:pt x="2180" y="13364"/>
                      <a:pt x="2382" y="13201"/>
                    </a:cubicBezTo>
                    <a:cubicBezTo>
                      <a:pt x="2485" y="13119"/>
                      <a:pt x="2643" y="13097"/>
                      <a:pt x="2758" y="13026"/>
                    </a:cubicBezTo>
                    <a:cubicBezTo>
                      <a:pt x="2801" y="12994"/>
                      <a:pt x="2845" y="12955"/>
                      <a:pt x="2883" y="12912"/>
                    </a:cubicBezTo>
                    <a:close/>
                    <a:moveTo>
                      <a:pt x="4202" y="37274"/>
                    </a:moveTo>
                    <a:lnTo>
                      <a:pt x="4202" y="37274"/>
                    </a:lnTo>
                    <a:cubicBezTo>
                      <a:pt x="4240" y="37351"/>
                      <a:pt x="4289" y="37421"/>
                      <a:pt x="4349" y="37481"/>
                    </a:cubicBezTo>
                    <a:cubicBezTo>
                      <a:pt x="4469" y="37628"/>
                      <a:pt x="4561" y="37792"/>
                      <a:pt x="4616" y="37972"/>
                    </a:cubicBezTo>
                    <a:cubicBezTo>
                      <a:pt x="4262" y="38500"/>
                      <a:pt x="4463" y="39111"/>
                      <a:pt x="4420" y="39699"/>
                    </a:cubicBezTo>
                    <a:cubicBezTo>
                      <a:pt x="4398" y="40037"/>
                      <a:pt x="4332" y="40364"/>
                      <a:pt x="4109" y="40625"/>
                    </a:cubicBezTo>
                    <a:cubicBezTo>
                      <a:pt x="3880" y="40881"/>
                      <a:pt x="3379" y="41050"/>
                      <a:pt x="3014" y="41078"/>
                    </a:cubicBezTo>
                    <a:cubicBezTo>
                      <a:pt x="3090" y="40936"/>
                      <a:pt x="3155" y="40789"/>
                      <a:pt x="3215" y="40642"/>
                    </a:cubicBezTo>
                    <a:cubicBezTo>
                      <a:pt x="3313" y="40380"/>
                      <a:pt x="3308" y="40091"/>
                      <a:pt x="3297" y="39813"/>
                    </a:cubicBezTo>
                    <a:cubicBezTo>
                      <a:pt x="3493" y="39525"/>
                      <a:pt x="3662" y="39225"/>
                      <a:pt x="3809" y="38914"/>
                    </a:cubicBezTo>
                    <a:cubicBezTo>
                      <a:pt x="3831" y="39394"/>
                      <a:pt x="3896" y="39868"/>
                      <a:pt x="3847" y="40353"/>
                    </a:cubicBezTo>
                    <a:cubicBezTo>
                      <a:pt x="3847" y="40361"/>
                      <a:pt x="3854" y="40365"/>
                      <a:pt x="3862" y="40365"/>
                    </a:cubicBezTo>
                    <a:cubicBezTo>
                      <a:pt x="3869" y="40365"/>
                      <a:pt x="3877" y="40361"/>
                      <a:pt x="3880" y="40353"/>
                    </a:cubicBezTo>
                    <a:cubicBezTo>
                      <a:pt x="3956" y="39824"/>
                      <a:pt x="3896" y="39290"/>
                      <a:pt x="3880" y="38756"/>
                    </a:cubicBezTo>
                    <a:cubicBezTo>
                      <a:pt x="3956" y="38582"/>
                      <a:pt x="4022" y="38408"/>
                      <a:pt x="4076" y="38228"/>
                    </a:cubicBezTo>
                    <a:cubicBezTo>
                      <a:pt x="4169" y="37917"/>
                      <a:pt x="4207" y="37596"/>
                      <a:pt x="4202" y="37274"/>
                    </a:cubicBezTo>
                    <a:close/>
                    <a:moveTo>
                      <a:pt x="8201" y="1"/>
                    </a:moveTo>
                    <a:cubicBezTo>
                      <a:pt x="8194" y="1"/>
                      <a:pt x="8188" y="3"/>
                      <a:pt x="8185" y="9"/>
                    </a:cubicBezTo>
                    <a:cubicBezTo>
                      <a:pt x="8174" y="194"/>
                      <a:pt x="8163" y="1534"/>
                      <a:pt x="8152" y="1720"/>
                    </a:cubicBezTo>
                    <a:cubicBezTo>
                      <a:pt x="8045" y="1623"/>
                      <a:pt x="7903" y="1583"/>
                      <a:pt x="7752" y="1583"/>
                    </a:cubicBezTo>
                    <a:cubicBezTo>
                      <a:pt x="7444" y="1583"/>
                      <a:pt x="7098" y="1749"/>
                      <a:pt x="6926" y="1943"/>
                    </a:cubicBezTo>
                    <a:cubicBezTo>
                      <a:pt x="6922" y="1948"/>
                      <a:pt x="6928" y="1955"/>
                      <a:pt x="6933" y="1955"/>
                    </a:cubicBezTo>
                    <a:cubicBezTo>
                      <a:pt x="6935" y="1955"/>
                      <a:pt x="6936" y="1955"/>
                      <a:pt x="6937" y="1954"/>
                    </a:cubicBezTo>
                    <a:cubicBezTo>
                      <a:pt x="7148" y="1771"/>
                      <a:pt x="7424" y="1656"/>
                      <a:pt x="7697" y="1656"/>
                    </a:cubicBezTo>
                    <a:cubicBezTo>
                      <a:pt x="7855" y="1656"/>
                      <a:pt x="8011" y="1694"/>
                      <a:pt x="8152" y="1780"/>
                    </a:cubicBezTo>
                    <a:cubicBezTo>
                      <a:pt x="8147" y="1894"/>
                      <a:pt x="8141" y="2003"/>
                      <a:pt x="8136" y="2117"/>
                    </a:cubicBezTo>
                    <a:cubicBezTo>
                      <a:pt x="8004" y="2045"/>
                      <a:pt x="7845" y="2007"/>
                      <a:pt x="7688" y="2007"/>
                    </a:cubicBezTo>
                    <a:cubicBezTo>
                      <a:pt x="7501" y="2007"/>
                      <a:pt x="7316" y="2062"/>
                      <a:pt x="7182" y="2177"/>
                    </a:cubicBezTo>
                    <a:cubicBezTo>
                      <a:pt x="7182" y="2183"/>
                      <a:pt x="7182" y="2188"/>
                      <a:pt x="7188" y="2188"/>
                    </a:cubicBezTo>
                    <a:cubicBezTo>
                      <a:pt x="7325" y="2100"/>
                      <a:pt x="7481" y="2053"/>
                      <a:pt x="7640" y="2053"/>
                    </a:cubicBezTo>
                    <a:cubicBezTo>
                      <a:pt x="7715" y="2053"/>
                      <a:pt x="7790" y="2064"/>
                      <a:pt x="7863" y="2085"/>
                    </a:cubicBezTo>
                    <a:cubicBezTo>
                      <a:pt x="7809" y="2128"/>
                      <a:pt x="7765" y="2199"/>
                      <a:pt x="7716" y="2248"/>
                    </a:cubicBezTo>
                    <a:cubicBezTo>
                      <a:pt x="7629" y="2335"/>
                      <a:pt x="7520" y="2390"/>
                      <a:pt x="7400" y="2401"/>
                    </a:cubicBezTo>
                    <a:cubicBezTo>
                      <a:pt x="7395" y="2401"/>
                      <a:pt x="7395" y="2406"/>
                      <a:pt x="7400" y="2406"/>
                    </a:cubicBezTo>
                    <a:cubicBezTo>
                      <a:pt x="7408" y="2407"/>
                      <a:pt x="7417" y="2407"/>
                      <a:pt x="7425" y="2407"/>
                    </a:cubicBezTo>
                    <a:cubicBezTo>
                      <a:pt x="7515" y="2407"/>
                      <a:pt x="7603" y="2380"/>
                      <a:pt x="7678" y="2330"/>
                    </a:cubicBezTo>
                    <a:cubicBezTo>
                      <a:pt x="7771" y="2270"/>
                      <a:pt x="7852" y="2188"/>
                      <a:pt x="7918" y="2096"/>
                    </a:cubicBezTo>
                    <a:cubicBezTo>
                      <a:pt x="7994" y="2117"/>
                      <a:pt x="8070" y="2139"/>
                      <a:pt x="8147" y="2172"/>
                    </a:cubicBezTo>
                    <a:cubicBezTo>
                      <a:pt x="8141" y="2297"/>
                      <a:pt x="8136" y="2423"/>
                      <a:pt x="8136" y="2542"/>
                    </a:cubicBezTo>
                    <a:cubicBezTo>
                      <a:pt x="7901" y="2553"/>
                      <a:pt x="7689" y="2662"/>
                      <a:pt x="7476" y="2750"/>
                    </a:cubicBezTo>
                    <a:cubicBezTo>
                      <a:pt x="7452" y="2754"/>
                      <a:pt x="7458" y="2789"/>
                      <a:pt x="7479" y="2789"/>
                    </a:cubicBezTo>
                    <a:cubicBezTo>
                      <a:pt x="7482" y="2789"/>
                      <a:pt x="7484" y="2789"/>
                      <a:pt x="7487" y="2788"/>
                    </a:cubicBezTo>
                    <a:cubicBezTo>
                      <a:pt x="7694" y="2706"/>
                      <a:pt x="7912" y="2641"/>
                      <a:pt x="8130" y="2597"/>
                    </a:cubicBezTo>
                    <a:lnTo>
                      <a:pt x="8130" y="2597"/>
                    </a:lnTo>
                    <a:cubicBezTo>
                      <a:pt x="8130" y="2722"/>
                      <a:pt x="8130" y="2842"/>
                      <a:pt x="8125" y="2962"/>
                    </a:cubicBezTo>
                    <a:cubicBezTo>
                      <a:pt x="7357" y="3322"/>
                      <a:pt x="6953" y="4188"/>
                      <a:pt x="6027" y="4237"/>
                    </a:cubicBezTo>
                    <a:cubicBezTo>
                      <a:pt x="6005" y="4237"/>
                      <a:pt x="6005" y="4270"/>
                      <a:pt x="6027" y="4270"/>
                    </a:cubicBezTo>
                    <a:cubicBezTo>
                      <a:pt x="6403" y="4221"/>
                      <a:pt x="6768" y="4090"/>
                      <a:pt x="7084" y="3883"/>
                    </a:cubicBezTo>
                    <a:cubicBezTo>
                      <a:pt x="7139" y="3845"/>
                      <a:pt x="7188" y="3812"/>
                      <a:pt x="7237" y="3769"/>
                    </a:cubicBezTo>
                    <a:cubicBezTo>
                      <a:pt x="7303" y="3785"/>
                      <a:pt x="7368" y="3791"/>
                      <a:pt x="7431" y="3791"/>
                    </a:cubicBezTo>
                    <a:cubicBezTo>
                      <a:pt x="7665" y="3791"/>
                      <a:pt x="7885" y="3702"/>
                      <a:pt x="8125" y="3676"/>
                    </a:cubicBezTo>
                    <a:lnTo>
                      <a:pt x="8125" y="3807"/>
                    </a:lnTo>
                    <a:lnTo>
                      <a:pt x="8114" y="3807"/>
                    </a:lnTo>
                    <a:cubicBezTo>
                      <a:pt x="7994" y="3910"/>
                      <a:pt x="7874" y="4019"/>
                      <a:pt x="7765" y="4139"/>
                    </a:cubicBezTo>
                    <a:cubicBezTo>
                      <a:pt x="7771" y="4128"/>
                      <a:pt x="7765" y="4123"/>
                      <a:pt x="7760" y="4117"/>
                    </a:cubicBezTo>
                    <a:cubicBezTo>
                      <a:pt x="7685" y="4083"/>
                      <a:pt x="7608" y="4070"/>
                      <a:pt x="7531" y="4070"/>
                    </a:cubicBezTo>
                    <a:cubicBezTo>
                      <a:pt x="7172" y="4070"/>
                      <a:pt x="6796" y="4371"/>
                      <a:pt x="6447" y="4384"/>
                    </a:cubicBezTo>
                    <a:cubicBezTo>
                      <a:pt x="6419" y="4384"/>
                      <a:pt x="6425" y="4428"/>
                      <a:pt x="6447" y="4428"/>
                    </a:cubicBezTo>
                    <a:cubicBezTo>
                      <a:pt x="6878" y="4423"/>
                      <a:pt x="7232" y="4147"/>
                      <a:pt x="7663" y="4147"/>
                    </a:cubicBezTo>
                    <a:cubicBezTo>
                      <a:pt x="7690" y="4147"/>
                      <a:pt x="7716" y="4148"/>
                      <a:pt x="7743" y="4150"/>
                    </a:cubicBezTo>
                    <a:lnTo>
                      <a:pt x="7749" y="4150"/>
                    </a:lnTo>
                    <a:cubicBezTo>
                      <a:pt x="7515" y="4390"/>
                      <a:pt x="7286" y="4619"/>
                      <a:pt x="6926" y="4689"/>
                    </a:cubicBezTo>
                    <a:cubicBezTo>
                      <a:pt x="6800" y="4714"/>
                      <a:pt x="6672" y="4723"/>
                      <a:pt x="6543" y="4723"/>
                    </a:cubicBezTo>
                    <a:cubicBezTo>
                      <a:pt x="6190" y="4723"/>
                      <a:pt x="5829" y="4655"/>
                      <a:pt x="5482" y="4651"/>
                    </a:cubicBezTo>
                    <a:cubicBezTo>
                      <a:pt x="5455" y="4651"/>
                      <a:pt x="5460" y="4695"/>
                      <a:pt x="5488" y="4695"/>
                    </a:cubicBezTo>
                    <a:cubicBezTo>
                      <a:pt x="5832" y="4702"/>
                      <a:pt x="6204" y="4777"/>
                      <a:pt x="6564" y="4777"/>
                    </a:cubicBezTo>
                    <a:cubicBezTo>
                      <a:pt x="6729" y="4777"/>
                      <a:pt x="6891" y="4761"/>
                      <a:pt x="7046" y="4717"/>
                    </a:cubicBezTo>
                    <a:cubicBezTo>
                      <a:pt x="7509" y="4591"/>
                      <a:pt x="7787" y="4204"/>
                      <a:pt x="8119" y="3883"/>
                    </a:cubicBezTo>
                    <a:cubicBezTo>
                      <a:pt x="8119" y="4101"/>
                      <a:pt x="8125" y="4319"/>
                      <a:pt x="8130" y="4537"/>
                    </a:cubicBezTo>
                    <a:lnTo>
                      <a:pt x="8125" y="4537"/>
                    </a:lnTo>
                    <a:cubicBezTo>
                      <a:pt x="7891" y="4668"/>
                      <a:pt x="7667" y="4722"/>
                      <a:pt x="7466" y="4902"/>
                    </a:cubicBezTo>
                    <a:cubicBezTo>
                      <a:pt x="7313" y="5044"/>
                      <a:pt x="7166" y="5174"/>
                      <a:pt x="6970" y="5229"/>
                    </a:cubicBezTo>
                    <a:cubicBezTo>
                      <a:pt x="6463" y="4973"/>
                      <a:pt x="5782" y="4984"/>
                      <a:pt x="5237" y="4935"/>
                    </a:cubicBezTo>
                    <a:cubicBezTo>
                      <a:pt x="5215" y="4935"/>
                      <a:pt x="5210" y="4967"/>
                      <a:pt x="5231" y="4967"/>
                    </a:cubicBezTo>
                    <a:cubicBezTo>
                      <a:pt x="5482" y="5005"/>
                      <a:pt x="5733" y="5044"/>
                      <a:pt x="5978" y="5076"/>
                    </a:cubicBezTo>
                    <a:cubicBezTo>
                      <a:pt x="6272" y="5120"/>
                      <a:pt x="6577" y="5131"/>
                      <a:pt x="6850" y="5251"/>
                    </a:cubicBezTo>
                    <a:lnTo>
                      <a:pt x="6833" y="5251"/>
                    </a:lnTo>
                    <a:cubicBezTo>
                      <a:pt x="6777" y="5258"/>
                      <a:pt x="6720" y="5260"/>
                      <a:pt x="6663" y="5260"/>
                    </a:cubicBezTo>
                    <a:cubicBezTo>
                      <a:pt x="6549" y="5260"/>
                      <a:pt x="6434" y="5251"/>
                      <a:pt x="6321" y="5251"/>
                    </a:cubicBezTo>
                    <a:cubicBezTo>
                      <a:pt x="6141" y="5262"/>
                      <a:pt x="5967" y="5300"/>
                      <a:pt x="5793" y="5360"/>
                    </a:cubicBezTo>
                    <a:cubicBezTo>
                      <a:pt x="5548" y="5218"/>
                      <a:pt x="5231" y="5283"/>
                      <a:pt x="4964" y="5180"/>
                    </a:cubicBezTo>
                    <a:cubicBezTo>
                      <a:pt x="4961" y="5178"/>
                      <a:pt x="4958" y="5178"/>
                      <a:pt x="4955" y="5178"/>
                    </a:cubicBezTo>
                    <a:cubicBezTo>
                      <a:pt x="4933" y="5178"/>
                      <a:pt x="4919" y="5209"/>
                      <a:pt x="4948" y="5223"/>
                    </a:cubicBezTo>
                    <a:cubicBezTo>
                      <a:pt x="5182" y="5321"/>
                      <a:pt x="5449" y="5300"/>
                      <a:pt x="5684" y="5398"/>
                    </a:cubicBezTo>
                    <a:lnTo>
                      <a:pt x="5673" y="5398"/>
                    </a:lnTo>
                    <a:cubicBezTo>
                      <a:pt x="5668" y="5396"/>
                      <a:pt x="5664" y="5396"/>
                      <a:pt x="5660" y="5396"/>
                    </a:cubicBezTo>
                    <a:cubicBezTo>
                      <a:pt x="5648" y="5396"/>
                      <a:pt x="5637" y="5401"/>
                      <a:pt x="5629" y="5409"/>
                    </a:cubicBezTo>
                    <a:lnTo>
                      <a:pt x="5618" y="5414"/>
                    </a:lnTo>
                    <a:cubicBezTo>
                      <a:pt x="5520" y="5452"/>
                      <a:pt x="5417" y="5485"/>
                      <a:pt x="5313" y="5518"/>
                    </a:cubicBezTo>
                    <a:cubicBezTo>
                      <a:pt x="5202" y="5539"/>
                      <a:pt x="5087" y="5546"/>
                      <a:pt x="4971" y="5546"/>
                    </a:cubicBezTo>
                    <a:cubicBezTo>
                      <a:pt x="4729" y="5546"/>
                      <a:pt x="4481" y="5514"/>
                      <a:pt x="4245" y="5507"/>
                    </a:cubicBezTo>
                    <a:cubicBezTo>
                      <a:pt x="4234" y="5507"/>
                      <a:pt x="4234" y="5523"/>
                      <a:pt x="4245" y="5523"/>
                    </a:cubicBezTo>
                    <a:cubicBezTo>
                      <a:pt x="4503" y="5578"/>
                      <a:pt x="4763" y="5605"/>
                      <a:pt x="5024" y="5605"/>
                    </a:cubicBezTo>
                    <a:cubicBezTo>
                      <a:pt x="5122" y="5605"/>
                      <a:pt x="5220" y="5601"/>
                      <a:pt x="5319" y="5594"/>
                    </a:cubicBezTo>
                    <a:cubicBezTo>
                      <a:pt x="5368" y="5594"/>
                      <a:pt x="5417" y="5583"/>
                      <a:pt x="5460" y="5578"/>
                    </a:cubicBezTo>
                    <a:lnTo>
                      <a:pt x="5460" y="5578"/>
                    </a:lnTo>
                    <a:cubicBezTo>
                      <a:pt x="5302" y="5746"/>
                      <a:pt x="5182" y="5954"/>
                      <a:pt x="4997" y="6106"/>
                    </a:cubicBezTo>
                    <a:cubicBezTo>
                      <a:pt x="4864" y="6216"/>
                      <a:pt x="4710" y="6265"/>
                      <a:pt x="4557" y="6265"/>
                    </a:cubicBezTo>
                    <a:cubicBezTo>
                      <a:pt x="4160" y="6265"/>
                      <a:pt x="3777" y="5934"/>
                      <a:pt x="3820" y="5501"/>
                    </a:cubicBezTo>
                    <a:cubicBezTo>
                      <a:pt x="3820" y="5483"/>
                      <a:pt x="3806" y="5473"/>
                      <a:pt x="3793" y="5473"/>
                    </a:cubicBezTo>
                    <a:cubicBezTo>
                      <a:pt x="3783" y="5473"/>
                      <a:pt x="3774" y="5479"/>
                      <a:pt x="3771" y="5490"/>
                    </a:cubicBezTo>
                    <a:cubicBezTo>
                      <a:pt x="3706" y="5970"/>
                      <a:pt x="4033" y="6259"/>
                      <a:pt x="4490" y="6297"/>
                    </a:cubicBezTo>
                    <a:cubicBezTo>
                      <a:pt x="4515" y="6299"/>
                      <a:pt x="4540" y="6300"/>
                      <a:pt x="4564" y="6300"/>
                    </a:cubicBezTo>
                    <a:cubicBezTo>
                      <a:pt x="4718" y="6300"/>
                      <a:pt x="4865" y="6256"/>
                      <a:pt x="4992" y="6172"/>
                    </a:cubicBezTo>
                    <a:lnTo>
                      <a:pt x="4992" y="6172"/>
                    </a:lnTo>
                    <a:cubicBezTo>
                      <a:pt x="4866" y="6297"/>
                      <a:pt x="4752" y="6439"/>
                      <a:pt x="4643" y="6580"/>
                    </a:cubicBezTo>
                    <a:lnTo>
                      <a:pt x="4627" y="6580"/>
                    </a:lnTo>
                    <a:cubicBezTo>
                      <a:pt x="4229" y="6558"/>
                      <a:pt x="3902" y="6362"/>
                      <a:pt x="3629" y="6073"/>
                    </a:cubicBezTo>
                    <a:cubicBezTo>
                      <a:pt x="3627" y="6071"/>
                      <a:pt x="3624" y="6070"/>
                      <a:pt x="3622" y="6070"/>
                    </a:cubicBezTo>
                    <a:cubicBezTo>
                      <a:pt x="3613" y="6070"/>
                      <a:pt x="3605" y="6083"/>
                      <a:pt x="3613" y="6095"/>
                    </a:cubicBezTo>
                    <a:cubicBezTo>
                      <a:pt x="3782" y="6297"/>
                      <a:pt x="3995" y="6455"/>
                      <a:pt x="4240" y="6553"/>
                    </a:cubicBezTo>
                    <a:cubicBezTo>
                      <a:pt x="4191" y="6575"/>
                      <a:pt x="4136" y="6586"/>
                      <a:pt x="4082" y="6597"/>
                    </a:cubicBezTo>
                    <a:cubicBezTo>
                      <a:pt x="4049" y="6602"/>
                      <a:pt x="4015" y="6605"/>
                      <a:pt x="3981" y="6605"/>
                    </a:cubicBezTo>
                    <a:cubicBezTo>
                      <a:pt x="3947" y="6605"/>
                      <a:pt x="3913" y="6602"/>
                      <a:pt x="3880" y="6597"/>
                    </a:cubicBezTo>
                    <a:cubicBezTo>
                      <a:pt x="3864" y="6597"/>
                      <a:pt x="3858" y="6618"/>
                      <a:pt x="3875" y="6624"/>
                    </a:cubicBezTo>
                    <a:cubicBezTo>
                      <a:pt x="3941" y="6638"/>
                      <a:pt x="4029" y="6657"/>
                      <a:pt x="4114" y="6657"/>
                    </a:cubicBezTo>
                    <a:cubicBezTo>
                      <a:pt x="4188" y="6657"/>
                      <a:pt x="4260" y="6642"/>
                      <a:pt x="4311" y="6597"/>
                    </a:cubicBezTo>
                    <a:cubicBezTo>
                      <a:pt x="4311" y="6591"/>
                      <a:pt x="4316" y="6591"/>
                      <a:pt x="4316" y="6586"/>
                    </a:cubicBezTo>
                    <a:cubicBezTo>
                      <a:pt x="4403" y="6613"/>
                      <a:pt x="4496" y="6640"/>
                      <a:pt x="4589" y="6656"/>
                    </a:cubicBezTo>
                    <a:cubicBezTo>
                      <a:pt x="4534" y="6722"/>
                      <a:pt x="4480" y="6793"/>
                      <a:pt x="4425" y="6858"/>
                    </a:cubicBezTo>
                    <a:cubicBezTo>
                      <a:pt x="4345" y="6867"/>
                      <a:pt x="4266" y="6871"/>
                      <a:pt x="4187" y="6871"/>
                    </a:cubicBezTo>
                    <a:cubicBezTo>
                      <a:pt x="4019" y="6871"/>
                      <a:pt x="3853" y="6852"/>
                      <a:pt x="3689" y="6814"/>
                    </a:cubicBezTo>
                    <a:cubicBezTo>
                      <a:pt x="3700" y="6804"/>
                      <a:pt x="3706" y="6787"/>
                      <a:pt x="3700" y="6771"/>
                    </a:cubicBezTo>
                    <a:cubicBezTo>
                      <a:pt x="3608" y="6553"/>
                      <a:pt x="3537" y="6237"/>
                      <a:pt x="3308" y="6117"/>
                    </a:cubicBezTo>
                    <a:cubicBezTo>
                      <a:pt x="3306" y="6115"/>
                      <a:pt x="3303" y="6113"/>
                      <a:pt x="3300" y="6113"/>
                    </a:cubicBezTo>
                    <a:cubicBezTo>
                      <a:pt x="3291" y="6113"/>
                      <a:pt x="3283" y="6126"/>
                      <a:pt x="3292" y="6139"/>
                    </a:cubicBezTo>
                    <a:cubicBezTo>
                      <a:pt x="3373" y="6237"/>
                      <a:pt x="3439" y="6346"/>
                      <a:pt x="3493" y="6466"/>
                    </a:cubicBezTo>
                    <a:cubicBezTo>
                      <a:pt x="3542" y="6575"/>
                      <a:pt x="3575" y="6689"/>
                      <a:pt x="3629" y="6798"/>
                    </a:cubicBezTo>
                    <a:cubicBezTo>
                      <a:pt x="3428" y="6744"/>
                      <a:pt x="3254" y="6607"/>
                      <a:pt x="3166" y="6417"/>
                    </a:cubicBezTo>
                    <a:cubicBezTo>
                      <a:pt x="3162" y="6408"/>
                      <a:pt x="3156" y="6405"/>
                      <a:pt x="3149" y="6405"/>
                    </a:cubicBezTo>
                    <a:cubicBezTo>
                      <a:pt x="3139" y="6405"/>
                      <a:pt x="3130" y="6414"/>
                      <a:pt x="3134" y="6428"/>
                    </a:cubicBezTo>
                    <a:cubicBezTo>
                      <a:pt x="3270" y="6799"/>
                      <a:pt x="3730" y="6934"/>
                      <a:pt x="4135" y="6934"/>
                    </a:cubicBezTo>
                    <a:cubicBezTo>
                      <a:pt x="4217" y="6934"/>
                      <a:pt x="4296" y="6928"/>
                      <a:pt x="4371" y="6918"/>
                    </a:cubicBezTo>
                    <a:lnTo>
                      <a:pt x="4371" y="6918"/>
                    </a:lnTo>
                    <a:cubicBezTo>
                      <a:pt x="4343" y="6956"/>
                      <a:pt x="4316" y="6989"/>
                      <a:pt x="4283" y="7022"/>
                    </a:cubicBezTo>
                    <a:cubicBezTo>
                      <a:pt x="4158" y="7158"/>
                      <a:pt x="4022" y="7289"/>
                      <a:pt x="3875" y="7398"/>
                    </a:cubicBezTo>
                    <a:cubicBezTo>
                      <a:pt x="3788" y="7398"/>
                      <a:pt x="3706" y="7387"/>
                      <a:pt x="3619" y="7365"/>
                    </a:cubicBezTo>
                    <a:cubicBezTo>
                      <a:pt x="3629" y="7354"/>
                      <a:pt x="3629" y="7338"/>
                      <a:pt x="3624" y="7327"/>
                    </a:cubicBezTo>
                    <a:cubicBezTo>
                      <a:pt x="3575" y="7158"/>
                      <a:pt x="3471" y="7016"/>
                      <a:pt x="3324" y="6913"/>
                    </a:cubicBezTo>
                    <a:cubicBezTo>
                      <a:pt x="3321" y="6909"/>
                      <a:pt x="3317" y="6908"/>
                      <a:pt x="3313" y="6908"/>
                    </a:cubicBezTo>
                    <a:cubicBezTo>
                      <a:pt x="3299" y="6908"/>
                      <a:pt x="3285" y="6928"/>
                      <a:pt x="3303" y="6945"/>
                    </a:cubicBezTo>
                    <a:cubicBezTo>
                      <a:pt x="3428" y="7060"/>
                      <a:pt x="3471" y="7196"/>
                      <a:pt x="3542" y="7343"/>
                    </a:cubicBezTo>
                    <a:cubicBezTo>
                      <a:pt x="3243" y="7256"/>
                      <a:pt x="2943" y="7060"/>
                      <a:pt x="2883" y="6765"/>
                    </a:cubicBezTo>
                    <a:cubicBezTo>
                      <a:pt x="2880" y="6750"/>
                      <a:pt x="2869" y="6743"/>
                      <a:pt x="2857" y="6743"/>
                    </a:cubicBezTo>
                    <a:cubicBezTo>
                      <a:pt x="2844" y="6743"/>
                      <a:pt x="2831" y="6753"/>
                      <a:pt x="2834" y="6771"/>
                    </a:cubicBezTo>
                    <a:cubicBezTo>
                      <a:pt x="2899" y="7190"/>
                      <a:pt x="3401" y="7419"/>
                      <a:pt x="3798" y="7457"/>
                    </a:cubicBezTo>
                    <a:cubicBezTo>
                      <a:pt x="3584" y="7606"/>
                      <a:pt x="3344" y="7701"/>
                      <a:pt x="3083" y="7701"/>
                    </a:cubicBezTo>
                    <a:cubicBezTo>
                      <a:pt x="2979" y="7701"/>
                      <a:pt x="2873" y="7686"/>
                      <a:pt x="2763" y="7654"/>
                    </a:cubicBezTo>
                    <a:cubicBezTo>
                      <a:pt x="2747" y="7654"/>
                      <a:pt x="2747" y="7670"/>
                      <a:pt x="2752" y="7675"/>
                    </a:cubicBezTo>
                    <a:cubicBezTo>
                      <a:pt x="2895" y="7734"/>
                      <a:pt x="3031" y="7760"/>
                      <a:pt x="3163" y="7760"/>
                    </a:cubicBezTo>
                    <a:cubicBezTo>
                      <a:pt x="3473" y="7760"/>
                      <a:pt x="3754" y="7614"/>
                      <a:pt x="4011" y="7403"/>
                    </a:cubicBezTo>
                    <a:lnTo>
                      <a:pt x="4011" y="7403"/>
                    </a:lnTo>
                    <a:cubicBezTo>
                      <a:pt x="3989" y="7463"/>
                      <a:pt x="3978" y="7528"/>
                      <a:pt x="3962" y="7594"/>
                    </a:cubicBezTo>
                    <a:cubicBezTo>
                      <a:pt x="3918" y="7757"/>
                      <a:pt x="3837" y="7910"/>
                      <a:pt x="3722" y="8030"/>
                    </a:cubicBezTo>
                    <a:cubicBezTo>
                      <a:pt x="3711" y="8035"/>
                      <a:pt x="3706" y="8041"/>
                      <a:pt x="3700" y="8051"/>
                    </a:cubicBezTo>
                    <a:cubicBezTo>
                      <a:pt x="3493" y="8280"/>
                      <a:pt x="3182" y="8488"/>
                      <a:pt x="2869" y="8488"/>
                    </a:cubicBezTo>
                    <a:cubicBezTo>
                      <a:pt x="2861" y="8488"/>
                      <a:pt x="2853" y="8488"/>
                      <a:pt x="2845" y="8487"/>
                    </a:cubicBezTo>
                    <a:cubicBezTo>
                      <a:pt x="2818" y="8487"/>
                      <a:pt x="2812" y="8520"/>
                      <a:pt x="2834" y="8525"/>
                    </a:cubicBezTo>
                    <a:cubicBezTo>
                      <a:pt x="2876" y="8531"/>
                      <a:pt x="2918" y="8534"/>
                      <a:pt x="2959" y="8534"/>
                    </a:cubicBezTo>
                    <a:cubicBezTo>
                      <a:pt x="3252" y="8534"/>
                      <a:pt x="3517" y="8386"/>
                      <a:pt x="3722" y="8171"/>
                    </a:cubicBezTo>
                    <a:lnTo>
                      <a:pt x="3722" y="8171"/>
                    </a:lnTo>
                    <a:cubicBezTo>
                      <a:pt x="3804" y="8520"/>
                      <a:pt x="3679" y="8787"/>
                      <a:pt x="3482" y="9027"/>
                    </a:cubicBezTo>
                    <a:cubicBezTo>
                      <a:pt x="3466" y="9032"/>
                      <a:pt x="3450" y="9049"/>
                      <a:pt x="3450" y="9065"/>
                    </a:cubicBezTo>
                    <a:cubicBezTo>
                      <a:pt x="3297" y="9228"/>
                      <a:pt x="3139" y="9381"/>
                      <a:pt x="2970" y="9523"/>
                    </a:cubicBezTo>
                    <a:cubicBezTo>
                      <a:pt x="2611" y="9850"/>
                      <a:pt x="2300" y="10209"/>
                      <a:pt x="2109" y="10661"/>
                    </a:cubicBezTo>
                    <a:cubicBezTo>
                      <a:pt x="2102" y="10672"/>
                      <a:pt x="2111" y="10683"/>
                      <a:pt x="2122" y="10683"/>
                    </a:cubicBezTo>
                    <a:cubicBezTo>
                      <a:pt x="2127" y="10683"/>
                      <a:pt x="2133" y="10680"/>
                      <a:pt x="2136" y="10672"/>
                    </a:cubicBezTo>
                    <a:cubicBezTo>
                      <a:pt x="2360" y="10204"/>
                      <a:pt x="2714" y="9882"/>
                      <a:pt x="3079" y="9550"/>
                    </a:cubicBezTo>
                    <a:lnTo>
                      <a:pt x="3079" y="9550"/>
                    </a:lnTo>
                    <a:cubicBezTo>
                      <a:pt x="2921" y="10160"/>
                      <a:pt x="2670" y="10651"/>
                      <a:pt x="2349" y="11190"/>
                    </a:cubicBezTo>
                    <a:cubicBezTo>
                      <a:pt x="2169" y="11490"/>
                      <a:pt x="1924" y="11893"/>
                      <a:pt x="1989" y="12253"/>
                    </a:cubicBezTo>
                    <a:cubicBezTo>
                      <a:pt x="1994" y="12270"/>
                      <a:pt x="2010" y="12279"/>
                      <a:pt x="2024" y="12279"/>
                    </a:cubicBezTo>
                    <a:cubicBezTo>
                      <a:pt x="2041" y="12279"/>
                      <a:pt x="2055" y="12268"/>
                      <a:pt x="2049" y="12247"/>
                    </a:cubicBezTo>
                    <a:cubicBezTo>
                      <a:pt x="1968" y="11811"/>
                      <a:pt x="2398" y="11261"/>
                      <a:pt x="2616" y="10912"/>
                    </a:cubicBezTo>
                    <a:cubicBezTo>
                      <a:pt x="2883" y="10482"/>
                      <a:pt x="3079" y="10013"/>
                      <a:pt x="3194" y="9523"/>
                    </a:cubicBezTo>
                    <a:cubicBezTo>
                      <a:pt x="3199" y="9501"/>
                      <a:pt x="3188" y="9479"/>
                      <a:pt x="3166" y="9474"/>
                    </a:cubicBezTo>
                    <a:cubicBezTo>
                      <a:pt x="3237" y="9414"/>
                      <a:pt x="3303" y="9348"/>
                      <a:pt x="3373" y="9288"/>
                    </a:cubicBezTo>
                    <a:cubicBezTo>
                      <a:pt x="3401" y="9256"/>
                      <a:pt x="3433" y="9228"/>
                      <a:pt x="3461" y="9196"/>
                    </a:cubicBezTo>
                    <a:lnTo>
                      <a:pt x="3461" y="9196"/>
                    </a:lnTo>
                    <a:cubicBezTo>
                      <a:pt x="3548" y="9801"/>
                      <a:pt x="3477" y="10411"/>
                      <a:pt x="3341" y="11005"/>
                    </a:cubicBezTo>
                    <a:cubicBezTo>
                      <a:pt x="2632" y="11642"/>
                      <a:pt x="2164" y="12498"/>
                      <a:pt x="2017" y="13440"/>
                    </a:cubicBezTo>
                    <a:cubicBezTo>
                      <a:pt x="1984" y="13500"/>
                      <a:pt x="1946" y="13560"/>
                      <a:pt x="1919" y="13620"/>
                    </a:cubicBezTo>
                    <a:cubicBezTo>
                      <a:pt x="1701" y="14073"/>
                      <a:pt x="1690" y="14612"/>
                      <a:pt x="1662" y="15102"/>
                    </a:cubicBezTo>
                    <a:cubicBezTo>
                      <a:pt x="1624" y="15860"/>
                      <a:pt x="1608" y="16623"/>
                      <a:pt x="1575" y="17386"/>
                    </a:cubicBezTo>
                    <a:cubicBezTo>
                      <a:pt x="1559" y="17691"/>
                      <a:pt x="1548" y="17996"/>
                      <a:pt x="1553" y="18301"/>
                    </a:cubicBezTo>
                    <a:cubicBezTo>
                      <a:pt x="1553" y="18633"/>
                      <a:pt x="1624" y="18955"/>
                      <a:pt x="1619" y="19282"/>
                    </a:cubicBezTo>
                    <a:cubicBezTo>
                      <a:pt x="1483" y="19353"/>
                      <a:pt x="1330" y="19396"/>
                      <a:pt x="1188" y="19467"/>
                    </a:cubicBezTo>
                    <a:cubicBezTo>
                      <a:pt x="959" y="19581"/>
                      <a:pt x="780" y="19772"/>
                      <a:pt x="622" y="19968"/>
                    </a:cubicBezTo>
                    <a:cubicBezTo>
                      <a:pt x="605" y="19989"/>
                      <a:pt x="624" y="20014"/>
                      <a:pt x="643" y="20014"/>
                    </a:cubicBezTo>
                    <a:cubicBezTo>
                      <a:pt x="649" y="20014"/>
                      <a:pt x="655" y="20011"/>
                      <a:pt x="660" y="20006"/>
                    </a:cubicBezTo>
                    <a:cubicBezTo>
                      <a:pt x="872" y="19739"/>
                      <a:pt x="1161" y="19543"/>
                      <a:pt x="1493" y="19451"/>
                    </a:cubicBezTo>
                    <a:cubicBezTo>
                      <a:pt x="1597" y="19418"/>
                      <a:pt x="1701" y="19380"/>
                      <a:pt x="1793" y="19325"/>
                    </a:cubicBezTo>
                    <a:lnTo>
                      <a:pt x="1793" y="19325"/>
                    </a:lnTo>
                    <a:cubicBezTo>
                      <a:pt x="1766" y="19385"/>
                      <a:pt x="1739" y="19440"/>
                      <a:pt x="1701" y="19489"/>
                    </a:cubicBezTo>
                    <a:cubicBezTo>
                      <a:pt x="1526" y="19756"/>
                      <a:pt x="1265" y="19957"/>
                      <a:pt x="1009" y="20143"/>
                    </a:cubicBezTo>
                    <a:cubicBezTo>
                      <a:pt x="600" y="20448"/>
                      <a:pt x="186" y="20742"/>
                      <a:pt x="11" y="21243"/>
                    </a:cubicBezTo>
                    <a:cubicBezTo>
                      <a:pt x="0" y="21272"/>
                      <a:pt x="26" y="21294"/>
                      <a:pt x="49" y="21294"/>
                    </a:cubicBezTo>
                    <a:cubicBezTo>
                      <a:pt x="60" y="21294"/>
                      <a:pt x="71" y="21289"/>
                      <a:pt x="77" y="21276"/>
                    </a:cubicBezTo>
                    <a:cubicBezTo>
                      <a:pt x="240" y="20840"/>
                      <a:pt x="589" y="20579"/>
                      <a:pt x="949" y="20323"/>
                    </a:cubicBezTo>
                    <a:lnTo>
                      <a:pt x="949" y="20323"/>
                    </a:lnTo>
                    <a:cubicBezTo>
                      <a:pt x="812" y="20758"/>
                      <a:pt x="812" y="21282"/>
                      <a:pt x="812" y="21728"/>
                    </a:cubicBezTo>
                    <a:cubicBezTo>
                      <a:pt x="812" y="21743"/>
                      <a:pt x="823" y="21750"/>
                      <a:pt x="834" y="21750"/>
                    </a:cubicBezTo>
                    <a:cubicBezTo>
                      <a:pt x="848" y="21750"/>
                      <a:pt x="864" y="21741"/>
                      <a:pt x="867" y="21723"/>
                    </a:cubicBezTo>
                    <a:cubicBezTo>
                      <a:pt x="878" y="21260"/>
                      <a:pt x="889" y="20677"/>
                      <a:pt x="1058" y="20241"/>
                    </a:cubicBezTo>
                    <a:cubicBezTo>
                      <a:pt x="1188" y="20148"/>
                      <a:pt x="1319" y="20050"/>
                      <a:pt x="1439" y="19952"/>
                    </a:cubicBezTo>
                    <a:lnTo>
                      <a:pt x="1488" y="19903"/>
                    </a:lnTo>
                    <a:lnTo>
                      <a:pt x="1488" y="19903"/>
                    </a:lnTo>
                    <a:cubicBezTo>
                      <a:pt x="1483" y="20246"/>
                      <a:pt x="1510" y="20584"/>
                      <a:pt x="1477" y="20927"/>
                    </a:cubicBezTo>
                    <a:cubicBezTo>
                      <a:pt x="1434" y="21309"/>
                      <a:pt x="1341" y="21674"/>
                      <a:pt x="1346" y="22061"/>
                    </a:cubicBezTo>
                    <a:cubicBezTo>
                      <a:pt x="1346" y="22075"/>
                      <a:pt x="1361" y="22083"/>
                      <a:pt x="1375" y="22083"/>
                    </a:cubicBezTo>
                    <a:cubicBezTo>
                      <a:pt x="1388" y="22083"/>
                      <a:pt x="1401" y="22076"/>
                      <a:pt x="1401" y="22061"/>
                    </a:cubicBezTo>
                    <a:cubicBezTo>
                      <a:pt x="1417" y="21679"/>
                      <a:pt x="1510" y="21314"/>
                      <a:pt x="1570" y="20938"/>
                    </a:cubicBezTo>
                    <a:cubicBezTo>
                      <a:pt x="1630" y="20568"/>
                      <a:pt x="1602" y="20175"/>
                      <a:pt x="1581" y="19805"/>
                    </a:cubicBezTo>
                    <a:cubicBezTo>
                      <a:pt x="1722" y="19658"/>
                      <a:pt x="1842" y="19489"/>
                      <a:pt x="1935" y="19309"/>
                    </a:cubicBezTo>
                    <a:cubicBezTo>
                      <a:pt x="2000" y="19701"/>
                      <a:pt x="2044" y="20099"/>
                      <a:pt x="2060" y="20497"/>
                    </a:cubicBezTo>
                    <a:cubicBezTo>
                      <a:pt x="2082" y="20971"/>
                      <a:pt x="2033" y="21434"/>
                      <a:pt x="2126" y="21903"/>
                    </a:cubicBezTo>
                    <a:cubicBezTo>
                      <a:pt x="2128" y="21919"/>
                      <a:pt x="2142" y="21927"/>
                      <a:pt x="2154" y="21927"/>
                    </a:cubicBezTo>
                    <a:cubicBezTo>
                      <a:pt x="2166" y="21927"/>
                      <a:pt x="2177" y="21919"/>
                      <a:pt x="2175" y="21903"/>
                    </a:cubicBezTo>
                    <a:cubicBezTo>
                      <a:pt x="2109" y="21429"/>
                      <a:pt x="2164" y="20960"/>
                      <a:pt x="2164" y="20486"/>
                    </a:cubicBezTo>
                    <a:cubicBezTo>
                      <a:pt x="2164" y="20028"/>
                      <a:pt x="2115" y="19576"/>
                      <a:pt x="2011" y="19129"/>
                    </a:cubicBezTo>
                    <a:cubicBezTo>
                      <a:pt x="2098" y="18911"/>
                      <a:pt x="2126" y="18677"/>
                      <a:pt x="2098" y="18448"/>
                    </a:cubicBezTo>
                    <a:cubicBezTo>
                      <a:pt x="2094" y="18429"/>
                      <a:pt x="2077" y="18414"/>
                      <a:pt x="2058" y="18414"/>
                    </a:cubicBezTo>
                    <a:cubicBezTo>
                      <a:pt x="2055" y="18414"/>
                      <a:pt x="2052" y="18415"/>
                      <a:pt x="2049" y="18415"/>
                    </a:cubicBezTo>
                    <a:cubicBezTo>
                      <a:pt x="2109" y="17936"/>
                      <a:pt x="2207" y="17462"/>
                      <a:pt x="2344" y="16999"/>
                    </a:cubicBezTo>
                    <a:cubicBezTo>
                      <a:pt x="2442" y="16666"/>
                      <a:pt x="2567" y="16345"/>
                      <a:pt x="2687" y="16018"/>
                    </a:cubicBezTo>
                    <a:cubicBezTo>
                      <a:pt x="2698" y="16012"/>
                      <a:pt x="2703" y="16007"/>
                      <a:pt x="2703" y="15996"/>
                    </a:cubicBezTo>
                    <a:lnTo>
                      <a:pt x="2703" y="15985"/>
                    </a:lnTo>
                    <a:cubicBezTo>
                      <a:pt x="2796" y="15745"/>
                      <a:pt x="2883" y="15500"/>
                      <a:pt x="2959" y="15255"/>
                    </a:cubicBezTo>
                    <a:cubicBezTo>
                      <a:pt x="3286" y="14127"/>
                      <a:pt x="3390" y="12945"/>
                      <a:pt x="3264" y="11779"/>
                    </a:cubicBezTo>
                    <a:cubicBezTo>
                      <a:pt x="3264" y="11755"/>
                      <a:pt x="3244" y="11739"/>
                      <a:pt x="3220" y="11739"/>
                    </a:cubicBezTo>
                    <a:cubicBezTo>
                      <a:pt x="3217" y="11739"/>
                      <a:pt x="3213" y="11740"/>
                      <a:pt x="3210" y="11740"/>
                    </a:cubicBezTo>
                    <a:cubicBezTo>
                      <a:pt x="3270" y="11599"/>
                      <a:pt x="3324" y="11452"/>
                      <a:pt x="3368" y="11304"/>
                    </a:cubicBezTo>
                    <a:cubicBezTo>
                      <a:pt x="3586" y="10602"/>
                      <a:pt x="3700" y="9806"/>
                      <a:pt x="3564" y="9076"/>
                    </a:cubicBezTo>
                    <a:cubicBezTo>
                      <a:pt x="3804" y="8787"/>
                      <a:pt x="3929" y="8466"/>
                      <a:pt x="3804" y="8068"/>
                    </a:cubicBezTo>
                    <a:cubicBezTo>
                      <a:pt x="3978" y="7855"/>
                      <a:pt x="4082" y="7588"/>
                      <a:pt x="4104" y="7310"/>
                    </a:cubicBezTo>
                    <a:cubicBezTo>
                      <a:pt x="4240" y="7185"/>
                      <a:pt x="4371" y="7049"/>
                      <a:pt x="4490" y="6902"/>
                    </a:cubicBezTo>
                    <a:lnTo>
                      <a:pt x="4512" y="6902"/>
                    </a:lnTo>
                    <a:cubicBezTo>
                      <a:pt x="4518" y="6896"/>
                      <a:pt x="4529" y="6880"/>
                      <a:pt x="4518" y="6869"/>
                    </a:cubicBezTo>
                    <a:cubicBezTo>
                      <a:pt x="4757" y="6580"/>
                      <a:pt x="4970" y="6286"/>
                      <a:pt x="5166" y="6079"/>
                    </a:cubicBezTo>
                    <a:cubicBezTo>
                      <a:pt x="5177" y="6068"/>
                      <a:pt x="5177" y="6057"/>
                      <a:pt x="5166" y="6046"/>
                    </a:cubicBezTo>
                    <a:cubicBezTo>
                      <a:pt x="5340" y="5883"/>
                      <a:pt x="5498" y="5681"/>
                      <a:pt x="5711" y="5539"/>
                    </a:cubicBezTo>
                    <a:lnTo>
                      <a:pt x="5716" y="5534"/>
                    </a:lnTo>
                    <a:cubicBezTo>
                      <a:pt x="5967" y="5469"/>
                      <a:pt x="6212" y="5387"/>
                      <a:pt x="6474" y="5381"/>
                    </a:cubicBezTo>
                    <a:cubicBezTo>
                      <a:pt x="6577" y="5381"/>
                      <a:pt x="6670" y="5381"/>
                      <a:pt x="6763" y="5371"/>
                    </a:cubicBezTo>
                    <a:lnTo>
                      <a:pt x="6763" y="5371"/>
                    </a:lnTo>
                    <a:cubicBezTo>
                      <a:pt x="6490" y="5752"/>
                      <a:pt x="6060" y="5964"/>
                      <a:pt x="5689" y="6242"/>
                    </a:cubicBezTo>
                    <a:cubicBezTo>
                      <a:pt x="5346" y="6493"/>
                      <a:pt x="5101" y="6847"/>
                      <a:pt x="4899" y="7212"/>
                    </a:cubicBezTo>
                    <a:cubicBezTo>
                      <a:pt x="4398" y="8100"/>
                      <a:pt x="4294" y="9228"/>
                      <a:pt x="3646" y="10029"/>
                    </a:cubicBezTo>
                    <a:cubicBezTo>
                      <a:pt x="4327" y="9365"/>
                      <a:pt x="4485" y="8297"/>
                      <a:pt x="4883" y="7463"/>
                    </a:cubicBezTo>
                    <a:cubicBezTo>
                      <a:pt x="5112" y="6962"/>
                      <a:pt x="5466" y="6531"/>
                      <a:pt x="5918" y="6215"/>
                    </a:cubicBezTo>
                    <a:cubicBezTo>
                      <a:pt x="6283" y="5964"/>
                      <a:pt x="6665" y="5752"/>
                      <a:pt x="6921" y="5376"/>
                    </a:cubicBezTo>
                    <a:cubicBezTo>
                      <a:pt x="6926" y="5365"/>
                      <a:pt x="6926" y="5360"/>
                      <a:pt x="6932" y="5349"/>
                    </a:cubicBezTo>
                    <a:cubicBezTo>
                      <a:pt x="6953" y="5343"/>
                      <a:pt x="6970" y="5343"/>
                      <a:pt x="6992" y="5338"/>
                    </a:cubicBezTo>
                    <a:lnTo>
                      <a:pt x="7013" y="5349"/>
                    </a:lnTo>
                    <a:cubicBezTo>
                      <a:pt x="7021" y="5355"/>
                      <a:pt x="7029" y="5357"/>
                      <a:pt x="7038" y="5357"/>
                    </a:cubicBezTo>
                    <a:cubicBezTo>
                      <a:pt x="7059" y="5357"/>
                      <a:pt x="7079" y="5340"/>
                      <a:pt x="7079" y="5316"/>
                    </a:cubicBezTo>
                    <a:cubicBezTo>
                      <a:pt x="7150" y="5289"/>
                      <a:pt x="7226" y="5251"/>
                      <a:pt x="7291" y="5207"/>
                    </a:cubicBezTo>
                    <a:cubicBezTo>
                      <a:pt x="7444" y="5109"/>
                      <a:pt x="7564" y="4956"/>
                      <a:pt x="7716" y="4853"/>
                    </a:cubicBezTo>
                    <a:cubicBezTo>
                      <a:pt x="7836" y="4766"/>
                      <a:pt x="8000" y="4722"/>
                      <a:pt x="8141" y="4657"/>
                    </a:cubicBezTo>
                    <a:cubicBezTo>
                      <a:pt x="8141" y="4918"/>
                      <a:pt x="8147" y="5174"/>
                      <a:pt x="8147" y="5430"/>
                    </a:cubicBezTo>
                    <a:cubicBezTo>
                      <a:pt x="7765" y="5828"/>
                      <a:pt x="7166" y="5997"/>
                      <a:pt x="6692" y="6270"/>
                    </a:cubicBezTo>
                    <a:cubicBezTo>
                      <a:pt x="6141" y="6586"/>
                      <a:pt x="5706" y="7081"/>
                      <a:pt x="5297" y="7561"/>
                    </a:cubicBezTo>
                    <a:cubicBezTo>
                      <a:pt x="5285" y="7577"/>
                      <a:pt x="5297" y="7594"/>
                      <a:pt x="5313" y="7594"/>
                    </a:cubicBezTo>
                    <a:cubicBezTo>
                      <a:pt x="5319" y="7594"/>
                      <a:pt x="5324" y="7592"/>
                      <a:pt x="5330" y="7588"/>
                    </a:cubicBezTo>
                    <a:cubicBezTo>
                      <a:pt x="5847" y="7022"/>
                      <a:pt x="6376" y="6515"/>
                      <a:pt x="7079" y="6182"/>
                    </a:cubicBezTo>
                    <a:cubicBezTo>
                      <a:pt x="7444" y="6008"/>
                      <a:pt x="7842" y="5872"/>
                      <a:pt x="8147" y="5610"/>
                    </a:cubicBezTo>
                    <a:lnTo>
                      <a:pt x="8147" y="5741"/>
                    </a:lnTo>
                    <a:lnTo>
                      <a:pt x="8147" y="6090"/>
                    </a:lnTo>
                    <a:cubicBezTo>
                      <a:pt x="8032" y="6242"/>
                      <a:pt x="7858" y="6340"/>
                      <a:pt x="7716" y="6466"/>
                    </a:cubicBezTo>
                    <a:cubicBezTo>
                      <a:pt x="7531" y="6624"/>
                      <a:pt x="7340" y="6776"/>
                      <a:pt x="7144" y="6923"/>
                    </a:cubicBezTo>
                    <a:cubicBezTo>
                      <a:pt x="6779" y="7190"/>
                      <a:pt x="6392" y="7419"/>
                      <a:pt x="6032" y="7692"/>
                    </a:cubicBezTo>
                    <a:cubicBezTo>
                      <a:pt x="5335" y="8220"/>
                      <a:pt x="4856" y="8842"/>
                      <a:pt x="4463" y="9610"/>
                    </a:cubicBezTo>
                    <a:cubicBezTo>
                      <a:pt x="4448" y="9636"/>
                      <a:pt x="4472" y="9660"/>
                      <a:pt x="4495" y="9660"/>
                    </a:cubicBezTo>
                    <a:cubicBezTo>
                      <a:pt x="4506" y="9660"/>
                      <a:pt x="4516" y="9655"/>
                      <a:pt x="4523" y="9643"/>
                    </a:cubicBezTo>
                    <a:cubicBezTo>
                      <a:pt x="4943" y="8842"/>
                      <a:pt x="5548" y="8149"/>
                      <a:pt x="6283" y="7626"/>
                    </a:cubicBezTo>
                    <a:cubicBezTo>
                      <a:pt x="6648" y="7359"/>
                      <a:pt x="7035" y="7131"/>
                      <a:pt x="7400" y="6864"/>
                    </a:cubicBezTo>
                    <a:cubicBezTo>
                      <a:pt x="7634" y="6695"/>
                      <a:pt x="7934" y="6509"/>
                      <a:pt x="8147" y="6291"/>
                    </a:cubicBezTo>
                    <a:lnTo>
                      <a:pt x="8147" y="7294"/>
                    </a:lnTo>
                    <a:cubicBezTo>
                      <a:pt x="8130" y="7294"/>
                      <a:pt x="8114" y="7305"/>
                      <a:pt x="8103" y="7316"/>
                    </a:cubicBezTo>
                    <a:cubicBezTo>
                      <a:pt x="7929" y="7517"/>
                      <a:pt x="7645" y="7566"/>
                      <a:pt x="7406" y="7643"/>
                    </a:cubicBezTo>
                    <a:cubicBezTo>
                      <a:pt x="7090" y="7752"/>
                      <a:pt x="6768" y="7833"/>
                      <a:pt x="6468" y="7975"/>
                    </a:cubicBezTo>
                    <a:cubicBezTo>
                      <a:pt x="6022" y="8188"/>
                      <a:pt x="5733" y="8602"/>
                      <a:pt x="5488" y="9016"/>
                    </a:cubicBezTo>
                    <a:cubicBezTo>
                      <a:pt x="5480" y="9027"/>
                      <a:pt x="5490" y="9035"/>
                      <a:pt x="5500" y="9035"/>
                    </a:cubicBezTo>
                    <a:cubicBezTo>
                      <a:pt x="5505" y="9035"/>
                      <a:pt x="5511" y="9032"/>
                      <a:pt x="5515" y="9027"/>
                    </a:cubicBezTo>
                    <a:cubicBezTo>
                      <a:pt x="5880" y="8444"/>
                      <a:pt x="6283" y="8068"/>
                      <a:pt x="6953" y="7866"/>
                    </a:cubicBezTo>
                    <a:cubicBezTo>
                      <a:pt x="7318" y="7757"/>
                      <a:pt x="7847" y="7730"/>
                      <a:pt x="8147" y="7468"/>
                    </a:cubicBezTo>
                    <a:lnTo>
                      <a:pt x="8147" y="7833"/>
                    </a:lnTo>
                    <a:cubicBezTo>
                      <a:pt x="7934" y="8084"/>
                      <a:pt x="7596" y="8220"/>
                      <a:pt x="7308" y="8373"/>
                    </a:cubicBezTo>
                    <a:cubicBezTo>
                      <a:pt x="6926" y="8564"/>
                      <a:pt x="6556" y="8776"/>
                      <a:pt x="6201" y="9010"/>
                    </a:cubicBezTo>
                    <a:cubicBezTo>
                      <a:pt x="5716" y="9348"/>
                      <a:pt x="5172" y="9822"/>
                      <a:pt x="4970" y="10394"/>
                    </a:cubicBezTo>
                    <a:cubicBezTo>
                      <a:pt x="4963" y="10413"/>
                      <a:pt x="4983" y="10429"/>
                      <a:pt x="5000" y="10429"/>
                    </a:cubicBezTo>
                    <a:cubicBezTo>
                      <a:pt x="5008" y="10429"/>
                      <a:pt x="5015" y="10425"/>
                      <a:pt x="5019" y="10416"/>
                    </a:cubicBezTo>
                    <a:cubicBezTo>
                      <a:pt x="5275" y="9746"/>
                      <a:pt x="5983" y="9239"/>
                      <a:pt x="6572" y="8880"/>
                    </a:cubicBezTo>
                    <a:cubicBezTo>
                      <a:pt x="7057" y="8580"/>
                      <a:pt x="7716" y="8389"/>
                      <a:pt x="8152" y="7991"/>
                    </a:cubicBezTo>
                    <a:lnTo>
                      <a:pt x="8152" y="8874"/>
                    </a:lnTo>
                    <a:cubicBezTo>
                      <a:pt x="8016" y="8956"/>
                      <a:pt x="7945" y="9065"/>
                      <a:pt x="7852" y="9196"/>
                    </a:cubicBezTo>
                    <a:cubicBezTo>
                      <a:pt x="7700" y="9408"/>
                      <a:pt x="7515" y="9593"/>
                      <a:pt x="7297" y="9735"/>
                    </a:cubicBezTo>
                    <a:cubicBezTo>
                      <a:pt x="7008" y="9920"/>
                      <a:pt x="6681" y="10040"/>
                      <a:pt x="6370" y="10182"/>
                    </a:cubicBezTo>
                    <a:cubicBezTo>
                      <a:pt x="5853" y="10416"/>
                      <a:pt x="5368" y="10721"/>
                      <a:pt x="5155" y="11266"/>
                    </a:cubicBezTo>
                    <a:cubicBezTo>
                      <a:pt x="5144" y="11291"/>
                      <a:pt x="5167" y="11312"/>
                      <a:pt x="5187" y="11312"/>
                    </a:cubicBezTo>
                    <a:cubicBezTo>
                      <a:pt x="5197" y="11312"/>
                      <a:pt x="5206" y="11307"/>
                      <a:pt x="5210" y="11294"/>
                    </a:cubicBezTo>
                    <a:cubicBezTo>
                      <a:pt x="5460" y="10640"/>
                      <a:pt x="6136" y="10389"/>
                      <a:pt x="6730" y="10138"/>
                    </a:cubicBezTo>
                    <a:cubicBezTo>
                      <a:pt x="6970" y="10035"/>
                      <a:pt x="7204" y="9920"/>
                      <a:pt x="7427" y="9784"/>
                    </a:cubicBezTo>
                    <a:cubicBezTo>
                      <a:pt x="7733" y="9588"/>
                      <a:pt x="7907" y="9277"/>
                      <a:pt x="8152" y="9027"/>
                    </a:cubicBezTo>
                    <a:lnTo>
                      <a:pt x="8152" y="10275"/>
                    </a:lnTo>
                    <a:lnTo>
                      <a:pt x="8147" y="10275"/>
                    </a:lnTo>
                    <a:cubicBezTo>
                      <a:pt x="7585" y="10743"/>
                      <a:pt x="6921" y="10879"/>
                      <a:pt x="6278" y="11195"/>
                    </a:cubicBezTo>
                    <a:cubicBezTo>
                      <a:pt x="5874" y="11397"/>
                      <a:pt x="5439" y="11691"/>
                      <a:pt x="5248" y="12111"/>
                    </a:cubicBezTo>
                    <a:cubicBezTo>
                      <a:pt x="5241" y="12125"/>
                      <a:pt x="5253" y="12138"/>
                      <a:pt x="5265" y="12138"/>
                    </a:cubicBezTo>
                    <a:cubicBezTo>
                      <a:pt x="5271" y="12138"/>
                      <a:pt x="5277" y="12135"/>
                      <a:pt x="5281" y="12127"/>
                    </a:cubicBezTo>
                    <a:cubicBezTo>
                      <a:pt x="5526" y="11604"/>
                      <a:pt x="6158" y="11310"/>
                      <a:pt x="6665" y="11103"/>
                    </a:cubicBezTo>
                    <a:cubicBezTo>
                      <a:pt x="7209" y="10890"/>
                      <a:pt x="7689" y="10743"/>
                      <a:pt x="8152" y="10384"/>
                    </a:cubicBezTo>
                    <a:lnTo>
                      <a:pt x="8152" y="10438"/>
                    </a:lnTo>
                    <a:lnTo>
                      <a:pt x="8152" y="11119"/>
                    </a:lnTo>
                    <a:cubicBezTo>
                      <a:pt x="8081" y="11163"/>
                      <a:pt x="8027" y="11223"/>
                      <a:pt x="7983" y="11288"/>
                    </a:cubicBezTo>
                    <a:cubicBezTo>
                      <a:pt x="7858" y="11468"/>
                      <a:pt x="7694" y="11615"/>
                      <a:pt x="7498" y="11713"/>
                    </a:cubicBezTo>
                    <a:cubicBezTo>
                      <a:pt x="7128" y="11904"/>
                      <a:pt x="6708" y="11986"/>
                      <a:pt x="6327" y="12160"/>
                    </a:cubicBezTo>
                    <a:cubicBezTo>
                      <a:pt x="6043" y="12291"/>
                      <a:pt x="5787" y="12465"/>
                      <a:pt x="5553" y="12678"/>
                    </a:cubicBezTo>
                    <a:cubicBezTo>
                      <a:pt x="5291" y="12912"/>
                      <a:pt x="5166" y="13201"/>
                      <a:pt x="4954" y="13473"/>
                    </a:cubicBezTo>
                    <a:cubicBezTo>
                      <a:pt x="4933" y="13498"/>
                      <a:pt x="4956" y="13528"/>
                      <a:pt x="4982" y="13528"/>
                    </a:cubicBezTo>
                    <a:cubicBezTo>
                      <a:pt x="4991" y="13528"/>
                      <a:pt x="5000" y="13525"/>
                      <a:pt x="5008" y="13517"/>
                    </a:cubicBezTo>
                    <a:cubicBezTo>
                      <a:pt x="5242" y="13228"/>
                      <a:pt x="5400" y="12923"/>
                      <a:pt x="5695" y="12678"/>
                    </a:cubicBezTo>
                    <a:cubicBezTo>
                      <a:pt x="5994" y="12427"/>
                      <a:pt x="6343" y="12236"/>
                      <a:pt x="6714" y="12111"/>
                    </a:cubicBezTo>
                    <a:cubicBezTo>
                      <a:pt x="7013" y="11996"/>
                      <a:pt x="7373" y="11937"/>
                      <a:pt x="7645" y="11762"/>
                    </a:cubicBezTo>
                    <a:cubicBezTo>
                      <a:pt x="7738" y="11702"/>
                      <a:pt x="7825" y="11637"/>
                      <a:pt x="7912" y="11561"/>
                    </a:cubicBezTo>
                    <a:cubicBezTo>
                      <a:pt x="8005" y="11473"/>
                      <a:pt x="8065" y="11353"/>
                      <a:pt x="8152" y="11261"/>
                    </a:cubicBezTo>
                    <a:lnTo>
                      <a:pt x="8152" y="11261"/>
                    </a:lnTo>
                    <a:cubicBezTo>
                      <a:pt x="8152" y="11719"/>
                      <a:pt x="8152" y="12171"/>
                      <a:pt x="8147" y="12623"/>
                    </a:cubicBezTo>
                    <a:cubicBezTo>
                      <a:pt x="8136" y="12623"/>
                      <a:pt x="8125" y="12629"/>
                      <a:pt x="8114" y="12634"/>
                    </a:cubicBezTo>
                    <a:cubicBezTo>
                      <a:pt x="8016" y="12694"/>
                      <a:pt x="7912" y="12748"/>
                      <a:pt x="7809" y="12797"/>
                    </a:cubicBezTo>
                    <a:cubicBezTo>
                      <a:pt x="7496" y="12760"/>
                      <a:pt x="7194" y="12712"/>
                      <a:pt x="6906" y="12712"/>
                    </a:cubicBezTo>
                    <a:cubicBezTo>
                      <a:pt x="6490" y="12712"/>
                      <a:pt x="6104" y="12811"/>
                      <a:pt x="5760" y="13184"/>
                    </a:cubicBezTo>
                    <a:cubicBezTo>
                      <a:pt x="5748" y="13197"/>
                      <a:pt x="5760" y="13212"/>
                      <a:pt x="5772" y="13212"/>
                    </a:cubicBezTo>
                    <a:cubicBezTo>
                      <a:pt x="5775" y="13212"/>
                      <a:pt x="5779" y="13210"/>
                      <a:pt x="5782" y="13206"/>
                    </a:cubicBezTo>
                    <a:cubicBezTo>
                      <a:pt x="6071" y="12923"/>
                      <a:pt x="6408" y="12792"/>
                      <a:pt x="6806" y="12765"/>
                    </a:cubicBezTo>
                    <a:cubicBezTo>
                      <a:pt x="6835" y="12763"/>
                      <a:pt x="6864" y="12762"/>
                      <a:pt x="6893" y="12762"/>
                    </a:cubicBezTo>
                    <a:cubicBezTo>
                      <a:pt x="7153" y="12762"/>
                      <a:pt x="7395" y="12844"/>
                      <a:pt x="7651" y="12868"/>
                    </a:cubicBezTo>
                    <a:cubicBezTo>
                      <a:pt x="7057" y="13119"/>
                      <a:pt x="6419" y="13255"/>
                      <a:pt x="5847" y="13566"/>
                    </a:cubicBezTo>
                    <a:cubicBezTo>
                      <a:pt x="5417" y="13800"/>
                      <a:pt x="5106" y="14340"/>
                      <a:pt x="5237" y="14824"/>
                    </a:cubicBezTo>
                    <a:cubicBezTo>
                      <a:pt x="5241" y="14843"/>
                      <a:pt x="5254" y="14850"/>
                      <a:pt x="5268" y="14850"/>
                    </a:cubicBezTo>
                    <a:cubicBezTo>
                      <a:pt x="5292" y="14850"/>
                      <a:pt x="5318" y="14828"/>
                      <a:pt x="5308" y="14797"/>
                    </a:cubicBezTo>
                    <a:cubicBezTo>
                      <a:pt x="5024" y="14023"/>
                      <a:pt x="5978" y="13555"/>
                      <a:pt x="6539" y="13364"/>
                    </a:cubicBezTo>
                    <a:cubicBezTo>
                      <a:pt x="7090" y="13179"/>
                      <a:pt x="7629" y="13048"/>
                      <a:pt x="8147" y="12770"/>
                    </a:cubicBezTo>
                    <a:lnTo>
                      <a:pt x="8147" y="13173"/>
                    </a:lnTo>
                    <a:lnTo>
                      <a:pt x="8136" y="13173"/>
                    </a:lnTo>
                    <a:cubicBezTo>
                      <a:pt x="7863" y="13321"/>
                      <a:pt x="7569" y="13451"/>
                      <a:pt x="7308" y="13620"/>
                    </a:cubicBezTo>
                    <a:cubicBezTo>
                      <a:pt x="7155" y="13735"/>
                      <a:pt x="7024" y="13882"/>
                      <a:pt x="6926" y="14051"/>
                    </a:cubicBezTo>
                    <a:cubicBezTo>
                      <a:pt x="6752" y="14116"/>
                      <a:pt x="6599" y="14225"/>
                      <a:pt x="6474" y="14367"/>
                    </a:cubicBezTo>
                    <a:cubicBezTo>
                      <a:pt x="6237" y="14614"/>
                      <a:pt x="5756" y="15679"/>
                      <a:pt x="5275" y="15679"/>
                    </a:cubicBezTo>
                    <a:cubicBezTo>
                      <a:pt x="5237" y="15679"/>
                      <a:pt x="5199" y="15673"/>
                      <a:pt x="5161" y="15658"/>
                    </a:cubicBezTo>
                    <a:cubicBezTo>
                      <a:pt x="5158" y="15657"/>
                      <a:pt x="5156" y="15657"/>
                      <a:pt x="5154" y="15657"/>
                    </a:cubicBezTo>
                    <a:cubicBezTo>
                      <a:pt x="5142" y="15657"/>
                      <a:pt x="5135" y="15671"/>
                      <a:pt x="5144" y="15680"/>
                    </a:cubicBezTo>
                    <a:cubicBezTo>
                      <a:pt x="5193" y="15713"/>
                      <a:pt x="5244" y="15727"/>
                      <a:pt x="5297" y="15727"/>
                    </a:cubicBezTo>
                    <a:cubicBezTo>
                      <a:pt x="5554" y="15727"/>
                      <a:pt x="5837" y="15382"/>
                      <a:pt x="5973" y="15228"/>
                    </a:cubicBezTo>
                    <a:cubicBezTo>
                      <a:pt x="6169" y="15004"/>
                      <a:pt x="6310" y="14743"/>
                      <a:pt x="6490" y="14508"/>
                    </a:cubicBezTo>
                    <a:cubicBezTo>
                      <a:pt x="6637" y="14296"/>
                      <a:pt x="6866" y="14154"/>
                      <a:pt x="7128" y="14127"/>
                    </a:cubicBezTo>
                    <a:cubicBezTo>
                      <a:pt x="7148" y="14124"/>
                      <a:pt x="7168" y="14123"/>
                      <a:pt x="7187" y="14123"/>
                    </a:cubicBezTo>
                    <a:cubicBezTo>
                      <a:pt x="7411" y="14123"/>
                      <a:pt x="7568" y="14290"/>
                      <a:pt x="7743" y="14416"/>
                    </a:cubicBezTo>
                    <a:cubicBezTo>
                      <a:pt x="7526" y="14536"/>
                      <a:pt x="7286" y="14612"/>
                      <a:pt x="7046" y="14726"/>
                    </a:cubicBezTo>
                    <a:cubicBezTo>
                      <a:pt x="6708" y="14890"/>
                      <a:pt x="6430" y="15206"/>
                      <a:pt x="6201" y="15495"/>
                    </a:cubicBezTo>
                    <a:cubicBezTo>
                      <a:pt x="5727" y="16089"/>
                      <a:pt x="5253" y="16939"/>
                      <a:pt x="5281" y="17718"/>
                    </a:cubicBezTo>
                    <a:cubicBezTo>
                      <a:pt x="5281" y="17729"/>
                      <a:pt x="5287" y="17734"/>
                      <a:pt x="5295" y="17734"/>
                    </a:cubicBezTo>
                    <a:cubicBezTo>
                      <a:pt x="5302" y="17734"/>
                      <a:pt x="5311" y="17729"/>
                      <a:pt x="5313" y="17718"/>
                    </a:cubicBezTo>
                    <a:cubicBezTo>
                      <a:pt x="5466" y="16813"/>
                      <a:pt x="5885" y="15974"/>
                      <a:pt x="6507" y="15299"/>
                    </a:cubicBezTo>
                    <a:cubicBezTo>
                      <a:pt x="6806" y="14983"/>
                      <a:pt x="7133" y="14824"/>
                      <a:pt x="7531" y="14677"/>
                    </a:cubicBezTo>
                    <a:cubicBezTo>
                      <a:pt x="7760" y="14596"/>
                      <a:pt x="8000" y="14487"/>
                      <a:pt x="8136" y="14285"/>
                    </a:cubicBezTo>
                    <a:lnTo>
                      <a:pt x="8136" y="14868"/>
                    </a:lnTo>
                    <a:cubicBezTo>
                      <a:pt x="8130" y="14868"/>
                      <a:pt x="8130" y="14874"/>
                      <a:pt x="8125" y="14879"/>
                    </a:cubicBezTo>
                    <a:cubicBezTo>
                      <a:pt x="7231" y="15996"/>
                      <a:pt x="6109" y="16988"/>
                      <a:pt x="5929" y="18486"/>
                    </a:cubicBezTo>
                    <a:cubicBezTo>
                      <a:pt x="5858" y="18541"/>
                      <a:pt x="5787" y="18601"/>
                      <a:pt x="5722" y="18661"/>
                    </a:cubicBezTo>
                    <a:cubicBezTo>
                      <a:pt x="5373" y="18960"/>
                      <a:pt x="5084" y="19320"/>
                      <a:pt x="4687" y="19565"/>
                    </a:cubicBezTo>
                    <a:cubicBezTo>
                      <a:pt x="4668" y="19579"/>
                      <a:pt x="4681" y="19600"/>
                      <a:pt x="4698" y="19600"/>
                    </a:cubicBezTo>
                    <a:cubicBezTo>
                      <a:pt x="4701" y="19600"/>
                      <a:pt x="4705" y="19600"/>
                      <a:pt x="4708" y="19598"/>
                    </a:cubicBezTo>
                    <a:cubicBezTo>
                      <a:pt x="5019" y="19429"/>
                      <a:pt x="5270" y="19200"/>
                      <a:pt x="5526" y="18955"/>
                    </a:cubicBezTo>
                    <a:cubicBezTo>
                      <a:pt x="5662" y="18824"/>
                      <a:pt x="5798" y="18704"/>
                      <a:pt x="5945" y="18590"/>
                    </a:cubicBezTo>
                    <a:cubicBezTo>
                      <a:pt x="5948" y="18591"/>
                      <a:pt x="5951" y="18591"/>
                      <a:pt x="5954" y="18591"/>
                    </a:cubicBezTo>
                    <a:cubicBezTo>
                      <a:pt x="5967" y="18591"/>
                      <a:pt x="5979" y="18581"/>
                      <a:pt x="5983" y="18568"/>
                    </a:cubicBezTo>
                    <a:lnTo>
                      <a:pt x="5983" y="18562"/>
                    </a:lnTo>
                    <a:cubicBezTo>
                      <a:pt x="6000" y="18546"/>
                      <a:pt x="6022" y="18530"/>
                      <a:pt x="6038" y="18519"/>
                    </a:cubicBezTo>
                    <a:cubicBezTo>
                      <a:pt x="6250" y="18361"/>
                      <a:pt x="6485" y="18372"/>
                      <a:pt x="6725" y="18334"/>
                    </a:cubicBezTo>
                    <a:lnTo>
                      <a:pt x="6725" y="18372"/>
                    </a:lnTo>
                    <a:cubicBezTo>
                      <a:pt x="6725" y="18546"/>
                      <a:pt x="6725" y="18721"/>
                      <a:pt x="6719" y="18900"/>
                    </a:cubicBezTo>
                    <a:cubicBezTo>
                      <a:pt x="6534" y="18928"/>
                      <a:pt x="6365" y="19020"/>
                      <a:pt x="6245" y="19162"/>
                    </a:cubicBezTo>
                    <a:cubicBezTo>
                      <a:pt x="6005" y="19402"/>
                      <a:pt x="5874" y="19614"/>
                      <a:pt x="5542" y="19750"/>
                    </a:cubicBezTo>
                    <a:cubicBezTo>
                      <a:pt x="5106" y="19930"/>
                      <a:pt x="4638" y="19974"/>
                      <a:pt x="4371" y="20404"/>
                    </a:cubicBezTo>
                    <a:cubicBezTo>
                      <a:pt x="4363" y="20416"/>
                      <a:pt x="4374" y="20427"/>
                      <a:pt x="4385" y="20427"/>
                    </a:cubicBezTo>
                    <a:cubicBezTo>
                      <a:pt x="4390" y="20427"/>
                      <a:pt x="4395" y="20425"/>
                      <a:pt x="4398" y="20421"/>
                    </a:cubicBezTo>
                    <a:cubicBezTo>
                      <a:pt x="4687" y="20001"/>
                      <a:pt x="5210" y="19963"/>
                      <a:pt x="5651" y="19799"/>
                    </a:cubicBezTo>
                    <a:lnTo>
                      <a:pt x="5662" y="19799"/>
                    </a:lnTo>
                    <a:cubicBezTo>
                      <a:pt x="5569" y="20083"/>
                      <a:pt x="5526" y="20339"/>
                      <a:pt x="5357" y="20595"/>
                    </a:cubicBezTo>
                    <a:cubicBezTo>
                      <a:pt x="5275" y="20726"/>
                      <a:pt x="5177" y="20846"/>
                      <a:pt x="5084" y="20971"/>
                    </a:cubicBezTo>
                    <a:cubicBezTo>
                      <a:pt x="5080" y="20962"/>
                      <a:pt x="5068" y="20953"/>
                      <a:pt x="5055" y="20953"/>
                    </a:cubicBezTo>
                    <a:cubicBezTo>
                      <a:pt x="5052" y="20953"/>
                      <a:pt x="5049" y="20954"/>
                      <a:pt x="5046" y="20955"/>
                    </a:cubicBezTo>
                    <a:cubicBezTo>
                      <a:pt x="4747" y="21015"/>
                      <a:pt x="4496" y="21222"/>
                      <a:pt x="4381" y="21510"/>
                    </a:cubicBezTo>
                    <a:cubicBezTo>
                      <a:pt x="4374" y="21521"/>
                      <a:pt x="4383" y="21529"/>
                      <a:pt x="4394" y="21529"/>
                    </a:cubicBezTo>
                    <a:cubicBezTo>
                      <a:pt x="4399" y="21529"/>
                      <a:pt x="4405" y="21527"/>
                      <a:pt x="4409" y="21521"/>
                    </a:cubicBezTo>
                    <a:cubicBezTo>
                      <a:pt x="4480" y="21391"/>
                      <a:pt x="4578" y="21282"/>
                      <a:pt x="4703" y="21200"/>
                    </a:cubicBezTo>
                    <a:cubicBezTo>
                      <a:pt x="4806" y="21145"/>
                      <a:pt x="4910" y="21096"/>
                      <a:pt x="5024" y="21058"/>
                    </a:cubicBezTo>
                    <a:lnTo>
                      <a:pt x="5024" y="21058"/>
                    </a:lnTo>
                    <a:cubicBezTo>
                      <a:pt x="4997" y="21102"/>
                      <a:pt x="4970" y="21140"/>
                      <a:pt x="4943" y="21183"/>
                    </a:cubicBezTo>
                    <a:cubicBezTo>
                      <a:pt x="4812" y="21396"/>
                      <a:pt x="4725" y="21641"/>
                      <a:pt x="4697" y="21892"/>
                    </a:cubicBezTo>
                    <a:cubicBezTo>
                      <a:pt x="4262" y="22388"/>
                      <a:pt x="4262" y="23025"/>
                      <a:pt x="4278" y="23652"/>
                    </a:cubicBezTo>
                    <a:cubicBezTo>
                      <a:pt x="4289" y="23979"/>
                      <a:pt x="4278" y="24338"/>
                      <a:pt x="4371" y="24654"/>
                    </a:cubicBezTo>
                    <a:cubicBezTo>
                      <a:pt x="4474" y="25052"/>
                      <a:pt x="4697" y="25396"/>
                      <a:pt x="4850" y="25771"/>
                    </a:cubicBezTo>
                    <a:cubicBezTo>
                      <a:pt x="4854" y="25779"/>
                      <a:pt x="4862" y="25783"/>
                      <a:pt x="4869" y="25783"/>
                    </a:cubicBezTo>
                    <a:cubicBezTo>
                      <a:pt x="4882" y="25783"/>
                      <a:pt x="4895" y="25772"/>
                      <a:pt x="4888" y="25755"/>
                    </a:cubicBezTo>
                    <a:cubicBezTo>
                      <a:pt x="4790" y="25494"/>
                      <a:pt x="4659" y="25243"/>
                      <a:pt x="4550" y="24981"/>
                    </a:cubicBezTo>
                    <a:cubicBezTo>
                      <a:pt x="4409" y="24644"/>
                      <a:pt x="4392" y="24262"/>
                      <a:pt x="4381" y="23892"/>
                    </a:cubicBezTo>
                    <a:cubicBezTo>
                      <a:pt x="4360" y="23254"/>
                      <a:pt x="4316" y="22595"/>
                      <a:pt x="4681" y="22044"/>
                    </a:cubicBezTo>
                    <a:lnTo>
                      <a:pt x="4681" y="22044"/>
                    </a:lnTo>
                    <a:cubicBezTo>
                      <a:pt x="4670" y="22224"/>
                      <a:pt x="4665" y="22409"/>
                      <a:pt x="4659" y="22600"/>
                    </a:cubicBezTo>
                    <a:cubicBezTo>
                      <a:pt x="4659" y="22606"/>
                      <a:pt x="4664" y="22610"/>
                      <a:pt x="4669" y="22610"/>
                    </a:cubicBezTo>
                    <a:cubicBezTo>
                      <a:pt x="4672" y="22610"/>
                      <a:pt x="4676" y="22608"/>
                      <a:pt x="4676" y="22600"/>
                    </a:cubicBezTo>
                    <a:cubicBezTo>
                      <a:pt x="4714" y="22388"/>
                      <a:pt x="4719" y="22170"/>
                      <a:pt x="4741" y="21957"/>
                    </a:cubicBezTo>
                    <a:lnTo>
                      <a:pt x="4757" y="21941"/>
                    </a:lnTo>
                    <a:cubicBezTo>
                      <a:pt x="4768" y="21925"/>
                      <a:pt x="4768" y="21903"/>
                      <a:pt x="4757" y="21886"/>
                    </a:cubicBezTo>
                    <a:cubicBezTo>
                      <a:pt x="4757" y="21870"/>
                      <a:pt x="4763" y="21848"/>
                      <a:pt x="4763" y="21826"/>
                    </a:cubicBezTo>
                    <a:cubicBezTo>
                      <a:pt x="4817" y="21543"/>
                      <a:pt x="4981" y="21276"/>
                      <a:pt x="5139" y="21036"/>
                    </a:cubicBezTo>
                    <a:cubicBezTo>
                      <a:pt x="5210" y="20933"/>
                      <a:pt x="5286" y="20835"/>
                      <a:pt x="5362" y="20731"/>
                    </a:cubicBezTo>
                    <a:cubicBezTo>
                      <a:pt x="5684" y="21031"/>
                      <a:pt x="5706" y="21472"/>
                      <a:pt x="5738" y="21903"/>
                    </a:cubicBezTo>
                    <a:cubicBezTo>
                      <a:pt x="5569" y="22202"/>
                      <a:pt x="5362" y="22453"/>
                      <a:pt x="5248" y="22791"/>
                    </a:cubicBezTo>
                    <a:cubicBezTo>
                      <a:pt x="5123" y="23161"/>
                      <a:pt x="5095" y="23565"/>
                      <a:pt x="5101" y="23957"/>
                    </a:cubicBezTo>
                    <a:cubicBezTo>
                      <a:pt x="5117" y="24889"/>
                      <a:pt x="5411" y="25788"/>
                      <a:pt x="5449" y="26720"/>
                    </a:cubicBezTo>
                    <a:cubicBezTo>
                      <a:pt x="5068" y="27145"/>
                      <a:pt x="4888" y="27690"/>
                      <a:pt x="4763" y="28251"/>
                    </a:cubicBezTo>
                    <a:cubicBezTo>
                      <a:pt x="4756" y="28275"/>
                      <a:pt x="4780" y="28292"/>
                      <a:pt x="4801" y="28292"/>
                    </a:cubicBezTo>
                    <a:cubicBezTo>
                      <a:pt x="4813" y="28292"/>
                      <a:pt x="4824" y="28287"/>
                      <a:pt x="4828" y="28273"/>
                    </a:cubicBezTo>
                    <a:cubicBezTo>
                      <a:pt x="4932" y="27929"/>
                      <a:pt x="5057" y="27591"/>
                      <a:pt x="5204" y="27270"/>
                    </a:cubicBezTo>
                    <a:cubicBezTo>
                      <a:pt x="5270" y="27128"/>
                      <a:pt x="5357" y="26998"/>
                      <a:pt x="5460" y="26883"/>
                    </a:cubicBezTo>
                    <a:cubicBezTo>
                      <a:pt x="5591" y="27237"/>
                      <a:pt x="5646" y="27624"/>
                      <a:pt x="5624" y="28006"/>
                    </a:cubicBezTo>
                    <a:lnTo>
                      <a:pt x="5618" y="28006"/>
                    </a:lnTo>
                    <a:cubicBezTo>
                      <a:pt x="5019" y="28534"/>
                      <a:pt x="4425" y="29084"/>
                      <a:pt x="4185" y="29880"/>
                    </a:cubicBezTo>
                    <a:cubicBezTo>
                      <a:pt x="3907" y="30817"/>
                      <a:pt x="4114" y="31695"/>
                      <a:pt x="4174" y="32648"/>
                    </a:cubicBezTo>
                    <a:cubicBezTo>
                      <a:pt x="4174" y="32654"/>
                      <a:pt x="4178" y="32656"/>
                      <a:pt x="4183" y="32656"/>
                    </a:cubicBezTo>
                    <a:cubicBezTo>
                      <a:pt x="4187" y="32656"/>
                      <a:pt x="4191" y="32654"/>
                      <a:pt x="4191" y="32648"/>
                    </a:cubicBezTo>
                    <a:cubicBezTo>
                      <a:pt x="4196" y="31787"/>
                      <a:pt x="4033" y="30964"/>
                      <a:pt x="4229" y="30114"/>
                    </a:cubicBezTo>
                    <a:cubicBezTo>
                      <a:pt x="4414" y="29281"/>
                      <a:pt x="5003" y="28665"/>
                      <a:pt x="5618" y="28125"/>
                    </a:cubicBezTo>
                    <a:lnTo>
                      <a:pt x="5618" y="28125"/>
                    </a:lnTo>
                    <a:cubicBezTo>
                      <a:pt x="5613" y="28240"/>
                      <a:pt x="5602" y="28349"/>
                      <a:pt x="5591" y="28463"/>
                    </a:cubicBezTo>
                    <a:cubicBezTo>
                      <a:pt x="5586" y="28469"/>
                      <a:pt x="5580" y="28469"/>
                      <a:pt x="5580" y="28474"/>
                    </a:cubicBezTo>
                    <a:cubicBezTo>
                      <a:pt x="5264" y="28872"/>
                      <a:pt x="4899" y="29242"/>
                      <a:pt x="4648" y="29689"/>
                    </a:cubicBezTo>
                    <a:cubicBezTo>
                      <a:pt x="4550" y="29869"/>
                      <a:pt x="4485" y="30065"/>
                      <a:pt x="4452" y="30267"/>
                    </a:cubicBezTo>
                    <a:cubicBezTo>
                      <a:pt x="4398" y="30561"/>
                      <a:pt x="4501" y="30844"/>
                      <a:pt x="4480" y="31139"/>
                    </a:cubicBezTo>
                    <a:cubicBezTo>
                      <a:pt x="4480" y="31157"/>
                      <a:pt x="4495" y="31168"/>
                      <a:pt x="4508" y="31168"/>
                    </a:cubicBezTo>
                    <a:cubicBezTo>
                      <a:pt x="4519" y="31168"/>
                      <a:pt x="4529" y="31161"/>
                      <a:pt x="4529" y="31144"/>
                    </a:cubicBezTo>
                    <a:cubicBezTo>
                      <a:pt x="4545" y="30975"/>
                      <a:pt x="4539" y="30806"/>
                      <a:pt x="4518" y="30637"/>
                    </a:cubicBezTo>
                    <a:cubicBezTo>
                      <a:pt x="4485" y="30310"/>
                      <a:pt x="4578" y="30005"/>
                      <a:pt x="4719" y="29722"/>
                    </a:cubicBezTo>
                    <a:cubicBezTo>
                      <a:pt x="4926" y="29302"/>
                      <a:pt x="5302" y="28975"/>
                      <a:pt x="5580" y="28600"/>
                    </a:cubicBezTo>
                    <a:lnTo>
                      <a:pt x="5580" y="28600"/>
                    </a:lnTo>
                    <a:cubicBezTo>
                      <a:pt x="5564" y="28725"/>
                      <a:pt x="5542" y="28856"/>
                      <a:pt x="5526" y="28975"/>
                    </a:cubicBezTo>
                    <a:cubicBezTo>
                      <a:pt x="5422" y="29668"/>
                      <a:pt x="5177" y="30365"/>
                      <a:pt x="5177" y="31062"/>
                    </a:cubicBezTo>
                    <a:cubicBezTo>
                      <a:pt x="5177" y="31075"/>
                      <a:pt x="5186" y="31081"/>
                      <a:pt x="5195" y="31081"/>
                    </a:cubicBezTo>
                    <a:cubicBezTo>
                      <a:pt x="5205" y="31081"/>
                      <a:pt x="5215" y="31074"/>
                      <a:pt x="5215" y="31062"/>
                    </a:cubicBezTo>
                    <a:cubicBezTo>
                      <a:pt x="5237" y="30654"/>
                      <a:pt x="5297" y="30251"/>
                      <a:pt x="5406" y="29853"/>
                    </a:cubicBezTo>
                    <a:cubicBezTo>
                      <a:pt x="5444" y="30065"/>
                      <a:pt x="5558" y="30256"/>
                      <a:pt x="5662" y="30458"/>
                    </a:cubicBezTo>
                    <a:cubicBezTo>
                      <a:pt x="5657" y="30463"/>
                      <a:pt x="5651" y="30474"/>
                      <a:pt x="5646" y="30479"/>
                    </a:cubicBezTo>
                    <a:cubicBezTo>
                      <a:pt x="5564" y="30964"/>
                      <a:pt x="5417" y="31428"/>
                      <a:pt x="5204" y="31869"/>
                    </a:cubicBezTo>
                    <a:cubicBezTo>
                      <a:pt x="4981" y="32305"/>
                      <a:pt x="4736" y="32708"/>
                      <a:pt x="4583" y="33182"/>
                    </a:cubicBezTo>
                    <a:cubicBezTo>
                      <a:pt x="4485" y="33498"/>
                      <a:pt x="4425" y="33825"/>
                      <a:pt x="4409" y="34157"/>
                    </a:cubicBezTo>
                    <a:cubicBezTo>
                      <a:pt x="4076" y="34599"/>
                      <a:pt x="3896" y="35013"/>
                      <a:pt x="3924" y="35569"/>
                    </a:cubicBezTo>
                    <a:cubicBezTo>
                      <a:pt x="3962" y="36288"/>
                      <a:pt x="4158" y="37007"/>
                      <a:pt x="4071" y="37727"/>
                    </a:cubicBezTo>
                    <a:cubicBezTo>
                      <a:pt x="3995" y="38386"/>
                      <a:pt x="3662" y="39007"/>
                      <a:pt x="3324" y="39563"/>
                    </a:cubicBezTo>
                    <a:lnTo>
                      <a:pt x="3270" y="39655"/>
                    </a:lnTo>
                    <a:cubicBezTo>
                      <a:pt x="3265" y="39654"/>
                      <a:pt x="3260" y="39653"/>
                      <a:pt x="3255" y="39653"/>
                    </a:cubicBezTo>
                    <a:cubicBezTo>
                      <a:pt x="3234" y="39653"/>
                      <a:pt x="3215" y="39671"/>
                      <a:pt x="3215" y="39694"/>
                    </a:cubicBezTo>
                    <a:lnTo>
                      <a:pt x="3215" y="39732"/>
                    </a:lnTo>
                    <a:cubicBezTo>
                      <a:pt x="3090" y="39939"/>
                      <a:pt x="2959" y="40135"/>
                      <a:pt x="2823" y="40326"/>
                    </a:cubicBezTo>
                    <a:cubicBezTo>
                      <a:pt x="2818" y="40326"/>
                      <a:pt x="2807" y="40326"/>
                      <a:pt x="2801" y="40331"/>
                    </a:cubicBezTo>
                    <a:cubicBezTo>
                      <a:pt x="2714" y="40407"/>
                      <a:pt x="2638" y="40495"/>
                      <a:pt x="2545" y="40565"/>
                    </a:cubicBezTo>
                    <a:cubicBezTo>
                      <a:pt x="2436" y="40647"/>
                      <a:pt x="2316" y="40718"/>
                      <a:pt x="2202" y="40794"/>
                    </a:cubicBezTo>
                    <a:cubicBezTo>
                      <a:pt x="2006" y="40909"/>
                      <a:pt x="1853" y="41089"/>
                      <a:pt x="1766" y="41301"/>
                    </a:cubicBezTo>
                    <a:cubicBezTo>
                      <a:pt x="1762" y="41312"/>
                      <a:pt x="1770" y="41320"/>
                      <a:pt x="1779" y="41320"/>
                    </a:cubicBezTo>
                    <a:cubicBezTo>
                      <a:pt x="1784" y="41320"/>
                      <a:pt x="1789" y="41318"/>
                      <a:pt x="1793" y="41312"/>
                    </a:cubicBezTo>
                    <a:cubicBezTo>
                      <a:pt x="1902" y="41045"/>
                      <a:pt x="2131" y="40903"/>
                      <a:pt x="2365" y="40756"/>
                    </a:cubicBezTo>
                    <a:cubicBezTo>
                      <a:pt x="2447" y="40713"/>
                      <a:pt x="2540" y="40658"/>
                      <a:pt x="2621" y="40604"/>
                    </a:cubicBezTo>
                    <a:lnTo>
                      <a:pt x="2621" y="40604"/>
                    </a:lnTo>
                    <a:cubicBezTo>
                      <a:pt x="2469" y="40805"/>
                      <a:pt x="2305" y="41001"/>
                      <a:pt x="2136" y="41192"/>
                    </a:cubicBezTo>
                    <a:cubicBezTo>
                      <a:pt x="2124" y="41205"/>
                      <a:pt x="2138" y="41224"/>
                      <a:pt x="2155" y="41224"/>
                    </a:cubicBezTo>
                    <a:cubicBezTo>
                      <a:pt x="2159" y="41224"/>
                      <a:pt x="2164" y="41223"/>
                      <a:pt x="2169" y="41219"/>
                    </a:cubicBezTo>
                    <a:cubicBezTo>
                      <a:pt x="2551" y="40816"/>
                      <a:pt x="2905" y="40380"/>
                      <a:pt x="3221" y="39922"/>
                    </a:cubicBezTo>
                    <a:lnTo>
                      <a:pt x="3221" y="39922"/>
                    </a:lnTo>
                    <a:cubicBezTo>
                      <a:pt x="3232" y="40233"/>
                      <a:pt x="3183" y="40549"/>
                      <a:pt x="3068" y="40838"/>
                    </a:cubicBezTo>
                    <a:cubicBezTo>
                      <a:pt x="3030" y="40920"/>
                      <a:pt x="2992" y="41001"/>
                      <a:pt x="2954" y="41083"/>
                    </a:cubicBezTo>
                    <a:lnTo>
                      <a:pt x="2910" y="41083"/>
                    </a:lnTo>
                    <a:cubicBezTo>
                      <a:pt x="2883" y="41083"/>
                      <a:pt x="2888" y="41116"/>
                      <a:pt x="2910" y="41116"/>
                    </a:cubicBezTo>
                    <a:lnTo>
                      <a:pt x="2932" y="41116"/>
                    </a:lnTo>
                    <a:cubicBezTo>
                      <a:pt x="2828" y="41317"/>
                      <a:pt x="2720" y="41514"/>
                      <a:pt x="2627" y="41721"/>
                    </a:cubicBezTo>
                    <a:cubicBezTo>
                      <a:pt x="2623" y="41731"/>
                      <a:pt x="2634" y="41740"/>
                      <a:pt x="2644" y="41740"/>
                    </a:cubicBezTo>
                    <a:cubicBezTo>
                      <a:pt x="2650" y="41740"/>
                      <a:pt x="2656" y="41737"/>
                      <a:pt x="2660" y="41732"/>
                    </a:cubicBezTo>
                    <a:cubicBezTo>
                      <a:pt x="2758" y="41524"/>
                      <a:pt x="2872" y="41323"/>
                      <a:pt x="2981" y="41116"/>
                    </a:cubicBezTo>
                    <a:cubicBezTo>
                      <a:pt x="3542" y="41099"/>
                      <a:pt x="4142" y="40805"/>
                      <a:pt x="4360" y="40271"/>
                    </a:cubicBezTo>
                    <a:cubicBezTo>
                      <a:pt x="4643" y="39579"/>
                      <a:pt x="4251" y="38724"/>
                      <a:pt x="4648" y="38086"/>
                    </a:cubicBezTo>
                    <a:cubicBezTo>
                      <a:pt x="4648" y="38092"/>
                      <a:pt x="4654" y="38103"/>
                      <a:pt x="4654" y="38113"/>
                    </a:cubicBezTo>
                    <a:cubicBezTo>
                      <a:pt x="4796" y="38555"/>
                      <a:pt x="4845" y="39018"/>
                      <a:pt x="4790" y="39481"/>
                    </a:cubicBezTo>
                    <a:cubicBezTo>
                      <a:pt x="4790" y="39489"/>
                      <a:pt x="4796" y="39493"/>
                      <a:pt x="4801" y="39493"/>
                    </a:cubicBezTo>
                    <a:cubicBezTo>
                      <a:pt x="4806" y="39493"/>
                      <a:pt x="4812" y="39489"/>
                      <a:pt x="4812" y="39481"/>
                    </a:cubicBezTo>
                    <a:cubicBezTo>
                      <a:pt x="4888" y="39094"/>
                      <a:pt x="4883" y="38696"/>
                      <a:pt x="4796" y="38310"/>
                    </a:cubicBezTo>
                    <a:cubicBezTo>
                      <a:pt x="4757" y="38119"/>
                      <a:pt x="4697" y="37928"/>
                      <a:pt x="4616" y="37743"/>
                    </a:cubicBezTo>
                    <a:cubicBezTo>
                      <a:pt x="4518" y="37525"/>
                      <a:pt x="4338" y="37367"/>
                      <a:pt x="4229" y="37154"/>
                    </a:cubicBezTo>
                    <a:cubicBezTo>
                      <a:pt x="4223" y="37138"/>
                      <a:pt x="4207" y="37133"/>
                      <a:pt x="4191" y="37133"/>
                    </a:cubicBezTo>
                    <a:cubicBezTo>
                      <a:pt x="4180" y="36882"/>
                      <a:pt x="4147" y="36631"/>
                      <a:pt x="4114" y="36375"/>
                    </a:cubicBezTo>
                    <a:lnTo>
                      <a:pt x="4104" y="36293"/>
                    </a:lnTo>
                    <a:lnTo>
                      <a:pt x="4104" y="36293"/>
                    </a:lnTo>
                    <a:cubicBezTo>
                      <a:pt x="4174" y="36375"/>
                      <a:pt x="4251" y="36451"/>
                      <a:pt x="4332" y="36522"/>
                    </a:cubicBezTo>
                    <a:cubicBezTo>
                      <a:pt x="4599" y="36762"/>
                      <a:pt x="4850" y="36985"/>
                      <a:pt x="5035" y="37291"/>
                    </a:cubicBezTo>
                    <a:cubicBezTo>
                      <a:pt x="5406" y="37928"/>
                      <a:pt x="5362" y="38587"/>
                      <a:pt x="5270" y="39285"/>
                    </a:cubicBezTo>
                    <a:cubicBezTo>
                      <a:pt x="5270" y="39290"/>
                      <a:pt x="5274" y="39293"/>
                      <a:pt x="5278" y="39293"/>
                    </a:cubicBezTo>
                    <a:cubicBezTo>
                      <a:pt x="5282" y="39293"/>
                      <a:pt x="5286" y="39290"/>
                      <a:pt x="5286" y="39285"/>
                    </a:cubicBezTo>
                    <a:cubicBezTo>
                      <a:pt x="5411" y="38675"/>
                      <a:pt x="5488" y="38146"/>
                      <a:pt x="5275" y="37541"/>
                    </a:cubicBezTo>
                    <a:cubicBezTo>
                      <a:pt x="5052" y="36893"/>
                      <a:pt x="4490" y="36577"/>
                      <a:pt x="4098" y="36054"/>
                    </a:cubicBezTo>
                    <a:cubicBezTo>
                      <a:pt x="4093" y="36048"/>
                      <a:pt x="4082" y="36037"/>
                      <a:pt x="4071" y="36037"/>
                    </a:cubicBezTo>
                    <a:cubicBezTo>
                      <a:pt x="4033" y="35749"/>
                      <a:pt x="4022" y="35454"/>
                      <a:pt x="4038" y="35160"/>
                    </a:cubicBezTo>
                    <a:cubicBezTo>
                      <a:pt x="4060" y="34860"/>
                      <a:pt x="4229" y="34588"/>
                      <a:pt x="4392" y="34332"/>
                    </a:cubicBezTo>
                    <a:lnTo>
                      <a:pt x="4392" y="34386"/>
                    </a:lnTo>
                    <a:cubicBezTo>
                      <a:pt x="4392" y="34860"/>
                      <a:pt x="4376" y="35340"/>
                      <a:pt x="4556" y="35792"/>
                    </a:cubicBezTo>
                    <a:cubicBezTo>
                      <a:pt x="4562" y="35802"/>
                      <a:pt x="4571" y="35806"/>
                      <a:pt x="4580" y="35806"/>
                    </a:cubicBezTo>
                    <a:cubicBezTo>
                      <a:pt x="4596" y="35806"/>
                      <a:pt x="4612" y="35792"/>
                      <a:pt x="4605" y="35770"/>
                    </a:cubicBezTo>
                    <a:cubicBezTo>
                      <a:pt x="4430" y="35324"/>
                      <a:pt x="4469" y="34849"/>
                      <a:pt x="4485" y="34375"/>
                    </a:cubicBezTo>
                    <a:cubicBezTo>
                      <a:pt x="4496" y="33858"/>
                      <a:pt x="4599" y="33346"/>
                      <a:pt x="4790" y="32866"/>
                    </a:cubicBezTo>
                    <a:cubicBezTo>
                      <a:pt x="4850" y="32713"/>
                      <a:pt x="4915" y="32566"/>
                      <a:pt x="4986" y="32425"/>
                    </a:cubicBezTo>
                    <a:cubicBezTo>
                      <a:pt x="5057" y="32795"/>
                      <a:pt x="5182" y="33149"/>
                      <a:pt x="5199" y="33525"/>
                    </a:cubicBezTo>
                    <a:cubicBezTo>
                      <a:pt x="5215" y="33978"/>
                      <a:pt x="5068" y="34424"/>
                      <a:pt x="4992" y="34860"/>
                    </a:cubicBezTo>
                    <a:cubicBezTo>
                      <a:pt x="4926" y="35258"/>
                      <a:pt x="4856" y="35868"/>
                      <a:pt x="5128" y="36195"/>
                    </a:cubicBezTo>
                    <a:cubicBezTo>
                      <a:pt x="5133" y="36202"/>
                      <a:pt x="5139" y="36204"/>
                      <a:pt x="5145" y="36204"/>
                    </a:cubicBezTo>
                    <a:cubicBezTo>
                      <a:pt x="5159" y="36204"/>
                      <a:pt x="5172" y="36189"/>
                      <a:pt x="5161" y="36174"/>
                    </a:cubicBezTo>
                    <a:cubicBezTo>
                      <a:pt x="4812" y="35732"/>
                      <a:pt x="5063" y="34877"/>
                      <a:pt x="5166" y="34392"/>
                    </a:cubicBezTo>
                    <a:cubicBezTo>
                      <a:pt x="5248" y="34065"/>
                      <a:pt x="5286" y="33727"/>
                      <a:pt x="5281" y="33395"/>
                    </a:cubicBezTo>
                    <a:cubicBezTo>
                      <a:pt x="5270" y="33051"/>
                      <a:pt x="5155" y="32703"/>
                      <a:pt x="5068" y="32370"/>
                    </a:cubicBezTo>
                    <a:cubicBezTo>
                      <a:pt x="5063" y="32356"/>
                      <a:pt x="5050" y="32342"/>
                      <a:pt x="5033" y="32342"/>
                    </a:cubicBezTo>
                    <a:cubicBezTo>
                      <a:pt x="5030" y="32342"/>
                      <a:pt x="5027" y="32342"/>
                      <a:pt x="5024" y="32343"/>
                    </a:cubicBezTo>
                    <a:cubicBezTo>
                      <a:pt x="5308" y="31771"/>
                      <a:pt x="5635" y="31231"/>
                      <a:pt x="5716" y="30572"/>
                    </a:cubicBezTo>
                    <a:cubicBezTo>
                      <a:pt x="5755" y="30648"/>
                      <a:pt x="5787" y="30736"/>
                      <a:pt x="5815" y="30817"/>
                    </a:cubicBezTo>
                    <a:cubicBezTo>
                      <a:pt x="5831" y="30866"/>
                      <a:pt x="5842" y="30910"/>
                      <a:pt x="5853" y="30953"/>
                    </a:cubicBezTo>
                    <a:cubicBezTo>
                      <a:pt x="5853" y="30959"/>
                      <a:pt x="5853" y="30970"/>
                      <a:pt x="5858" y="30975"/>
                    </a:cubicBezTo>
                    <a:cubicBezTo>
                      <a:pt x="5973" y="31504"/>
                      <a:pt x="5847" y="32054"/>
                      <a:pt x="5662" y="32555"/>
                    </a:cubicBezTo>
                    <a:cubicBezTo>
                      <a:pt x="5659" y="32562"/>
                      <a:pt x="5664" y="32567"/>
                      <a:pt x="5669" y="32567"/>
                    </a:cubicBezTo>
                    <a:cubicBezTo>
                      <a:pt x="5673" y="32567"/>
                      <a:pt x="5676" y="32565"/>
                      <a:pt x="5678" y="32561"/>
                    </a:cubicBezTo>
                    <a:cubicBezTo>
                      <a:pt x="5891" y="32147"/>
                      <a:pt x="5994" y="31684"/>
                      <a:pt x="5983" y="31215"/>
                    </a:cubicBezTo>
                    <a:lnTo>
                      <a:pt x="5983" y="31215"/>
                    </a:lnTo>
                    <a:cubicBezTo>
                      <a:pt x="6092" y="31428"/>
                      <a:pt x="6169" y="31662"/>
                      <a:pt x="6207" y="31902"/>
                    </a:cubicBezTo>
                    <a:cubicBezTo>
                      <a:pt x="6245" y="32261"/>
                      <a:pt x="6109" y="32632"/>
                      <a:pt x="6092" y="32991"/>
                    </a:cubicBezTo>
                    <a:cubicBezTo>
                      <a:pt x="6092" y="33001"/>
                      <a:pt x="6100" y="33007"/>
                      <a:pt x="6106" y="33007"/>
                    </a:cubicBezTo>
                    <a:cubicBezTo>
                      <a:pt x="6110" y="33007"/>
                      <a:pt x="6114" y="33004"/>
                      <a:pt x="6114" y="32997"/>
                    </a:cubicBezTo>
                    <a:cubicBezTo>
                      <a:pt x="6174" y="32626"/>
                      <a:pt x="6278" y="32272"/>
                      <a:pt x="6272" y="31896"/>
                    </a:cubicBezTo>
                    <a:cubicBezTo>
                      <a:pt x="6267" y="31586"/>
                      <a:pt x="6120" y="31297"/>
                      <a:pt x="5962" y="31035"/>
                    </a:cubicBezTo>
                    <a:cubicBezTo>
                      <a:pt x="5891" y="30567"/>
                      <a:pt x="5597" y="30207"/>
                      <a:pt x="5466" y="29755"/>
                    </a:cubicBezTo>
                    <a:cubicBezTo>
                      <a:pt x="5461" y="29741"/>
                      <a:pt x="5446" y="29731"/>
                      <a:pt x="5431" y="29731"/>
                    </a:cubicBezTo>
                    <a:cubicBezTo>
                      <a:pt x="5428" y="29731"/>
                      <a:pt x="5425" y="29732"/>
                      <a:pt x="5422" y="29733"/>
                    </a:cubicBezTo>
                    <a:cubicBezTo>
                      <a:pt x="5504" y="29390"/>
                      <a:pt x="5586" y="29057"/>
                      <a:pt x="5635" y="28719"/>
                    </a:cubicBezTo>
                    <a:cubicBezTo>
                      <a:pt x="5733" y="28093"/>
                      <a:pt x="5782" y="27390"/>
                      <a:pt x="5531" y="26790"/>
                    </a:cubicBezTo>
                    <a:cubicBezTo>
                      <a:pt x="5738" y="26567"/>
                      <a:pt x="5989" y="26387"/>
                      <a:pt x="6229" y="26191"/>
                    </a:cubicBezTo>
                    <a:cubicBezTo>
                      <a:pt x="6741" y="25782"/>
                      <a:pt x="7095" y="25259"/>
                      <a:pt x="7128" y="24595"/>
                    </a:cubicBezTo>
                    <a:cubicBezTo>
                      <a:pt x="7128" y="24576"/>
                      <a:pt x="7113" y="24564"/>
                      <a:pt x="7100" y="24564"/>
                    </a:cubicBezTo>
                    <a:cubicBezTo>
                      <a:pt x="7090" y="24564"/>
                      <a:pt x="7081" y="24570"/>
                      <a:pt x="7079" y="24584"/>
                    </a:cubicBezTo>
                    <a:cubicBezTo>
                      <a:pt x="6986" y="25276"/>
                      <a:pt x="6599" y="25712"/>
                      <a:pt x="6125" y="26120"/>
                    </a:cubicBezTo>
                    <a:cubicBezTo>
                      <a:pt x="6071" y="25663"/>
                      <a:pt x="5951" y="25248"/>
                      <a:pt x="5994" y="24774"/>
                    </a:cubicBezTo>
                    <a:cubicBezTo>
                      <a:pt x="6027" y="24366"/>
                      <a:pt x="6234" y="24001"/>
                      <a:pt x="6223" y="23586"/>
                    </a:cubicBezTo>
                    <a:cubicBezTo>
                      <a:pt x="6223" y="23578"/>
                      <a:pt x="6212" y="23572"/>
                      <a:pt x="6202" y="23572"/>
                    </a:cubicBezTo>
                    <a:cubicBezTo>
                      <a:pt x="6193" y="23572"/>
                      <a:pt x="6185" y="23576"/>
                      <a:pt x="6185" y="23586"/>
                    </a:cubicBezTo>
                    <a:cubicBezTo>
                      <a:pt x="6152" y="24071"/>
                      <a:pt x="5896" y="24502"/>
                      <a:pt x="5864" y="24998"/>
                    </a:cubicBezTo>
                    <a:cubicBezTo>
                      <a:pt x="5836" y="25379"/>
                      <a:pt x="5880" y="25837"/>
                      <a:pt x="6043" y="26191"/>
                    </a:cubicBezTo>
                    <a:cubicBezTo>
                      <a:pt x="5924" y="26289"/>
                      <a:pt x="5798" y="26387"/>
                      <a:pt x="5673" y="26485"/>
                    </a:cubicBezTo>
                    <a:cubicBezTo>
                      <a:pt x="5607" y="26545"/>
                      <a:pt x="5542" y="26600"/>
                      <a:pt x="5482" y="26665"/>
                    </a:cubicBezTo>
                    <a:cubicBezTo>
                      <a:pt x="5460" y="25880"/>
                      <a:pt x="5275" y="25112"/>
                      <a:pt x="5199" y="24328"/>
                    </a:cubicBezTo>
                    <a:cubicBezTo>
                      <a:pt x="5155" y="23859"/>
                      <a:pt x="5188" y="23385"/>
                      <a:pt x="5302" y="22927"/>
                    </a:cubicBezTo>
                    <a:cubicBezTo>
                      <a:pt x="5384" y="22600"/>
                      <a:pt x="5591" y="22360"/>
                      <a:pt x="5749" y="22093"/>
                    </a:cubicBezTo>
                    <a:cubicBezTo>
                      <a:pt x="5787" y="22426"/>
                      <a:pt x="5864" y="22742"/>
                      <a:pt x="6131" y="22960"/>
                    </a:cubicBezTo>
                    <a:cubicBezTo>
                      <a:pt x="6138" y="22966"/>
                      <a:pt x="6147" y="22969"/>
                      <a:pt x="6154" y="22969"/>
                    </a:cubicBezTo>
                    <a:cubicBezTo>
                      <a:pt x="6178" y="22969"/>
                      <a:pt x="6196" y="22941"/>
                      <a:pt x="6180" y="22916"/>
                    </a:cubicBezTo>
                    <a:cubicBezTo>
                      <a:pt x="5722" y="22273"/>
                      <a:pt x="6049" y="21200"/>
                      <a:pt x="5384" y="20688"/>
                    </a:cubicBezTo>
                    <a:cubicBezTo>
                      <a:pt x="5422" y="20639"/>
                      <a:pt x="5455" y="20584"/>
                      <a:pt x="5488" y="20530"/>
                    </a:cubicBezTo>
                    <a:cubicBezTo>
                      <a:pt x="5629" y="20279"/>
                      <a:pt x="5673" y="20066"/>
                      <a:pt x="5722" y="19789"/>
                    </a:cubicBezTo>
                    <a:cubicBezTo>
                      <a:pt x="5727" y="19778"/>
                      <a:pt x="5722" y="19767"/>
                      <a:pt x="5716" y="19761"/>
                    </a:cubicBezTo>
                    <a:cubicBezTo>
                      <a:pt x="5847" y="19690"/>
                      <a:pt x="5973" y="19598"/>
                      <a:pt x="6076" y="19489"/>
                    </a:cubicBezTo>
                    <a:lnTo>
                      <a:pt x="6076" y="19489"/>
                    </a:lnTo>
                    <a:cubicBezTo>
                      <a:pt x="5989" y="19729"/>
                      <a:pt x="6038" y="19963"/>
                      <a:pt x="6120" y="20208"/>
                    </a:cubicBezTo>
                    <a:cubicBezTo>
                      <a:pt x="6261" y="20590"/>
                      <a:pt x="6425" y="20965"/>
                      <a:pt x="6621" y="21331"/>
                    </a:cubicBezTo>
                    <a:cubicBezTo>
                      <a:pt x="6599" y="21843"/>
                      <a:pt x="6414" y="22322"/>
                      <a:pt x="6398" y="22834"/>
                    </a:cubicBezTo>
                    <a:cubicBezTo>
                      <a:pt x="6398" y="22851"/>
                      <a:pt x="6412" y="22861"/>
                      <a:pt x="6426" y="22861"/>
                    </a:cubicBezTo>
                    <a:cubicBezTo>
                      <a:pt x="6439" y="22861"/>
                      <a:pt x="6452" y="22853"/>
                      <a:pt x="6452" y="22834"/>
                    </a:cubicBezTo>
                    <a:cubicBezTo>
                      <a:pt x="6485" y="22393"/>
                      <a:pt x="6697" y="21963"/>
                      <a:pt x="6719" y="21521"/>
                    </a:cubicBezTo>
                    <a:cubicBezTo>
                      <a:pt x="6855" y="21794"/>
                      <a:pt x="6992" y="22066"/>
                      <a:pt x="7106" y="22339"/>
                    </a:cubicBezTo>
                    <a:cubicBezTo>
                      <a:pt x="7090" y="22344"/>
                      <a:pt x="7079" y="22355"/>
                      <a:pt x="7073" y="22371"/>
                    </a:cubicBezTo>
                    <a:cubicBezTo>
                      <a:pt x="6975" y="22796"/>
                      <a:pt x="6768" y="23183"/>
                      <a:pt x="6659" y="23608"/>
                    </a:cubicBezTo>
                    <a:cubicBezTo>
                      <a:pt x="6566" y="23990"/>
                      <a:pt x="6659" y="24426"/>
                      <a:pt x="6741" y="24802"/>
                    </a:cubicBezTo>
                    <a:cubicBezTo>
                      <a:pt x="6745" y="24814"/>
                      <a:pt x="6755" y="24820"/>
                      <a:pt x="6766" y="24820"/>
                    </a:cubicBezTo>
                    <a:cubicBezTo>
                      <a:pt x="6782" y="24820"/>
                      <a:pt x="6799" y="24807"/>
                      <a:pt x="6795" y="24791"/>
                    </a:cubicBezTo>
                    <a:cubicBezTo>
                      <a:pt x="6697" y="24328"/>
                      <a:pt x="6654" y="23870"/>
                      <a:pt x="6801" y="23412"/>
                    </a:cubicBezTo>
                    <a:cubicBezTo>
                      <a:pt x="6915" y="23080"/>
                      <a:pt x="7079" y="22775"/>
                      <a:pt x="7144" y="22426"/>
                    </a:cubicBezTo>
                    <a:cubicBezTo>
                      <a:pt x="7367" y="22976"/>
                      <a:pt x="7515" y="23543"/>
                      <a:pt x="7482" y="24169"/>
                    </a:cubicBezTo>
                    <a:cubicBezTo>
                      <a:pt x="7482" y="24188"/>
                      <a:pt x="7496" y="24198"/>
                      <a:pt x="7509" y="24198"/>
                    </a:cubicBezTo>
                    <a:cubicBezTo>
                      <a:pt x="7519" y="24198"/>
                      <a:pt x="7529" y="24192"/>
                      <a:pt x="7531" y="24180"/>
                    </a:cubicBezTo>
                    <a:cubicBezTo>
                      <a:pt x="7624" y="23412"/>
                      <a:pt x="7422" y="22693"/>
                      <a:pt x="7095" y="22006"/>
                    </a:cubicBezTo>
                    <a:cubicBezTo>
                      <a:pt x="6904" y="21598"/>
                      <a:pt x="6697" y="21194"/>
                      <a:pt x="6507" y="20786"/>
                    </a:cubicBezTo>
                    <a:cubicBezTo>
                      <a:pt x="6321" y="20399"/>
                      <a:pt x="6038" y="19930"/>
                      <a:pt x="6163" y="19489"/>
                    </a:cubicBezTo>
                    <a:cubicBezTo>
                      <a:pt x="6169" y="19462"/>
                      <a:pt x="6152" y="19440"/>
                      <a:pt x="6125" y="19440"/>
                    </a:cubicBezTo>
                    <a:cubicBezTo>
                      <a:pt x="6299" y="19265"/>
                      <a:pt x="6463" y="19080"/>
                      <a:pt x="6708" y="18993"/>
                    </a:cubicBezTo>
                    <a:lnTo>
                      <a:pt x="6708" y="18993"/>
                    </a:lnTo>
                    <a:cubicBezTo>
                      <a:pt x="6708" y="19047"/>
                      <a:pt x="6703" y="19102"/>
                      <a:pt x="6697" y="19162"/>
                    </a:cubicBezTo>
                    <a:cubicBezTo>
                      <a:pt x="6686" y="19320"/>
                      <a:pt x="6708" y="19718"/>
                      <a:pt x="6616" y="19859"/>
                    </a:cubicBezTo>
                    <a:cubicBezTo>
                      <a:pt x="6603" y="19875"/>
                      <a:pt x="6615" y="19895"/>
                      <a:pt x="6629" y="19895"/>
                    </a:cubicBezTo>
                    <a:cubicBezTo>
                      <a:pt x="6634" y="19895"/>
                      <a:pt x="6639" y="19892"/>
                      <a:pt x="6643" y="19887"/>
                    </a:cubicBezTo>
                    <a:cubicBezTo>
                      <a:pt x="6801" y="19680"/>
                      <a:pt x="6757" y="19282"/>
                      <a:pt x="6779" y="19031"/>
                    </a:cubicBezTo>
                    <a:cubicBezTo>
                      <a:pt x="6801" y="18786"/>
                      <a:pt x="6795" y="18546"/>
                      <a:pt x="6795" y="18306"/>
                    </a:cubicBezTo>
                    <a:cubicBezTo>
                      <a:pt x="6844" y="18295"/>
                      <a:pt x="6833" y="18219"/>
                      <a:pt x="6795" y="18208"/>
                    </a:cubicBezTo>
                    <a:cubicBezTo>
                      <a:pt x="6795" y="18045"/>
                      <a:pt x="6801" y="17881"/>
                      <a:pt x="6817" y="17718"/>
                    </a:cubicBezTo>
                    <a:cubicBezTo>
                      <a:pt x="6899" y="16922"/>
                      <a:pt x="7509" y="16421"/>
                      <a:pt x="8125" y="15996"/>
                    </a:cubicBezTo>
                    <a:lnTo>
                      <a:pt x="8125" y="16574"/>
                    </a:lnTo>
                    <a:cubicBezTo>
                      <a:pt x="7504" y="17304"/>
                      <a:pt x="7373" y="18399"/>
                      <a:pt x="7749" y="19276"/>
                    </a:cubicBezTo>
                    <a:cubicBezTo>
                      <a:pt x="7753" y="19286"/>
                      <a:pt x="7761" y="19290"/>
                      <a:pt x="7769" y="19290"/>
                    </a:cubicBezTo>
                    <a:cubicBezTo>
                      <a:pt x="7784" y="19290"/>
                      <a:pt x="7799" y="19277"/>
                      <a:pt x="7793" y="19260"/>
                    </a:cubicBezTo>
                    <a:cubicBezTo>
                      <a:pt x="7607" y="18802"/>
                      <a:pt x="7591" y="18339"/>
                      <a:pt x="7656" y="17854"/>
                    </a:cubicBezTo>
                    <a:cubicBezTo>
                      <a:pt x="7711" y="17407"/>
                      <a:pt x="7896" y="17075"/>
                      <a:pt x="8125" y="16721"/>
                    </a:cubicBezTo>
                    <a:cubicBezTo>
                      <a:pt x="8130" y="17761"/>
                      <a:pt x="8147" y="18808"/>
                      <a:pt x="8179" y="19848"/>
                    </a:cubicBezTo>
                    <a:cubicBezTo>
                      <a:pt x="8179" y="19856"/>
                      <a:pt x="8183" y="19859"/>
                      <a:pt x="8186" y="19859"/>
                    </a:cubicBezTo>
                    <a:cubicBezTo>
                      <a:pt x="8191" y="19859"/>
                      <a:pt x="8196" y="19854"/>
                      <a:pt x="8196" y="19848"/>
                    </a:cubicBezTo>
                    <a:cubicBezTo>
                      <a:pt x="8239" y="18541"/>
                      <a:pt x="8250" y="17227"/>
                      <a:pt x="8250" y="15914"/>
                    </a:cubicBezTo>
                    <a:lnTo>
                      <a:pt x="8283" y="15892"/>
                    </a:lnTo>
                    <a:cubicBezTo>
                      <a:pt x="8312" y="15873"/>
                      <a:pt x="8289" y="15831"/>
                      <a:pt x="8260" y="15831"/>
                    </a:cubicBezTo>
                    <a:cubicBezTo>
                      <a:pt x="8257" y="15831"/>
                      <a:pt x="8253" y="15831"/>
                      <a:pt x="8250" y="15833"/>
                    </a:cubicBezTo>
                    <a:cubicBezTo>
                      <a:pt x="8250" y="14274"/>
                      <a:pt x="8234" y="12716"/>
                      <a:pt x="8234" y="11157"/>
                    </a:cubicBezTo>
                    <a:cubicBezTo>
                      <a:pt x="8239" y="11146"/>
                      <a:pt x="8239" y="11136"/>
                      <a:pt x="8234" y="11125"/>
                    </a:cubicBezTo>
                    <a:lnTo>
                      <a:pt x="8234" y="10558"/>
                    </a:lnTo>
                    <a:lnTo>
                      <a:pt x="8239" y="8891"/>
                    </a:lnTo>
                    <a:lnTo>
                      <a:pt x="8239" y="8885"/>
                    </a:lnTo>
                    <a:lnTo>
                      <a:pt x="8239" y="7861"/>
                    </a:lnTo>
                    <a:cubicBezTo>
                      <a:pt x="8239" y="7855"/>
                      <a:pt x="8239" y="7844"/>
                      <a:pt x="8239" y="7839"/>
                    </a:cubicBezTo>
                    <a:lnTo>
                      <a:pt x="8239" y="6144"/>
                    </a:lnTo>
                    <a:lnTo>
                      <a:pt x="8250" y="6133"/>
                    </a:lnTo>
                    <a:cubicBezTo>
                      <a:pt x="8272" y="6106"/>
                      <a:pt x="8272" y="6068"/>
                      <a:pt x="8245" y="6041"/>
                    </a:cubicBezTo>
                    <a:lnTo>
                      <a:pt x="8245" y="5855"/>
                    </a:lnTo>
                    <a:cubicBezTo>
                      <a:pt x="8256" y="5736"/>
                      <a:pt x="8261" y="5610"/>
                      <a:pt x="8261" y="5485"/>
                    </a:cubicBezTo>
                    <a:cubicBezTo>
                      <a:pt x="8288" y="5452"/>
                      <a:pt x="8321" y="5414"/>
                      <a:pt x="8348" y="5381"/>
                    </a:cubicBezTo>
                    <a:cubicBezTo>
                      <a:pt x="8381" y="5335"/>
                      <a:pt x="8339" y="5277"/>
                      <a:pt x="8289" y="5277"/>
                    </a:cubicBezTo>
                    <a:cubicBezTo>
                      <a:pt x="8280" y="5277"/>
                      <a:pt x="8270" y="5279"/>
                      <a:pt x="8261" y="5283"/>
                    </a:cubicBezTo>
                    <a:cubicBezTo>
                      <a:pt x="8277" y="3910"/>
                      <a:pt x="8321" y="1376"/>
                      <a:pt x="8212" y="9"/>
                    </a:cubicBezTo>
                    <a:cubicBezTo>
                      <a:pt x="8212" y="3"/>
                      <a:pt x="8207" y="1"/>
                      <a:pt x="82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" name="Google Shape;5709;p67"/>
              <p:cNvSpPr/>
              <p:nvPr/>
            </p:nvSpPr>
            <p:spPr>
              <a:xfrm>
                <a:off x="3743006" y="3319684"/>
                <a:ext cx="223333" cy="1054621"/>
              </a:xfrm>
              <a:custGeom>
                <a:rect b="b" l="l" r="r" t="t"/>
                <a:pathLst>
                  <a:path extrusionOk="0" h="41730" w="8837">
                    <a:moveTo>
                      <a:pt x="285" y="3048"/>
                    </a:moveTo>
                    <a:cubicBezTo>
                      <a:pt x="536" y="3151"/>
                      <a:pt x="759" y="3309"/>
                      <a:pt x="950" y="3505"/>
                    </a:cubicBezTo>
                    <a:cubicBezTo>
                      <a:pt x="1010" y="3571"/>
                      <a:pt x="1076" y="3636"/>
                      <a:pt x="1146" y="3691"/>
                    </a:cubicBezTo>
                    <a:cubicBezTo>
                      <a:pt x="1105" y="3696"/>
                      <a:pt x="1064" y="3698"/>
                      <a:pt x="1023" y="3698"/>
                    </a:cubicBezTo>
                    <a:cubicBezTo>
                      <a:pt x="774" y="3698"/>
                      <a:pt x="534" y="3610"/>
                      <a:pt x="285" y="3587"/>
                    </a:cubicBezTo>
                    <a:lnTo>
                      <a:pt x="285" y="3582"/>
                    </a:lnTo>
                    <a:lnTo>
                      <a:pt x="285" y="3048"/>
                    </a:lnTo>
                    <a:close/>
                    <a:moveTo>
                      <a:pt x="5358" y="11107"/>
                    </a:moveTo>
                    <a:lnTo>
                      <a:pt x="5358" y="11107"/>
                    </a:lnTo>
                    <a:cubicBezTo>
                      <a:pt x="5674" y="11428"/>
                      <a:pt x="5996" y="11755"/>
                      <a:pt x="6214" y="12142"/>
                    </a:cubicBezTo>
                    <a:cubicBezTo>
                      <a:pt x="6410" y="12502"/>
                      <a:pt x="6552" y="12888"/>
                      <a:pt x="6633" y="13286"/>
                    </a:cubicBezTo>
                    <a:cubicBezTo>
                      <a:pt x="6584" y="13232"/>
                      <a:pt x="6535" y="13177"/>
                      <a:pt x="6475" y="13134"/>
                    </a:cubicBezTo>
                    <a:cubicBezTo>
                      <a:pt x="6388" y="13074"/>
                      <a:pt x="6296" y="13025"/>
                      <a:pt x="6192" y="12987"/>
                    </a:cubicBezTo>
                    <a:cubicBezTo>
                      <a:pt x="6023" y="12932"/>
                      <a:pt x="5920" y="12829"/>
                      <a:pt x="5789" y="12714"/>
                    </a:cubicBezTo>
                    <a:cubicBezTo>
                      <a:pt x="5789" y="12589"/>
                      <a:pt x="5800" y="12463"/>
                      <a:pt x="5822" y="12344"/>
                    </a:cubicBezTo>
                    <a:cubicBezTo>
                      <a:pt x="5822" y="12338"/>
                      <a:pt x="5822" y="12333"/>
                      <a:pt x="5822" y="12333"/>
                    </a:cubicBezTo>
                    <a:cubicBezTo>
                      <a:pt x="5914" y="12447"/>
                      <a:pt x="6023" y="12556"/>
                      <a:pt x="6143" y="12638"/>
                    </a:cubicBezTo>
                    <a:cubicBezTo>
                      <a:pt x="6145" y="12639"/>
                      <a:pt x="6147" y="12639"/>
                      <a:pt x="6149" y="12639"/>
                    </a:cubicBezTo>
                    <a:cubicBezTo>
                      <a:pt x="6157" y="12639"/>
                      <a:pt x="6164" y="12630"/>
                      <a:pt x="6159" y="12621"/>
                    </a:cubicBezTo>
                    <a:cubicBezTo>
                      <a:pt x="5947" y="12425"/>
                      <a:pt x="5832" y="12147"/>
                      <a:pt x="5696" y="11902"/>
                    </a:cubicBezTo>
                    <a:cubicBezTo>
                      <a:pt x="5549" y="11652"/>
                      <a:pt x="5435" y="11385"/>
                      <a:pt x="5358" y="11107"/>
                    </a:cubicBezTo>
                    <a:close/>
                    <a:moveTo>
                      <a:pt x="258" y="13264"/>
                    </a:moveTo>
                    <a:cubicBezTo>
                      <a:pt x="503" y="13412"/>
                      <a:pt x="792" y="13466"/>
                      <a:pt x="1037" y="13608"/>
                    </a:cubicBezTo>
                    <a:cubicBezTo>
                      <a:pt x="1217" y="13717"/>
                      <a:pt x="1343" y="13864"/>
                      <a:pt x="1479" y="14011"/>
                    </a:cubicBezTo>
                    <a:cubicBezTo>
                      <a:pt x="1435" y="14000"/>
                      <a:pt x="1386" y="14000"/>
                      <a:pt x="1343" y="14000"/>
                    </a:cubicBezTo>
                    <a:cubicBezTo>
                      <a:pt x="999" y="14005"/>
                      <a:pt x="847" y="14174"/>
                      <a:pt x="580" y="14332"/>
                    </a:cubicBezTo>
                    <a:cubicBezTo>
                      <a:pt x="492" y="14278"/>
                      <a:pt x="405" y="14213"/>
                      <a:pt x="329" y="14142"/>
                    </a:cubicBezTo>
                    <a:cubicBezTo>
                      <a:pt x="317" y="14129"/>
                      <a:pt x="298" y="14123"/>
                      <a:pt x="281" y="14123"/>
                    </a:cubicBezTo>
                    <a:cubicBezTo>
                      <a:pt x="275" y="14123"/>
                      <a:pt x="269" y="14124"/>
                      <a:pt x="264" y="14125"/>
                    </a:cubicBezTo>
                    <a:cubicBezTo>
                      <a:pt x="264" y="13837"/>
                      <a:pt x="258" y="13548"/>
                      <a:pt x="258" y="13264"/>
                    </a:cubicBezTo>
                    <a:close/>
                    <a:moveTo>
                      <a:pt x="5495" y="11799"/>
                    </a:moveTo>
                    <a:lnTo>
                      <a:pt x="5495" y="11799"/>
                    </a:lnTo>
                    <a:cubicBezTo>
                      <a:pt x="5582" y="11978"/>
                      <a:pt x="5680" y="12147"/>
                      <a:pt x="5800" y="12305"/>
                    </a:cubicBezTo>
                    <a:cubicBezTo>
                      <a:pt x="5791" y="12300"/>
                      <a:pt x="5782" y="12298"/>
                      <a:pt x="5774" y="12298"/>
                    </a:cubicBezTo>
                    <a:cubicBezTo>
                      <a:pt x="5757" y="12298"/>
                      <a:pt x="5742" y="12309"/>
                      <a:pt x="5734" y="12327"/>
                    </a:cubicBezTo>
                    <a:cubicBezTo>
                      <a:pt x="5593" y="12905"/>
                      <a:pt x="5800" y="13417"/>
                      <a:pt x="6012" y="13956"/>
                    </a:cubicBezTo>
                    <a:cubicBezTo>
                      <a:pt x="6159" y="14332"/>
                      <a:pt x="6312" y="14747"/>
                      <a:pt x="6236" y="15155"/>
                    </a:cubicBezTo>
                    <a:cubicBezTo>
                      <a:pt x="6198" y="15357"/>
                      <a:pt x="6083" y="15548"/>
                      <a:pt x="6023" y="15749"/>
                    </a:cubicBezTo>
                    <a:cubicBezTo>
                      <a:pt x="5985" y="15646"/>
                      <a:pt x="5952" y="15542"/>
                      <a:pt x="5914" y="15439"/>
                    </a:cubicBezTo>
                    <a:cubicBezTo>
                      <a:pt x="5707" y="14817"/>
                      <a:pt x="5604" y="14153"/>
                      <a:pt x="5533" y="13504"/>
                    </a:cubicBezTo>
                    <a:cubicBezTo>
                      <a:pt x="5500" y="13166"/>
                      <a:pt x="5424" y="12801"/>
                      <a:pt x="5456" y="12469"/>
                    </a:cubicBezTo>
                    <a:cubicBezTo>
                      <a:pt x="5484" y="12245"/>
                      <a:pt x="5500" y="12022"/>
                      <a:pt x="5495" y="11799"/>
                    </a:cubicBezTo>
                    <a:close/>
                    <a:moveTo>
                      <a:pt x="269" y="14998"/>
                    </a:moveTo>
                    <a:cubicBezTo>
                      <a:pt x="1178" y="16042"/>
                      <a:pt x="2313" y="17011"/>
                      <a:pt x="2519" y="18419"/>
                    </a:cubicBezTo>
                    <a:cubicBezTo>
                      <a:pt x="2449" y="18376"/>
                      <a:pt x="2372" y="18337"/>
                      <a:pt x="2296" y="18310"/>
                    </a:cubicBezTo>
                    <a:cubicBezTo>
                      <a:pt x="2105" y="18239"/>
                      <a:pt x="1942" y="18239"/>
                      <a:pt x="1757" y="18207"/>
                    </a:cubicBezTo>
                    <a:cubicBezTo>
                      <a:pt x="1757" y="17869"/>
                      <a:pt x="1740" y="17520"/>
                      <a:pt x="1593" y="17209"/>
                    </a:cubicBezTo>
                    <a:cubicBezTo>
                      <a:pt x="1315" y="16626"/>
                      <a:pt x="814" y="16250"/>
                      <a:pt x="269" y="15902"/>
                    </a:cubicBezTo>
                    <a:cubicBezTo>
                      <a:pt x="269" y="15604"/>
                      <a:pt x="269" y="15301"/>
                      <a:pt x="269" y="14998"/>
                    </a:cubicBezTo>
                    <a:close/>
                    <a:moveTo>
                      <a:pt x="5800" y="12899"/>
                    </a:moveTo>
                    <a:lnTo>
                      <a:pt x="5800" y="12899"/>
                    </a:lnTo>
                    <a:cubicBezTo>
                      <a:pt x="5838" y="12937"/>
                      <a:pt x="5887" y="12976"/>
                      <a:pt x="5936" y="13008"/>
                    </a:cubicBezTo>
                    <a:cubicBezTo>
                      <a:pt x="6056" y="13079"/>
                      <a:pt x="6219" y="13106"/>
                      <a:pt x="6328" y="13183"/>
                    </a:cubicBezTo>
                    <a:cubicBezTo>
                      <a:pt x="6541" y="13341"/>
                      <a:pt x="6693" y="13559"/>
                      <a:pt x="6775" y="13809"/>
                    </a:cubicBezTo>
                    <a:cubicBezTo>
                      <a:pt x="6944" y="14316"/>
                      <a:pt x="6955" y="14850"/>
                      <a:pt x="6977" y="15379"/>
                    </a:cubicBezTo>
                    <a:cubicBezTo>
                      <a:pt x="7009" y="16087"/>
                      <a:pt x="7031" y="16795"/>
                      <a:pt x="7075" y="17504"/>
                    </a:cubicBezTo>
                    <a:cubicBezTo>
                      <a:pt x="7113" y="18070"/>
                      <a:pt x="7020" y="18664"/>
                      <a:pt x="7097" y="19231"/>
                    </a:cubicBezTo>
                    <a:cubicBezTo>
                      <a:pt x="7004" y="19187"/>
                      <a:pt x="6917" y="19122"/>
                      <a:pt x="6846" y="19051"/>
                    </a:cubicBezTo>
                    <a:cubicBezTo>
                      <a:pt x="6813" y="18953"/>
                      <a:pt x="6791" y="18855"/>
                      <a:pt x="6770" y="18752"/>
                    </a:cubicBezTo>
                    <a:cubicBezTo>
                      <a:pt x="6764" y="18185"/>
                      <a:pt x="6677" y="17618"/>
                      <a:pt x="6514" y="17073"/>
                    </a:cubicBezTo>
                    <a:cubicBezTo>
                      <a:pt x="6388" y="16654"/>
                      <a:pt x="6219" y="16261"/>
                      <a:pt x="6067" y="15853"/>
                    </a:cubicBezTo>
                    <a:cubicBezTo>
                      <a:pt x="6116" y="15618"/>
                      <a:pt x="6285" y="15406"/>
                      <a:pt x="6307" y="15161"/>
                    </a:cubicBezTo>
                    <a:cubicBezTo>
                      <a:pt x="6334" y="14872"/>
                      <a:pt x="6301" y="14578"/>
                      <a:pt x="6208" y="14305"/>
                    </a:cubicBezTo>
                    <a:cubicBezTo>
                      <a:pt x="6045" y="13809"/>
                      <a:pt x="5843" y="13379"/>
                      <a:pt x="5800" y="12899"/>
                    </a:cubicBezTo>
                    <a:close/>
                    <a:moveTo>
                      <a:pt x="4410" y="37251"/>
                    </a:moveTo>
                    <a:lnTo>
                      <a:pt x="4410" y="37251"/>
                    </a:lnTo>
                    <a:cubicBezTo>
                      <a:pt x="4399" y="37578"/>
                      <a:pt x="4448" y="37899"/>
                      <a:pt x="4541" y="38210"/>
                    </a:cubicBezTo>
                    <a:lnTo>
                      <a:pt x="4541" y="38204"/>
                    </a:lnTo>
                    <a:cubicBezTo>
                      <a:pt x="4596" y="38390"/>
                      <a:pt x="4666" y="38564"/>
                      <a:pt x="4743" y="38738"/>
                    </a:cubicBezTo>
                    <a:cubicBezTo>
                      <a:pt x="4726" y="39272"/>
                      <a:pt x="4666" y="39801"/>
                      <a:pt x="4748" y="40335"/>
                    </a:cubicBezTo>
                    <a:cubicBezTo>
                      <a:pt x="4748" y="40345"/>
                      <a:pt x="4754" y="40349"/>
                      <a:pt x="4761" y="40349"/>
                    </a:cubicBezTo>
                    <a:cubicBezTo>
                      <a:pt x="4769" y="40349"/>
                      <a:pt x="4778" y="40342"/>
                      <a:pt x="4775" y="40329"/>
                    </a:cubicBezTo>
                    <a:cubicBezTo>
                      <a:pt x="4726" y="39850"/>
                      <a:pt x="4797" y="39376"/>
                      <a:pt x="4819" y="38896"/>
                    </a:cubicBezTo>
                    <a:cubicBezTo>
                      <a:pt x="4972" y="39207"/>
                      <a:pt x="5157" y="39507"/>
                      <a:pt x="5358" y="39795"/>
                    </a:cubicBezTo>
                    <a:cubicBezTo>
                      <a:pt x="5348" y="40068"/>
                      <a:pt x="5342" y="40362"/>
                      <a:pt x="5446" y="40618"/>
                    </a:cubicBezTo>
                    <a:cubicBezTo>
                      <a:pt x="5506" y="40771"/>
                      <a:pt x="5582" y="40918"/>
                      <a:pt x="5658" y="41060"/>
                    </a:cubicBezTo>
                    <a:cubicBezTo>
                      <a:pt x="5277" y="41032"/>
                      <a:pt x="4754" y="40869"/>
                      <a:pt x="4508" y="40602"/>
                    </a:cubicBezTo>
                    <a:cubicBezTo>
                      <a:pt x="4263" y="40340"/>
                      <a:pt x="4203" y="40013"/>
                      <a:pt x="4176" y="39681"/>
                    </a:cubicBezTo>
                    <a:cubicBezTo>
                      <a:pt x="4132" y="39087"/>
                      <a:pt x="4345" y="38477"/>
                      <a:pt x="3974" y="37954"/>
                    </a:cubicBezTo>
                    <a:cubicBezTo>
                      <a:pt x="4034" y="37774"/>
                      <a:pt x="4132" y="37605"/>
                      <a:pt x="4258" y="37463"/>
                    </a:cubicBezTo>
                    <a:cubicBezTo>
                      <a:pt x="4318" y="37403"/>
                      <a:pt x="4372" y="37333"/>
                      <a:pt x="4410" y="37251"/>
                    </a:cubicBezTo>
                    <a:close/>
                    <a:moveTo>
                      <a:pt x="195" y="0"/>
                    </a:moveTo>
                    <a:cubicBezTo>
                      <a:pt x="187" y="0"/>
                      <a:pt x="179" y="4"/>
                      <a:pt x="176" y="13"/>
                    </a:cubicBezTo>
                    <a:cubicBezTo>
                      <a:pt x="67" y="1375"/>
                      <a:pt x="111" y="3914"/>
                      <a:pt x="127" y="5287"/>
                    </a:cubicBezTo>
                    <a:cubicBezTo>
                      <a:pt x="117" y="5280"/>
                      <a:pt x="106" y="5277"/>
                      <a:pt x="95" y="5277"/>
                    </a:cubicBezTo>
                    <a:cubicBezTo>
                      <a:pt x="47" y="5277"/>
                      <a:pt x="0" y="5336"/>
                      <a:pt x="40" y="5385"/>
                    </a:cubicBezTo>
                    <a:cubicBezTo>
                      <a:pt x="67" y="5418"/>
                      <a:pt x="100" y="5451"/>
                      <a:pt x="133" y="5483"/>
                    </a:cubicBezTo>
                    <a:cubicBezTo>
                      <a:pt x="144" y="5592"/>
                      <a:pt x="144" y="5718"/>
                      <a:pt x="144" y="5837"/>
                    </a:cubicBezTo>
                    <a:lnTo>
                      <a:pt x="144" y="6028"/>
                    </a:lnTo>
                    <a:cubicBezTo>
                      <a:pt x="116" y="6055"/>
                      <a:pt x="111" y="6094"/>
                      <a:pt x="133" y="6121"/>
                    </a:cubicBezTo>
                    <a:lnTo>
                      <a:pt x="144" y="6132"/>
                    </a:lnTo>
                    <a:lnTo>
                      <a:pt x="149" y="7826"/>
                    </a:lnTo>
                    <a:cubicBezTo>
                      <a:pt x="144" y="7832"/>
                      <a:pt x="144" y="7843"/>
                      <a:pt x="149" y="7848"/>
                    </a:cubicBezTo>
                    <a:lnTo>
                      <a:pt x="149" y="8873"/>
                    </a:lnTo>
                    <a:lnTo>
                      <a:pt x="149" y="8878"/>
                    </a:lnTo>
                    <a:cubicBezTo>
                      <a:pt x="149" y="9434"/>
                      <a:pt x="149" y="9990"/>
                      <a:pt x="155" y="10545"/>
                    </a:cubicBezTo>
                    <a:lnTo>
                      <a:pt x="155" y="11112"/>
                    </a:lnTo>
                    <a:cubicBezTo>
                      <a:pt x="149" y="11123"/>
                      <a:pt x="149" y="11134"/>
                      <a:pt x="155" y="11145"/>
                    </a:cubicBezTo>
                    <a:cubicBezTo>
                      <a:pt x="155" y="12703"/>
                      <a:pt x="133" y="14262"/>
                      <a:pt x="133" y="15820"/>
                    </a:cubicBezTo>
                    <a:cubicBezTo>
                      <a:pt x="130" y="15819"/>
                      <a:pt x="126" y="15818"/>
                      <a:pt x="123" y="15818"/>
                    </a:cubicBezTo>
                    <a:cubicBezTo>
                      <a:pt x="94" y="15818"/>
                      <a:pt x="71" y="15860"/>
                      <a:pt x="100" y="15880"/>
                    </a:cubicBezTo>
                    <a:lnTo>
                      <a:pt x="133" y="15902"/>
                    </a:lnTo>
                    <a:cubicBezTo>
                      <a:pt x="133" y="17215"/>
                      <a:pt x="149" y="18528"/>
                      <a:pt x="187" y="19836"/>
                    </a:cubicBezTo>
                    <a:cubicBezTo>
                      <a:pt x="187" y="19842"/>
                      <a:pt x="194" y="19846"/>
                      <a:pt x="200" y="19846"/>
                    </a:cubicBezTo>
                    <a:cubicBezTo>
                      <a:pt x="205" y="19846"/>
                      <a:pt x="209" y="19843"/>
                      <a:pt x="209" y="19836"/>
                    </a:cubicBezTo>
                    <a:cubicBezTo>
                      <a:pt x="247" y="18795"/>
                      <a:pt x="258" y="17749"/>
                      <a:pt x="264" y="16708"/>
                    </a:cubicBezTo>
                    <a:cubicBezTo>
                      <a:pt x="509" y="17062"/>
                      <a:pt x="705" y="17395"/>
                      <a:pt x="759" y="17842"/>
                    </a:cubicBezTo>
                    <a:cubicBezTo>
                      <a:pt x="830" y="18321"/>
                      <a:pt x="814" y="18790"/>
                      <a:pt x="618" y="19247"/>
                    </a:cubicBezTo>
                    <a:cubicBezTo>
                      <a:pt x="611" y="19265"/>
                      <a:pt x="626" y="19278"/>
                      <a:pt x="642" y="19278"/>
                    </a:cubicBezTo>
                    <a:cubicBezTo>
                      <a:pt x="651" y="19278"/>
                      <a:pt x="661" y="19274"/>
                      <a:pt x="667" y="19264"/>
                    </a:cubicBezTo>
                    <a:cubicBezTo>
                      <a:pt x="1059" y="18386"/>
                      <a:pt x="923" y="17286"/>
                      <a:pt x="269" y="16561"/>
                    </a:cubicBezTo>
                    <a:lnTo>
                      <a:pt x="269" y="15983"/>
                    </a:lnTo>
                    <a:cubicBezTo>
                      <a:pt x="917" y="16403"/>
                      <a:pt x="1560" y="16910"/>
                      <a:pt x="1648" y="17705"/>
                    </a:cubicBezTo>
                    <a:cubicBezTo>
                      <a:pt x="1664" y="17869"/>
                      <a:pt x="1669" y="18032"/>
                      <a:pt x="1664" y="18196"/>
                    </a:cubicBezTo>
                    <a:cubicBezTo>
                      <a:pt x="1626" y="18207"/>
                      <a:pt x="1615" y="18283"/>
                      <a:pt x="1664" y="18294"/>
                    </a:cubicBezTo>
                    <a:cubicBezTo>
                      <a:pt x="1659" y="18534"/>
                      <a:pt x="1664" y="18779"/>
                      <a:pt x="1680" y="19019"/>
                    </a:cubicBezTo>
                    <a:cubicBezTo>
                      <a:pt x="1708" y="19269"/>
                      <a:pt x="1664" y="19667"/>
                      <a:pt x="1827" y="19874"/>
                    </a:cubicBezTo>
                    <a:cubicBezTo>
                      <a:pt x="1832" y="19880"/>
                      <a:pt x="1837" y="19882"/>
                      <a:pt x="1842" y="19882"/>
                    </a:cubicBezTo>
                    <a:cubicBezTo>
                      <a:pt x="1857" y="19882"/>
                      <a:pt x="1872" y="19863"/>
                      <a:pt x="1860" y="19847"/>
                    </a:cubicBezTo>
                    <a:cubicBezTo>
                      <a:pt x="1757" y="19700"/>
                      <a:pt x="1784" y="19307"/>
                      <a:pt x="1773" y="19144"/>
                    </a:cubicBezTo>
                    <a:cubicBezTo>
                      <a:pt x="1768" y="19089"/>
                      <a:pt x="1768" y="19035"/>
                      <a:pt x="1762" y="18980"/>
                    </a:cubicBezTo>
                    <a:lnTo>
                      <a:pt x="1762" y="18980"/>
                    </a:lnTo>
                    <a:cubicBezTo>
                      <a:pt x="2018" y="19068"/>
                      <a:pt x="2193" y="19253"/>
                      <a:pt x="2378" y="19427"/>
                    </a:cubicBezTo>
                    <a:cubicBezTo>
                      <a:pt x="2351" y="19427"/>
                      <a:pt x="2329" y="19449"/>
                      <a:pt x="2334" y="19471"/>
                    </a:cubicBezTo>
                    <a:cubicBezTo>
                      <a:pt x="2465" y="19918"/>
                      <a:pt x="2171" y="20386"/>
                      <a:pt x="1975" y="20773"/>
                    </a:cubicBezTo>
                    <a:cubicBezTo>
                      <a:pt x="1773" y="21182"/>
                      <a:pt x="1555" y="21585"/>
                      <a:pt x="1353" y="21994"/>
                    </a:cubicBezTo>
                    <a:cubicBezTo>
                      <a:pt x="1010" y="22680"/>
                      <a:pt x="798" y="23400"/>
                      <a:pt x="896" y="24168"/>
                    </a:cubicBezTo>
                    <a:cubicBezTo>
                      <a:pt x="896" y="24180"/>
                      <a:pt x="905" y="24185"/>
                      <a:pt x="915" y="24185"/>
                    </a:cubicBezTo>
                    <a:cubicBezTo>
                      <a:pt x="929" y="24185"/>
                      <a:pt x="945" y="24175"/>
                      <a:pt x="945" y="24157"/>
                    </a:cubicBezTo>
                    <a:cubicBezTo>
                      <a:pt x="912" y="23530"/>
                      <a:pt x="1070" y="22964"/>
                      <a:pt x="1304" y="22413"/>
                    </a:cubicBezTo>
                    <a:cubicBezTo>
                      <a:pt x="1370" y="22762"/>
                      <a:pt x="1544" y="23067"/>
                      <a:pt x="1659" y="23400"/>
                    </a:cubicBezTo>
                    <a:cubicBezTo>
                      <a:pt x="1822" y="23857"/>
                      <a:pt x="1773" y="24310"/>
                      <a:pt x="1669" y="24778"/>
                    </a:cubicBezTo>
                    <a:cubicBezTo>
                      <a:pt x="1663" y="24794"/>
                      <a:pt x="1682" y="24805"/>
                      <a:pt x="1699" y="24805"/>
                    </a:cubicBezTo>
                    <a:cubicBezTo>
                      <a:pt x="1711" y="24805"/>
                      <a:pt x="1722" y="24800"/>
                      <a:pt x="1724" y="24789"/>
                    </a:cubicBezTo>
                    <a:cubicBezTo>
                      <a:pt x="1817" y="24413"/>
                      <a:pt x="1909" y="23977"/>
                      <a:pt x="1811" y="23596"/>
                    </a:cubicBezTo>
                    <a:cubicBezTo>
                      <a:pt x="1697" y="23171"/>
                      <a:pt x="1479" y="22784"/>
                      <a:pt x="1375" y="22359"/>
                    </a:cubicBezTo>
                    <a:cubicBezTo>
                      <a:pt x="1370" y="22342"/>
                      <a:pt x="1359" y="22332"/>
                      <a:pt x="1343" y="22326"/>
                    </a:cubicBezTo>
                    <a:cubicBezTo>
                      <a:pt x="1462" y="22054"/>
                      <a:pt x="1604" y="21781"/>
                      <a:pt x="1746" y="21509"/>
                    </a:cubicBezTo>
                    <a:cubicBezTo>
                      <a:pt x="1773" y="21950"/>
                      <a:pt x="1996" y="22381"/>
                      <a:pt x="2029" y="22822"/>
                    </a:cubicBezTo>
                    <a:cubicBezTo>
                      <a:pt x="2029" y="22838"/>
                      <a:pt x="2044" y="22846"/>
                      <a:pt x="2059" y="22846"/>
                    </a:cubicBezTo>
                    <a:cubicBezTo>
                      <a:pt x="2074" y="22846"/>
                      <a:pt x="2089" y="22838"/>
                      <a:pt x="2089" y="22822"/>
                    </a:cubicBezTo>
                    <a:cubicBezTo>
                      <a:pt x="2073" y="22310"/>
                      <a:pt x="1877" y="21830"/>
                      <a:pt x="1855" y="21318"/>
                    </a:cubicBezTo>
                    <a:cubicBezTo>
                      <a:pt x="2056" y="20953"/>
                      <a:pt x="2231" y="20582"/>
                      <a:pt x="2378" y="20196"/>
                    </a:cubicBezTo>
                    <a:cubicBezTo>
                      <a:pt x="2465" y="19950"/>
                      <a:pt x="2519" y="19716"/>
                      <a:pt x="2421" y="19476"/>
                    </a:cubicBezTo>
                    <a:lnTo>
                      <a:pt x="2421" y="19476"/>
                    </a:lnTo>
                    <a:cubicBezTo>
                      <a:pt x="2536" y="19585"/>
                      <a:pt x="2667" y="19678"/>
                      <a:pt x="2808" y="19749"/>
                    </a:cubicBezTo>
                    <a:cubicBezTo>
                      <a:pt x="2797" y="19754"/>
                      <a:pt x="2792" y="19765"/>
                      <a:pt x="2797" y="19776"/>
                    </a:cubicBezTo>
                    <a:cubicBezTo>
                      <a:pt x="2852" y="20054"/>
                      <a:pt x="2895" y="20266"/>
                      <a:pt x="3043" y="20517"/>
                    </a:cubicBezTo>
                    <a:cubicBezTo>
                      <a:pt x="3075" y="20572"/>
                      <a:pt x="3113" y="20626"/>
                      <a:pt x="3157" y="20675"/>
                    </a:cubicBezTo>
                    <a:cubicBezTo>
                      <a:pt x="2454" y="21187"/>
                      <a:pt x="2797" y="22261"/>
                      <a:pt x="2318" y="22904"/>
                    </a:cubicBezTo>
                    <a:cubicBezTo>
                      <a:pt x="2301" y="22929"/>
                      <a:pt x="2323" y="22957"/>
                      <a:pt x="2346" y="22957"/>
                    </a:cubicBezTo>
                    <a:cubicBezTo>
                      <a:pt x="2353" y="22957"/>
                      <a:pt x="2360" y="22954"/>
                      <a:pt x="2367" y="22947"/>
                    </a:cubicBezTo>
                    <a:cubicBezTo>
                      <a:pt x="2650" y="22729"/>
                      <a:pt x="2732" y="22413"/>
                      <a:pt x="2770" y="22081"/>
                    </a:cubicBezTo>
                    <a:cubicBezTo>
                      <a:pt x="2939" y="22353"/>
                      <a:pt x="3157" y="22588"/>
                      <a:pt x="3244" y="22915"/>
                    </a:cubicBezTo>
                    <a:cubicBezTo>
                      <a:pt x="3359" y="23372"/>
                      <a:pt x="3397" y="23846"/>
                      <a:pt x="3348" y="24315"/>
                    </a:cubicBezTo>
                    <a:cubicBezTo>
                      <a:pt x="3271" y="25100"/>
                      <a:pt x="3075" y="25868"/>
                      <a:pt x="3048" y="26653"/>
                    </a:cubicBezTo>
                    <a:cubicBezTo>
                      <a:pt x="2983" y="26587"/>
                      <a:pt x="2917" y="26527"/>
                      <a:pt x="2846" y="26473"/>
                    </a:cubicBezTo>
                    <a:cubicBezTo>
                      <a:pt x="2716" y="26375"/>
                      <a:pt x="2585" y="26277"/>
                      <a:pt x="2460" y="26179"/>
                    </a:cubicBezTo>
                    <a:cubicBezTo>
                      <a:pt x="2628" y="25824"/>
                      <a:pt x="2678" y="25367"/>
                      <a:pt x="2650" y="24985"/>
                    </a:cubicBezTo>
                    <a:cubicBezTo>
                      <a:pt x="2612" y="24489"/>
                      <a:pt x="2345" y="24059"/>
                      <a:pt x="2307" y="23574"/>
                    </a:cubicBezTo>
                    <a:cubicBezTo>
                      <a:pt x="2307" y="23566"/>
                      <a:pt x="2297" y="23562"/>
                      <a:pt x="2288" y="23562"/>
                    </a:cubicBezTo>
                    <a:cubicBezTo>
                      <a:pt x="2278" y="23562"/>
                      <a:pt x="2269" y="23566"/>
                      <a:pt x="2269" y="23574"/>
                    </a:cubicBezTo>
                    <a:cubicBezTo>
                      <a:pt x="2258" y="23983"/>
                      <a:pt x="2470" y="24359"/>
                      <a:pt x="2509" y="24762"/>
                    </a:cubicBezTo>
                    <a:cubicBezTo>
                      <a:pt x="2552" y="25241"/>
                      <a:pt x="2427" y="25650"/>
                      <a:pt x="2372" y="26108"/>
                    </a:cubicBezTo>
                    <a:cubicBezTo>
                      <a:pt x="1871" y="25699"/>
                      <a:pt x="1462" y="25263"/>
                      <a:pt x="1370" y="24571"/>
                    </a:cubicBezTo>
                    <a:cubicBezTo>
                      <a:pt x="1367" y="24557"/>
                      <a:pt x="1358" y="24551"/>
                      <a:pt x="1347" y="24551"/>
                    </a:cubicBezTo>
                    <a:cubicBezTo>
                      <a:pt x="1332" y="24551"/>
                      <a:pt x="1315" y="24563"/>
                      <a:pt x="1315" y="24582"/>
                    </a:cubicBezTo>
                    <a:cubicBezTo>
                      <a:pt x="1353" y="25247"/>
                      <a:pt x="1724" y="25770"/>
                      <a:pt x="2258" y="26179"/>
                    </a:cubicBezTo>
                    <a:cubicBezTo>
                      <a:pt x="2514" y="26375"/>
                      <a:pt x="2776" y="26554"/>
                      <a:pt x="2999" y="26778"/>
                    </a:cubicBezTo>
                    <a:cubicBezTo>
                      <a:pt x="2732" y="27377"/>
                      <a:pt x="2786" y="28080"/>
                      <a:pt x="2885" y="28707"/>
                    </a:cubicBezTo>
                    <a:cubicBezTo>
                      <a:pt x="2939" y="29045"/>
                      <a:pt x="3026" y="29377"/>
                      <a:pt x="3113" y="29715"/>
                    </a:cubicBezTo>
                    <a:cubicBezTo>
                      <a:pt x="3111" y="29714"/>
                      <a:pt x="3108" y="29714"/>
                      <a:pt x="3105" y="29714"/>
                    </a:cubicBezTo>
                    <a:cubicBezTo>
                      <a:pt x="3086" y="29714"/>
                      <a:pt x="3069" y="29728"/>
                      <a:pt x="3064" y="29742"/>
                    </a:cubicBezTo>
                    <a:cubicBezTo>
                      <a:pt x="2928" y="30189"/>
                      <a:pt x="2618" y="30554"/>
                      <a:pt x="2541" y="31017"/>
                    </a:cubicBezTo>
                    <a:cubicBezTo>
                      <a:pt x="2378" y="31284"/>
                      <a:pt x="2220" y="31573"/>
                      <a:pt x="2214" y="31884"/>
                    </a:cubicBezTo>
                    <a:cubicBezTo>
                      <a:pt x="2209" y="32260"/>
                      <a:pt x="2318" y="32614"/>
                      <a:pt x="2383" y="32984"/>
                    </a:cubicBezTo>
                    <a:cubicBezTo>
                      <a:pt x="2383" y="32991"/>
                      <a:pt x="2387" y="32994"/>
                      <a:pt x="2392" y="32994"/>
                    </a:cubicBezTo>
                    <a:cubicBezTo>
                      <a:pt x="2398" y="32994"/>
                      <a:pt x="2405" y="32988"/>
                      <a:pt x="2405" y="32979"/>
                    </a:cubicBezTo>
                    <a:cubicBezTo>
                      <a:pt x="2389" y="32619"/>
                      <a:pt x="2242" y="32249"/>
                      <a:pt x="2285" y="31889"/>
                    </a:cubicBezTo>
                    <a:cubicBezTo>
                      <a:pt x="2323" y="31649"/>
                      <a:pt x="2405" y="31415"/>
                      <a:pt x="2525" y="31202"/>
                    </a:cubicBezTo>
                    <a:lnTo>
                      <a:pt x="2525" y="31202"/>
                    </a:lnTo>
                    <a:cubicBezTo>
                      <a:pt x="2503" y="31682"/>
                      <a:pt x="2623" y="32118"/>
                      <a:pt x="2841" y="32548"/>
                    </a:cubicBezTo>
                    <a:cubicBezTo>
                      <a:pt x="2843" y="32552"/>
                      <a:pt x="2845" y="32553"/>
                      <a:pt x="2848" y="32553"/>
                    </a:cubicBezTo>
                    <a:cubicBezTo>
                      <a:pt x="2854" y="32553"/>
                      <a:pt x="2861" y="32547"/>
                      <a:pt x="2857" y="32543"/>
                    </a:cubicBezTo>
                    <a:cubicBezTo>
                      <a:pt x="2661" y="32042"/>
                      <a:pt x="2530" y="31491"/>
                      <a:pt x="2656" y="30963"/>
                    </a:cubicBezTo>
                    <a:cubicBezTo>
                      <a:pt x="2656" y="30952"/>
                      <a:pt x="2656" y="30946"/>
                      <a:pt x="2656" y="30941"/>
                    </a:cubicBezTo>
                    <a:cubicBezTo>
                      <a:pt x="2667" y="30897"/>
                      <a:pt x="2678" y="30848"/>
                      <a:pt x="2694" y="30805"/>
                    </a:cubicBezTo>
                    <a:cubicBezTo>
                      <a:pt x="2721" y="30723"/>
                      <a:pt x="2759" y="30636"/>
                      <a:pt x="2803" y="30559"/>
                    </a:cubicBezTo>
                    <a:cubicBezTo>
                      <a:pt x="2879" y="31224"/>
                      <a:pt x="3228" y="31758"/>
                      <a:pt x="3528" y="32330"/>
                    </a:cubicBezTo>
                    <a:cubicBezTo>
                      <a:pt x="3524" y="32329"/>
                      <a:pt x="3520" y="32329"/>
                      <a:pt x="3516" y="32329"/>
                    </a:cubicBezTo>
                    <a:cubicBezTo>
                      <a:pt x="3499" y="32329"/>
                      <a:pt x="3483" y="32340"/>
                      <a:pt x="3479" y="32358"/>
                    </a:cubicBezTo>
                    <a:cubicBezTo>
                      <a:pt x="3391" y="32690"/>
                      <a:pt x="3266" y="33039"/>
                      <a:pt x="3255" y="33382"/>
                    </a:cubicBezTo>
                    <a:cubicBezTo>
                      <a:pt x="3250" y="33714"/>
                      <a:pt x="3288" y="34052"/>
                      <a:pt x="3375" y="34379"/>
                    </a:cubicBezTo>
                    <a:cubicBezTo>
                      <a:pt x="3484" y="34864"/>
                      <a:pt x="3751" y="35720"/>
                      <a:pt x="3380" y="36161"/>
                    </a:cubicBezTo>
                    <a:cubicBezTo>
                      <a:pt x="3369" y="36176"/>
                      <a:pt x="3382" y="36192"/>
                      <a:pt x="3398" y="36192"/>
                    </a:cubicBezTo>
                    <a:cubicBezTo>
                      <a:pt x="3405" y="36192"/>
                      <a:pt x="3412" y="36189"/>
                      <a:pt x="3419" y="36183"/>
                    </a:cubicBezTo>
                    <a:cubicBezTo>
                      <a:pt x="3707" y="35856"/>
                      <a:pt x="3637" y="35246"/>
                      <a:pt x="3566" y="34848"/>
                    </a:cubicBezTo>
                    <a:cubicBezTo>
                      <a:pt x="3484" y="34412"/>
                      <a:pt x="3326" y="33965"/>
                      <a:pt x="3348" y="33513"/>
                    </a:cubicBezTo>
                    <a:cubicBezTo>
                      <a:pt x="3364" y="33137"/>
                      <a:pt x="3489" y="32783"/>
                      <a:pt x="3571" y="32412"/>
                    </a:cubicBezTo>
                    <a:cubicBezTo>
                      <a:pt x="3642" y="32554"/>
                      <a:pt x="3713" y="32701"/>
                      <a:pt x="3773" y="32854"/>
                    </a:cubicBezTo>
                    <a:cubicBezTo>
                      <a:pt x="3974" y="33333"/>
                      <a:pt x="4083" y="33845"/>
                      <a:pt x="4094" y="34363"/>
                    </a:cubicBezTo>
                    <a:cubicBezTo>
                      <a:pt x="4111" y="34837"/>
                      <a:pt x="4149" y="35311"/>
                      <a:pt x="3969" y="35758"/>
                    </a:cubicBezTo>
                    <a:cubicBezTo>
                      <a:pt x="3962" y="35779"/>
                      <a:pt x="3980" y="35793"/>
                      <a:pt x="3997" y="35793"/>
                    </a:cubicBezTo>
                    <a:cubicBezTo>
                      <a:pt x="4006" y="35793"/>
                      <a:pt x="4014" y="35789"/>
                      <a:pt x="4018" y="35780"/>
                    </a:cubicBezTo>
                    <a:cubicBezTo>
                      <a:pt x="4214" y="35327"/>
                      <a:pt x="4192" y="34853"/>
                      <a:pt x="4192" y="34374"/>
                    </a:cubicBezTo>
                    <a:lnTo>
                      <a:pt x="4192" y="34319"/>
                    </a:lnTo>
                    <a:cubicBezTo>
                      <a:pt x="4361" y="34575"/>
                      <a:pt x="4541" y="34848"/>
                      <a:pt x="4563" y="35148"/>
                    </a:cubicBezTo>
                    <a:cubicBezTo>
                      <a:pt x="4579" y="35442"/>
                      <a:pt x="4568" y="35736"/>
                      <a:pt x="4530" y="36025"/>
                    </a:cubicBezTo>
                    <a:cubicBezTo>
                      <a:pt x="4519" y="36025"/>
                      <a:pt x="4508" y="36036"/>
                      <a:pt x="4503" y="36041"/>
                    </a:cubicBezTo>
                    <a:cubicBezTo>
                      <a:pt x="4089" y="36564"/>
                      <a:pt x="3500" y="36880"/>
                      <a:pt x="3261" y="37529"/>
                    </a:cubicBezTo>
                    <a:cubicBezTo>
                      <a:pt x="3037" y="38134"/>
                      <a:pt x="3124" y="38657"/>
                      <a:pt x="3255" y="39272"/>
                    </a:cubicBezTo>
                    <a:cubicBezTo>
                      <a:pt x="3255" y="39278"/>
                      <a:pt x="3259" y="39281"/>
                      <a:pt x="3263" y="39281"/>
                    </a:cubicBezTo>
                    <a:cubicBezTo>
                      <a:pt x="3266" y="39281"/>
                      <a:pt x="3269" y="39278"/>
                      <a:pt x="3266" y="39272"/>
                    </a:cubicBezTo>
                    <a:cubicBezTo>
                      <a:pt x="3173" y="38575"/>
                      <a:pt x="3124" y="37910"/>
                      <a:pt x="3517" y="37278"/>
                    </a:cubicBezTo>
                    <a:cubicBezTo>
                      <a:pt x="3707" y="36973"/>
                      <a:pt x="3974" y="36750"/>
                      <a:pt x="4252" y="36510"/>
                    </a:cubicBezTo>
                    <a:cubicBezTo>
                      <a:pt x="4339" y="36439"/>
                      <a:pt x="4421" y="36363"/>
                      <a:pt x="4497" y="36281"/>
                    </a:cubicBezTo>
                    <a:lnTo>
                      <a:pt x="4497" y="36281"/>
                    </a:lnTo>
                    <a:cubicBezTo>
                      <a:pt x="4497" y="36308"/>
                      <a:pt x="4487" y="36335"/>
                      <a:pt x="4487" y="36363"/>
                    </a:cubicBezTo>
                    <a:cubicBezTo>
                      <a:pt x="4448" y="36619"/>
                      <a:pt x="4416" y="36869"/>
                      <a:pt x="4405" y="37120"/>
                    </a:cubicBezTo>
                    <a:cubicBezTo>
                      <a:pt x="4388" y="37120"/>
                      <a:pt x="4372" y="37125"/>
                      <a:pt x="4361" y="37142"/>
                    </a:cubicBezTo>
                    <a:cubicBezTo>
                      <a:pt x="4247" y="37354"/>
                      <a:pt x="4062" y="37512"/>
                      <a:pt x="3958" y="37730"/>
                    </a:cubicBezTo>
                    <a:cubicBezTo>
                      <a:pt x="3871" y="37916"/>
                      <a:pt x="3811" y="38101"/>
                      <a:pt x="3767" y="38297"/>
                    </a:cubicBezTo>
                    <a:cubicBezTo>
                      <a:pt x="3675" y="38684"/>
                      <a:pt x="3669" y="39082"/>
                      <a:pt x="3751" y="39469"/>
                    </a:cubicBezTo>
                    <a:cubicBezTo>
                      <a:pt x="3751" y="39477"/>
                      <a:pt x="3756" y="39481"/>
                      <a:pt x="3762" y="39481"/>
                    </a:cubicBezTo>
                    <a:cubicBezTo>
                      <a:pt x="3767" y="39481"/>
                      <a:pt x="3773" y="39477"/>
                      <a:pt x="3773" y="39469"/>
                    </a:cubicBezTo>
                    <a:cubicBezTo>
                      <a:pt x="3718" y="39005"/>
                      <a:pt x="3773" y="38537"/>
                      <a:pt x="3920" y="38101"/>
                    </a:cubicBezTo>
                    <a:cubicBezTo>
                      <a:pt x="3920" y="38090"/>
                      <a:pt x="3925" y="38079"/>
                      <a:pt x="3931" y="38074"/>
                    </a:cubicBezTo>
                    <a:cubicBezTo>
                      <a:pt x="4345" y="38711"/>
                      <a:pt x="3931" y="39567"/>
                      <a:pt x="4230" y="40259"/>
                    </a:cubicBezTo>
                    <a:cubicBezTo>
                      <a:pt x="4459" y="40793"/>
                      <a:pt x="5091" y="41087"/>
                      <a:pt x="5680" y="41103"/>
                    </a:cubicBezTo>
                    <a:cubicBezTo>
                      <a:pt x="5794" y="41310"/>
                      <a:pt x="5914" y="41512"/>
                      <a:pt x="6018" y="41719"/>
                    </a:cubicBezTo>
                    <a:cubicBezTo>
                      <a:pt x="6022" y="41727"/>
                      <a:pt x="6028" y="41729"/>
                      <a:pt x="6034" y="41729"/>
                    </a:cubicBezTo>
                    <a:cubicBezTo>
                      <a:pt x="6046" y="41729"/>
                      <a:pt x="6058" y="41719"/>
                      <a:pt x="6050" y="41708"/>
                    </a:cubicBezTo>
                    <a:cubicBezTo>
                      <a:pt x="5958" y="41501"/>
                      <a:pt x="5843" y="41305"/>
                      <a:pt x="5734" y="41103"/>
                    </a:cubicBezTo>
                    <a:lnTo>
                      <a:pt x="5756" y="41103"/>
                    </a:lnTo>
                    <a:cubicBezTo>
                      <a:pt x="5783" y="41103"/>
                      <a:pt x="5783" y="41071"/>
                      <a:pt x="5762" y="41071"/>
                    </a:cubicBezTo>
                    <a:lnTo>
                      <a:pt x="5713" y="41071"/>
                    </a:lnTo>
                    <a:cubicBezTo>
                      <a:pt x="5674" y="40989"/>
                      <a:pt x="5631" y="40907"/>
                      <a:pt x="5598" y="40825"/>
                    </a:cubicBezTo>
                    <a:cubicBezTo>
                      <a:pt x="5473" y="40537"/>
                      <a:pt x="5418" y="40226"/>
                      <a:pt x="5435" y="39910"/>
                    </a:cubicBezTo>
                    <a:lnTo>
                      <a:pt x="5435" y="39910"/>
                    </a:lnTo>
                    <a:cubicBezTo>
                      <a:pt x="5767" y="40368"/>
                      <a:pt x="6138" y="40804"/>
                      <a:pt x="6541" y="41207"/>
                    </a:cubicBezTo>
                    <a:cubicBezTo>
                      <a:pt x="6544" y="41210"/>
                      <a:pt x="6549" y="41212"/>
                      <a:pt x="6553" y="41212"/>
                    </a:cubicBezTo>
                    <a:cubicBezTo>
                      <a:pt x="6569" y="41212"/>
                      <a:pt x="6586" y="41192"/>
                      <a:pt x="6574" y="41180"/>
                    </a:cubicBezTo>
                    <a:cubicBezTo>
                      <a:pt x="6394" y="40989"/>
                      <a:pt x="6225" y="40793"/>
                      <a:pt x="6061" y="40591"/>
                    </a:cubicBezTo>
                    <a:lnTo>
                      <a:pt x="6061" y="40591"/>
                    </a:lnTo>
                    <a:cubicBezTo>
                      <a:pt x="6149" y="40646"/>
                      <a:pt x="6247" y="40700"/>
                      <a:pt x="6334" y="40744"/>
                    </a:cubicBezTo>
                    <a:cubicBezTo>
                      <a:pt x="6584" y="40885"/>
                      <a:pt x="6819" y="41032"/>
                      <a:pt x="6939" y="41299"/>
                    </a:cubicBezTo>
                    <a:cubicBezTo>
                      <a:pt x="6941" y="41305"/>
                      <a:pt x="6945" y="41308"/>
                      <a:pt x="6950" y="41308"/>
                    </a:cubicBezTo>
                    <a:cubicBezTo>
                      <a:pt x="6959" y="41308"/>
                      <a:pt x="6969" y="41299"/>
                      <a:pt x="6966" y="41289"/>
                    </a:cubicBezTo>
                    <a:cubicBezTo>
                      <a:pt x="6879" y="41065"/>
                      <a:pt x="6710" y="40913"/>
                      <a:pt x="6508" y="40782"/>
                    </a:cubicBezTo>
                    <a:cubicBezTo>
                      <a:pt x="6383" y="40705"/>
                      <a:pt x="6257" y="40635"/>
                      <a:pt x="6143" y="40553"/>
                    </a:cubicBezTo>
                    <a:cubicBezTo>
                      <a:pt x="6045" y="40482"/>
                      <a:pt x="5969" y="40395"/>
                      <a:pt x="5871" y="40319"/>
                    </a:cubicBezTo>
                    <a:cubicBezTo>
                      <a:pt x="5865" y="40313"/>
                      <a:pt x="5860" y="40313"/>
                      <a:pt x="5849" y="40313"/>
                    </a:cubicBezTo>
                    <a:cubicBezTo>
                      <a:pt x="5707" y="40122"/>
                      <a:pt x="5565" y="39921"/>
                      <a:pt x="5435" y="39719"/>
                    </a:cubicBezTo>
                    <a:lnTo>
                      <a:pt x="5435" y="39681"/>
                    </a:lnTo>
                    <a:cubicBezTo>
                      <a:pt x="5435" y="39659"/>
                      <a:pt x="5416" y="39640"/>
                      <a:pt x="5395" y="39640"/>
                    </a:cubicBezTo>
                    <a:cubicBezTo>
                      <a:pt x="5390" y="39640"/>
                      <a:pt x="5385" y="39641"/>
                      <a:pt x="5380" y="39643"/>
                    </a:cubicBezTo>
                    <a:cubicBezTo>
                      <a:pt x="5364" y="39610"/>
                      <a:pt x="5342" y="39578"/>
                      <a:pt x="5320" y="39550"/>
                    </a:cubicBezTo>
                    <a:cubicBezTo>
                      <a:pt x="4972" y="38994"/>
                      <a:pt x="4617" y="38373"/>
                      <a:pt x="4536" y="37714"/>
                    </a:cubicBezTo>
                    <a:cubicBezTo>
                      <a:pt x="4448" y="36995"/>
                      <a:pt x="4650" y="36275"/>
                      <a:pt x="4694" y="35556"/>
                    </a:cubicBezTo>
                    <a:cubicBezTo>
                      <a:pt x="4721" y="35000"/>
                      <a:pt x="4530" y="34586"/>
                      <a:pt x="4181" y="34145"/>
                    </a:cubicBezTo>
                    <a:cubicBezTo>
                      <a:pt x="4165" y="33813"/>
                      <a:pt x="4105" y="33486"/>
                      <a:pt x="4002" y="33170"/>
                    </a:cubicBezTo>
                    <a:cubicBezTo>
                      <a:pt x="3838" y="32695"/>
                      <a:pt x="3582" y="32292"/>
                      <a:pt x="3348" y="31856"/>
                    </a:cubicBezTo>
                    <a:cubicBezTo>
                      <a:pt x="3113" y="31415"/>
                      <a:pt x="2983" y="30957"/>
                      <a:pt x="2879" y="30467"/>
                    </a:cubicBezTo>
                    <a:cubicBezTo>
                      <a:pt x="2879" y="30456"/>
                      <a:pt x="2874" y="30451"/>
                      <a:pt x="2863" y="30445"/>
                    </a:cubicBezTo>
                    <a:cubicBezTo>
                      <a:pt x="2972" y="30243"/>
                      <a:pt x="3092" y="30053"/>
                      <a:pt x="3135" y="29840"/>
                    </a:cubicBezTo>
                    <a:cubicBezTo>
                      <a:pt x="3239" y="30243"/>
                      <a:pt x="3326" y="30647"/>
                      <a:pt x="3342" y="31050"/>
                    </a:cubicBezTo>
                    <a:cubicBezTo>
                      <a:pt x="3342" y="31061"/>
                      <a:pt x="3353" y="31068"/>
                      <a:pt x="3363" y="31068"/>
                    </a:cubicBezTo>
                    <a:cubicBezTo>
                      <a:pt x="3372" y="31068"/>
                      <a:pt x="3380" y="31063"/>
                      <a:pt x="3380" y="31050"/>
                    </a:cubicBezTo>
                    <a:cubicBezTo>
                      <a:pt x="3380" y="30352"/>
                      <a:pt x="3124" y="29655"/>
                      <a:pt x="3015" y="28963"/>
                    </a:cubicBezTo>
                    <a:cubicBezTo>
                      <a:pt x="2994" y="28843"/>
                      <a:pt x="2972" y="28712"/>
                      <a:pt x="2955" y="28587"/>
                    </a:cubicBezTo>
                    <a:lnTo>
                      <a:pt x="2955" y="28587"/>
                    </a:lnTo>
                    <a:cubicBezTo>
                      <a:pt x="3250" y="28963"/>
                      <a:pt x="3642" y="29290"/>
                      <a:pt x="3860" y="29709"/>
                    </a:cubicBezTo>
                    <a:cubicBezTo>
                      <a:pt x="4007" y="29993"/>
                      <a:pt x="4105" y="30298"/>
                      <a:pt x="4067" y="30625"/>
                    </a:cubicBezTo>
                    <a:cubicBezTo>
                      <a:pt x="4045" y="30794"/>
                      <a:pt x="4040" y="30963"/>
                      <a:pt x="4056" y="31132"/>
                    </a:cubicBezTo>
                    <a:cubicBezTo>
                      <a:pt x="4059" y="31149"/>
                      <a:pt x="4070" y="31156"/>
                      <a:pt x="4081" y="31156"/>
                    </a:cubicBezTo>
                    <a:cubicBezTo>
                      <a:pt x="4095" y="31156"/>
                      <a:pt x="4111" y="31144"/>
                      <a:pt x="4111" y="31126"/>
                    </a:cubicBezTo>
                    <a:cubicBezTo>
                      <a:pt x="4083" y="30832"/>
                      <a:pt x="4192" y="30549"/>
                      <a:pt x="4138" y="30254"/>
                    </a:cubicBezTo>
                    <a:cubicBezTo>
                      <a:pt x="4100" y="30053"/>
                      <a:pt x="4034" y="29857"/>
                      <a:pt x="3931" y="29677"/>
                    </a:cubicBezTo>
                    <a:cubicBezTo>
                      <a:pt x="3669" y="29230"/>
                      <a:pt x="3282" y="28859"/>
                      <a:pt x="2955" y="28462"/>
                    </a:cubicBezTo>
                    <a:cubicBezTo>
                      <a:pt x="2950" y="28456"/>
                      <a:pt x="2945" y="28456"/>
                      <a:pt x="2939" y="28451"/>
                    </a:cubicBezTo>
                    <a:cubicBezTo>
                      <a:pt x="2928" y="28336"/>
                      <a:pt x="2917" y="28227"/>
                      <a:pt x="2912" y="28113"/>
                    </a:cubicBezTo>
                    <a:lnTo>
                      <a:pt x="2912" y="28113"/>
                    </a:lnTo>
                    <a:cubicBezTo>
                      <a:pt x="3560" y="28658"/>
                      <a:pt x="4176" y="29268"/>
                      <a:pt x="4378" y="30102"/>
                    </a:cubicBezTo>
                    <a:cubicBezTo>
                      <a:pt x="4579" y="30952"/>
                      <a:pt x="4405" y="31775"/>
                      <a:pt x="4416" y="32636"/>
                    </a:cubicBezTo>
                    <a:cubicBezTo>
                      <a:pt x="4416" y="32641"/>
                      <a:pt x="4420" y="32644"/>
                      <a:pt x="4424" y="32644"/>
                    </a:cubicBezTo>
                    <a:cubicBezTo>
                      <a:pt x="4428" y="32644"/>
                      <a:pt x="4432" y="32641"/>
                      <a:pt x="4432" y="32636"/>
                    </a:cubicBezTo>
                    <a:cubicBezTo>
                      <a:pt x="4497" y="31682"/>
                      <a:pt x="4715" y="30805"/>
                      <a:pt x="4416" y="29867"/>
                    </a:cubicBezTo>
                    <a:cubicBezTo>
                      <a:pt x="4165" y="29072"/>
                      <a:pt x="3544" y="28522"/>
                      <a:pt x="2912" y="27993"/>
                    </a:cubicBezTo>
                    <a:lnTo>
                      <a:pt x="2906" y="27993"/>
                    </a:lnTo>
                    <a:cubicBezTo>
                      <a:pt x="2879" y="27606"/>
                      <a:pt x="2939" y="27225"/>
                      <a:pt x="3081" y="26871"/>
                    </a:cubicBezTo>
                    <a:cubicBezTo>
                      <a:pt x="3190" y="26985"/>
                      <a:pt x="3277" y="27116"/>
                      <a:pt x="3353" y="27257"/>
                    </a:cubicBezTo>
                    <a:cubicBezTo>
                      <a:pt x="3506" y="27579"/>
                      <a:pt x="3637" y="27917"/>
                      <a:pt x="3746" y="28260"/>
                    </a:cubicBezTo>
                    <a:cubicBezTo>
                      <a:pt x="3750" y="28274"/>
                      <a:pt x="3762" y="28280"/>
                      <a:pt x="3775" y="28280"/>
                    </a:cubicBezTo>
                    <a:cubicBezTo>
                      <a:pt x="3797" y="28280"/>
                      <a:pt x="3823" y="28262"/>
                      <a:pt x="3816" y="28238"/>
                    </a:cubicBezTo>
                    <a:cubicBezTo>
                      <a:pt x="3680" y="27677"/>
                      <a:pt x="3495" y="27132"/>
                      <a:pt x="3092" y="26707"/>
                    </a:cubicBezTo>
                    <a:cubicBezTo>
                      <a:pt x="3135" y="25775"/>
                      <a:pt x="3446" y="24876"/>
                      <a:pt x="3457" y="23944"/>
                    </a:cubicBezTo>
                    <a:cubicBezTo>
                      <a:pt x="3462" y="23552"/>
                      <a:pt x="3440" y="23149"/>
                      <a:pt x="3304" y="22778"/>
                    </a:cubicBezTo>
                    <a:cubicBezTo>
                      <a:pt x="3184" y="22441"/>
                      <a:pt x="2966" y="22190"/>
                      <a:pt x="2786" y="21890"/>
                    </a:cubicBezTo>
                    <a:cubicBezTo>
                      <a:pt x="2825" y="21460"/>
                      <a:pt x="2841" y="21018"/>
                      <a:pt x="3184" y="20719"/>
                    </a:cubicBezTo>
                    <a:cubicBezTo>
                      <a:pt x="3261" y="20822"/>
                      <a:pt x="3348" y="20920"/>
                      <a:pt x="3419" y="21024"/>
                    </a:cubicBezTo>
                    <a:cubicBezTo>
                      <a:pt x="3587" y="21264"/>
                      <a:pt x="3756" y="21531"/>
                      <a:pt x="3811" y="21814"/>
                    </a:cubicBezTo>
                    <a:cubicBezTo>
                      <a:pt x="3816" y="21836"/>
                      <a:pt x="3822" y="21857"/>
                      <a:pt x="3822" y="21874"/>
                    </a:cubicBezTo>
                    <a:cubicBezTo>
                      <a:pt x="3811" y="21890"/>
                      <a:pt x="3811" y="21912"/>
                      <a:pt x="3822" y="21928"/>
                    </a:cubicBezTo>
                    <a:lnTo>
                      <a:pt x="3833" y="21945"/>
                    </a:lnTo>
                    <a:cubicBezTo>
                      <a:pt x="3865" y="22157"/>
                      <a:pt x="3865" y="22375"/>
                      <a:pt x="3909" y="22588"/>
                    </a:cubicBezTo>
                    <a:cubicBezTo>
                      <a:pt x="3909" y="22593"/>
                      <a:pt x="3913" y="22596"/>
                      <a:pt x="3917" y="22596"/>
                    </a:cubicBezTo>
                    <a:cubicBezTo>
                      <a:pt x="3921" y="22596"/>
                      <a:pt x="3925" y="22593"/>
                      <a:pt x="3925" y="22588"/>
                    </a:cubicBezTo>
                    <a:cubicBezTo>
                      <a:pt x="3920" y="22397"/>
                      <a:pt x="3920" y="22212"/>
                      <a:pt x="3904" y="22032"/>
                    </a:cubicBezTo>
                    <a:lnTo>
                      <a:pt x="3904" y="22032"/>
                    </a:lnTo>
                    <a:cubicBezTo>
                      <a:pt x="4285" y="22577"/>
                      <a:pt x="4241" y="23242"/>
                      <a:pt x="4220" y="23879"/>
                    </a:cubicBezTo>
                    <a:cubicBezTo>
                      <a:pt x="4209" y="24250"/>
                      <a:pt x="4192" y="24631"/>
                      <a:pt x="4040" y="24969"/>
                    </a:cubicBezTo>
                    <a:cubicBezTo>
                      <a:pt x="3925" y="25230"/>
                      <a:pt x="3789" y="25481"/>
                      <a:pt x="3686" y="25743"/>
                    </a:cubicBezTo>
                    <a:cubicBezTo>
                      <a:pt x="3679" y="25760"/>
                      <a:pt x="3694" y="25773"/>
                      <a:pt x="3709" y="25773"/>
                    </a:cubicBezTo>
                    <a:cubicBezTo>
                      <a:pt x="3717" y="25773"/>
                      <a:pt x="3725" y="25769"/>
                      <a:pt x="3729" y="25759"/>
                    </a:cubicBezTo>
                    <a:cubicBezTo>
                      <a:pt x="3893" y="25383"/>
                      <a:pt x="4121" y="25040"/>
                      <a:pt x="4236" y="24642"/>
                    </a:cubicBezTo>
                    <a:cubicBezTo>
                      <a:pt x="4329" y="24326"/>
                      <a:pt x="4318" y="23966"/>
                      <a:pt x="4329" y="23639"/>
                    </a:cubicBezTo>
                    <a:cubicBezTo>
                      <a:pt x="4345" y="23013"/>
                      <a:pt x="4350" y="22375"/>
                      <a:pt x="3887" y="21879"/>
                    </a:cubicBezTo>
                    <a:cubicBezTo>
                      <a:pt x="3854" y="21623"/>
                      <a:pt x="3767" y="21383"/>
                      <a:pt x="3631" y="21171"/>
                    </a:cubicBezTo>
                    <a:cubicBezTo>
                      <a:pt x="3604" y="21127"/>
                      <a:pt x="3577" y="21089"/>
                      <a:pt x="3544" y="21046"/>
                    </a:cubicBezTo>
                    <a:lnTo>
                      <a:pt x="3544" y="21046"/>
                    </a:lnTo>
                    <a:cubicBezTo>
                      <a:pt x="3664" y="21084"/>
                      <a:pt x="3778" y="21133"/>
                      <a:pt x="3887" y="21187"/>
                    </a:cubicBezTo>
                    <a:cubicBezTo>
                      <a:pt x="4013" y="21269"/>
                      <a:pt x="4121" y="21378"/>
                      <a:pt x="4198" y="21509"/>
                    </a:cubicBezTo>
                    <a:cubicBezTo>
                      <a:pt x="4202" y="21514"/>
                      <a:pt x="4207" y="21517"/>
                      <a:pt x="4212" y="21517"/>
                    </a:cubicBezTo>
                    <a:cubicBezTo>
                      <a:pt x="4221" y="21517"/>
                      <a:pt x="4229" y="21508"/>
                      <a:pt x="4225" y="21498"/>
                    </a:cubicBezTo>
                    <a:cubicBezTo>
                      <a:pt x="4100" y="21204"/>
                      <a:pt x="3838" y="20997"/>
                      <a:pt x="3522" y="20942"/>
                    </a:cubicBezTo>
                    <a:cubicBezTo>
                      <a:pt x="3519" y="20941"/>
                      <a:pt x="3516" y="20941"/>
                      <a:pt x="3513" y="20941"/>
                    </a:cubicBezTo>
                    <a:cubicBezTo>
                      <a:pt x="3500" y="20941"/>
                      <a:pt x="3488" y="20949"/>
                      <a:pt x="3484" y="20958"/>
                    </a:cubicBezTo>
                    <a:cubicBezTo>
                      <a:pt x="3386" y="20833"/>
                      <a:pt x="3288" y="20713"/>
                      <a:pt x="3201" y="20582"/>
                    </a:cubicBezTo>
                    <a:cubicBezTo>
                      <a:pt x="3021" y="20326"/>
                      <a:pt x="2977" y="20070"/>
                      <a:pt x="2879" y="19787"/>
                    </a:cubicBezTo>
                    <a:lnTo>
                      <a:pt x="2890" y="19787"/>
                    </a:lnTo>
                    <a:cubicBezTo>
                      <a:pt x="3353" y="19950"/>
                      <a:pt x="3904" y="19994"/>
                      <a:pt x="4209" y="20408"/>
                    </a:cubicBezTo>
                    <a:cubicBezTo>
                      <a:pt x="4212" y="20413"/>
                      <a:pt x="4216" y="20415"/>
                      <a:pt x="4221" y="20415"/>
                    </a:cubicBezTo>
                    <a:cubicBezTo>
                      <a:pt x="4232" y="20415"/>
                      <a:pt x="4244" y="20403"/>
                      <a:pt x="4236" y="20392"/>
                    </a:cubicBezTo>
                    <a:cubicBezTo>
                      <a:pt x="3958" y="19961"/>
                      <a:pt x="3462" y="19912"/>
                      <a:pt x="3004" y="19738"/>
                    </a:cubicBezTo>
                    <a:cubicBezTo>
                      <a:pt x="2656" y="19602"/>
                      <a:pt x="2514" y="19389"/>
                      <a:pt x="2269" y="19149"/>
                    </a:cubicBezTo>
                    <a:cubicBezTo>
                      <a:pt x="2138" y="19002"/>
                      <a:pt x="1958" y="18910"/>
                      <a:pt x="1768" y="18888"/>
                    </a:cubicBezTo>
                    <a:cubicBezTo>
                      <a:pt x="1762" y="18708"/>
                      <a:pt x="1762" y="18534"/>
                      <a:pt x="1762" y="18359"/>
                    </a:cubicBezTo>
                    <a:lnTo>
                      <a:pt x="1762" y="18321"/>
                    </a:lnTo>
                    <a:cubicBezTo>
                      <a:pt x="2013" y="18359"/>
                      <a:pt x="2258" y="18348"/>
                      <a:pt x="2481" y="18506"/>
                    </a:cubicBezTo>
                    <a:cubicBezTo>
                      <a:pt x="2503" y="18517"/>
                      <a:pt x="2525" y="18534"/>
                      <a:pt x="2541" y="18550"/>
                    </a:cubicBezTo>
                    <a:cubicBezTo>
                      <a:pt x="2541" y="18550"/>
                      <a:pt x="2541" y="18550"/>
                      <a:pt x="2541" y="18555"/>
                    </a:cubicBezTo>
                    <a:cubicBezTo>
                      <a:pt x="2546" y="18569"/>
                      <a:pt x="2558" y="18579"/>
                      <a:pt x="2571" y="18579"/>
                    </a:cubicBezTo>
                    <a:cubicBezTo>
                      <a:pt x="2574" y="18579"/>
                      <a:pt x="2577" y="18578"/>
                      <a:pt x="2579" y="18577"/>
                    </a:cubicBezTo>
                    <a:cubicBezTo>
                      <a:pt x="2732" y="18692"/>
                      <a:pt x="2879" y="18811"/>
                      <a:pt x="3021" y="18942"/>
                    </a:cubicBezTo>
                    <a:cubicBezTo>
                      <a:pt x="3288" y="19187"/>
                      <a:pt x="3549" y="19422"/>
                      <a:pt x="3882" y="19585"/>
                    </a:cubicBezTo>
                    <a:cubicBezTo>
                      <a:pt x="3884" y="19587"/>
                      <a:pt x="3887" y="19588"/>
                      <a:pt x="3890" y="19588"/>
                    </a:cubicBezTo>
                    <a:cubicBezTo>
                      <a:pt x="3906" y="19588"/>
                      <a:pt x="3922" y="19566"/>
                      <a:pt x="3904" y="19553"/>
                    </a:cubicBezTo>
                    <a:cubicBezTo>
                      <a:pt x="3484" y="19307"/>
                      <a:pt x="3179" y="18948"/>
                      <a:pt x="2814" y="18648"/>
                    </a:cubicBezTo>
                    <a:cubicBezTo>
                      <a:pt x="2743" y="18588"/>
                      <a:pt x="2667" y="18528"/>
                      <a:pt x="2590" y="18474"/>
                    </a:cubicBezTo>
                    <a:cubicBezTo>
                      <a:pt x="2400" y="16970"/>
                      <a:pt x="1223" y="15978"/>
                      <a:pt x="280" y="14866"/>
                    </a:cubicBezTo>
                    <a:cubicBezTo>
                      <a:pt x="280" y="14861"/>
                      <a:pt x="275" y="14856"/>
                      <a:pt x="269" y="14856"/>
                    </a:cubicBezTo>
                    <a:lnTo>
                      <a:pt x="269" y="14272"/>
                    </a:lnTo>
                    <a:cubicBezTo>
                      <a:pt x="416" y="14480"/>
                      <a:pt x="667" y="14583"/>
                      <a:pt x="907" y="14665"/>
                    </a:cubicBezTo>
                    <a:cubicBezTo>
                      <a:pt x="1326" y="14812"/>
                      <a:pt x="1675" y="14970"/>
                      <a:pt x="1985" y="15286"/>
                    </a:cubicBezTo>
                    <a:cubicBezTo>
                      <a:pt x="2634" y="15951"/>
                      <a:pt x="3075" y="16795"/>
                      <a:pt x="3244" y="17705"/>
                    </a:cubicBezTo>
                    <a:cubicBezTo>
                      <a:pt x="3244" y="17716"/>
                      <a:pt x="3252" y="17722"/>
                      <a:pt x="3261" y="17722"/>
                    </a:cubicBezTo>
                    <a:cubicBezTo>
                      <a:pt x="3269" y="17722"/>
                      <a:pt x="3277" y="17716"/>
                      <a:pt x="3277" y="17705"/>
                    </a:cubicBezTo>
                    <a:cubicBezTo>
                      <a:pt x="3304" y="16926"/>
                      <a:pt x="2803" y="16076"/>
                      <a:pt x="2312" y="15482"/>
                    </a:cubicBezTo>
                    <a:cubicBezTo>
                      <a:pt x="2067" y="15188"/>
                      <a:pt x="1778" y="14877"/>
                      <a:pt x="1419" y="14714"/>
                    </a:cubicBezTo>
                    <a:cubicBezTo>
                      <a:pt x="1168" y="14599"/>
                      <a:pt x="917" y="14523"/>
                      <a:pt x="683" y="14403"/>
                    </a:cubicBezTo>
                    <a:cubicBezTo>
                      <a:pt x="874" y="14278"/>
                      <a:pt x="1032" y="14111"/>
                      <a:pt x="1273" y="14111"/>
                    </a:cubicBezTo>
                    <a:cubicBezTo>
                      <a:pt x="1294" y="14111"/>
                      <a:pt x="1315" y="14112"/>
                      <a:pt x="1337" y="14114"/>
                    </a:cubicBezTo>
                    <a:cubicBezTo>
                      <a:pt x="1604" y="14142"/>
                      <a:pt x="1844" y="14278"/>
                      <a:pt x="2007" y="14496"/>
                    </a:cubicBezTo>
                    <a:cubicBezTo>
                      <a:pt x="2193" y="14730"/>
                      <a:pt x="2340" y="14992"/>
                      <a:pt x="2547" y="15215"/>
                    </a:cubicBezTo>
                    <a:cubicBezTo>
                      <a:pt x="2692" y="15369"/>
                      <a:pt x="2991" y="15715"/>
                      <a:pt x="3260" y="15715"/>
                    </a:cubicBezTo>
                    <a:cubicBezTo>
                      <a:pt x="3314" y="15715"/>
                      <a:pt x="3368" y="15701"/>
                      <a:pt x="3419" y="15667"/>
                    </a:cubicBezTo>
                    <a:cubicBezTo>
                      <a:pt x="3433" y="15658"/>
                      <a:pt x="3422" y="15645"/>
                      <a:pt x="3409" y="15645"/>
                    </a:cubicBezTo>
                    <a:cubicBezTo>
                      <a:pt x="3407" y="15645"/>
                      <a:pt x="3404" y="15645"/>
                      <a:pt x="3402" y="15646"/>
                    </a:cubicBezTo>
                    <a:cubicBezTo>
                      <a:pt x="3362" y="15660"/>
                      <a:pt x="3322" y="15667"/>
                      <a:pt x="3281" y="15667"/>
                    </a:cubicBezTo>
                    <a:cubicBezTo>
                      <a:pt x="2775" y="15667"/>
                      <a:pt x="2271" y="14602"/>
                      <a:pt x="2018" y="14354"/>
                    </a:cubicBezTo>
                    <a:cubicBezTo>
                      <a:pt x="1887" y="14213"/>
                      <a:pt x="1724" y="14104"/>
                      <a:pt x="1544" y="14038"/>
                    </a:cubicBezTo>
                    <a:cubicBezTo>
                      <a:pt x="1441" y="13869"/>
                      <a:pt x="1304" y="13722"/>
                      <a:pt x="1135" y="13608"/>
                    </a:cubicBezTo>
                    <a:cubicBezTo>
                      <a:pt x="863" y="13439"/>
                      <a:pt x="558" y="13308"/>
                      <a:pt x="269" y="13161"/>
                    </a:cubicBezTo>
                    <a:lnTo>
                      <a:pt x="258" y="13161"/>
                    </a:lnTo>
                    <a:lnTo>
                      <a:pt x="258" y="12758"/>
                    </a:lnTo>
                    <a:cubicBezTo>
                      <a:pt x="798" y="13030"/>
                      <a:pt x="1370" y="13166"/>
                      <a:pt x="1947" y="13352"/>
                    </a:cubicBezTo>
                    <a:cubicBezTo>
                      <a:pt x="2541" y="13542"/>
                      <a:pt x="3538" y="14011"/>
                      <a:pt x="3239" y="14785"/>
                    </a:cubicBezTo>
                    <a:cubicBezTo>
                      <a:pt x="3228" y="14816"/>
                      <a:pt x="3257" y="14838"/>
                      <a:pt x="3284" y="14838"/>
                    </a:cubicBezTo>
                    <a:cubicBezTo>
                      <a:pt x="3299" y="14838"/>
                      <a:pt x="3314" y="14830"/>
                      <a:pt x="3320" y="14812"/>
                    </a:cubicBezTo>
                    <a:cubicBezTo>
                      <a:pt x="3457" y="14327"/>
                      <a:pt x="3124" y="13788"/>
                      <a:pt x="2678" y="13553"/>
                    </a:cubicBezTo>
                    <a:cubicBezTo>
                      <a:pt x="2073" y="13243"/>
                      <a:pt x="1402" y="13106"/>
                      <a:pt x="776" y="12856"/>
                    </a:cubicBezTo>
                    <a:cubicBezTo>
                      <a:pt x="1046" y="12831"/>
                      <a:pt x="1303" y="12749"/>
                      <a:pt x="1578" y="12749"/>
                    </a:cubicBezTo>
                    <a:cubicBezTo>
                      <a:pt x="1608" y="12749"/>
                      <a:pt x="1639" y="12750"/>
                      <a:pt x="1669" y="12752"/>
                    </a:cubicBezTo>
                    <a:cubicBezTo>
                      <a:pt x="2089" y="12779"/>
                      <a:pt x="2443" y="12910"/>
                      <a:pt x="2743" y="13194"/>
                    </a:cubicBezTo>
                    <a:cubicBezTo>
                      <a:pt x="2747" y="13198"/>
                      <a:pt x="2752" y="13199"/>
                      <a:pt x="2756" y="13199"/>
                    </a:cubicBezTo>
                    <a:cubicBezTo>
                      <a:pt x="2770" y="13199"/>
                      <a:pt x="2782" y="13184"/>
                      <a:pt x="2770" y="13172"/>
                    </a:cubicBezTo>
                    <a:cubicBezTo>
                      <a:pt x="2410" y="12799"/>
                      <a:pt x="2004" y="12699"/>
                      <a:pt x="1567" y="12699"/>
                    </a:cubicBezTo>
                    <a:cubicBezTo>
                      <a:pt x="1264" y="12699"/>
                      <a:pt x="946" y="12747"/>
                      <a:pt x="618" y="12785"/>
                    </a:cubicBezTo>
                    <a:lnTo>
                      <a:pt x="612" y="12785"/>
                    </a:lnTo>
                    <a:cubicBezTo>
                      <a:pt x="503" y="12736"/>
                      <a:pt x="394" y="12681"/>
                      <a:pt x="291" y="12621"/>
                    </a:cubicBezTo>
                    <a:cubicBezTo>
                      <a:pt x="280" y="12616"/>
                      <a:pt x="269" y="12611"/>
                      <a:pt x="258" y="12611"/>
                    </a:cubicBezTo>
                    <a:cubicBezTo>
                      <a:pt x="253" y="12158"/>
                      <a:pt x="253" y="11706"/>
                      <a:pt x="253" y="11248"/>
                    </a:cubicBezTo>
                    <a:lnTo>
                      <a:pt x="253" y="11248"/>
                    </a:lnTo>
                    <a:cubicBezTo>
                      <a:pt x="345" y="11341"/>
                      <a:pt x="411" y="11455"/>
                      <a:pt x="509" y="11548"/>
                    </a:cubicBezTo>
                    <a:cubicBezTo>
                      <a:pt x="596" y="11624"/>
                      <a:pt x="689" y="11690"/>
                      <a:pt x="787" y="11750"/>
                    </a:cubicBezTo>
                    <a:cubicBezTo>
                      <a:pt x="1076" y="11924"/>
                      <a:pt x="1451" y="11984"/>
                      <a:pt x="1768" y="12098"/>
                    </a:cubicBezTo>
                    <a:cubicBezTo>
                      <a:pt x="2154" y="12224"/>
                      <a:pt x="2514" y="12414"/>
                      <a:pt x="2836" y="12665"/>
                    </a:cubicBezTo>
                    <a:cubicBezTo>
                      <a:pt x="3141" y="12910"/>
                      <a:pt x="3310" y="13215"/>
                      <a:pt x="3560" y="13504"/>
                    </a:cubicBezTo>
                    <a:cubicBezTo>
                      <a:pt x="3568" y="13512"/>
                      <a:pt x="3578" y="13516"/>
                      <a:pt x="3587" y="13516"/>
                    </a:cubicBezTo>
                    <a:cubicBezTo>
                      <a:pt x="3615" y="13516"/>
                      <a:pt x="3639" y="13485"/>
                      <a:pt x="3615" y="13461"/>
                    </a:cubicBezTo>
                    <a:cubicBezTo>
                      <a:pt x="3391" y="13188"/>
                      <a:pt x="3255" y="12899"/>
                      <a:pt x="2983" y="12665"/>
                    </a:cubicBezTo>
                    <a:cubicBezTo>
                      <a:pt x="2737" y="12453"/>
                      <a:pt x="2460" y="12278"/>
                      <a:pt x="2165" y="12147"/>
                    </a:cubicBezTo>
                    <a:cubicBezTo>
                      <a:pt x="1768" y="11973"/>
                      <a:pt x="1326" y="11891"/>
                      <a:pt x="939" y="11701"/>
                    </a:cubicBezTo>
                    <a:cubicBezTo>
                      <a:pt x="732" y="11608"/>
                      <a:pt x="558" y="11461"/>
                      <a:pt x="427" y="11276"/>
                    </a:cubicBezTo>
                    <a:cubicBezTo>
                      <a:pt x="378" y="11205"/>
                      <a:pt x="318" y="11150"/>
                      <a:pt x="247" y="11107"/>
                    </a:cubicBezTo>
                    <a:lnTo>
                      <a:pt x="247" y="10426"/>
                    </a:lnTo>
                    <a:lnTo>
                      <a:pt x="247" y="10371"/>
                    </a:lnTo>
                    <a:cubicBezTo>
                      <a:pt x="732" y="10731"/>
                      <a:pt x="1239" y="10878"/>
                      <a:pt x="1811" y="11090"/>
                    </a:cubicBezTo>
                    <a:cubicBezTo>
                      <a:pt x="2351" y="11297"/>
                      <a:pt x="3010" y="11592"/>
                      <a:pt x="3271" y="12115"/>
                    </a:cubicBezTo>
                    <a:cubicBezTo>
                      <a:pt x="3275" y="12120"/>
                      <a:pt x="3281" y="12123"/>
                      <a:pt x="3287" y="12123"/>
                    </a:cubicBezTo>
                    <a:cubicBezTo>
                      <a:pt x="3299" y="12123"/>
                      <a:pt x="3311" y="12113"/>
                      <a:pt x="3304" y="12098"/>
                    </a:cubicBezTo>
                    <a:cubicBezTo>
                      <a:pt x="3103" y="11679"/>
                      <a:pt x="2645" y="11385"/>
                      <a:pt x="2214" y="11183"/>
                    </a:cubicBezTo>
                    <a:cubicBezTo>
                      <a:pt x="1539" y="10867"/>
                      <a:pt x="847" y="10731"/>
                      <a:pt x="253" y="10262"/>
                    </a:cubicBezTo>
                    <a:lnTo>
                      <a:pt x="247" y="10262"/>
                    </a:lnTo>
                    <a:lnTo>
                      <a:pt x="247" y="9014"/>
                    </a:lnTo>
                    <a:cubicBezTo>
                      <a:pt x="503" y="9265"/>
                      <a:pt x="689" y="9575"/>
                      <a:pt x="1010" y="9772"/>
                    </a:cubicBezTo>
                    <a:cubicBezTo>
                      <a:pt x="1244" y="9908"/>
                      <a:pt x="1490" y="10022"/>
                      <a:pt x="1740" y="10126"/>
                    </a:cubicBezTo>
                    <a:cubicBezTo>
                      <a:pt x="2367" y="10382"/>
                      <a:pt x="3081" y="10633"/>
                      <a:pt x="3342" y="11281"/>
                    </a:cubicBezTo>
                    <a:cubicBezTo>
                      <a:pt x="3346" y="11294"/>
                      <a:pt x="3355" y="11299"/>
                      <a:pt x="3366" y="11299"/>
                    </a:cubicBezTo>
                    <a:cubicBezTo>
                      <a:pt x="3386" y="11299"/>
                      <a:pt x="3409" y="11279"/>
                      <a:pt x="3402" y="11254"/>
                    </a:cubicBezTo>
                    <a:cubicBezTo>
                      <a:pt x="3173" y="10709"/>
                      <a:pt x="2667" y="10404"/>
                      <a:pt x="2122" y="10169"/>
                    </a:cubicBezTo>
                    <a:cubicBezTo>
                      <a:pt x="1795" y="10028"/>
                      <a:pt x="1446" y="9908"/>
                      <a:pt x="1146" y="9723"/>
                    </a:cubicBezTo>
                    <a:cubicBezTo>
                      <a:pt x="917" y="9581"/>
                      <a:pt x="721" y="9396"/>
                      <a:pt x="563" y="9183"/>
                    </a:cubicBezTo>
                    <a:cubicBezTo>
                      <a:pt x="465" y="9052"/>
                      <a:pt x="394" y="8943"/>
                      <a:pt x="247" y="8862"/>
                    </a:cubicBezTo>
                    <a:lnTo>
                      <a:pt x="247" y="7979"/>
                    </a:lnTo>
                    <a:cubicBezTo>
                      <a:pt x="705" y="8377"/>
                      <a:pt x="1397" y="8567"/>
                      <a:pt x="1909" y="8867"/>
                    </a:cubicBezTo>
                    <a:cubicBezTo>
                      <a:pt x="2530" y="9227"/>
                      <a:pt x="3277" y="9733"/>
                      <a:pt x="3544" y="10404"/>
                    </a:cubicBezTo>
                    <a:cubicBezTo>
                      <a:pt x="3547" y="10413"/>
                      <a:pt x="3555" y="10416"/>
                      <a:pt x="3563" y="10416"/>
                    </a:cubicBezTo>
                    <a:cubicBezTo>
                      <a:pt x="3580" y="10416"/>
                      <a:pt x="3600" y="10400"/>
                      <a:pt x="3593" y="10382"/>
                    </a:cubicBezTo>
                    <a:cubicBezTo>
                      <a:pt x="3380" y="9810"/>
                      <a:pt x="2808" y="9336"/>
                      <a:pt x="2296" y="8998"/>
                    </a:cubicBezTo>
                    <a:cubicBezTo>
                      <a:pt x="1926" y="8764"/>
                      <a:pt x="1533" y="8546"/>
                      <a:pt x="1135" y="8360"/>
                    </a:cubicBezTo>
                    <a:cubicBezTo>
                      <a:pt x="830" y="8208"/>
                      <a:pt x="476" y="8072"/>
                      <a:pt x="247" y="7821"/>
                    </a:cubicBezTo>
                    <a:lnTo>
                      <a:pt x="247" y="7456"/>
                    </a:lnTo>
                    <a:cubicBezTo>
                      <a:pt x="569" y="7717"/>
                      <a:pt x="1125" y="7745"/>
                      <a:pt x="1506" y="7854"/>
                    </a:cubicBezTo>
                    <a:cubicBezTo>
                      <a:pt x="2214" y="8055"/>
                      <a:pt x="2634" y="8431"/>
                      <a:pt x="3021" y="9014"/>
                    </a:cubicBezTo>
                    <a:cubicBezTo>
                      <a:pt x="3025" y="9020"/>
                      <a:pt x="3031" y="9022"/>
                      <a:pt x="3037" y="9022"/>
                    </a:cubicBezTo>
                    <a:cubicBezTo>
                      <a:pt x="3049" y="9022"/>
                      <a:pt x="3061" y="9014"/>
                      <a:pt x="3053" y="9003"/>
                    </a:cubicBezTo>
                    <a:cubicBezTo>
                      <a:pt x="2786" y="8595"/>
                      <a:pt x="2487" y="8175"/>
                      <a:pt x="2018" y="7963"/>
                    </a:cubicBezTo>
                    <a:cubicBezTo>
                      <a:pt x="1697" y="7821"/>
                      <a:pt x="1364" y="7739"/>
                      <a:pt x="1032" y="7630"/>
                    </a:cubicBezTo>
                    <a:cubicBezTo>
                      <a:pt x="781" y="7554"/>
                      <a:pt x="482" y="7505"/>
                      <a:pt x="296" y="7303"/>
                    </a:cubicBezTo>
                    <a:cubicBezTo>
                      <a:pt x="285" y="7292"/>
                      <a:pt x="269" y="7281"/>
                      <a:pt x="247" y="7281"/>
                    </a:cubicBezTo>
                    <a:lnTo>
                      <a:pt x="247" y="6279"/>
                    </a:lnTo>
                    <a:cubicBezTo>
                      <a:pt x="476" y="6497"/>
                      <a:pt x="792" y="6682"/>
                      <a:pt x="1037" y="6851"/>
                    </a:cubicBezTo>
                    <a:cubicBezTo>
                      <a:pt x="1419" y="7118"/>
                      <a:pt x="1827" y="7347"/>
                      <a:pt x="2209" y="7614"/>
                    </a:cubicBezTo>
                    <a:cubicBezTo>
                      <a:pt x="2983" y="8126"/>
                      <a:pt x="3615" y="8818"/>
                      <a:pt x="4067" y="9630"/>
                    </a:cubicBezTo>
                    <a:cubicBezTo>
                      <a:pt x="4072" y="9642"/>
                      <a:pt x="4082" y="9647"/>
                      <a:pt x="4093" y="9647"/>
                    </a:cubicBezTo>
                    <a:cubicBezTo>
                      <a:pt x="4116" y="9647"/>
                      <a:pt x="4142" y="9623"/>
                      <a:pt x="4127" y="9597"/>
                    </a:cubicBezTo>
                    <a:cubicBezTo>
                      <a:pt x="3713" y="8829"/>
                      <a:pt x="3206" y="8208"/>
                      <a:pt x="2476" y="7679"/>
                    </a:cubicBezTo>
                    <a:cubicBezTo>
                      <a:pt x="2100" y="7407"/>
                      <a:pt x="1691" y="7178"/>
                      <a:pt x="1310" y="6911"/>
                    </a:cubicBezTo>
                    <a:cubicBezTo>
                      <a:pt x="1103" y="6764"/>
                      <a:pt x="901" y="6611"/>
                      <a:pt x="705" y="6453"/>
                    </a:cubicBezTo>
                    <a:cubicBezTo>
                      <a:pt x="552" y="6328"/>
                      <a:pt x="373" y="6230"/>
                      <a:pt x="247" y="6077"/>
                    </a:cubicBezTo>
                    <a:lnTo>
                      <a:pt x="247" y="5728"/>
                    </a:lnTo>
                    <a:lnTo>
                      <a:pt x="247" y="5598"/>
                    </a:lnTo>
                    <a:cubicBezTo>
                      <a:pt x="574" y="5859"/>
                      <a:pt x="994" y="5995"/>
                      <a:pt x="1375" y="6170"/>
                    </a:cubicBezTo>
                    <a:cubicBezTo>
                      <a:pt x="2111" y="6502"/>
                      <a:pt x="2667" y="7009"/>
                      <a:pt x="3217" y="7576"/>
                    </a:cubicBezTo>
                    <a:cubicBezTo>
                      <a:pt x="3223" y="7581"/>
                      <a:pt x="3229" y="7584"/>
                      <a:pt x="3235" y="7584"/>
                    </a:cubicBezTo>
                    <a:cubicBezTo>
                      <a:pt x="3252" y="7584"/>
                      <a:pt x="3266" y="7565"/>
                      <a:pt x="3250" y="7548"/>
                    </a:cubicBezTo>
                    <a:cubicBezTo>
                      <a:pt x="2819" y="7074"/>
                      <a:pt x="2367" y="6573"/>
                      <a:pt x="1778" y="6257"/>
                    </a:cubicBezTo>
                    <a:cubicBezTo>
                      <a:pt x="1283" y="5985"/>
                      <a:pt x="656" y="5816"/>
                      <a:pt x="253" y="5418"/>
                    </a:cubicBezTo>
                    <a:cubicBezTo>
                      <a:pt x="253" y="5162"/>
                      <a:pt x="258" y="4906"/>
                      <a:pt x="258" y="4644"/>
                    </a:cubicBezTo>
                    <a:cubicBezTo>
                      <a:pt x="405" y="4715"/>
                      <a:pt x="580" y="4753"/>
                      <a:pt x="705" y="4840"/>
                    </a:cubicBezTo>
                    <a:cubicBezTo>
                      <a:pt x="863" y="4944"/>
                      <a:pt x="988" y="5096"/>
                      <a:pt x="1152" y="5194"/>
                    </a:cubicBezTo>
                    <a:cubicBezTo>
                      <a:pt x="1223" y="5238"/>
                      <a:pt x="1299" y="5276"/>
                      <a:pt x="1375" y="5303"/>
                    </a:cubicBezTo>
                    <a:cubicBezTo>
                      <a:pt x="1371" y="5330"/>
                      <a:pt x="1394" y="5348"/>
                      <a:pt x="1417" y="5348"/>
                    </a:cubicBezTo>
                    <a:cubicBezTo>
                      <a:pt x="1427" y="5348"/>
                      <a:pt x="1438" y="5345"/>
                      <a:pt x="1446" y="5336"/>
                    </a:cubicBezTo>
                    <a:lnTo>
                      <a:pt x="1468" y="5325"/>
                    </a:lnTo>
                    <a:cubicBezTo>
                      <a:pt x="1490" y="5331"/>
                      <a:pt x="1511" y="5331"/>
                      <a:pt x="1539" y="5336"/>
                    </a:cubicBezTo>
                    <a:cubicBezTo>
                      <a:pt x="1539" y="5347"/>
                      <a:pt x="1544" y="5353"/>
                      <a:pt x="1550" y="5363"/>
                    </a:cubicBezTo>
                    <a:cubicBezTo>
                      <a:pt x="1817" y="5739"/>
                      <a:pt x="2220" y="5952"/>
                      <a:pt x="2601" y="6203"/>
                    </a:cubicBezTo>
                    <a:cubicBezTo>
                      <a:pt x="3070" y="6513"/>
                      <a:pt x="3446" y="6944"/>
                      <a:pt x="3691" y="7450"/>
                    </a:cubicBezTo>
                    <a:cubicBezTo>
                      <a:pt x="4105" y="8284"/>
                      <a:pt x="4274" y="9352"/>
                      <a:pt x="4988" y="10017"/>
                    </a:cubicBezTo>
                    <a:lnTo>
                      <a:pt x="4993" y="10017"/>
                    </a:lnTo>
                    <a:cubicBezTo>
                      <a:pt x="4312" y="9216"/>
                      <a:pt x="4203" y="8088"/>
                      <a:pt x="3675" y="7200"/>
                    </a:cubicBezTo>
                    <a:cubicBezTo>
                      <a:pt x="3462" y="6835"/>
                      <a:pt x="3201" y="6480"/>
                      <a:pt x="2841" y="6230"/>
                    </a:cubicBezTo>
                    <a:cubicBezTo>
                      <a:pt x="2454" y="5957"/>
                      <a:pt x="2002" y="5739"/>
                      <a:pt x="1713" y="5358"/>
                    </a:cubicBezTo>
                    <a:lnTo>
                      <a:pt x="1713" y="5358"/>
                    </a:lnTo>
                    <a:cubicBezTo>
                      <a:pt x="1806" y="5363"/>
                      <a:pt x="1909" y="5363"/>
                      <a:pt x="2018" y="5369"/>
                    </a:cubicBezTo>
                    <a:cubicBezTo>
                      <a:pt x="2296" y="5374"/>
                      <a:pt x="2552" y="5456"/>
                      <a:pt x="2814" y="5521"/>
                    </a:cubicBezTo>
                    <a:cubicBezTo>
                      <a:pt x="2814" y="5521"/>
                      <a:pt x="2814" y="5521"/>
                      <a:pt x="2819" y="5527"/>
                    </a:cubicBezTo>
                    <a:cubicBezTo>
                      <a:pt x="3043" y="5669"/>
                      <a:pt x="3206" y="5870"/>
                      <a:pt x="3391" y="6034"/>
                    </a:cubicBezTo>
                    <a:cubicBezTo>
                      <a:pt x="3386" y="6039"/>
                      <a:pt x="3386" y="6055"/>
                      <a:pt x="3391" y="6066"/>
                    </a:cubicBezTo>
                    <a:cubicBezTo>
                      <a:pt x="3598" y="6273"/>
                      <a:pt x="3822" y="6568"/>
                      <a:pt x="4072" y="6856"/>
                    </a:cubicBezTo>
                    <a:cubicBezTo>
                      <a:pt x="4067" y="6867"/>
                      <a:pt x="4067" y="6884"/>
                      <a:pt x="4083" y="6889"/>
                    </a:cubicBezTo>
                    <a:lnTo>
                      <a:pt x="4105" y="6889"/>
                    </a:lnTo>
                    <a:cubicBezTo>
                      <a:pt x="4230" y="7036"/>
                      <a:pt x="4367" y="7172"/>
                      <a:pt x="4514" y="7298"/>
                    </a:cubicBezTo>
                    <a:cubicBezTo>
                      <a:pt x="4536" y="7581"/>
                      <a:pt x="4650" y="7843"/>
                      <a:pt x="4830" y="8055"/>
                    </a:cubicBezTo>
                    <a:cubicBezTo>
                      <a:pt x="4694" y="8453"/>
                      <a:pt x="4830" y="8774"/>
                      <a:pt x="5081" y="9063"/>
                    </a:cubicBezTo>
                    <a:cubicBezTo>
                      <a:pt x="4933" y="9793"/>
                      <a:pt x="5059" y="10589"/>
                      <a:pt x="5282" y="11292"/>
                    </a:cubicBezTo>
                    <a:cubicBezTo>
                      <a:pt x="5331" y="11439"/>
                      <a:pt x="5386" y="11586"/>
                      <a:pt x="5451" y="11728"/>
                    </a:cubicBezTo>
                    <a:cubicBezTo>
                      <a:pt x="5448" y="11727"/>
                      <a:pt x="5444" y="11727"/>
                      <a:pt x="5441" y="11727"/>
                    </a:cubicBezTo>
                    <a:cubicBezTo>
                      <a:pt x="5417" y="11727"/>
                      <a:pt x="5396" y="11742"/>
                      <a:pt x="5391" y="11766"/>
                    </a:cubicBezTo>
                    <a:cubicBezTo>
                      <a:pt x="5260" y="12932"/>
                      <a:pt x="5369" y="14114"/>
                      <a:pt x="5718" y="15242"/>
                    </a:cubicBezTo>
                    <a:cubicBezTo>
                      <a:pt x="5794" y="15488"/>
                      <a:pt x="5887" y="15733"/>
                      <a:pt x="5990" y="15973"/>
                    </a:cubicBezTo>
                    <a:lnTo>
                      <a:pt x="5990" y="15983"/>
                    </a:lnTo>
                    <a:cubicBezTo>
                      <a:pt x="5990" y="15994"/>
                      <a:pt x="5996" y="16000"/>
                      <a:pt x="6001" y="16005"/>
                    </a:cubicBezTo>
                    <a:cubicBezTo>
                      <a:pt x="6132" y="16332"/>
                      <a:pt x="6263" y="16654"/>
                      <a:pt x="6366" y="16986"/>
                    </a:cubicBezTo>
                    <a:cubicBezTo>
                      <a:pt x="6514" y="17449"/>
                      <a:pt x="6612" y="17923"/>
                      <a:pt x="6672" y="18403"/>
                    </a:cubicBezTo>
                    <a:cubicBezTo>
                      <a:pt x="6669" y="18402"/>
                      <a:pt x="6666" y="18402"/>
                      <a:pt x="6663" y="18402"/>
                    </a:cubicBezTo>
                    <a:cubicBezTo>
                      <a:pt x="6644" y="18402"/>
                      <a:pt x="6627" y="18417"/>
                      <a:pt x="6623" y="18436"/>
                    </a:cubicBezTo>
                    <a:cubicBezTo>
                      <a:pt x="6595" y="18664"/>
                      <a:pt x="6623" y="18904"/>
                      <a:pt x="6715" y="19117"/>
                    </a:cubicBezTo>
                    <a:cubicBezTo>
                      <a:pt x="6612" y="19563"/>
                      <a:pt x="6557" y="20016"/>
                      <a:pt x="6552" y="20473"/>
                    </a:cubicBezTo>
                    <a:cubicBezTo>
                      <a:pt x="6552" y="20947"/>
                      <a:pt x="6617" y="21416"/>
                      <a:pt x="6541" y="21885"/>
                    </a:cubicBezTo>
                    <a:cubicBezTo>
                      <a:pt x="6538" y="21905"/>
                      <a:pt x="6551" y="21914"/>
                      <a:pt x="6566" y="21914"/>
                    </a:cubicBezTo>
                    <a:cubicBezTo>
                      <a:pt x="6579" y="21914"/>
                      <a:pt x="6593" y="21906"/>
                      <a:pt x="6595" y="21890"/>
                    </a:cubicBezTo>
                    <a:cubicBezTo>
                      <a:pt x="6693" y="21422"/>
                      <a:pt x="6639" y="20958"/>
                      <a:pt x="6666" y="20484"/>
                    </a:cubicBezTo>
                    <a:cubicBezTo>
                      <a:pt x="6683" y="20087"/>
                      <a:pt x="6732" y="19689"/>
                      <a:pt x="6802" y="19296"/>
                    </a:cubicBezTo>
                    <a:cubicBezTo>
                      <a:pt x="6900" y="19476"/>
                      <a:pt x="7026" y="19645"/>
                      <a:pt x="7173" y="19792"/>
                    </a:cubicBezTo>
                    <a:cubicBezTo>
                      <a:pt x="7151" y="20163"/>
                      <a:pt x="7124" y="20561"/>
                      <a:pt x="7184" y="20926"/>
                    </a:cubicBezTo>
                    <a:cubicBezTo>
                      <a:pt x="7249" y="21296"/>
                      <a:pt x="7347" y="21667"/>
                      <a:pt x="7364" y="22048"/>
                    </a:cubicBezTo>
                    <a:cubicBezTo>
                      <a:pt x="7364" y="22062"/>
                      <a:pt x="7377" y="22069"/>
                      <a:pt x="7392" y="22069"/>
                    </a:cubicBezTo>
                    <a:cubicBezTo>
                      <a:pt x="7406" y="22069"/>
                      <a:pt x="7421" y="22062"/>
                      <a:pt x="7424" y="22048"/>
                    </a:cubicBezTo>
                    <a:cubicBezTo>
                      <a:pt x="7429" y="21661"/>
                      <a:pt x="7325" y="21296"/>
                      <a:pt x="7287" y="20915"/>
                    </a:cubicBezTo>
                    <a:cubicBezTo>
                      <a:pt x="7249" y="20572"/>
                      <a:pt x="7276" y="20234"/>
                      <a:pt x="7271" y="19890"/>
                    </a:cubicBezTo>
                    <a:lnTo>
                      <a:pt x="7271" y="19890"/>
                    </a:lnTo>
                    <a:cubicBezTo>
                      <a:pt x="7287" y="19907"/>
                      <a:pt x="7309" y="19923"/>
                      <a:pt x="7325" y="19939"/>
                    </a:cubicBezTo>
                    <a:cubicBezTo>
                      <a:pt x="7451" y="20038"/>
                      <a:pt x="7587" y="20136"/>
                      <a:pt x="7723" y="20228"/>
                    </a:cubicBezTo>
                    <a:cubicBezTo>
                      <a:pt x="7903" y="20664"/>
                      <a:pt x="7914" y="21247"/>
                      <a:pt x="7925" y="21710"/>
                    </a:cubicBezTo>
                    <a:cubicBezTo>
                      <a:pt x="7925" y="21728"/>
                      <a:pt x="7941" y="21738"/>
                      <a:pt x="7956" y="21738"/>
                    </a:cubicBezTo>
                    <a:cubicBezTo>
                      <a:pt x="7968" y="21738"/>
                      <a:pt x="7979" y="21731"/>
                      <a:pt x="7979" y="21716"/>
                    </a:cubicBezTo>
                    <a:cubicBezTo>
                      <a:pt x="7979" y="21269"/>
                      <a:pt x="7979" y="20746"/>
                      <a:pt x="7838" y="20310"/>
                    </a:cubicBezTo>
                    <a:lnTo>
                      <a:pt x="7838" y="20310"/>
                    </a:lnTo>
                    <a:cubicBezTo>
                      <a:pt x="8219" y="20566"/>
                      <a:pt x="8584" y="20833"/>
                      <a:pt x="8759" y="21264"/>
                    </a:cubicBezTo>
                    <a:cubicBezTo>
                      <a:pt x="8764" y="21276"/>
                      <a:pt x="8775" y="21282"/>
                      <a:pt x="8787" y="21282"/>
                    </a:cubicBezTo>
                    <a:cubicBezTo>
                      <a:pt x="8810" y="21282"/>
                      <a:pt x="8837" y="21260"/>
                      <a:pt x="8829" y="21231"/>
                    </a:cubicBezTo>
                    <a:cubicBezTo>
                      <a:pt x="8644" y="20730"/>
                      <a:pt x="8214" y="20435"/>
                      <a:pt x="7778" y="20130"/>
                    </a:cubicBezTo>
                    <a:cubicBezTo>
                      <a:pt x="7511" y="19945"/>
                      <a:pt x="7233" y="19743"/>
                      <a:pt x="7048" y="19476"/>
                    </a:cubicBezTo>
                    <a:cubicBezTo>
                      <a:pt x="7015" y="19427"/>
                      <a:pt x="6982" y="19373"/>
                      <a:pt x="6950" y="19313"/>
                    </a:cubicBezTo>
                    <a:lnTo>
                      <a:pt x="6950" y="19313"/>
                    </a:lnTo>
                    <a:cubicBezTo>
                      <a:pt x="7053" y="19367"/>
                      <a:pt x="7162" y="19405"/>
                      <a:pt x="7271" y="19438"/>
                    </a:cubicBezTo>
                    <a:cubicBezTo>
                      <a:pt x="7614" y="19531"/>
                      <a:pt x="7914" y="19727"/>
                      <a:pt x="8148" y="19994"/>
                    </a:cubicBezTo>
                    <a:cubicBezTo>
                      <a:pt x="8153" y="19999"/>
                      <a:pt x="8159" y="20001"/>
                      <a:pt x="8165" y="20001"/>
                    </a:cubicBezTo>
                    <a:cubicBezTo>
                      <a:pt x="8184" y="20001"/>
                      <a:pt x="8203" y="19977"/>
                      <a:pt x="8186" y="19956"/>
                    </a:cubicBezTo>
                    <a:cubicBezTo>
                      <a:pt x="8023" y="19760"/>
                      <a:pt x="7832" y="19569"/>
                      <a:pt x="7592" y="19454"/>
                    </a:cubicBezTo>
                    <a:cubicBezTo>
                      <a:pt x="7440" y="19389"/>
                      <a:pt x="7282" y="19340"/>
                      <a:pt x="7135" y="19269"/>
                    </a:cubicBezTo>
                    <a:cubicBezTo>
                      <a:pt x="7129" y="18942"/>
                      <a:pt x="7206" y="18621"/>
                      <a:pt x="7206" y="18288"/>
                    </a:cubicBezTo>
                    <a:cubicBezTo>
                      <a:pt x="7206" y="17983"/>
                      <a:pt x="7195" y="17678"/>
                      <a:pt x="7184" y="17373"/>
                    </a:cubicBezTo>
                    <a:cubicBezTo>
                      <a:pt x="7146" y="16610"/>
                      <a:pt x="7129" y="15847"/>
                      <a:pt x="7086" y="15090"/>
                    </a:cubicBezTo>
                    <a:cubicBezTo>
                      <a:pt x="7058" y="14599"/>
                      <a:pt x="7048" y="14060"/>
                      <a:pt x="6813" y="13608"/>
                    </a:cubicBezTo>
                    <a:cubicBezTo>
                      <a:pt x="6781" y="13548"/>
                      <a:pt x="6748" y="13488"/>
                      <a:pt x="6715" y="13428"/>
                    </a:cubicBezTo>
                    <a:cubicBezTo>
                      <a:pt x="6530" y="12453"/>
                      <a:pt x="6089" y="11668"/>
                      <a:pt x="5315" y="10992"/>
                    </a:cubicBezTo>
                    <a:cubicBezTo>
                      <a:pt x="5179" y="10398"/>
                      <a:pt x="5102" y="9788"/>
                      <a:pt x="5189" y="9183"/>
                    </a:cubicBezTo>
                    <a:lnTo>
                      <a:pt x="5189" y="9183"/>
                    </a:lnTo>
                    <a:cubicBezTo>
                      <a:pt x="5222" y="9216"/>
                      <a:pt x="5255" y="9243"/>
                      <a:pt x="5288" y="9276"/>
                    </a:cubicBezTo>
                    <a:cubicBezTo>
                      <a:pt x="5353" y="9336"/>
                      <a:pt x="5429" y="9401"/>
                      <a:pt x="5500" y="9461"/>
                    </a:cubicBezTo>
                    <a:cubicBezTo>
                      <a:pt x="5478" y="9466"/>
                      <a:pt x="5467" y="9488"/>
                      <a:pt x="5473" y="9510"/>
                    </a:cubicBezTo>
                    <a:cubicBezTo>
                      <a:pt x="5598" y="10006"/>
                      <a:pt x="5800" y="10475"/>
                      <a:pt x="6078" y="10900"/>
                    </a:cubicBezTo>
                    <a:cubicBezTo>
                      <a:pt x="6312" y="11248"/>
                      <a:pt x="6759" y="11799"/>
                      <a:pt x="6677" y="12235"/>
                    </a:cubicBezTo>
                    <a:cubicBezTo>
                      <a:pt x="6674" y="12255"/>
                      <a:pt x="6690" y="12266"/>
                      <a:pt x="6706" y="12266"/>
                    </a:cubicBezTo>
                    <a:cubicBezTo>
                      <a:pt x="6720" y="12266"/>
                      <a:pt x="6734" y="12258"/>
                      <a:pt x="6737" y="12240"/>
                    </a:cubicBezTo>
                    <a:cubicBezTo>
                      <a:pt x="6808" y="11880"/>
                      <a:pt x="6552" y="11477"/>
                      <a:pt x="6366" y="11177"/>
                    </a:cubicBezTo>
                    <a:cubicBezTo>
                      <a:pt x="6023" y="10638"/>
                      <a:pt x="5762" y="10148"/>
                      <a:pt x="5593" y="9537"/>
                    </a:cubicBezTo>
                    <a:lnTo>
                      <a:pt x="5593" y="9537"/>
                    </a:lnTo>
                    <a:cubicBezTo>
                      <a:pt x="5980" y="9870"/>
                      <a:pt x="6350" y="10191"/>
                      <a:pt x="6584" y="10660"/>
                    </a:cubicBezTo>
                    <a:cubicBezTo>
                      <a:pt x="6588" y="10667"/>
                      <a:pt x="6594" y="10670"/>
                      <a:pt x="6600" y="10670"/>
                    </a:cubicBezTo>
                    <a:cubicBezTo>
                      <a:pt x="6610" y="10670"/>
                      <a:pt x="6621" y="10660"/>
                      <a:pt x="6617" y="10649"/>
                    </a:cubicBezTo>
                    <a:cubicBezTo>
                      <a:pt x="6410" y="10197"/>
                      <a:pt x="6089" y="9837"/>
                      <a:pt x="5707" y="9510"/>
                    </a:cubicBezTo>
                    <a:cubicBezTo>
                      <a:pt x="5533" y="9368"/>
                      <a:pt x="5369" y="9216"/>
                      <a:pt x="5206" y="9052"/>
                    </a:cubicBezTo>
                    <a:cubicBezTo>
                      <a:pt x="5206" y="9036"/>
                      <a:pt x="5189" y="9020"/>
                      <a:pt x="5173" y="9014"/>
                    </a:cubicBezTo>
                    <a:cubicBezTo>
                      <a:pt x="4966" y="8774"/>
                      <a:pt x="4830" y="8507"/>
                      <a:pt x="4917" y="8159"/>
                    </a:cubicBezTo>
                    <a:lnTo>
                      <a:pt x="4917" y="8159"/>
                    </a:lnTo>
                    <a:cubicBezTo>
                      <a:pt x="5132" y="8374"/>
                      <a:pt x="5414" y="8522"/>
                      <a:pt x="5719" y="8522"/>
                    </a:cubicBezTo>
                    <a:cubicBezTo>
                      <a:pt x="5762" y="8522"/>
                      <a:pt x="5805" y="8519"/>
                      <a:pt x="5849" y="8513"/>
                    </a:cubicBezTo>
                    <a:cubicBezTo>
                      <a:pt x="5874" y="8513"/>
                      <a:pt x="5871" y="8474"/>
                      <a:pt x="5848" y="8474"/>
                    </a:cubicBezTo>
                    <a:cubicBezTo>
                      <a:pt x="5847" y="8474"/>
                      <a:pt x="5845" y="8474"/>
                      <a:pt x="5843" y="8475"/>
                    </a:cubicBezTo>
                    <a:cubicBezTo>
                      <a:pt x="5835" y="8475"/>
                      <a:pt x="5827" y="8475"/>
                      <a:pt x="5819" y="8475"/>
                    </a:cubicBezTo>
                    <a:cubicBezTo>
                      <a:pt x="5484" y="8475"/>
                      <a:pt x="5157" y="8262"/>
                      <a:pt x="4939" y="8039"/>
                    </a:cubicBezTo>
                    <a:cubicBezTo>
                      <a:pt x="4933" y="8028"/>
                      <a:pt x="4928" y="8023"/>
                      <a:pt x="4917" y="8017"/>
                    </a:cubicBezTo>
                    <a:cubicBezTo>
                      <a:pt x="4797" y="7897"/>
                      <a:pt x="4710" y="7745"/>
                      <a:pt x="4666" y="7581"/>
                    </a:cubicBezTo>
                    <a:cubicBezTo>
                      <a:pt x="4650" y="7516"/>
                      <a:pt x="4634" y="7450"/>
                      <a:pt x="4617" y="7390"/>
                    </a:cubicBezTo>
                    <a:lnTo>
                      <a:pt x="4617" y="7390"/>
                    </a:lnTo>
                    <a:cubicBezTo>
                      <a:pt x="4884" y="7604"/>
                      <a:pt x="5178" y="7751"/>
                      <a:pt x="5501" y="7751"/>
                    </a:cubicBezTo>
                    <a:cubicBezTo>
                      <a:pt x="5640" y="7751"/>
                      <a:pt x="5785" y="7723"/>
                      <a:pt x="5936" y="7663"/>
                    </a:cubicBezTo>
                    <a:cubicBezTo>
                      <a:pt x="5947" y="7657"/>
                      <a:pt x="5941" y="7641"/>
                      <a:pt x="5931" y="7641"/>
                    </a:cubicBezTo>
                    <a:cubicBezTo>
                      <a:pt x="5817" y="7673"/>
                      <a:pt x="5706" y="7688"/>
                      <a:pt x="5599" y="7688"/>
                    </a:cubicBezTo>
                    <a:cubicBezTo>
                      <a:pt x="5322" y="7688"/>
                      <a:pt x="5069" y="7590"/>
                      <a:pt x="4841" y="7445"/>
                    </a:cubicBezTo>
                    <a:cubicBezTo>
                      <a:pt x="5260" y="7407"/>
                      <a:pt x="5783" y="7178"/>
                      <a:pt x="5854" y="6753"/>
                    </a:cubicBezTo>
                    <a:cubicBezTo>
                      <a:pt x="5857" y="6737"/>
                      <a:pt x="5845" y="6728"/>
                      <a:pt x="5831" y="6728"/>
                    </a:cubicBezTo>
                    <a:cubicBezTo>
                      <a:pt x="5817" y="6728"/>
                      <a:pt x="5803" y="6737"/>
                      <a:pt x="5800" y="6753"/>
                    </a:cubicBezTo>
                    <a:cubicBezTo>
                      <a:pt x="5740" y="7047"/>
                      <a:pt x="5424" y="7243"/>
                      <a:pt x="5108" y="7330"/>
                    </a:cubicBezTo>
                    <a:cubicBezTo>
                      <a:pt x="5184" y="7183"/>
                      <a:pt x="5233" y="7042"/>
                      <a:pt x="5364" y="6927"/>
                    </a:cubicBezTo>
                    <a:cubicBezTo>
                      <a:pt x="5377" y="6914"/>
                      <a:pt x="5366" y="6895"/>
                      <a:pt x="5350" y="6895"/>
                    </a:cubicBezTo>
                    <a:cubicBezTo>
                      <a:pt x="5346" y="6895"/>
                      <a:pt x="5341" y="6896"/>
                      <a:pt x="5337" y="6900"/>
                    </a:cubicBezTo>
                    <a:cubicBezTo>
                      <a:pt x="5184" y="6998"/>
                      <a:pt x="5075" y="7145"/>
                      <a:pt x="5021" y="7314"/>
                    </a:cubicBezTo>
                    <a:cubicBezTo>
                      <a:pt x="5015" y="7325"/>
                      <a:pt x="5021" y="7341"/>
                      <a:pt x="5026" y="7352"/>
                    </a:cubicBezTo>
                    <a:cubicBezTo>
                      <a:pt x="4939" y="7374"/>
                      <a:pt x="4846" y="7385"/>
                      <a:pt x="4754" y="7385"/>
                    </a:cubicBezTo>
                    <a:cubicBezTo>
                      <a:pt x="4601" y="7276"/>
                      <a:pt x="4459" y="7145"/>
                      <a:pt x="4329" y="7009"/>
                    </a:cubicBezTo>
                    <a:cubicBezTo>
                      <a:pt x="4296" y="6976"/>
                      <a:pt x="4263" y="6938"/>
                      <a:pt x="4236" y="6905"/>
                    </a:cubicBezTo>
                    <a:lnTo>
                      <a:pt x="4236" y="6905"/>
                    </a:lnTo>
                    <a:cubicBezTo>
                      <a:pt x="4315" y="6916"/>
                      <a:pt x="4399" y="6921"/>
                      <a:pt x="4485" y="6921"/>
                    </a:cubicBezTo>
                    <a:cubicBezTo>
                      <a:pt x="4914" y="6921"/>
                      <a:pt x="5398" y="6787"/>
                      <a:pt x="5538" y="6415"/>
                    </a:cubicBezTo>
                    <a:cubicBezTo>
                      <a:pt x="5542" y="6402"/>
                      <a:pt x="5530" y="6392"/>
                      <a:pt x="5520" y="6392"/>
                    </a:cubicBezTo>
                    <a:cubicBezTo>
                      <a:pt x="5514" y="6392"/>
                      <a:pt x="5508" y="6396"/>
                      <a:pt x="5506" y="6404"/>
                    </a:cubicBezTo>
                    <a:cubicBezTo>
                      <a:pt x="5413" y="6606"/>
                      <a:pt x="5233" y="6720"/>
                      <a:pt x="5015" y="6786"/>
                    </a:cubicBezTo>
                    <a:cubicBezTo>
                      <a:pt x="5075" y="6677"/>
                      <a:pt x="5108" y="6562"/>
                      <a:pt x="5157" y="6453"/>
                    </a:cubicBezTo>
                    <a:cubicBezTo>
                      <a:pt x="5217" y="6333"/>
                      <a:pt x="5288" y="6224"/>
                      <a:pt x="5375" y="6126"/>
                    </a:cubicBezTo>
                    <a:cubicBezTo>
                      <a:pt x="5379" y="6113"/>
                      <a:pt x="5373" y="6103"/>
                      <a:pt x="5361" y="6103"/>
                    </a:cubicBezTo>
                    <a:cubicBezTo>
                      <a:pt x="5359" y="6103"/>
                      <a:pt x="5356" y="6104"/>
                      <a:pt x="5353" y="6104"/>
                    </a:cubicBezTo>
                    <a:cubicBezTo>
                      <a:pt x="5113" y="6224"/>
                      <a:pt x="5037" y="6540"/>
                      <a:pt x="4939" y="6758"/>
                    </a:cubicBezTo>
                    <a:cubicBezTo>
                      <a:pt x="4933" y="6775"/>
                      <a:pt x="4939" y="6791"/>
                      <a:pt x="4955" y="6802"/>
                    </a:cubicBezTo>
                    <a:cubicBezTo>
                      <a:pt x="4781" y="6839"/>
                      <a:pt x="4604" y="6858"/>
                      <a:pt x="4428" y="6858"/>
                    </a:cubicBezTo>
                    <a:cubicBezTo>
                      <a:pt x="4345" y="6858"/>
                      <a:pt x="4263" y="6854"/>
                      <a:pt x="4181" y="6846"/>
                    </a:cubicBezTo>
                    <a:cubicBezTo>
                      <a:pt x="4121" y="6780"/>
                      <a:pt x="4067" y="6709"/>
                      <a:pt x="4007" y="6644"/>
                    </a:cubicBezTo>
                    <a:cubicBezTo>
                      <a:pt x="4105" y="6628"/>
                      <a:pt x="4198" y="6600"/>
                      <a:pt x="4290" y="6573"/>
                    </a:cubicBezTo>
                    <a:cubicBezTo>
                      <a:pt x="4296" y="6579"/>
                      <a:pt x="4296" y="6579"/>
                      <a:pt x="4301" y="6584"/>
                    </a:cubicBezTo>
                    <a:cubicBezTo>
                      <a:pt x="4356" y="6628"/>
                      <a:pt x="4432" y="6643"/>
                      <a:pt x="4511" y="6643"/>
                    </a:cubicBezTo>
                    <a:cubicBezTo>
                      <a:pt x="4597" y="6643"/>
                      <a:pt x="4688" y="6625"/>
                      <a:pt x="4759" y="6611"/>
                    </a:cubicBezTo>
                    <a:cubicBezTo>
                      <a:pt x="4774" y="6611"/>
                      <a:pt x="4771" y="6583"/>
                      <a:pt x="4757" y="6583"/>
                    </a:cubicBezTo>
                    <a:cubicBezTo>
                      <a:pt x="4756" y="6583"/>
                      <a:pt x="4755" y="6584"/>
                      <a:pt x="4754" y="6584"/>
                    </a:cubicBezTo>
                    <a:cubicBezTo>
                      <a:pt x="4715" y="6590"/>
                      <a:pt x="4677" y="6593"/>
                      <a:pt x="4639" y="6593"/>
                    </a:cubicBezTo>
                    <a:cubicBezTo>
                      <a:pt x="4547" y="6593"/>
                      <a:pt x="4457" y="6575"/>
                      <a:pt x="4372" y="6540"/>
                    </a:cubicBezTo>
                    <a:cubicBezTo>
                      <a:pt x="4628" y="6442"/>
                      <a:pt x="4852" y="6284"/>
                      <a:pt x="5031" y="6083"/>
                    </a:cubicBezTo>
                    <a:cubicBezTo>
                      <a:pt x="5040" y="6074"/>
                      <a:pt x="5028" y="6058"/>
                      <a:pt x="5017" y="6058"/>
                    </a:cubicBezTo>
                    <a:cubicBezTo>
                      <a:pt x="5014" y="6058"/>
                      <a:pt x="5012" y="6059"/>
                      <a:pt x="5010" y="6061"/>
                    </a:cubicBezTo>
                    <a:cubicBezTo>
                      <a:pt x="4726" y="6350"/>
                      <a:pt x="4383" y="6546"/>
                      <a:pt x="3963" y="6568"/>
                    </a:cubicBezTo>
                    <a:lnTo>
                      <a:pt x="3947" y="6568"/>
                    </a:lnTo>
                    <a:cubicBezTo>
                      <a:pt x="3827" y="6426"/>
                      <a:pt x="3707" y="6284"/>
                      <a:pt x="3582" y="6159"/>
                    </a:cubicBezTo>
                    <a:lnTo>
                      <a:pt x="3582" y="6159"/>
                    </a:lnTo>
                    <a:cubicBezTo>
                      <a:pt x="3714" y="6244"/>
                      <a:pt x="3870" y="6288"/>
                      <a:pt x="4029" y="6288"/>
                    </a:cubicBezTo>
                    <a:cubicBezTo>
                      <a:pt x="4054" y="6288"/>
                      <a:pt x="4080" y="6287"/>
                      <a:pt x="4105" y="6284"/>
                    </a:cubicBezTo>
                    <a:cubicBezTo>
                      <a:pt x="4585" y="6246"/>
                      <a:pt x="4928" y="5957"/>
                      <a:pt x="4863" y="5478"/>
                    </a:cubicBezTo>
                    <a:cubicBezTo>
                      <a:pt x="4863" y="5466"/>
                      <a:pt x="4853" y="5460"/>
                      <a:pt x="4843" y="5460"/>
                    </a:cubicBezTo>
                    <a:cubicBezTo>
                      <a:pt x="4829" y="5460"/>
                      <a:pt x="4814" y="5470"/>
                      <a:pt x="4814" y="5489"/>
                    </a:cubicBezTo>
                    <a:cubicBezTo>
                      <a:pt x="4861" y="5925"/>
                      <a:pt x="4460" y="6254"/>
                      <a:pt x="4043" y="6254"/>
                    </a:cubicBezTo>
                    <a:cubicBezTo>
                      <a:pt x="3882" y="6254"/>
                      <a:pt x="3718" y="6204"/>
                      <a:pt x="3577" y="6094"/>
                    </a:cubicBezTo>
                    <a:cubicBezTo>
                      <a:pt x="3380" y="5941"/>
                      <a:pt x="3255" y="5734"/>
                      <a:pt x="3086" y="5565"/>
                    </a:cubicBezTo>
                    <a:lnTo>
                      <a:pt x="3086" y="5565"/>
                    </a:lnTo>
                    <a:cubicBezTo>
                      <a:pt x="3135" y="5570"/>
                      <a:pt x="3184" y="5576"/>
                      <a:pt x="3233" y="5581"/>
                    </a:cubicBezTo>
                    <a:cubicBezTo>
                      <a:pt x="3338" y="5589"/>
                      <a:pt x="3443" y="5593"/>
                      <a:pt x="3548" y="5593"/>
                    </a:cubicBezTo>
                    <a:cubicBezTo>
                      <a:pt x="3820" y="5593"/>
                      <a:pt x="4094" y="5567"/>
                      <a:pt x="4361" y="5516"/>
                    </a:cubicBezTo>
                    <a:cubicBezTo>
                      <a:pt x="4372" y="5516"/>
                      <a:pt x="4378" y="5494"/>
                      <a:pt x="4361" y="5494"/>
                    </a:cubicBezTo>
                    <a:cubicBezTo>
                      <a:pt x="4115" y="5502"/>
                      <a:pt x="3856" y="5534"/>
                      <a:pt x="3603" y="5534"/>
                    </a:cubicBezTo>
                    <a:cubicBezTo>
                      <a:pt x="3481" y="5534"/>
                      <a:pt x="3361" y="5526"/>
                      <a:pt x="3244" y="5505"/>
                    </a:cubicBezTo>
                    <a:cubicBezTo>
                      <a:pt x="3130" y="5483"/>
                      <a:pt x="3021" y="5451"/>
                      <a:pt x="2912" y="5418"/>
                    </a:cubicBezTo>
                    <a:lnTo>
                      <a:pt x="2901" y="5412"/>
                    </a:lnTo>
                    <a:cubicBezTo>
                      <a:pt x="2890" y="5402"/>
                      <a:pt x="2874" y="5402"/>
                      <a:pt x="2857" y="5402"/>
                    </a:cubicBezTo>
                    <a:lnTo>
                      <a:pt x="2846" y="5402"/>
                    </a:lnTo>
                    <a:cubicBezTo>
                      <a:pt x="3086" y="5303"/>
                      <a:pt x="3375" y="5325"/>
                      <a:pt x="3620" y="5227"/>
                    </a:cubicBezTo>
                    <a:cubicBezTo>
                      <a:pt x="3644" y="5213"/>
                      <a:pt x="3630" y="5182"/>
                      <a:pt x="3608" y="5182"/>
                    </a:cubicBezTo>
                    <a:cubicBezTo>
                      <a:pt x="3605" y="5182"/>
                      <a:pt x="3602" y="5182"/>
                      <a:pt x="3598" y="5184"/>
                    </a:cubicBezTo>
                    <a:cubicBezTo>
                      <a:pt x="3320" y="5287"/>
                      <a:pt x="2983" y="5222"/>
                      <a:pt x="2727" y="5363"/>
                    </a:cubicBezTo>
                    <a:cubicBezTo>
                      <a:pt x="2547" y="5303"/>
                      <a:pt x="2361" y="5271"/>
                      <a:pt x="2171" y="5254"/>
                    </a:cubicBezTo>
                    <a:cubicBezTo>
                      <a:pt x="2151" y="5254"/>
                      <a:pt x="2130" y="5254"/>
                      <a:pt x="2109" y="5254"/>
                    </a:cubicBezTo>
                    <a:cubicBezTo>
                      <a:pt x="2003" y="5254"/>
                      <a:pt x="1891" y="5261"/>
                      <a:pt x="1782" y="5261"/>
                    </a:cubicBezTo>
                    <a:cubicBezTo>
                      <a:pt x="1731" y="5261"/>
                      <a:pt x="1681" y="5259"/>
                      <a:pt x="1631" y="5254"/>
                    </a:cubicBezTo>
                    <a:lnTo>
                      <a:pt x="1615" y="5254"/>
                    </a:lnTo>
                    <a:cubicBezTo>
                      <a:pt x="1904" y="5135"/>
                      <a:pt x="2225" y="5118"/>
                      <a:pt x="2530" y="5086"/>
                    </a:cubicBezTo>
                    <a:cubicBezTo>
                      <a:pt x="2797" y="5047"/>
                      <a:pt x="3059" y="5009"/>
                      <a:pt x="3326" y="4977"/>
                    </a:cubicBezTo>
                    <a:cubicBezTo>
                      <a:pt x="3348" y="4977"/>
                      <a:pt x="3342" y="4938"/>
                      <a:pt x="3320" y="4938"/>
                    </a:cubicBezTo>
                    <a:cubicBezTo>
                      <a:pt x="2743" y="4987"/>
                      <a:pt x="2024" y="4977"/>
                      <a:pt x="1495" y="5233"/>
                    </a:cubicBezTo>
                    <a:cubicBezTo>
                      <a:pt x="1288" y="5178"/>
                      <a:pt x="1135" y="5053"/>
                      <a:pt x="972" y="4906"/>
                    </a:cubicBezTo>
                    <a:cubicBezTo>
                      <a:pt x="759" y="4726"/>
                      <a:pt x="525" y="4671"/>
                      <a:pt x="280" y="4546"/>
                    </a:cubicBezTo>
                    <a:lnTo>
                      <a:pt x="275" y="4546"/>
                    </a:lnTo>
                    <a:lnTo>
                      <a:pt x="280" y="3892"/>
                    </a:lnTo>
                    <a:cubicBezTo>
                      <a:pt x="634" y="4208"/>
                      <a:pt x="923" y="4595"/>
                      <a:pt x="1413" y="4726"/>
                    </a:cubicBezTo>
                    <a:cubicBezTo>
                      <a:pt x="1573" y="4767"/>
                      <a:pt x="1739" y="4782"/>
                      <a:pt x="1907" y="4782"/>
                    </a:cubicBezTo>
                    <a:cubicBezTo>
                      <a:pt x="2290" y="4782"/>
                      <a:pt x="2686" y="4706"/>
                      <a:pt x="3053" y="4699"/>
                    </a:cubicBezTo>
                    <a:cubicBezTo>
                      <a:pt x="3081" y="4699"/>
                      <a:pt x="3086" y="4655"/>
                      <a:pt x="3059" y="4655"/>
                    </a:cubicBezTo>
                    <a:cubicBezTo>
                      <a:pt x="2692" y="4659"/>
                      <a:pt x="2311" y="4727"/>
                      <a:pt x="1940" y="4727"/>
                    </a:cubicBezTo>
                    <a:cubicBezTo>
                      <a:pt x="1805" y="4727"/>
                      <a:pt x="1670" y="4718"/>
                      <a:pt x="1539" y="4693"/>
                    </a:cubicBezTo>
                    <a:cubicBezTo>
                      <a:pt x="1165" y="4623"/>
                      <a:pt x="920" y="4396"/>
                      <a:pt x="676" y="4157"/>
                    </a:cubicBezTo>
                    <a:lnTo>
                      <a:pt x="676" y="4157"/>
                    </a:lnTo>
                    <a:cubicBezTo>
                      <a:pt x="677" y="4157"/>
                      <a:pt x="678" y="4156"/>
                      <a:pt x="678" y="4154"/>
                    </a:cubicBezTo>
                    <a:cubicBezTo>
                      <a:pt x="706" y="4152"/>
                      <a:pt x="735" y="4150"/>
                      <a:pt x="763" y="4150"/>
                    </a:cubicBezTo>
                    <a:cubicBezTo>
                      <a:pt x="1219" y="4150"/>
                      <a:pt x="1593" y="4427"/>
                      <a:pt x="2040" y="4432"/>
                    </a:cubicBezTo>
                    <a:cubicBezTo>
                      <a:pt x="2067" y="4432"/>
                      <a:pt x="2073" y="4393"/>
                      <a:pt x="2045" y="4393"/>
                    </a:cubicBezTo>
                    <a:cubicBezTo>
                      <a:pt x="1678" y="4376"/>
                      <a:pt x="1284" y="4073"/>
                      <a:pt x="907" y="4073"/>
                    </a:cubicBezTo>
                    <a:cubicBezTo>
                      <a:pt x="826" y="4073"/>
                      <a:pt x="746" y="4087"/>
                      <a:pt x="667" y="4121"/>
                    </a:cubicBezTo>
                    <a:cubicBezTo>
                      <a:pt x="656" y="4126"/>
                      <a:pt x="651" y="4137"/>
                      <a:pt x="656" y="4143"/>
                    </a:cubicBezTo>
                    <a:lnTo>
                      <a:pt x="656" y="4143"/>
                    </a:lnTo>
                    <a:cubicBezTo>
                      <a:pt x="541" y="4023"/>
                      <a:pt x="416" y="3914"/>
                      <a:pt x="285" y="3810"/>
                    </a:cubicBezTo>
                    <a:lnTo>
                      <a:pt x="280" y="3810"/>
                    </a:lnTo>
                    <a:lnTo>
                      <a:pt x="280" y="3680"/>
                    </a:lnTo>
                    <a:cubicBezTo>
                      <a:pt x="531" y="3710"/>
                      <a:pt x="768" y="3798"/>
                      <a:pt x="1018" y="3798"/>
                    </a:cubicBezTo>
                    <a:cubicBezTo>
                      <a:pt x="1083" y="3798"/>
                      <a:pt x="1150" y="3792"/>
                      <a:pt x="1217" y="3778"/>
                    </a:cubicBezTo>
                    <a:cubicBezTo>
                      <a:pt x="1266" y="3816"/>
                      <a:pt x="1321" y="3854"/>
                      <a:pt x="1375" y="3887"/>
                    </a:cubicBezTo>
                    <a:cubicBezTo>
                      <a:pt x="1713" y="4094"/>
                      <a:pt x="2089" y="4225"/>
                      <a:pt x="2487" y="4268"/>
                    </a:cubicBezTo>
                    <a:cubicBezTo>
                      <a:pt x="2509" y="4268"/>
                      <a:pt x="2509" y="4235"/>
                      <a:pt x="2487" y="4235"/>
                    </a:cubicBezTo>
                    <a:cubicBezTo>
                      <a:pt x="1506" y="4192"/>
                      <a:pt x="1081" y="3325"/>
                      <a:pt x="275" y="2966"/>
                    </a:cubicBezTo>
                    <a:cubicBezTo>
                      <a:pt x="275" y="2846"/>
                      <a:pt x="275" y="2721"/>
                      <a:pt x="275" y="2601"/>
                    </a:cubicBezTo>
                    <a:cubicBezTo>
                      <a:pt x="503" y="2644"/>
                      <a:pt x="727" y="2704"/>
                      <a:pt x="945" y="2791"/>
                    </a:cubicBezTo>
                    <a:cubicBezTo>
                      <a:pt x="947" y="2792"/>
                      <a:pt x="948" y="2792"/>
                      <a:pt x="950" y="2792"/>
                    </a:cubicBezTo>
                    <a:cubicBezTo>
                      <a:pt x="974" y="2792"/>
                      <a:pt x="987" y="2758"/>
                      <a:pt x="961" y="2748"/>
                    </a:cubicBezTo>
                    <a:cubicBezTo>
                      <a:pt x="738" y="2661"/>
                      <a:pt x="514" y="2557"/>
                      <a:pt x="269" y="2546"/>
                    </a:cubicBezTo>
                    <a:cubicBezTo>
                      <a:pt x="269" y="2421"/>
                      <a:pt x="264" y="2296"/>
                      <a:pt x="264" y="2170"/>
                    </a:cubicBezTo>
                    <a:cubicBezTo>
                      <a:pt x="345" y="2143"/>
                      <a:pt x="427" y="2116"/>
                      <a:pt x="509" y="2094"/>
                    </a:cubicBezTo>
                    <a:cubicBezTo>
                      <a:pt x="542" y="2192"/>
                      <a:pt x="661" y="2285"/>
                      <a:pt x="754" y="2334"/>
                    </a:cubicBezTo>
                    <a:cubicBezTo>
                      <a:pt x="841" y="2388"/>
                      <a:pt x="939" y="2410"/>
                      <a:pt x="1037" y="2410"/>
                    </a:cubicBezTo>
                    <a:cubicBezTo>
                      <a:pt x="1048" y="2410"/>
                      <a:pt x="1043" y="2399"/>
                      <a:pt x="1037" y="2399"/>
                    </a:cubicBezTo>
                    <a:cubicBezTo>
                      <a:pt x="917" y="2388"/>
                      <a:pt x="798" y="2334"/>
                      <a:pt x="710" y="2247"/>
                    </a:cubicBezTo>
                    <a:cubicBezTo>
                      <a:pt x="650" y="2198"/>
                      <a:pt x="607" y="2132"/>
                      <a:pt x="547" y="2083"/>
                    </a:cubicBezTo>
                    <a:cubicBezTo>
                      <a:pt x="631" y="2066"/>
                      <a:pt x="715" y="2055"/>
                      <a:pt x="799" y="2055"/>
                    </a:cubicBezTo>
                    <a:cubicBezTo>
                      <a:pt x="954" y="2055"/>
                      <a:pt x="1109" y="2091"/>
                      <a:pt x="1261" y="2187"/>
                    </a:cubicBezTo>
                    <a:cubicBezTo>
                      <a:pt x="1262" y="2188"/>
                      <a:pt x="1263" y="2188"/>
                      <a:pt x="1264" y="2188"/>
                    </a:cubicBezTo>
                    <a:cubicBezTo>
                      <a:pt x="1268" y="2188"/>
                      <a:pt x="1271" y="2180"/>
                      <a:pt x="1266" y="2176"/>
                    </a:cubicBezTo>
                    <a:cubicBezTo>
                      <a:pt x="1125" y="2061"/>
                      <a:pt x="931" y="2007"/>
                      <a:pt x="735" y="2007"/>
                    </a:cubicBezTo>
                    <a:cubicBezTo>
                      <a:pt x="568" y="2007"/>
                      <a:pt x="399" y="2046"/>
                      <a:pt x="258" y="2121"/>
                    </a:cubicBezTo>
                    <a:cubicBezTo>
                      <a:pt x="258" y="2007"/>
                      <a:pt x="253" y="1892"/>
                      <a:pt x="247" y="1778"/>
                    </a:cubicBezTo>
                    <a:cubicBezTo>
                      <a:pt x="394" y="1693"/>
                      <a:pt x="557" y="1654"/>
                      <a:pt x="722" y="1654"/>
                    </a:cubicBezTo>
                    <a:cubicBezTo>
                      <a:pt x="1009" y="1654"/>
                      <a:pt x="1301" y="1771"/>
                      <a:pt x="1522" y="1958"/>
                    </a:cubicBezTo>
                    <a:cubicBezTo>
                      <a:pt x="1523" y="1959"/>
                      <a:pt x="1525" y="1959"/>
                      <a:pt x="1526" y="1959"/>
                    </a:cubicBezTo>
                    <a:cubicBezTo>
                      <a:pt x="1531" y="1959"/>
                      <a:pt x="1538" y="1950"/>
                      <a:pt x="1533" y="1941"/>
                    </a:cubicBezTo>
                    <a:cubicBezTo>
                      <a:pt x="1354" y="1752"/>
                      <a:pt x="992" y="1586"/>
                      <a:pt x="668" y="1586"/>
                    </a:cubicBezTo>
                    <a:cubicBezTo>
                      <a:pt x="508" y="1586"/>
                      <a:pt x="357" y="1626"/>
                      <a:pt x="242" y="1723"/>
                    </a:cubicBezTo>
                    <a:cubicBezTo>
                      <a:pt x="236" y="1533"/>
                      <a:pt x="220" y="198"/>
                      <a:pt x="209" y="13"/>
                    </a:cubicBezTo>
                    <a:cubicBezTo>
                      <a:pt x="209" y="4"/>
                      <a:pt x="202" y="0"/>
                      <a:pt x="195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710" name="Google Shape;5710;p67"/>
              <p:cNvGrpSpPr/>
              <p:nvPr/>
            </p:nvGrpSpPr>
            <p:grpSpPr>
              <a:xfrm>
                <a:off x="3696227" y="3261380"/>
                <a:ext cx="108950" cy="73543"/>
                <a:chOff x="3696227" y="3261380"/>
                <a:chExt cx="108950" cy="73543"/>
              </a:xfrm>
            </p:grpSpPr>
            <p:sp>
              <p:nvSpPr>
                <p:cNvPr id="5711" name="Google Shape;5711;p67"/>
                <p:cNvSpPr/>
                <p:nvPr/>
              </p:nvSpPr>
              <p:spPr>
                <a:xfrm>
                  <a:off x="3696227" y="3261380"/>
                  <a:ext cx="108950" cy="73442"/>
                </a:xfrm>
                <a:custGeom>
                  <a:rect b="b" l="l" r="r" t="t"/>
                  <a:pathLst>
                    <a:path extrusionOk="0" h="2906" w="4311">
                      <a:moveTo>
                        <a:pt x="2117" y="0"/>
                      </a:moveTo>
                      <a:cubicBezTo>
                        <a:pt x="1761" y="0"/>
                        <a:pt x="1404" y="51"/>
                        <a:pt x="1101" y="173"/>
                      </a:cubicBezTo>
                      <a:cubicBezTo>
                        <a:pt x="840" y="271"/>
                        <a:pt x="611" y="434"/>
                        <a:pt x="425" y="641"/>
                      </a:cubicBezTo>
                      <a:cubicBezTo>
                        <a:pt x="207" y="903"/>
                        <a:pt x="115" y="1235"/>
                        <a:pt x="82" y="1573"/>
                      </a:cubicBezTo>
                      <a:cubicBezTo>
                        <a:pt x="49" y="1862"/>
                        <a:pt x="0" y="2227"/>
                        <a:pt x="158" y="2488"/>
                      </a:cubicBezTo>
                      <a:cubicBezTo>
                        <a:pt x="175" y="2510"/>
                        <a:pt x="197" y="2537"/>
                        <a:pt x="218" y="2559"/>
                      </a:cubicBezTo>
                      <a:cubicBezTo>
                        <a:pt x="436" y="2799"/>
                        <a:pt x="883" y="2815"/>
                        <a:pt x="1183" y="2854"/>
                      </a:cubicBezTo>
                      <a:cubicBezTo>
                        <a:pt x="1478" y="2891"/>
                        <a:pt x="1781" y="2906"/>
                        <a:pt x="2084" y="2906"/>
                      </a:cubicBezTo>
                      <a:cubicBezTo>
                        <a:pt x="2481" y="2906"/>
                        <a:pt x="2879" y="2881"/>
                        <a:pt x="3264" y="2854"/>
                      </a:cubicBezTo>
                      <a:cubicBezTo>
                        <a:pt x="3520" y="2837"/>
                        <a:pt x="3896" y="2821"/>
                        <a:pt x="4087" y="2625"/>
                      </a:cubicBezTo>
                      <a:cubicBezTo>
                        <a:pt x="4311" y="2390"/>
                        <a:pt x="4289" y="2020"/>
                        <a:pt x="4245" y="1726"/>
                      </a:cubicBezTo>
                      <a:cubicBezTo>
                        <a:pt x="4169" y="1197"/>
                        <a:pt x="3973" y="614"/>
                        <a:pt x="3504" y="309"/>
                      </a:cubicBezTo>
                      <a:cubicBezTo>
                        <a:pt x="3357" y="216"/>
                        <a:pt x="3199" y="151"/>
                        <a:pt x="3030" y="107"/>
                      </a:cubicBezTo>
                      <a:cubicBezTo>
                        <a:pt x="2751" y="41"/>
                        <a:pt x="2434" y="0"/>
                        <a:pt x="2117" y="0"/>
                      </a:cubicBezTo>
                      <a:close/>
                    </a:path>
                  </a:pathLst>
                </a:custGeom>
                <a:solidFill>
                  <a:srgbClr val="3E546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2" name="Google Shape;5712;p67"/>
                <p:cNvSpPr/>
                <p:nvPr/>
              </p:nvSpPr>
              <p:spPr>
                <a:xfrm>
                  <a:off x="3697743" y="3283367"/>
                  <a:ext cx="9528" cy="27699"/>
                </a:xfrm>
                <a:custGeom>
                  <a:rect b="b" l="l" r="r" t="t"/>
                  <a:pathLst>
                    <a:path extrusionOk="0" h="1096" w="377">
                      <a:moveTo>
                        <a:pt x="213" y="0"/>
                      </a:moveTo>
                      <a:cubicBezTo>
                        <a:pt x="104" y="218"/>
                        <a:pt x="38" y="458"/>
                        <a:pt x="17" y="703"/>
                      </a:cubicBezTo>
                      <a:cubicBezTo>
                        <a:pt x="11" y="752"/>
                        <a:pt x="6" y="801"/>
                        <a:pt x="0" y="850"/>
                      </a:cubicBezTo>
                      <a:cubicBezTo>
                        <a:pt x="66" y="932"/>
                        <a:pt x="131" y="1014"/>
                        <a:pt x="197" y="1095"/>
                      </a:cubicBezTo>
                      <a:cubicBezTo>
                        <a:pt x="267" y="1019"/>
                        <a:pt x="316" y="926"/>
                        <a:pt x="333" y="823"/>
                      </a:cubicBezTo>
                      <a:cubicBezTo>
                        <a:pt x="333" y="812"/>
                        <a:pt x="333" y="801"/>
                        <a:pt x="338" y="790"/>
                      </a:cubicBezTo>
                      <a:cubicBezTo>
                        <a:pt x="376" y="540"/>
                        <a:pt x="289" y="245"/>
                        <a:pt x="21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3" name="Google Shape;5713;p67"/>
                <p:cNvSpPr/>
                <p:nvPr/>
              </p:nvSpPr>
              <p:spPr>
                <a:xfrm>
                  <a:off x="3714676" y="3292465"/>
                  <a:ext cx="21381" cy="21507"/>
                </a:xfrm>
                <a:custGeom>
                  <a:rect b="b" l="l" r="r" t="t"/>
                  <a:pathLst>
                    <a:path extrusionOk="0" h="851" w="846">
                      <a:moveTo>
                        <a:pt x="348" y="1"/>
                      </a:moveTo>
                      <a:cubicBezTo>
                        <a:pt x="277" y="1"/>
                        <a:pt x="209" y="25"/>
                        <a:pt x="153" y="87"/>
                      </a:cubicBezTo>
                      <a:cubicBezTo>
                        <a:pt x="50" y="196"/>
                        <a:pt x="1" y="348"/>
                        <a:pt x="22" y="496"/>
                      </a:cubicBezTo>
                      <a:cubicBezTo>
                        <a:pt x="142" y="566"/>
                        <a:pt x="235" y="675"/>
                        <a:pt x="295" y="801"/>
                      </a:cubicBezTo>
                      <a:cubicBezTo>
                        <a:pt x="371" y="830"/>
                        <a:pt x="457" y="850"/>
                        <a:pt x="537" y="850"/>
                      </a:cubicBezTo>
                      <a:cubicBezTo>
                        <a:pt x="667" y="850"/>
                        <a:pt x="783" y="796"/>
                        <a:pt x="823" y="637"/>
                      </a:cubicBezTo>
                      <a:cubicBezTo>
                        <a:pt x="834" y="605"/>
                        <a:pt x="840" y="572"/>
                        <a:pt x="840" y="539"/>
                      </a:cubicBezTo>
                      <a:cubicBezTo>
                        <a:pt x="829" y="523"/>
                        <a:pt x="829" y="501"/>
                        <a:pt x="845" y="485"/>
                      </a:cubicBezTo>
                      <a:cubicBezTo>
                        <a:pt x="840" y="359"/>
                        <a:pt x="785" y="239"/>
                        <a:pt x="687" y="158"/>
                      </a:cubicBezTo>
                      <a:cubicBezTo>
                        <a:pt x="601" y="75"/>
                        <a:pt x="470" y="1"/>
                        <a:pt x="3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4" name="Google Shape;5714;p67"/>
                <p:cNvSpPr/>
                <p:nvPr/>
              </p:nvSpPr>
              <p:spPr>
                <a:xfrm>
                  <a:off x="3710127" y="3264893"/>
                  <a:ext cx="17943" cy="15315"/>
                </a:xfrm>
                <a:custGeom>
                  <a:rect b="b" l="l" r="r" t="t"/>
                  <a:pathLst>
                    <a:path extrusionOk="0" h="606" w="710">
                      <a:moveTo>
                        <a:pt x="644" y="1"/>
                      </a:moveTo>
                      <a:cubicBezTo>
                        <a:pt x="611" y="12"/>
                        <a:pt x="578" y="28"/>
                        <a:pt x="546" y="39"/>
                      </a:cubicBezTo>
                      <a:cubicBezTo>
                        <a:pt x="349" y="115"/>
                        <a:pt x="164" y="230"/>
                        <a:pt x="1" y="371"/>
                      </a:cubicBezTo>
                      <a:cubicBezTo>
                        <a:pt x="191" y="524"/>
                        <a:pt x="426" y="606"/>
                        <a:pt x="671" y="606"/>
                      </a:cubicBezTo>
                      <a:cubicBezTo>
                        <a:pt x="709" y="410"/>
                        <a:pt x="704" y="197"/>
                        <a:pt x="64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5" name="Google Shape;5715;p67"/>
                <p:cNvSpPr/>
                <p:nvPr/>
              </p:nvSpPr>
              <p:spPr>
                <a:xfrm>
                  <a:off x="3704491" y="3275786"/>
                  <a:ext cx="22063" cy="28255"/>
                </a:xfrm>
                <a:custGeom>
                  <a:rect b="b" l="l" r="r" t="t"/>
                  <a:pathLst>
                    <a:path extrusionOk="0" h="1118" w="873">
                      <a:moveTo>
                        <a:pt x="164" y="0"/>
                      </a:moveTo>
                      <a:cubicBezTo>
                        <a:pt x="142" y="22"/>
                        <a:pt x="120" y="49"/>
                        <a:pt x="93" y="77"/>
                      </a:cubicBezTo>
                      <a:cubicBezTo>
                        <a:pt x="60" y="115"/>
                        <a:pt x="33" y="158"/>
                        <a:pt x="0" y="202"/>
                      </a:cubicBezTo>
                      <a:cubicBezTo>
                        <a:pt x="82" y="469"/>
                        <a:pt x="186" y="790"/>
                        <a:pt x="153" y="1079"/>
                      </a:cubicBezTo>
                      <a:cubicBezTo>
                        <a:pt x="218" y="1085"/>
                        <a:pt x="278" y="1096"/>
                        <a:pt x="338" y="1117"/>
                      </a:cubicBezTo>
                      <a:cubicBezTo>
                        <a:pt x="322" y="910"/>
                        <a:pt x="425" y="714"/>
                        <a:pt x="605" y="611"/>
                      </a:cubicBezTo>
                      <a:cubicBezTo>
                        <a:pt x="654" y="589"/>
                        <a:pt x="703" y="578"/>
                        <a:pt x="758" y="578"/>
                      </a:cubicBezTo>
                      <a:cubicBezTo>
                        <a:pt x="807" y="474"/>
                        <a:pt x="845" y="365"/>
                        <a:pt x="872" y="256"/>
                      </a:cubicBezTo>
                      <a:cubicBezTo>
                        <a:pt x="616" y="251"/>
                        <a:pt x="365" y="164"/>
                        <a:pt x="16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6" name="Google Shape;5716;p67"/>
                <p:cNvSpPr/>
                <p:nvPr/>
              </p:nvSpPr>
              <p:spPr>
                <a:xfrm>
                  <a:off x="3728323" y="3261507"/>
                  <a:ext cx="24792" cy="18702"/>
                </a:xfrm>
                <a:custGeom>
                  <a:rect b="b" l="l" r="r" t="t"/>
                  <a:pathLst>
                    <a:path extrusionOk="0" h="740" w="981">
                      <a:moveTo>
                        <a:pt x="830" y="0"/>
                      </a:moveTo>
                      <a:cubicBezTo>
                        <a:pt x="548" y="0"/>
                        <a:pt x="268" y="39"/>
                        <a:pt x="0" y="113"/>
                      </a:cubicBezTo>
                      <a:cubicBezTo>
                        <a:pt x="60" y="315"/>
                        <a:pt x="71" y="533"/>
                        <a:pt x="33" y="740"/>
                      </a:cubicBezTo>
                      <a:cubicBezTo>
                        <a:pt x="174" y="734"/>
                        <a:pt x="316" y="696"/>
                        <a:pt x="441" y="631"/>
                      </a:cubicBezTo>
                      <a:cubicBezTo>
                        <a:pt x="703" y="495"/>
                        <a:pt x="866" y="266"/>
                        <a:pt x="981" y="4"/>
                      </a:cubicBezTo>
                      <a:cubicBezTo>
                        <a:pt x="931" y="2"/>
                        <a:pt x="880" y="0"/>
                        <a:pt x="83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7" name="Google Shape;5717;p67"/>
                <p:cNvSpPr/>
                <p:nvPr/>
              </p:nvSpPr>
              <p:spPr>
                <a:xfrm>
                  <a:off x="3725821" y="3278136"/>
                  <a:ext cx="24413" cy="26309"/>
                </a:xfrm>
                <a:custGeom>
                  <a:rect b="b" l="l" r="r" t="t"/>
                  <a:pathLst>
                    <a:path extrusionOk="0" h="1041" w="966">
                      <a:moveTo>
                        <a:pt x="671" y="0"/>
                      </a:moveTo>
                      <a:cubicBezTo>
                        <a:pt x="611" y="38"/>
                        <a:pt x="546" y="65"/>
                        <a:pt x="480" y="93"/>
                      </a:cubicBezTo>
                      <a:cubicBezTo>
                        <a:pt x="361" y="131"/>
                        <a:pt x="241" y="153"/>
                        <a:pt x="115" y="158"/>
                      </a:cubicBezTo>
                      <a:cubicBezTo>
                        <a:pt x="88" y="272"/>
                        <a:pt x="50" y="387"/>
                        <a:pt x="1" y="490"/>
                      </a:cubicBezTo>
                      <a:cubicBezTo>
                        <a:pt x="148" y="529"/>
                        <a:pt x="279" y="616"/>
                        <a:pt x="371" y="736"/>
                      </a:cubicBezTo>
                      <a:cubicBezTo>
                        <a:pt x="442" y="823"/>
                        <a:pt x="486" y="932"/>
                        <a:pt x="491" y="1041"/>
                      </a:cubicBezTo>
                      <a:cubicBezTo>
                        <a:pt x="688" y="1019"/>
                        <a:pt x="856" y="741"/>
                        <a:pt x="965" y="518"/>
                      </a:cubicBezTo>
                      <a:lnTo>
                        <a:pt x="960" y="512"/>
                      </a:lnTo>
                      <a:cubicBezTo>
                        <a:pt x="824" y="371"/>
                        <a:pt x="704" y="196"/>
                        <a:pt x="671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8" name="Google Shape;5718;p67"/>
                <p:cNvSpPr/>
                <p:nvPr/>
              </p:nvSpPr>
              <p:spPr>
                <a:xfrm>
                  <a:off x="3744573" y="3263377"/>
                  <a:ext cx="10766" cy="25652"/>
                </a:xfrm>
                <a:custGeom>
                  <a:rect b="b" l="l" r="r" t="t"/>
                  <a:pathLst>
                    <a:path extrusionOk="0" h="1015" w="426">
                      <a:moveTo>
                        <a:pt x="398" y="1"/>
                      </a:moveTo>
                      <a:cubicBezTo>
                        <a:pt x="311" y="208"/>
                        <a:pt x="174" y="388"/>
                        <a:pt x="0" y="530"/>
                      </a:cubicBezTo>
                      <a:cubicBezTo>
                        <a:pt x="16" y="715"/>
                        <a:pt x="136" y="884"/>
                        <a:pt x="256" y="1014"/>
                      </a:cubicBezTo>
                      <a:cubicBezTo>
                        <a:pt x="278" y="971"/>
                        <a:pt x="294" y="922"/>
                        <a:pt x="311" y="889"/>
                      </a:cubicBezTo>
                      <a:cubicBezTo>
                        <a:pt x="343" y="797"/>
                        <a:pt x="371" y="704"/>
                        <a:pt x="392" y="606"/>
                      </a:cubicBezTo>
                      <a:cubicBezTo>
                        <a:pt x="392" y="600"/>
                        <a:pt x="392" y="595"/>
                        <a:pt x="398" y="595"/>
                      </a:cubicBezTo>
                      <a:cubicBezTo>
                        <a:pt x="420" y="475"/>
                        <a:pt x="425" y="350"/>
                        <a:pt x="420" y="230"/>
                      </a:cubicBezTo>
                      <a:cubicBezTo>
                        <a:pt x="414" y="170"/>
                        <a:pt x="409" y="88"/>
                        <a:pt x="39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9" name="Google Shape;5719;p67"/>
                <p:cNvSpPr/>
                <p:nvPr/>
              </p:nvSpPr>
              <p:spPr>
                <a:xfrm>
                  <a:off x="3723344" y="3304141"/>
                  <a:ext cx="28684" cy="22493"/>
                </a:xfrm>
                <a:custGeom>
                  <a:rect b="b" l="l" r="r" t="t"/>
                  <a:pathLst>
                    <a:path extrusionOk="0" h="890" w="1135">
                      <a:moveTo>
                        <a:pt x="807" y="1"/>
                      </a:moveTo>
                      <a:cubicBezTo>
                        <a:pt x="747" y="61"/>
                        <a:pt x="671" y="94"/>
                        <a:pt x="584" y="99"/>
                      </a:cubicBezTo>
                      <a:cubicBezTo>
                        <a:pt x="578" y="186"/>
                        <a:pt x="546" y="268"/>
                        <a:pt x="497" y="339"/>
                      </a:cubicBezTo>
                      <a:cubicBezTo>
                        <a:pt x="425" y="444"/>
                        <a:pt x="318" y="482"/>
                        <a:pt x="204" y="482"/>
                      </a:cubicBezTo>
                      <a:cubicBezTo>
                        <a:pt x="136" y="482"/>
                        <a:pt x="66" y="468"/>
                        <a:pt x="1" y="448"/>
                      </a:cubicBezTo>
                      <a:lnTo>
                        <a:pt x="1" y="448"/>
                      </a:lnTo>
                      <a:cubicBezTo>
                        <a:pt x="50" y="589"/>
                        <a:pt x="77" y="736"/>
                        <a:pt x="83" y="889"/>
                      </a:cubicBezTo>
                      <a:cubicBezTo>
                        <a:pt x="284" y="816"/>
                        <a:pt x="505" y="764"/>
                        <a:pt x="722" y="764"/>
                      </a:cubicBezTo>
                      <a:cubicBezTo>
                        <a:pt x="863" y="764"/>
                        <a:pt x="1003" y="786"/>
                        <a:pt x="1134" y="840"/>
                      </a:cubicBezTo>
                      <a:cubicBezTo>
                        <a:pt x="1134" y="818"/>
                        <a:pt x="1129" y="791"/>
                        <a:pt x="1123" y="769"/>
                      </a:cubicBezTo>
                      <a:cubicBezTo>
                        <a:pt x="1063" y="502"/>
                        <a:pt x="954" y="246"/>
                        <a:pt x="807" y="12"/>
                      </a:cubicBezTo>
                      <a:cubicBezTo>
                        <a:pt x="807" y="6"/>
                        <a:pt x="807" y="6"/>
                        <a:pt x="80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0" name="Google Shape;5720;p67"/>
                <p:cNvSpPr/>
                <p:nvPr/>
              </p:nvSpPr>
              <p:spPr>
                <a:xfrm>
                  <a:off x="3725290" y="3325471"/>
                  <a:ext cx="27294" cy="9452"/>
                </a:xfrm>
                <a:custGeom>
                  <a:rect b="b" l="l" r="r" t="t"/>
                  <a:pathLst>
                    <a:path extrusionOk="0" h="374" w="1080">
                      <a:moveTo>
                        <a:pt x="636" y="0"/>
                      </a:moveTo>
                      <a:cubicBezTo>
                        <a:pt x="421" y="0"/>
                        <a:pt x="202" y="56"/>
                        <a:pt x="6" y="127"/>
                      </a:cubicBezTo>
                      <a:cubicBezTo>
                        <a:pt x="6" y="192"/>
                        <a:pt x="6" y="252"/>
                        <a:pt x="0" y="318"/>
                      </a:cubicBezTo>
                      <a:lnTo>
                        <a:pt x="38" y="318"/>
                      </a:lnTo>
                      <a:cubicBezTo>
                        <a:pt x="339" y="356"/>
                        <a:pt x="645" y="373"/>
                        <a:pt x="950" y="373"/>
                      </a:cubicBezTo>
                      <a:cubicBezTo>
                        <a:pt x="993" y="373"/>
                        <a:pt x="1036" y="373"/>
                        <a:pt x="1079" y="372"/>
                      </a:cubicBezTo>
                      <a:cubicBezTo>
                        <a:pt x="1079" y="279"/>
                        <a:pt x="1079" y="187"/>
                        <a:pt x="1068" y="94"/>
                      </a:cubicBezTo>
                      <a:cubicBezTo>
                        <a:pt x="932" y="27"/>
                        <a:pt x="785" y="0"/>
                        <a:pt x="636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1" name="Google Shape;5721;p67"/>
                <p:cNvSpPr/>
                <p:nvPr/>
              </p:nvSpPr>
              <p:spPr>
                <a:xfrm>
                  <a:off x="3745104" y="3291075"/>
                  <a:ext cx="26890" cy="21583"/>
                </a:xfrm>
                <a:custGeom>
                  <a:rect b="b" l="l" r="r" t="t"/>
                  <a:pathLst>
                    <a:path extrusionOk="0" h="854" w="1064">
                      <a:moveTo>
                        <a:pt x="290" y="0"/>
                      </a:moveTo>
                      <a:cubicBezTo>
                        <a:pt x="213" y="169"/>
                        <a:pt x="121" y="327"/>
                        <a:pt x="1" y="463"/>
                      </a:cubicBezTo>
                      <a:cubicBezTo>
                        <a:pt x="6" y="469"/>
                        <a:pt x="12" y="474"/>
                        <a:pt x="17" y="480"/>
                      </a:cubicBezTo>
                      <a:cubicBezTo>
                        <a:pt x="88" y="600"/>
                        <a:pt x="153" y="719"/>
                        <a:pt x="213" y="845"/>
                      </a:cubicBezTo>
                      <a:lnTo>
                        <a:pt x="219" y="845"/>
                      </a:lnTo>
                      <a:cubicBezTo>
                        <a:pt x="247" y="851"/>
                        <a:pt x="275" y="853"/>
                        <a:pt x="304" y="853"/>
                      </a:cubicBezTo>
                      <a:cubicBezTo>
                        <a:pt x="482" y="853"/>
                        <a:pt x="657" y="746"/>
                        <a:pt x="813" y="670"/>
                      </a:cubicBezTo>
                      <a:cubicBezTo>
                        <a:pt x="900" y="627"/>
                        <a:pt x="982" y="583"/>
                        <a:pt x="1063" y="534"/>
                      </a:cubicBezTo>
                      <a:cubicBezTo>
                        <a:pt x="775" y="431"/>
                        <a:pt x="448" y="278"/>
                        <a:pt x="29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2" name="Google Shape;5722;p67"/>
                <p:cNvSpPr/>
                <p:nvPr/>
              </p:nvSpPr>
              <p:spPr>
                <a:xfrm>
                  <a:off x="3753520" y="3276013"/>
                  <a:ext cx="20547" cy="21835"/>
                </a:xfrm>
                <a:custGeom>
                  <a:rect b="b" l="l" r="r" t="t"/>
                  <a:pathLst>
                    <a:path extrusionOk="0" h="864" w="813">
                      <a:moveTo>
                        <a:pt x="629" y="0"/>
                      </a:moveTo>
                      <a:cubicBezTo>
                        <a:pt x="445" y="0"/>
                        <a:pt x="258" y="27"/>
                        <a:pt x="120" y="133"/>
                      </a:cubicBezTo>
                      <a:cubicBezTo>
                        <a:pt x="93" y="258"/>
                        <a:pt x="55" y="378"/>
                        <a:pt x="6" y="493"/>
                      </a:cubicBezTo>
                      <a:lnTo>
                        <a:pt x="0" y="504"/>
                      </a:lnTo>
                      <a:cubicBezTo>
                        <a:pt x="76" y="656"/>
                        <a:pt x="191" y="781"/>
                        <a:pt x="338" y="863"/>
                      </a:cubicBezTo>
                      <a:cubicBezTo>
                        <a:pt x="551" y="711"/>
                        <a:pt x="681" y="373"/>
                        <a:pt x="768" y="144"/>
                      </a:cubicBezTo>
                      <a:cubicBezTo>
                        <a:pt x="785" y="95"/>
                        <a:pt x="796" y="51"/>
                        <a:pt x="812" y="8"/>
                      </a:cubicBezTo>
                      <a:cubicBezTo>
                        <a:pt x="753" y="4"/>
                        <a:pt x="691" y="0"/>
                        <a:pt x="629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3" name="Google Shape;5723;p67"/>
                <p:cNvSpPr/>
                <p:nvPr/>
              </p:nvSpPr>
              <p:spPr>
                <a:xfrm>
                  <a:off x="3764109" y="3276342"/>
                  <a:ext cx="29215" cy="26865"/>
                </a:xfrm>
                <a:custGeom>
                  <a:rect b="b" l="l" r="r" t="t"/>
                  <a:pathLst>
                    <a:path extrusionOk="0" h="1063" w="1156">
                      <a:moveTo>
                        <a:pt x="475" y="0"/>
                      </a:moveTo>
                      <a:cubicBezTo>
                        <a:pt x="453" y="76"/>
                        <a:pt x="426" y="153"/>
                        <a:pt x="399" y="224"/>
                      </a:cubicBezTo>
                      <a:cubicBezTo>
                        <a:pt x="295" y="452"/>
                        <a:pt x="191" y="730"/>
                        <a:pt x="1" y="894"/>
                      </a:cubicBezTo>
                      <a:cubicBezTo>
                        <a:pt x="121" y="954"/>
                        <a:pt x="251" y="1008"/>
                        <a:pt x="382" y="1052"/>
                      </a:cubicBezTo>
                      <a:cubicBezTo>
                        <a:pt x="393" y="1057"/>
                        <a:pt x="399" y="1057"/>
                        <a:pt x="399" y="1063"/>
                      </a:cubicBezTo>
                      <a:cubicBezTo>
                        <a:pt x="442" y="1035"/>
                        <a:pt x="480" y="1008"/>
                        <a:pt x="524" y="986"/>
                      </a:cubicBezTo>
                      <a:cubicBezTo>
                        <a:pt x="775" y="812"/>
                        <a:pt x="992" y="594"/>
                        <a:pt x="1156" y="338"/>
                      </a:cubicBezTo>
                      <a:cubicBezTo>
                        <a:pt x="954" y="175"/>
                        <a:pt x="742" y="38"/>
                        <a:pt x="47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4" name="Google Shape;5724;p67"/>
                <p:cNvSpPr/>
                <p:nvPr/>
              </p:nvSpPr>
              <p:spPr>
                <a:xfrm>
                  <a:off x="3756552" y="3261734"/>
                  <a:ext cx="19561" cy="14911"/>
                </a:xfrm>
                <a:custGeom>
                  <a:rect b="b" l="l" r="r" t="t"/>
                  <a:pathLst>
                    <a:path extrusionOk="0" h="590" w="774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6" y="99"/>
                        <a:pt x="22" y="197"/>
                        <a:pt x="27" y="295"/>
                      </a:cubicBezTo>
                      <a:cubicBezTo>
                        <a:pt x="27" y="393"/>
                        <a:pt x="27" y="491"/>
                        <a:pt x="11" y="589"/>
                      </a:cubicBezTo>
                      <a:cubicBezTo>
                        <a:pt x="164" y="504"/>
                        <a:pt x="350" y="476"/>
                        <a:pt x="527" y="476"/>
                      </a:cubicBezTo>
                      <a:cubicBezTo>
                        <a:pt x="589" y="476"/>
                        <a:pt x="650" y="480"/>
                        <a:pt x="708" y="486"/>
                      </a:cubicBezTo>
                      <a:cubicBezTo>
                        <a:pt x="741" y="371"/>
                        <a:pt x="757" y="257"/>
                        <a:pt x="774" y="137"/>
                      </a:cubicBezTo>
                      <a:cubicBezTo>
                        <a:pt x="725" y="120"/>
                        <a:pt x="681" y="110"/>
                        <a:pt x="638" y="99"/>
                      </a:cubicBezTo>
                      <a:cubicBezTo>
                        <a:pt x="425" y="50"/>
                        <a:pt x="213" y="17"/>
                        <a:pt x="0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5" name="Google Shape;5725;p67"/>
                <p:cNvSpPr/>
                <p:nvPr/>
              </p:nvSpPr>
              <p:spPr>
                <a:xfrm>
                  <a:off x="3776644" y="3266005"/>
                  <a:ext cx="18904" cy="16958"/>
                </a:xfrm>
                <a:custGeom>
                  <a:rect b="b" l="l" r="r" t="t"/>
                  <a:pathLst>
                    <a:path extrusionOk="0" h="671" w="748">
                      <a:moveTo>
                        <a:pt x="61" y="1"/>
                      </a:moveTo>
                      <a:cubicBezTo>
                        <a:pt x="50" y="109"/>
                        <a:pt x="28" y="224"/>
                        <a:pt x="1" y="333"/>
                      </a:cubicBezTo>
                      <a:cubicBezTo>
                        <a:pt x="262" y="382"/>
                        <a:pt x="502" y="502"/>
                        <a:pt x="704" y="671"/>
                      </a:cubicBezTo>
                      <a:cubicBezTo>
                        <a:pt x="714" y="643"/>
                        <a:pt x="731" y="611"/>
                        <a:pt x="747" y="578"/>
                      </a:cubicBezTo>
                      <a:cubicBezTo>
                        <a:pt x="638" y="398"/>
                        <a:pt x="496" y="246"/>
                        <a:pt x="322" y="131"/>
                      </a:cubicBezTo>
                      <a:cubicBezTo>
                        <a:pt x="240" y="77"/>
                        <a:pt x="153" y="33"/>
                        <a:pt x="6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6" name="Google Shape;5726;p67"/>
                <p:cNvSpPr/>
                <p:nvPr/>
              </p:nvSpPr>
              <p:spPr>
                <a:xfrm>
                  <a:off x="3784630" y="3282811"/>
                  <a:ext cx="19435" cy="28811"/>
                </a:xfrm>
                <a:custGeom>
                  <a:rect b="b" l="l" r="r" t="t"/>
                  <a:pathLst>
                    <a:path extrusionOk="0" h="1140" w="769">
                      <a:moveTo>
                        <a:pt x="480" y="0"/>
                      </a:moveTo>
                      <a:cubicBezTo>
                        <a:pt x="469" y="22"/>
                        <a:pt x="458" y="38"/>
                        <a:pt x="453" y="60"/>
                      </a:cubicBezTo>
                      <a:cubicBezTo>
                        <a:pt x="482" y="85"/>
                        <a:pt x="459" y="127"/>
                        <a:pt x="422" y="127"/>
                      </a:cubicBezTo>
                      <a:cubicBezTo>
                        <a:pt x="418" y="127"/>
                        <a:pt x="414" y="127"/>
                        <a:pt x="409" y="126"/>
                      </a:cubicBezTo>
                      <a:cubicBezTo>
                        <a:pt x="300" y="305"/>
                        <a:pt x="164" y="469"/>
                        <a:pt x="1" y="605"/>
                      </a:cubicBezTo>
                      <a:cubicBezTo>
                        <a:pt x="142" y="720"/>
                        <a:pt x="235" y="872"/>
                        <a:pt x="388" y="970"/>
                      </a:cubicBezTo>
                      <a:cubicBezTo>
                        <a:pt x="404" y="970"/>
                        <a:pt x="420" y="981"/>
                        <a:pt x="426" y="997"/>
                      </a:cubicBezTo>
                      <a:cubicBezTo>
                        <a:pt x="437" y="997"/>
                        <a:pt x="442" y="1003"/>
                        <a:pt x="447" y="1008"/>
                      </a:cubicBezTo>
                      <a:cubicBezTo>
                        <a:pt x="551" y="1057"/>
                        <a:pt x="660" y="1101"/>
                        <a:pt x="769" y="1139"/>
                      </a:cubicBezTo>
                      <a:cubicBezTo>
                        <a:pt x="769" y="1052"/>
                        <a:pt x="758" y="965"/>
                        <a:pt x="747" y="878"/>
                      </a:cubicBezTo>
                      <a:cubicBezTo>
                        <a:pt x="709" y="572"/>
                        <a:pt x="616" y="278"/>
                        <a:pt x="48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7" name="Google Shape;5727;p67"/>
                <p:cNvSpPr/>
                <p:nvPr/>
              </p:nvSpPr>
              <p:spPr>
                <a:xfrm>
                  <a:off x="3751321" y="3308286"/>
                  <a:ext cx="30858" cy="26460"/>
                </a:xfrm>
                <a:custGeom>
                  <a:rect b="b" l="l" r="r" t="t"/>
                  <a:pathLst>
                    <a:path extrusionOk="0" h="1047" w="1221">
                      <a:moveTo>
                        <a:pt x="725" y="0"/>
                      </a:moveTo>
                      <a:cubicBezTo>
                        <a:pt x="643" y="44"/>
                        <a:pt x="556" y="88"/>
                        <a:pt x="469" y="131"/>
                      </a:cubicBezTo>
                      <a:cubicBezTo>
                        <a:pt x="336" y="190"/>
                        <a:pt x="199" y="253"/>
                        <a:pt x="50" y="253"/>
                      </a:cubicBezTo>
                      <a:cubicBezTo>
                        <a:pt x="33" y="253"/>
                        <a:pt x="17" y="253"/>
                        <a:pt x="0" y="251"/>
                      </a:cubicBezTo>
                      <a:lnTo>
                        <a:pt x="0" y="251"/>
                      </a:lnTo>
                      <a:cubicBezTo>
                        <a:pt x="44" y="360"/>
                        <a:pt x="76" y="469"/>
                        <a:pt x="98" y="583"/>
                      </a:cubicBezTo>
                      <a:cubicBezTo>
                        <a:pt x="104" y="632"/>
                        <a:pt x="109" y="681"/>
                        <a:pt x="114" y="731"/>
                      </a:cubicBezTo>
                      <a:cubicBezTo>
                        <a:pt x="120" y="834"/>
                        <a:pt x="125" y="943"/>
                        <a:pt x="120" y="1047"/>
                      </a:cubicBezTo>
                      <a:cubicBezTo>
                        <a:pt x="447" y="1041"/>
                        <a:pt x="768" y="1019"/>
                        <a:pt x="1084" y="1003"/>
                      </a:cubicBezTo>
                      <a:lnTo>
                        <a:pt x="1221" y="992"/>
                      </a:lnTo>
                      <a:cubicBezTo>
                        <a:pt x="1112" y="627"/>
                        <a:pt x="975" y="251"/>
                        <a:pt x="72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8" name="Google Shape;5728;p67"/>
                <p:cNvSpPr/>
                <p:nvPr/>
              </p:nvSpPr>
              <p:spPr>
                <a:xfrm>
                  <a:off x="3771413" y="3299466"/>
                  <a:ext cx="21507" cy="19864"/>
                </a:xfrm>
                <a:custGeom>
                  <a:rect b="b" l="l" r="r" t="t"/>
                  <a:pathLst>
                    <a:path extrusionOk="0" h="786" w="851">
                      <a:moveTo>
                        <a:pt x="464" y="1"/>
                      </a:moveTo>
                      <a:cubicBezTo>
                        <a:pt x="404" y="55"/>
                        <a:pt x="338" y="99"/>
                        <a:pt x="273" y="142"/>
                      </a:cubicBezTo>
                      <a:cubicBezTo>
                        <a:pt x="186" y="202"/>
                        <a:pt x="99" y="257"/>
                        <a:pt x="1" y="306"/>
                      </a:cubicBezTo>
                      <a:cubicBezTo>
                        <a:pt x="131" y="447"/>
                        <a:pt x="235" y="611"/>
                        <a:pt x="306" y="785"/>
                      </a:cubicBezTo>
                      <a:cubicBezTo>
                        <a:pt x="545" y="720"/>
                        <a:pt x="703" y="556"/>
                        <a:pt x="851" y="371"/>
                      </a:cubicBezTo>
                      <a:cubicBezTo>
                        <a:pt x="698" y="268"/>
                        <a:pt x="605" y="115"/>
                        <a:pt x="46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9" name="Google Shape;5729;p67"/>
                <p:cNvSpPr/>
                <p:nvPr/>
              </p:nvSpPr>
              <p:spPr>
                <a:xfrm>
                  <a:off x="3780081" y="3309929"/>
                  <a:ext cx="24135" cy="23301"/>
                </a:xfrm>
                <a:custGeom>
                  <a:rect b="b" l="l" r="r" t="t"/>
                  <a:pathLst>
                    <a:path extrusionOk="0" h="922" w="955">
                      <a:moveTo>
                        <a:pt x="573" y="1"/>
                      </a:moveTo>
                      <a:cubicBezTo>
                        <a:pt x="420" y="202"/>
                        <a:pt x="246" y="371"/>
                        <a:pt x="1" y="448"/>
                      </a:cubicBezTo>
                      <a:cubicBezTo>
                        <a:pt x="66" y="600"/>
                        <a:pt x="115" y="764"/>
                        <a:pt x="164" y="922"/>
                      </a:cubicBezTo>
                      <a:cubicBezTo>
                        <a:pt x="388" y="900"/>
                        <a:pt x="627" y="856"/>
                        <a:pt x="769" y="709"/>
                      </a:cubicBezTo>
                      <a:cubicBezTo>
                        <a:pt x="911" y="562"/>
                        <a:pt x="954" y="360"/>
                        <a:pt x="954" y="159"/>
                      </a:cubicBezTo>
                      <a:cubicBezTo>
                        <a:pt x="824" y="121"/>
                        <a:pt x="693" y="66"/>
                        <a:pt x="57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0" name="Google Shape;5730;p67"/>
                <p:cNvSpPr/>
                <p:nvPr/>
              </p:nvSpPr>
              <p:spPr>
                <a:xfrm>
                  <a:off x="3704087" y="3305127"/>
                  <a:ext cx="20117" cy="28103"/>
                </a:xfrm>
                <a:custGeom>
                  <a:rect b="b" l="l" r="r" t="t"/>
                  <a:pathLst>
                    <a:path extrusionOk="0" h="1112" w="796">
                      <a:moveTo>
                        <a:pt x="158" y="0"/>
                      </a:moveTo>
                      <a:cubicBezTo>
                        <a:pt x="136" y="114"/>
                        <a:pt x="76" y="218"/>
                        <a:pt x="0" y="300"/>
                      </a:cubicBezTo>
                      <a:cubicBezTo>
                        <a:pt x="158" y="507"/>
                        <a:pt x="272" y="730"/>
                        <a:pt x="185" y="1003"/>
                      </a:cubicBezTo>
                      <a:cubicBezTo>
                        <a:pt x="371" y="1063"/>
                        <a:pt x="561" y="1095"/>
                        <a:pt x="757" y="1112"/>
                      </a:cubicBezTo>
                      <a:cubicBezTo>
                        <a:pt x="796" y="621"/>
                        <a:pt x="681" y="38"/>
                        <a:pt x="158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1" name="Google Shape;5731;p67"/>
                <p:cNvSpPr/>
                <p:nvPr/>
              </p:nvSpPr>
              <p:spPr>
                <a:xfrm>
                  <a:off x="3697187" y="3307856"/>
                  <a:ext cx="12156" cy="21785"/>
                </a:xfrm>
                <a:custGeom>
                  <a:rect b="b" l="l" r="r" t="t"/>
                  <a:pathLst>
                    <a:path extrusionOk="0" h="862" w="481">
                      <a:moveTo>
                        <a:pt x="11" y="1"/>
                      </a:moveTo>
                      <a:lnTo>
                        <a:pt x="11" y="1"/>
                      </a:lnTo>
                      <a:cubicBezTo>
                        <a:pt x="1" y="224"/>
                        <a:pt x="6" y="464"/>
                        <a:pt x="120" y="649"/>
                      </a:cubicBezTo>
                      <a:cubicBezTo>
                        <a:pt x="137" y="671"/>
                        <a:pt x="159" y="698"/>
                        <a:pt x="175" y="720"/>
                      </a:cubicBezTo>
                      <a:cubicBezTo>
                        <a:pt x="235" y="780"/>
                        <a:pt x="306" y="829"/>
                        <a:pt x="382" y="862"/>
                      </a:cubicBezTo>
                      <a:cubicBezTo>
                        <a:pt x="480" y="519"/>
                        <a:pt x="229" y="257"/>
                        <a:pt x="1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732" name="Google Shape;5732;p67"/>
          <p:cNvGrpSpPr/>
          <p:nvPr/>
        </p:nvGrpSpPr>
        <p:grpSpPr>
          <a:xfrm>
            <a:off x="5334138" y="3587286"/>
            <a:ext cx="566433" cy="793236"/>
            <a:chOff x="5334138" y="3587286"/>
            <a:chExt cx="566433" cy="793236"/>
          </a:xfrm>
        </p:grpSpPr>
        <p:sp>
          <p:nvSpPr>
            <p:cNvPr id="5733" name="Google Shape;5733;p67"/>
            <p:cNvSpPr/>
            <p:nvPr/>
          </p:nvSpPr>
          <p:spPr>
            <a:xfrm>
              <a:off x="5474754" y="3587286"/>
              <a:ext cx="285200" cy="198743"/>
            </a:xfrm>
            <a:custGeom>
              <a:rect b="b" l="l" r="r" t="t"/>
              <a:pathLst>
                <a:path extrusionOk="0" h="7864" w="11285">
                  <a:moveTo>
                    <a:pt x="5640" y="0"/>
                  </a:moveTo>
                  <a:cubicBezTo>
                    <a:pt x="5640" y="0"/>
                    <a:pt x="2812" y="3547"/>
                    <a:pt x="0" y="7863"/>
                  </a:cubicBezTo>
                  <a:lnTo>
                    <a:pt x="11285" y="7863"/>
                  </a:lnTo>
                  <a:cubicBezTo>
                    <a:pt x="8468" y="3547"/>
                    <a:pt x="5640" y="0"/>
                    <a:pt x="56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7"/>
            <p:cNvSpPr/>
            <p:nvPr/>
          </p:nvSpPr>
          <p:spPr>
            <a:xfrm>
              <a:off x="5364161" y="3785408"/>
              <a:ext cx="506511" cy="198718"/>
            </a:xfrm>
            <a:custGeom>
              <a:rect b="b" l="l" r="r" t="t"/>
              <a:pathLst>
                <a:path extrusionOk="0" h="7863" w="20042">
                  <a:moveTo>
                    <a:pt x="4376" y="0"/>
                  </a:moveTo>
                  <a:cubicBezTo>
                    <a:pt x="2714" y="2545"/>
                    <a:pt x="1063" y="5356"/>
                    <a:pt x="0" y="7863"/>
                  </a:cubicBezTo>
                  <a:lnTo>
                    <a:pt x="20042" y="7863"/>
                  </a:lnTo>
                  <a:cubicBezTo>
                    <a:pt x="18974" y="5356"/>
                    <a:pt x="17323" y="2545"/>
                    <a:pt x="1566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7"/>
            <p:cNvSpPr/>
            <p:nvPr/>
          </p:nvSpPr>
          <p:spPr>
            <a:xfrm>
              <a:off x="5334138" y="3983505"/>
              <a:ext cx="566433" cy="198895"/>
            </a:xfrm>
            <a:custGeom>
              <a:rect b="b" l="l" r="r" t="t"/>
              <a:pathLst>
                <a:path extrusionOk="0" h="7870" w="22413">
                  <a:moveTo>
                    <a:pt x="1188" y="1"/>
                  </a:moveTo>
                  <a:cubicBezTo>
                    <a:pt x="458" y="1712"/>
                    <a:pt x="1" y="3276"/>
                    <a:pt x="1" y="4524"/>
                  </a:cubicBezTo>
                  <a:cubicBezTo>
                    <a:pt x="1" y="5657"/>
                    <a:pt x="170" y="6785"/>
                    <a:pt x="507" y="7869"/>
                  </a:cubicBezTo>
                  <a:lnTo>
                    <a:pt x="21905" y="7869"/>
                  </a:lnTo>
                  <a:cubicBezTo>
                    <a:pt x="22243" y="6785"/>
                    <a:pt x="22412" y="5657"/>
                    <a:pt x="22412" y="4524"/>
                  </a:cubicBezTo>
                  <a:cubicBezTo>
                    <a:pt x="22412" y="3276"/>
                    <a:pt x="21955" y="1706"/>
                    <a:pt x="212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7"/>
            <p:cNvSpPr/>
            <p:nvPr/>
          </p:nvSpPr>
          <p:spPr>
            <a:xfrm>
              <a:off x="5346951" y="4181779"/>
              <a:ext cx="540806" cy="198743"/>
            </a:xfrm>
            <a:custGeom>
              <a:rect b="b" l="l" r="r" t="t"/>
              <a:pathLst>
                <a:path extrusionOk="0" h="7864" w="21399">
                  <a:moveTo>
                    <a:pt x="0" y="0"/>
                  </a:moveTo>
                  <a:cubicBezTo>
                    <a:pt x="1466" y="4675"/>
                    <a:pt x="5798" y="7863"/>
                    <a:pt x="10702" y="7863"/>
                  </a:cubicBezTo>
                  <a:cubicBezTo>
                    <a:pt x="15601" y="7863"/>
                    <a:pt x="19938" y="4675"/>
                    <a:pt x="213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67"/>
          <p:cNvGrpSpPr/>
          <p:nvPr/>
        </p:nvGrpSpPr>
        <p:grpSpPr>
          <a:xfrm>
            <a:off x="5334138" y="2895283"/>
            <a:ext cx="566559" cy="527184"/>
            <a:chOff x="5334138" y="2895283"/>
            <a:chExt cx="566559" cy="527184"/>
          </a:xfrm>
        </p:grpSpPr>
        <p:grpSp>
          <p:nvGrpSpPr>
            <p:cNvPr id="5738" name="Google Shape;5738;p67"/>
            <p:cNvGrpSpPr/>
            <p:nvPr/>
          </p:nvGrpSpPr>
          <p:grpSpPr>
            <a:xfrm>
              <a:off x="5334138" y="2895283"/>
              <a:ext cx="566559" cy="148198"/>
              <a:chOff x="5334138" y="2895283"/>
              <a:chExt cx="566559" cy="148198"/>
            </a:xfrm>
          </p:grpSpPr>
          <p:sp>
            <p:nvSpPr>
              <p:cNvPr id="5739" name="Google Shape;5739;p67"/>
              <p:cNvSpPr/>
              <p:nvPr/>
            </p:nvSpPr>
            <p:spPr>
              <a:xfrm>
                <a:off x="5334138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77"/>
                      <a:pt x="812" y="5864"/>
                      <a:pt x="1815" y="5864"/>
                    </a:cubicBezTo>
                    <a:cubicBezTo>
                      <a:pt x="2818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" name="Google Shape;5740;p67"/>
              <p:cNvSpPr/>
              <p:nvPr/>
            </p:nvSpPr>
            <p:spPr>
              <a:xfrm>
                <a:off x="5452843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" name="Google Shape;5741;p67"/>
              <p:cNvSpPr/>
              <p:nvPr/>
            </p:nvSpPr>
            <p:spPr>
              <a:xfrm>
                <a:off x="5571421" y="2895283"/>
                <a:ext cx="91866" cy="148198"/>
              </a:xfrm>
              <a:custGeom>
                <a:rect b="b" l="l" r="r" t="t"/>
                <a:pathLst>
                  <a:path extrusionOk="0" h="5864" w="3635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35" y="5177"/>
                      <a:pt x="3635" y="3875"/>
                    </a:cubicBezTo>
                    <a:cubicBezTo>
                      <a:pt x="3635" y="2055"/>
                      <a:pt x="2136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" name="Google Shape;5742;p67"/>
              <p:cNvSpPr/>
              <p:nvPr/>
            </p:nvSpPr>
            <p:spPr>
              <a:xfrm>
                <a:off x="5690126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29" y="5177"/>
                      <a:pt x="3629" y="3875"/>
                    </a:cubicBezTo>
                    <a:cubicBezTo>
                      <a:pt x="3629" y="2055"/>
                      <a:pt x="2131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" name="Google Shape;5743;p67"/>
              <p:cNvSpPr/>
              <p:nvPr/>
            </p:nvSpPr>
            <p:spPr>
              <a:xfrm>
                <a:off x="5808957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24" y="2055"/>
                      <a:pt x="2126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44" name="Google Shape;5744;p67"/>
            <p:cNvGrpSpPr/>
            <p:nvPr/>
          </p:nvGrpSpPr>
          <p:grpSpPr>
            <a:xfrm>
              <a:off x="5334138" y="3086166"/>
              <a:ext cx="566559" cy="148324"/>
              <a:chOff x="5334138" y="3086166"/>
              <a:chExt cx="566559" cy="148324"/>
            </a:xfrm>
          </p:grpSpPr>
          <p:sp>
            <p:nvSpPr>
              <p:cNvPr id="5745" name="Google Shape;5745;p67"/>
              <p:cNvSpPr/>
              <p:nvPr/>
            </p:nvSpPr>
            <p:spPr>
              <a:xfrm>
                <a:off x="5334138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9" y="1815"/>
                      <a:pt x="1" y="2054"/>
                      <a:pt x="1" y="3874"/>
                    </a:cubicBezTo>
                    <a:cubicBezTo>
                      <a:pt x="1" y="5182"/>
                      <a:pt x="812" y="5869"/>
                      <a:pt x="1815" y="5869"/>
                    </a:cubicBezTo>
                    <a:cubicBezTo>
                      <a:pt x="2818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" name="Google Shape;5746;p67"/>
              <p:cNvSpPr/>
              <p:nvPr/>
            </p:nvSpPr>
            <p:spPr>
              <a:xfrm>
                <a:off x="5452843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" name="Google Shape;5747;p67"/>
              <p:cNvSpPr/>
              <p:nvPr/>
            </p:nvSpPr>
            <p:spPr>
              <a:xfrm>
                <a:off x="5571421" y="3086166"/>
                <a:ext cx="91866" cy="148324"/>
              </a:xfrm>
              <a:custGeom>
                <a:rect b="b" l="l" r="r" t="t"/>
                <a:pathLst>
                  <a:path extrusionOk="0" fill="none" h="5869" w="3635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35" y="5188"/>
                      <a:pt x="3635" y="3874"/>
                    </a:cubicBezTo>
                    <a:cubicBezTo>
                      <a:pt x="3635" y="2054"/>
                      <a:pt x="213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" name="Google Shape;5748;p67"/>
              <p:cNvSpPr/>
              <p:nvPr/>
            </p:nvSpPr>
            <p:spPr>
              <a:xfrm>
                <a:off x="5690126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29" y="5188"/>
                      <a:pt x="3629" y="3874"/>
                    </a:cubicBezTo>
                    <a:cubicBezTo>
                      <a:pt x="3629" y="2054"/>
                      <a:pt x="2131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" name="Google Shape;5749;p67"/>
              <p:cNvSpPr/>
              <p:nvPr/>
            </p:nvSpPr>
            <p:spPr>
              <a:xfrm>
                <a:off x="5808957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24" y="2054"/>
                      <a:pt x="212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50" name="Google Shape;5750;p67"/>
            <p:cNvGrpSpPr/>
            <p:nvPr/>
          </p:nvGrpSpPr>
          <p:grpSpPr>
            <a:xfrm>
              <a:off x="5334138" y="3274269"/>
              <a:ext cx="566559" cy="148198"/>
              <a:chOff x="5334138" y="3274269"/>
              <a:chExt cx="566559" cy="148198"/>
            </a:xfrm>
          </p:grpSpPr>
          <p:sp>
            <p:nvSpPr>
              <p:cNvPr id="5751" name="Google Shape;5751;p67"/>
              <p:cNvSpPr/>
              <p:nvPr/>
            </p:nvSpPr>
            <p:spPr>
              <a:xfrm>
                <a:off x="5334138" y="3274269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0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82"/>
                      <a:pt x="812" y="5864"/>
                      <a:pt x="1815" y="5864"/>
                    </a:cubicBezTo>
                    <a:cubicBezTo>
                      <a:pt x="2818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" name="Google Shape;5752;p67"/>
              <p:cNvSpPr/>
              <p:nvPr/>
            </p:nvSpPr>
            <p:spPr>
              <a:xfrm>
                <a:off x="5452843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" name="Google Shape;5753;p67"/>
              <p:cNvSpPr/>
              <p:nvPr/>
            </p:nvSpPr>
            <p:spPr>
              <a:xfrm>
                <a:off x="5571421" y="3274269"/>
                <a:ext cx="91866" cy="148198"/>
              </a:xfrm>
              <a:custGeom>
                <a:rect b="b" l="l" r="r" t="t"/>
                <a:pathLst>
                  <a:path extrusionOk="0" fill="none" h="5864" w="3635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35" y="5182"/>
                      <a:pt x="3635" y="3875"/>
                    </a:cubicBezTo>
                    <a:cubicBezTo>
                      <a:pt x="3635" y="2055"/>
                      <a:pt x="213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" name="Google Shape;5754;p67"/>
              <p:cNvSpPr/>
              <p:nvPr/>
            </p:nvSpPr>
            <p:spPr>
              <a:xfrm>
                <a:off x="5690126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29" y="5182"/>
                      <a:pt x="3629" y="3875"/>
                    </a:cubicBezTo>
                    <a:cubicBezTo>
                      <a:pt x="3629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" name="Google Shape;5755;p67"/>
              <p:cNvSpPr/>
              <p:nvPr/>
            </p:nvSpPr>
            <p:spPr>
              <a:xfrm>
                <a:off x="5808957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24" y="2055"/>
                      <a:pt x="212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756" name="Google Shape;5756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Infographics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757" name="Google Shape;5757;p67"/>
          <p:cNvGrpSpPr/>
          <p:nvPr/>
        </p:nvGrpSpPr>
        <p:grpSpPr>
          <a:xfrm>
            <a:off x="6632594" y="1532342"/>
            <a:ext cx="1585066" cy="1126471"/>
            <a:chOff x="6608782" y="1551392"/>
            <a:chExt cx="1585066" cy="1126471"/>
          </a:xfrm>
        </p:grpSpPr>
        <p:grpSp>
          <p:nvGrpSpPr>
            <p:cNvPr id="5758" name="Google Shape;5758;p67"/>
            <p:cNvGrpSpPr/>
            <p:nvPr/>
          </p:nvGrpSpPr>
          <p:grpSpPr>
            <a:xfrm>
              <a:off x="6608782" y="1882715"/>
              <a:ext cx="77561" cy="73012"/>
              <a:chOff x="6608782" y="1882715"/>
              <a:chExt cx="77561" cy="73012"/>
            </a:xfrm>
          </p:grpSpPr>
          <p:sp>
            <p:nvSpPr>
              <p:cNvPr id="5759" name="Google Shape;5759;p67"/>
              <p:cNvSpPr/>
              <p:nvPr/>
            </p:nvSpPr>
            <p:spPr>
              <a:xfrm>
                <a:off x="6616212" y="1955702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1" y="0"/>
                    </a:moveTo>
                    <a:lnTo>
                      <a:pt x="2578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" name="Google Shape;5760;p67"/>
              <p:cNvSpPr/>
              <p:nvPr/>
            </p:nvSpPr>
            <p:spPr>
              <a:xfrm>
                <a:off x="6686318" y="1887820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2381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" name="Google Shape;5761;p67"/>
              <p:cNvSpPr/>
              <p:nvPr/>
            </p:nvSpPr>
            <p:spPr>
              <a:xfrm>
                <a:off x="6613735" y="1882715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2578" y="1"/>
                    </a:move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" name="Google Shape;5762;p67"/>
              <p:cNvSpPr/>
              <p:nvPr/>
            </p:nvSpPr>
            <p:spPr>
              <a:xfrm>
                <a:off x="6608782" y="1890423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1"/>
                    </a:moveTo>
                    <a:lnTo>
                      <a:pt x="0" y="2382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63" name="Google Shape;5763;p67"/>
            <p:cNvGrpSpPr/>
            <p:nvPr/>
          </p:nvGrpSpPr>
          <p:grpSpPr>
            <a:xfrm>
              <a:off x="6608782" y="1551392"/>
              <a:ext cx="1585066" cy="1126471"/>
              <a:chOff x="6608782" y="1551392"/>
              <a:chExt cx="1585066" cy="1126471"/>
            </a:xfrm>
          </p:grpSpPr>
          <p:sp>
            <p:nvSpPr>
              <p:cNvPr id="5764" name="Google Shape;5764;p67"/>
              <p:cNvSpPr/>
              <p:nvPr/>
            </p:nvSpPr>
            <p:spPr>
              <a:xfrm>
                <a:off x="6999469" y="1551392"/>
                <a:ext cx="1194378" cy="1126471"/>
              </a:xfrm>
              <a:custGeom>
                <a:rect b="b" l="l" r="r" t="t"/>
                <a:pathLst>
                  <a:path extrusionOk="0" h="44573" w="47260">
                    <a:moveTo>
                      <a:pt x="0" y="0"/>
                    </a:moveTo>
                    <a:lnTo>
                      <a:pt x="0" y="44573"/>
                    </a:lnTo>
                    <a:lnTo>
                      <a:pt x="47259" y="44573"/>
                    </a:lnTo>
                    <a:lnTo>
                      <a:pt x="4725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765" name="Google Shape;5765;p67"/>
              <p:cNvGrpSpPr/>
              <p:nvPr/>
            </p:nvGrpSpPr>
            <p:grpSpPr>
              <a:xfrm>
                <a:off x="6608782" y="1551392"/>
                <a:ext cx="1585066" cy="1126471"/>
                <a:chOff x="6608782" y="1551392"/>
                <a:chExt cx="1585066" cy="1126471"/>
              </a:xfrm>
            </p:grpSpPr>
            <p:sp>
              <p:nvSpPr>
                <p:cNvPr id="5766" name="Google Shape;5766;p67"/>
                <p:cNvSpPr/>
                <p:nvPr/>
              </p:nvSpPr>
              <p:spPr>
                <a:xfrm>
                  <a:off x="6686318" y="1955702"/>
                  <a:ext cx="1507530" cy="722162"/>
                </a:xfrm>
                <a:custGeom>
                  <a:rect b="b" l="l" r="r" t="t"/>
                  <a:pathLst>
                    <a:path extrusionOk="0" fill="none" h="28575" w="59651">
                      <a:moveTo>
                        <a:pt x="0" y="0"/>
                      </a:moveTo>
                      <a:lnTo>
                        <a:pt x="59650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7" name="Google Shape;5767;p67"/>
                <p:cNvSpPr/>
                <p:nvPr/>
              </p:nvSpPr>
              <p:spPr>
                <a:xfrm>
                  <a:off x="6686318" y="1551392"/>
                  <a:ext cx="1507530" cy="331348"/>
                </a:xfrm>
                <a:custGeom>
                  <a:rect b="b" l="l" r="r" t="t"/>
                  <a:pathLst>
                    <a:path extrusionOk="0" fill="none" h="13111" w="59651">
                      <a:moveTo>
                        <a:pt x="0" y="13111"/>
                      </a:moveTo>
                      <a:lnTo>
                        <a:pt x="12391" y="10386"/>
                      </a:lnTo>
                      <a:lnTo>
                        <a:pt x="5965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8" name="Google Shape;5768;p67"/>
                <p:cNvSpPr/>
                <p:nvPr/>
              </p:nvSpPr>
              <p:spPr>
                <a:xfrm>
                  <a:off x="6608782" y="1551392"/>
                  <a:ext cx="390713" cy="331348"/>
                </a:xfrm>
                <a:custGeom>
                  <a:rect b="b" l="l" r="r" t="t"/>
                  <a:pathLst>
                    <a:path extrusionOk="0" fill="none" h="13111" w="15460">
                      <a:moveTo>
                        <a:pt x="0" y="13111"/>
                      </a:moveTo>
                      <a:lnTo>
                        <a:pt x="15459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9" name="Google Shape;5769;p67"/>
                <p:cNvSpPr/>
                <p:nvPr/>
              </p:nvSpPr>
              <p:spPr>
                <a:xfrm>
                  <a:off x="6608782" y="1955702"/>
                  <a:ext cx="390713" cy="722162"/>
                </a:xfrm>
                <a:custGeom>
                  <a:rect b="b" l="l" r="r" t="t"/>
                  <a:pathLst>
                    <a:path extrusionOk="0" fill="none" h="28575" w="15460">
                      <a:moveTo>
                        <a:pt x="0" y="0"/>
                      </a:moveTo>
                      <a:lnTo>
                        <a:pt x="15459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770" name="Google Shape;5770;p67"/>
          <p:cNvGrpSpPr/>
          <p:nvPr/>
        </p:nvGrpSpPr>
        <p:grpSpPr>
          <a:xfrm>
            <a:off x="6057386" y="2827805"/>
            <a:ext cx="302032" cy="1568967"/>
            <a:chOff x="6057386" y="2827805"/>
            <a:chExt cx="302032" cy="1568967"/>
          </a:xfrm>
        </p:grpSpPr>
        <p:grpSp>
          <p:nvGrpSpPr>
            <p:cNvPr id="5771" name="Google Shape;5771;p67"/>
            <p:cNvGrpSpPr/>
            <p:nvPr/>
          </p:nvGrpSpPr>
          <p:grpSpPr>
            <a:xfrm>
              <a:off x="6057386" y="2827805"/>
              <a:ext cx="302032" cy="1568967"/>
              <a:chOff x="6057386" y="2827805"/>
              <a:chExt cx="302032" cy="1568967"/>
            </a:xfrm>
          </p:grpSpPr>
          <p:sp>
            <p:nvSpPr>
              <p:cNvPr id="5772" name="Google Shape;5772;p67"/>
              <p:cNvSpPr/>
              <p:nvPr/>
            </p:nvSpPr>
            <p:spPr>
              <a:xfrm>
                <a:off x="6057386" y="2827805"/>
                <a:ext cx="302032" cy="1568967"/>
              </a:xfrm>
              <a:custGeom>
                <a:rect b="b" l="l" r="r" t="t"/>
                <a:pathLst>
                  <a:path extrusionOk="0" h="62082" w="11951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869" y="61095"/>
                      <a:pt x="4807" y="62081"/>
                      <a:pt x="5978" y="62081"/>
                    </a:cubicBezTo>
                    <a:cubicBezTo>
                      <a:pt x="7150" y="62081"/>
                      <a:pt x="8081" y="61095"/>
                      <a:pt x="8016" y="59923"/>
                    </a:cubicBezTo>
                    <a:lnTo>
                      <a:pt x="8016" y="48470"/>
                    </a:lnTo>
                    <a:cubicBezTo>
                      <a:pt x="8016" y="46159"/>
                      <a:pt x="8447" y="43865"/>
                      <a:pt x="9291" y="41713"/>
                    </a:cubicBezTo>
                    <a:lnTo>
                      <a:pt x="10681" y="38171"/>
                    </a:lnTo>
                    <a:cubicBezTo>
                      <a:pt x="11520" y="36019"/>
                      <a:pt x="11950" y="33730"/>
                      <a:pt x="11950" y="31420"/>
                    </a:cubicBezTo>
                    <a:lnTo>
                      <a:pt x="11950" y="3717"/>
                    </a:lnTo>
                    <a:cubicBezTo>
                      <a:pt x="11950" y="1663"/>
                      <a:pt x="10288" y="1"/>
                      <a:pt x="82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" name="Google Shape;5773;p67"/>
              <p:cNvSpPr/>
              <p:nvPr/>
            </p:nvSpPr>
            <p:spPr>
              <a:xfrm>
                <a:off x="6057386" y="2827805"/>
                <a:ext cx="151104" cy="1566061"/>
              </a:xfrm>
              <a:custGeom>
                <a:rect b="b" l="l" r="r" t="t"/>
                <a:pathLst>
                  <a:path extrusionOk="0" h="61967" w="5979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940" y="61051"/>
                      <a:pt x="4850" y="61967"/>
                      <a:pt x="5978" y="61967"/>
                    </a:cubicBezTo>
                    <a:lnTo>
                      <a:pt x="5978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" name="Google Shape;5774;p67"/>
              <p:cNvSpPr/>
              <p:nvPr/>
            </p:nvSpPr>
            <p:spPr>
              <a:xfrm>
                <a:off x="6097873" y="29644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" name="Google Shape;5775;p67"/>
              <p:cNvSpPr/>
              <p:nvPr/>
            </p:nvSpPr>
            <p:spPr>
              <a:xfrm>
                <a:off x="6097873" y="30942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8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8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" name="Google Shape;5776;p67"/>
              <p:cNvSpPr/>
              <p:nvPr/>
            </p:nvSpPr>
            <p:spPr>
              <a:xfrm>
                <a:off x="6097873" y="3224002"/>
                <a:ext cx="66416" cy="11170"/>
              </a:xfrm>
              <a:custGeom>
                <a:rect b="b" l="l" r="r" t="t"/>
                <a:pathLst>
                  <a:path extrusionOk="0" h="442" w="2628">
                    <a:moveTo>
                      <a:pt x="224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24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" name="Google Shape;5777;p67"/>
              <p:cNvSpPr/>
              <p:nvPr/>
            </p:nvSpPr>
            <p:spPr>
              <a:xfrm>
                <a:off x="6097873" y="3353852"/>
                <a:ext cx="66416" cy="11196"/>
              </a:xfrm>
              <a:custGeom>
                <a:rect b="b" l="l" r="r" t="t"/>
                <a:pathLst>
                  <a:path extrusionOk="0" h="443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" name="Google Shape;5778;p67"/>
              <p:cNvSpPr/>
              <p:nvPr/>
            </p:nvSpPr>
            <p:spPr>
              <a:xfrm>
                <a:off x="6097873" y="34837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" name="Google Shape;5779;p67"/>
              <p:cNvSpPr/>
              <p:nvPr/>
            </p:nvSpPr>
            <p:spPr>
              <a:xfrm>
                <a:off x="6097873" y="36135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9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9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" name="Google Shape;5780;p67"/>
              <p:cNvSpPr/>
              <p:nvPr/>
            </p:nvSpPr>
            <p:spPr>
              <a:xfrm>
                <a:off x="6097873" y="3743453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67"/>
              <p:cNvSpPr/>
              <p:nvPr/>
            </p:nvSpPr>
            <p:spPr>
              <a:xfrm>
                <a:off x="6254461" y="29644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67"/>
              <p:cNvSpPr/>
              <p:nvPr/>
            </p:nvSpPr>
            <p:spPr>
              <a:xfrm>
                <a:off x="6254461" y="30942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8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8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67"/>
              <p:cNvSpPr/>
              <p:nvPr/>
            </p:nvSpPr>
            <p:spPr>
              <a:xfrm>
                <a:off x="6254461" y="3224002"/>
                <a:ext cx="66264" cy="11170"/>
              </a:xfrm>
              <a:custGeom>
                <a:rect b="b" l="l" r="r" t="t"/>
                <a:pathLst>
                  <a:path extrusionOk="0" h="442" w="2622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24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67"/>
              <p:cNvSpPr/>
              <p:nvPr/>
            </p:nvSpPr>
            <p:spPr>
              <a:xfrm>
                <a:off x="6254461" y="3353852"/>
                <a:ext cx="66264" cy="11196"/>
              </a:xfrm>
              <a:custGeom>
                <a:rect b="b" l="l" r="r" t="t"/>
                <a:pathLst>
                  <a:path extrusionOk="0" h="443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" name="Google Shape;5785;p67"/>
              <p:cNvSpPr/>
              <p:nvPr/>
            </p:nvSpPr>
            <p:spPr>
              <a:xfrm>
                <a:off x="6254461" y="34837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" name="Google Shape;5786;p67"/>
              <p:cNvSpPr/>
              <p:nvPr/>
            </p:nvSpPr>
            <p:spPr>
              <a:xfrm>
                <a:off x="6254461" y="36135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9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9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67"/>
              <p:cNvSpPr/>
              <p:nvPr/>
            </p:nvSpPr>
            <p:spPr>
              <a:xfrm>
                <a:off x="6254461" y="3743453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67"/>
              <p:cNvSpPr/>
              <p:nvPr/>
            </p:nvSpPr>
            <p:spPr>
              <a:xfrm>
                <a:off x="6131055" y="3027913"/>
                <a:ext cx="33233" cy="11170"/>
              </a:xfrm>
              <a:custGeom>
                <a:rect b="b" l="l" r="r" t="t"/>
                <a:pathLst>
                  <a:path extrusionOk="0" h="442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" name="Google Shape;5789;p67"/>
              <p:cNvSpPr/>
              <p:nvPr/>
            </p:nvSpPr>
            <p:spPr>
              <a:xfrm>
                <a:off x="6131055" y="3158875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" name="Google Shape;5790;p67"/>
              <p:cNvSpPr/>
              <p:nvPr/>
            </p:nvSpPr>
            <p:spPr>
              <a:xfrm>
                <a:off x="6131055" y="3289837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67"/>
              <p:cNvSpPr/>
              <p:nvPr/>
            </p:nvSpPr>
            <p:spPr>
              <a:xfrm>
                <a:off x="6131055" y="3420799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" name="Google Shape;5792;p67"/>
              <p:cNvSpPr/>
              <p:nvPr/>
            </p:nvSpPr>
            <p:spPr>
              <a:xfrm>
                <a:off x="6131055" y="3551610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24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" name="Google Shape;5793;p67"/>
              <p:cNvSpPr/>
              <p:nvPr/>
            </p:nvSpPr>
            <p:spPr>
              <a:xfrm>
                <a:off x="6131055" y="3682572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9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67"/>
              <p:cNvSpPr/>
              <p:nvPr/>
            </p:nvSpPr>
            <p:spPr>
              <a:xfrm>
                <a:off x="6254461" y="3027913"/>
                <a:ext cx="33208" cy="11170"/>
              </a:xfrm>
              <a:custGeom>
                <a:rect b="b" l="l" r="r" t="t"/>
                <a:pathLst>
                  <a:path extrusionOk="0" h="442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67"/>
              <p:cNvSpPr/>
              <p:nvPr/>
            </p:nvSpPr>
            <p:spPr>
              <a:xfrm>
                <a:off x="6254461" y="3158875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67"/>
              <p:cNvSpPr/>
              <p:nvPr/>
            </p:nvSpPr>
            <p:spPr>
              <a:xfrm>
                <a:off x="6254461" y="3289837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67"/>
              <p:cNvSpPr/>
              <p:nvPr/>
            </p:nvSpPr>
            <p:spPr>
              <a:xfrm>
                <a:off x="6254461" y="3420799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67"/>
              <p:cNvSpPr/>
              <p:nvPr/>
            </p:nvSpPr>
            <p:spPr>
              <a:xfrm>
                <a:off x="6254461" y="3551610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24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67"/>
              <p:cNvSpPr/>
              <p:nvPr/>
            </p:nvSpPr>
            <p:spPr>
              <a:xfrm>
                <a:off x="6254461" y="3682572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9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67"/>
              <p:cNvSpPr/>
              <p:nvPr/>
            </p:nvSpPr>
            <p:spPr>
              <a:xfrm>
                <a:off x="6197446" y="2923108"/>
                <a:ext cx="22063" cy="1387587"/>
              </a:xfrm>
              <a:custGeom>
                <a:rect b="b" l="l" r="r" t="t"/>
                <a:pathLst>
                  <a:path extrusionOk="0" h="54905" w="873">
                    <a:moveTo>
                      <a:pt x="436" y="1"/>
                    </a:moveTo>
                    <a:cubicBezTo>
                      <a:pt x="191" y="1"/>
                      <a:pt x="0" y="197"/>
                      <a:pt x="0" y="442"/>
                    </a:cubicBezTo>
                    <a:lnTo>
                      <a:pt x="0" y="54463"/>
                    </a:lnTo>
                    <a:cubicBezTo>
                      <a:pt x="0" y="54708"/>
                      <a:pt x="191" y="54904"/>
                      <a:pt x="436" y="54904"/>
                    </a:cubicBezTo>
                    <a:cubicBezTo>
                      <a:pt x="676" y="54904"/>
                      <a:pt x="872" y="54708"/>
                      <a:pt x="872" y="54463"/>
                    </a:cubicBezTo>
                    <a:lnTo>
                      <a:pt x="872" y="442"/>
                    </a:lnTo>
                    <a:cubicBezTo>
                      <a:pt x="872" y="197"/>
                      <a:pt x="676" y="1"/>
                      <a:pt x="436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01" name="Google Shape;5801;p67"/>
            <p:cNvSpPr/>
            <p:nvPr/>
          </p:nvSpPr>
          <p:spPr>
            <a:xfrm>
              <a:off x="6197446" y="3448751"/>
              <a:ext cx="22063" cy="861792"/>
            </a:xfrm>
            <a:custGeom>
              <a:rect b="b" l="l" r="r" t="t"/>
              <a:pathLst>
                <a:path extrusionOk="0" h="34100" w="873">
                  <a:moveTo>
                    <a:pt x="436" y="0"/>
                  </a:moveTo>
                  <a:cubicBezTo>
                    <a:pt x="191" y="0"/>
                    <a:pt x="0" y="196"/>
                    <a:pt x="0" y="436"/>
                  </a:cubicBezTo>
                  <a:lnTo>
                    <a:pt x="0" y="33664"/>
                  </a:lnTo>
                  <a:cubicBezTo>
                    <a:pt x="0" y="33909"/>
                    <a:pt x="191" y="34100"/>
                    <a:pt x="436" y="34100"/>
                  </a:cubicBezTo>
                  <a:cubicBezTo>
                    <a:pt x="676" y="34100"/>
                    <a:pt x="872" y="33909"/>
                    <a:pt x="872" y="33664"/>
                  </a:cubicBezTo>
                  <a:lnTo>
                    <a:pt x="872" y="436"/>
                  </a:lnTo>
                  <a:cubicBezTo>
                    <a:pt x="872" y="196"/>
                    <a:pt x="676" y="0"/>
                    <a:pt x="43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7"/>
            <p:cNvSpPr/>
            <p:nvPr/>
          </p:nvSpPr>
          <p:spPr>
            <a:xfrm>
              <a:off x="6155165" y="4281201"/>
              <a:ext cx="106473" cy="115571"/>
            </a:xfrm>
            <a:custGeom>
              <a:rect b="b" l="l" r="r" t="t"/>
              <a:pathLst>
                <a:path extrusionOk="0" h="4573" w="4213">
                  <a:moveTo>
                    <a:pt x="66" y="0"/>
                  </a:moveTo>
                  <a:lnTo>
                    <a:pt x="66" y="2414"/>
                  </a:lnTo>
                  <a:cubicBezTo>
                    <a:pt x="0" y="3586"/>
                    <a:pt x="938" y="4572"/>
                    <a:pt x="2109" y="4572"/>
                  </a:cubicBezTo>
                  <a:cubicBezTo>
                    <a:pt x="3281" y="4572"/>
                    <a:pt x="4212" y="3586"/>
                    <a:pt x="4147" y="2414"/>
                  </a:cubicBezTo>
                  <a:lnTo>
                    <a:pt x="414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3" name="Google Shape;5803;p67"/>
          <p:cNvGrpSpPr/>
          <p:nvPr/>
        </p:nvGrpSpPr>
        <p:grpSpPr>
          <a:xfrm>
            <a:off x="2000556" y="1599372"/>
            <a:ext cx="224622" cy="224774"/>
            <a:chOff x="2657906" y="1651497"/>
            <a:chExt cx="224622" cy="224774"/>
          </a:xfrm>
        </p:grpSpPr>
        <p:sp>
          <p:nvSpPr>
            <p:cNvPr id="5804" name="Google Shape;5804;p67"/>
            <p:cNvSpPr/>
            <p:nvPr/>
          </p:nvSpPr>
          <p:spPr>
            <a:xfrm>
              <a:off x="2657906" y="1651497"/>
              <a:ext cx="224622" cy="224774"/>
            </a:xfrm>
            <a:custGeom>
              <a:rect b="b" l="l" r="r" t="t"/>
              <a:pathLst>
                <a:path extrusionOk="0" h="8894" w="8888">
                  <a:moveTo>
                    <a:pt x="4185" y="535"/>
                  </a:moveTo>
                  <a:lnTo>
                    <a:pt x="4185" y="1052"/>
                  </a:lnTo>
                  <a:cubicBezTo>
                    <a:pt x="2512" y="1194"/>
                    <a:pt x="1188" y="2518"/>
                    <a:pt x="1052" y="4186"/>
                  </a:cubicBezTo>
                  <a:lnTo>
                    <a:pt x="529" y="4186"/>
                  </a:lnTo>
                  <a:cubicBezTo>
                    <a:pt x="659" y="2235"/>
                    <a:pt x="2261" y="660"/>
                    <a:pt x="4185" y="535"/>
                  </a:cubicBezTo>
                  <a:close/>
                  <a:moveTo>
                    <a:pt x="4703" y="535"/>
                  </a:moveTo>
                  <a:cubicBezTo>
                    <a:pt x="6659" y="676"/>
                    <a:pt x="8212" y="2235"/>
                    <a:pt x="8359" y="4186"/>
                  </a:cubicBezTo>
                  <a:lnTo>
                    <a:pt x="7836" y="4186"/>
                  </a:lnTo>
                  <a:cubicBezTo>
                    <a:pt x="7700" y="2518"/>
                    <a:pt x="6375" y="1189"/>
                    <a:pt x="4703" y="1052"/>
                  </a:cubicBezTo>
                  <a:lnTo>
                    <a:pt x="4703" y="535"/>
                  </a:lnTo>
                  <a:close/>
                  <a:moveTo>
                    <a:pt x="4703" y="1575"/>
                  </a:moveTo>
                  <a:cubicBezTo>
                    <a:pt x="6087" y="1712"/>
                    <a:pt x="7182" y="2807"/>
                    <a:pt x="7313" y="4191"/>
                  </a:cubicBezTo>
                  <a:lnTo>
                    <a:pt x="7051" y="4191"/>
                  </a:lnTo>
                  <a:cubicBezTo>
                    <a:pt x="6702" y="4191"/>
                    <a:pt x="6702" y="4709"/>
                    <a:pt x="7051" y="4709"/>
                  </a:cubicBezTo>
                  <a:lnTo>
                    <a:pt x="7313" y="4709"/>
                  </a:lnTo>
                  <a:cubicBezTo>
                    <a:pt x="7182" y="6087"/>
                    <a:pt x="6087" y="7182"/>
                    <a:pt x="4703" y="7319"/>
                  </a:cubicBezTo>
                  <a:lnTo>
                    <a:pt x="4703" y="7073"/>
                  </a:lnTo>
                  <a:cubicBezTo>
                    <a:pt x="4694" y="6907"/>
                    <a:pt x="4569" y="6824"/>
                    <a:pt x="4444" y="6824"/>
                  </a:cubicBezTo>
                  <a:cubicBezTo>
                    <a:pt x="4318" y="6824"/>
                    <a:pt x="4193" y="6907"/>
                    <a:pt x="4185" y="7073"/>
                  </a:cubicBezTo>
                  <a:lnTo>
                    <a:pt x="4185" y="7319"/>
                  </a:lnTo>
                  <a:cubicBezTo>
                    <a:pt x="2801" y="7188"/>
                    <a:pt x="1706" y="6093"/>
                    <a:pt x="1575" y="4709"/>
                  </a:cubicBezTo>
                  <a:lnTo>
                    <a:pt x="1836" y="4709"/>
                  </a:lnTo>
                  <a:cubicBezTo>
                    <a:pt x="2183" y="4709"/>
                    <a:pt x="2185" y="4191"/>
                    <a:pt x="1842" y="4191"/>
                  </a:cubicBezTo>
                  <a:cubicBezTo>
                    <a:pt x="1840" y="4191"/>
                    <a:pt x="1838" y="4191"/>
                    <a:pt x="1836" y="4191"/>
                  </a:cubicBezTo>
                  <a:lnTo>
                    <a:pt x="1575" y="4191"/>
                  </a:lnTo>
                  <a:cubicBezTo>
                    <a:pt x="1706" y="2807"/>
                    <a:pt x="2801" y="1712"/>
                    <a:pt x="4185" y="1575"/>
                  </a:cubicBezTo>
                  <a:lnTo>
                    <a:pt x="4185" y="1842"/>
                  </a:lnTo>
                  <a:cubicBezTo>
                    <a:pt x="4174" y="2025"/>
                    <a:pt x="4309" y="2116"/>
                    <a:pt x="4444" y="2116"/>
                  </a:cubicBezTo>
                  <a:cubicBezTo>
                    <a:pt x="4579" y="2116"/>
                    <a:pt x="4713" y="2025"/>
                    <a:pt x="4703" y="1842"/>
                  </a:cubicBezTo>
                  <a:lnTo>
                    <a:pt x="4703" y="1575"/>
                  </a:lnTo>
                  <a:close/>
                  <a:moveTo>
                    <a:pt x="1052" y="4709"/>
                  </a:moveTo>
                  <a:cubicBezTo>
                    <a:pt x="1188" y="6376"/>
                    <a:pt x="2512" y="7700"/>
                    <a:pt x="4185" y="7842"/>
                  </a:cubicBezTo>
                  <a:lnTo>
                    <a:pt x="4185" y="8365"/>
                  </a:lnTo>
                  <a:cubicBezTo>
                    <a:pt x="2229" y="8229"/>
                    <a:pt x="659" y="6638"/>
                    <a:pt x="529" y="4709"/>
                  </a:cubicBezTo>
                  <a:close/>
                  <a:moveTo>
                    <a:pt x="8359" y="4709"/>
                  </a:moveTo>
                  <a:cubicBezTo>
                    <a:pt x="8228" y="6665"/>
                    <a:pt x="6632" y="8234"/>
                    <a:pt x="4703" y="8365"/>
                  </a:cubicBezTo>
                  <a:lnTo>
                    <a:pt x="4703" y="7842"/>
                  </a:lnTo>
                  <a:cubicBezTo>
                    <a:pt x="6375" y="7706"/>
                    <a:pt x="7700" y="6381"/>
                    <a:pt x="7836" y="4709"/>
                  </a:cubicBezTo>
                  <a:close/>
                  <a:moveTo>
                    <a:pt x="4441" y="1"/>
                  </a:moveTo>
                  <a:cubicBezTo>
                    <a:pt x="4354" y="1"/>
                    <a:pt x="4272" y="12"/>
                    <a:pt x="4185" y="17"/>
                  </a:cubicBezTo>
                  <a:cubicBezTo>
                    <a:pt x="1940" y="153"/>
                    <a:pt x="153" y="1946"/>
                    <a:pt x="11" y="4186"/>
                  </a:cubicBezTo>
                  <a:cubicBezTo>
                    <a:pt x="6" y="4273"/>
                    <a:pt x="0" y="4360"/>
                    <a:pt x="0" y="4447"/>
                  </a:cubicBezTo>
                  <a:cubicBezTo>
                    <a:pt x="0" y="4534"/>
                    <a:pt x="6" y="4621"/>
                    <a:pt x="11" y="4709"/>
                  </a:cubicBezTo>
                  <a:cubicBezTo>
                    <a:pt x="153" y="6954"/>
                    <a:pt x="1940" y="8741"/>
                    <a:pt x="4185" y="8877"/>
                  </a:cubicBezTo>
                  <a:cubicBezTo>
                    <a:pt x="4272" y="8883"/>
                    <a:pt x="4354" y="8893"/>
                    <a:pt x="4446" y="8893"/>
                  </a:cubicBezTo>
                  <a:cubicBezTo>
                    <a:pt x="4534" y="8893"/>
                    <a:pt x="4615" y="8883"/>
                    <a:pt x="4703" y="8877"/>
                  </a:cubicBezTo>
                  <a:cubicBezTo>
                    <a:pt x="6948" y="8741"/>
                    <a:pt x="8735" y="6948"/>
                    <a:pt x="8876" y="4709"/>
                  </a:cubicBezTo>
                  <a:cubicBezTo>
                    <a:pt x="8882" y="4621"/>
                    <a:pt x="8887" y="4534"/>
                    <a:pt x="8887" y="4447"/>
                  </a:cubicBezTo>
                  <a:cubicBezTo>
                    <a:pt x="8887" y="4360"/>
                    <a:pt x="8882" y="4273"/>
                    <a:pt x="8876" y="4186"/>
                  </a:cubicBezTo>
                  <a:cubicBezTo>
                    <a:pt x="8735" y="1946"/>
                    <a:pt x="6948" y="153"/>
                    <a:pt x="4703" y="17"/>
                  </a:cubicBezTo>
                  <a:cubicBezTo>
                    <a:pt x="4615" y="12"/>
                    <a:pt x="4534" y="1"/>
                    <a:pt x="4441" y="1"/>
                  </a:cubicBezTo>
                  <a:close/>
                </a:path>
              </a:pathLst>
            </a:custGeom>
            <a:solidFill>
              <a:srgbClr val="4B60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7"/>
            <p:cNvSpPr/>
            <p:nvPr/>
          </p:nvSpPr>
          <p:spPr>
            <a:xfrm>
              <a:off x="2738450" y="1732343"/>
              <a:ext cx="62549" cy="62676"/>
            </a:xfrm>
            <a:custGeom>
              <a:rect b="b" l="l" r="r" t="t"/>
              <a:pathLst>
                <a:path extrusionOk="0" h="2480" w="2475">
                  <a:moveTo>
                    <a:pt x="2475" y="1237"/>
                  </a:moveTo>
                  <a:cubicBezTo>
                    <a:pt x="2475" y="1924"/>
                    <a:pt x="1924" y="2480"/>
                    <a:pt x="1238" y="2480"/>
                  </a:cubicBezTo>
                  <a:cubicBezTo>
                    <a:pt x="557" y="2480"/>
                    <a:pt x="1" y="1924"/>
                    <a:pt x="1" y="1237"/>
                  </a:cubicBezTo>
                  <a:cubicBezTo>
                    <a:pt x="1" y="556"/>
                    <a:pt x="557" y="0"/>
                    <a:pt x="1238" y="0"/>
                  </a:cubicBezTo>
                  <a:cubicBezTo>
                    <a:pt x="1924" y="0"/>
                    <a:pt x="2475" y="556"/>
                    <a:pt x="2475" y="1237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6" name="Google Shape;5806;p67"/>
          <p:cNvSpPr/>
          <p:nvPr/>
        </p:nvSpPr>
        <p:spPr>
          <a:xfrm>
            <a:off x="1175776" y="2420725"/>
            <a:ext cx="302057" cy="302053"/>
          </a:xfrm>
          <a:custGeom>
            <a:rect b="b" l="l" r="r" t="t"/>
            <a:pathLst>
              <a:path extrusionOk="0" h="7373" w="7374">
                <a:moveTo>
                  <a:pt x="7373" y="3684"/>
                </a:moveTo>
                <a:cubicBezTo>
                  <a:pt x="7373" y="5722"/>
                  <a:pt x="5722" y="7373"/>
                  <a:pt x="3690" y="7373"/>
                </a:cubicBezTo>
                <a:cubicBezTo>
                  <a:pt x="1652" y="7373"/>
                  <a:pt x="1" y="5722"/>
                  <a:pt x="1" y="3684"/>
                </a:cubicBezTo>
                <a:cubicBezTo>
                  <a:pt x="1" y="1652"/>
                  <a:pt x="1652" y="0"/>
                  <a:pt x="3690" y="0"/>
                </a:cubicBezTo>
                <a:cubicBezTo>
                  <a:pt x="5722" y="0"/>
                  <a:pt x="7373" y="1652"/>
                  <a:pt x="7373" y="3684"/>
                </a:cubicBezTo>
                <a:close/>
              </a:path>
            </a:pathLst>
          </a:custGeom>
          <a:gradFill>
            <a:gsLst>
              <a:gs pos="0">
                <a:srgbClr val="435D74"/>
              </a:gs>
              <a:gs pos="100000">
                <a:srgbClr val="FFFFFF">
                  <a:alpha val="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7" name="Google Shape;5807;p67"/>
          <p:cNvGrpSpPr/>
          <p:nvPr/>
        </p:nvGrpSpPr>
        <p:grpSpPr>
          <a:xfrm>
            <a:off x="2000561" y="3816542"/>
            <a:ext cx="336675" cy="334710"/>
            <a:chOff x="2657906" y="2241938"/>
            <a:chExt cx="225987" cy="224698"/>
          </a:xfrm>
        </p:grpSpPr>
        <p:sp>
          <p:nvSpPr>
            <p:cNvPr id="5808" name="Google Shape;5808;p67"/>
            <p:cNvSpPr/>
            <p:nvPr/>
          </p:nvSpPr>
          <p:spPr>
            <a:xfrm>
              <a:off x="2682421" y="2272897"/>
              <a:ext cx="169124" cy="162755"/>
            </a:xfrm>
            <a:custGeom>
              <a:rect b="b" l="l" r="r" t="t"/>
              <a:pathLst>
                <a:path extrusionOk="0" h="6440" w="6692">
                  <a:moveTo>
                    <a:pt x="3471" y="309"/>
                  </a:moveTo>
                  <a:cubicBezTo>
                    <a:pt x="5084" y="309"/>
                    <a:pt x="6386" y="1617"/>
                    <a:pt x="6386" y="3224"/>
                  </a:cubicBezTo>
                  <a:cubicBezTo>
                    <a:pt x="6386" y="4401"/>
                    <a:pt x="5678" y="5464"/>
                    <a:pt x="4588" y="5916"/>
                  </a:cubicBezTo>
                  <a:cubicBezTo>
                    <a:pt x="4227" y="6066"/>
                    <a:pt x="3849" y="6138"/>
                    <a:pt x="3473" y="6138"/>
                  </a:cubicBezTo>
                  <a:cubicBezTo>
                    <a:pt x="2714" y="6138"/>
                    <a:pt x="1969" y="5842"/>
                    <a:pt x="1411" y="5284"/>
                  </a:cubicBezTo>
                  <a:cubicBezTo>
                    <a:pt x="578" y="4450"/>
                    <a:pt x="332" y="3197"/>
                    <a:pt x="779" y="2107"/>
                  </a:cubicBezTo>
                  <a:cubicBezTo>
                    <a:pt x="1231" y="1023"/>
                    <a:pt x="2294" y="309"/>
                    <a:pt x="3471" y="309"/>
                  </a:cubicBezTo>
                  <a:close/>
                  <a:moveTo>
                    <a:pt x="3480" y="1"/>
                  </a:moveTo>
                  <a:cubicBezTo>
                    <a:pt x="2642" y="1"/>
                    <a:pt x="1816" y="329"/>
                    <a:pt x="1199" y="947"/>
                  </a:cubicBezTo>
                  <a:cubicBezTo>
                    <a:pt x="278" y="1867"/>
                    <a:pt x="0" y="3252"/>
                    <a:pt x="496" y="4450"/>
                  </a:cubicBezTo>
                  <a:cubicBezTo>
                    <a:pt x="997" y="5655"/>
                    <a:pt x="2169" y="6439"/>
                    <a:pt x="3471" y="6439"/>
                  </a:cubicBezTo>
                  <a:cubicBezTo>
                    <a:pt x="5253" y="6439"/>
                    <a:pt x="6691" y="5001"/>
                    <a:pt x="6691" y="3219"/>
                  </a:cubicBezTo>
                  <a:cubicBezTo>
                    <a:pt x="6691" y="1917"/>
                    <a:pt x="5907" y="745"/>
                    <a:pt x="4702" y="244"/>
                  </a:cubicBezTo>
                  <a:cubicBezTo>
                    <a:pt x="4307" y="80"/>
                    <a:pt x="3892" y="1"/>
                    <a:pt x="348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7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7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7"/>
            <p:cNvSpPr/>
            <p:nvPr/>
          </p:nvSpPr>
          <p:spPr>
            <a:xfrm>
              <a:off x="2665741" y="2257455"/>
              <a:ext cx="201371" cy="193739"/>
            </a:xfrm>
            <a:custGeom>
              <a:rect b="b" l="l" r="r" t="t"/>
              <a:pathLst>
                <a:path extrusionOk="0" h="7666" w="7968">
                  <a:moveTo>
                    <a:pt x="4131" y="304"/>
                  </a:moveTo>
                  <a:cubicBezTo>
                    <a:pt x="6082" y="310"/>
                    <a:pt x="7657" y="1885"/>
                    <a:pt x="7657" y="3835"/>
                  </a:cubicBezTo>
                  <a:cubicBezTo>
                    <a:pt x="7657" y="5263"/>
                    <a:pt x="6801" y="6549"/>
                    <a:pt x="5482" y="7094"/>
                  </a:cubicBezTo>
                  <a:cubicBezTo>
                    <a:pt x="5046" y="7274"/>
                    <a:pt x="4588" y="7362"/>
                    <a:pt x="4134" y="7362"/>
                  </a:cubicBezTo>
                  <a:cubicBezTo>
                    <a:pt x="3216" y="7362"/>
                    <a:pt x="2315" y="7003"/>
                    <a:pt x="1641" y="6325"/>
                  </a:cubicBezTo>
                  <a:cubicBezTo>
                    <a:pt x="633" y="5317"/>
                    <a:pt x="328" y="3803"/>
                    <a:pt x="878" y="2484"/>
                  </a:cubicBezTo>
                  <a:cubicBezTo>
                    <a:pt x="1423" y="1165"/>
                    <a:pt x="2709" y="310"/>
                    <a:pt x="4131" y="310"/>
                  </a:cubicBezTo>
                  <a:lnTo>
                    <a:pt x="4131" y="304"/>
                  </a:lnTo>
                  <a:close/>
                  <a:moveTo>
                    <a:pt x="4133" y="1"/>
                  </a:moveTo>
                  <a:cubicBezTo>
                    <a:pt x="3135" y="1"/>
                    <a:pt x="2155" y="390"/>
                    <a:pt x="1423" y="1122"/>
                  </a:cubicBezTo>
                  <a:cubicBezTo>
                    <a:pt x="328" y="2217"/>
                    <a:pt x="1" y="3868"/>
                    <a:pt x="595" y="5301"/>
                  </a:cubicBezTo>
                  <a:cubicBezTo>
                    <a:pt x="1183" y="6729"/>
                    <a:pt x="2584" y="7666"/>
                    <a:pt x="4131" y="7666"/>
                  </a:cubicBezTo>
                  <a:cubicBezTo>
                    <a:pt x="6251" y="7660"/>
                    <a:pt x="7962" y="5949"/>
                    <a:pt x="7967" y="3830"/>
                  </a:cubicBezTo>
                  <a:cubicBezTo>
                    <a:pt x="7967" y="2282"/>
                    <a:pt x="7030" y="882"/>
                    <a:pt x="5602" y="293"/>
                  </a:cubicBezTo>
                  <a:cubicBezTo>
                    <a:pt x="5127" y="96"/>
                    <a:pt x="4628" y="1"/>
                    <a:pt x="413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7"/>
            <p:cNvSpPr/>
            <p:nvPr/>
          </p:nvSpPr>
          <p:spPr>
            <a:xfrm>
              <a:off x="283223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1837" y="311"/>
                  </a:lnTo>
                  <a:cubicBezTo>
                    <a:pt x="2044" y="311"/>
                    <a:pt x="2044" y="0"/>
                    <a:pt x="183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7"/>
            <p:cNvSpPr/>
            <p:nvPr/>
          </p:nvSpPr>
          <p:spPr>
            <a:xfrm>
              <a:off x="2723716" y="2350382"/>
              <a:ext cx="94216" cy="7860"/>
            </a:xfrm>
            <a:custGeom>
              <a:rect b="b" l="l" r="r" t="t"/>
              <a:pathLst>
                <a:path extrusionOk="0" h="311" w="3728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3526" y="311"/>
                  </a:lnTo>
                  <a:cubicBezTo>
                    <a:pt x="3728" y="311"/>
                    <a:pt x="3728" y="0"/>
                    <a:pt x="35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7"/>
            <p:cNvSpPr/>
            <p:nvPr/>
          </p:nvSpPr>
          <p:spPr>
            <a:xfrm>
              <a:off x="265790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5" y="0"/>
                    <a:pt x="0" y="71"/>
                    <a:pt x="0" y="153"/>
                  </a:cubicBezTo>
                  <a:cubicBezTo>
                    <a:pt x="0" y="240"/>
                    <a:pt x="65" y="311"/>
                    <a:pt x="153" y="311"/>
                  </a:cubicBezTo>
                  <a:lnTo>
                    <a:pt x="1836" y="311"/>
                  </a:lnTo>
                  <a:cubicBezTo>
                    <a:pt x="2043" y="311"/>
                    <a:pt x="2043" y="0"/>
                    <a:pt x="18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7"/>
            <p:cNvSpPr/>
            <p:nvPr/>
          </p:nvSpPr>
          <p:spPr>
            <a:xfrm>
              <a:off x="2766275" y="2307824"/>
              <a:ext cx="7885" cy="92952"/>
            </a:xfrm>
            <a:custGeom>
              <a:rect b="b" l="l" r="r" t="t"/>
              <a:pathLst>
                <a:path extrusionOk="0" h="3678" w="312">
                  <a:moveTo>
                    <a:pt x="153" y="1"/>
                  </a:moveTo>
                  <a:cubicBezTo>
                    <a:pt x="71" y="1"/>
                    <a:pt x="0" y="66"/>
                    <a:pt x="0" y="153"/>
                  </a:cubicBezTo>
                  <a:lnTo>
                    <a:pt x="0" y="3526"/>
                  </a:lnTo>
                  <a:cubicBezTo>
                    <a:pt x="0" y="3627"/>
                    <a:pt x="78" y="3677"/>
                    <a:pt x="156" y="3677"/>
                  </a:cubicBezTo>
                  <a:cubicBezTo>
                    <a:pt x="233" y="3677"/>
                    <a:pt x="311" y="3627"/>
                    <a:pt x="311" y="3526"/>
                  </a:cubicBezTo>
                  <a:lnTo>
                    <a:pt x="311" y="153"/>
                  </a:lnTo>
                  <a:cubicBezTo>
                    <a:pt x="311" y="66"/>
                    <a:pt x="240" y="1"/>
                    <a:pt x="15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7"/>
            <p:cNvSpPr/>
            <p:nvPr/>
          </p:nvSpPr>
          <p:spPr>
            <a:xfrm>
              <a:off x="2766275" y="2241938"/>
              <a:ext cx="7885" cy="50343"/>
            </a:xfrm>
            <a:custGeom>
              <a:rect b="b" l="l" r="r" t="t"/>
              <a:pathLst>
                <a:path extrusionOk="0" h="1992" w="312">
                  <a:moveTo>
                    <a:pt x="156" y="0"/>
                  </a:moveTo>
                  <a:cubicBezTo>
                    <a:pt x="78" y="0"/>
                    <a:pt x="0" y="52"/>
                    <a:pt x="0" y="155"/>
                  </a:cubicBezTo>
                  <a:lnTo>
                    <a:pt x="0" y="1839"/>
                  </a:lnTo>
                  <a:cubicBezTo>
                    <a:pt x="0" y="1926"/>
                    <a:pt x="71" y="1992"/>
                    <a:pt x="153" y="1992"/>
                  </a:cubicBezTo>
                  <a:cubicBezTo>
                    <a:pt x="240" y="1992"/>
                    <a:pt x="311" y="1926"/>
                    <a:pt x="311" y="1839"/>
                  </a:cubicBezTo>
                  <a:lnTo>
                    <a:pt x="311" y="155"/>
                  </a:lnTo>
                  <a:cubicBezTo>
                    <a:pt x="311" y="52"/>
                    <a:pt x="233" y="0"/>
                    <a:pt x="1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7"/>
            <p:cNvSpPr/>
            <p:nvPr/>
          </p:nvSpPr>
          <p:spPr>
            <a:xfrm>
              <a:off x="2766275" y="2416268"/>
              <a:ext cx="7885" cy="50368"/>
            </a:xfrm>
            <a:custGeom>
              <a:rect b="b" l="l" r="r" t="t"/>
              <a:pathLst>
                <a:path extrusionOk="0" h="1993" w="312">
                  <a:moveTo>
                    <a:pt x="156" y="1"/>
                  </a:moveTo>
                  <a:cubicBezTo>
                    <a:pt x="78" y="1"/>
                    <a:pt x="0" y="52"/>
                    <a:pt x="0" y="156"/>
                  </a:cubicBezTo>
                  <a:lnTo>
                    <a:pt x="0" y="1840"/>
                  </a:lnTo>
                  <a:cubicBezTo>
                    <a:pt x="0" y="1927"/>
                    <a:pt x="71" y="1992"/>
                    <a:pt x="153" y="1992"/>
                  </a:cubicBezTo>
                  <a:cubicBezTo>
                    <a:pt x="240" y="1992"/>
                    <a:pt x="311" y="1927"/>
                    <a:pt x="311" y="1840"/>
                  </a:cubicBezTo>
                  <a:lnTo>
                    <a:pt x="311" y="156"/>
                  </a:lnTo>
                  <a:cubicBezTo>
                    <a:pt x="311" y="52"/>
                    <a:pt x="233" y="1"/>
                    <a:pt x="1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67"/>
          <p:cNvGrpSpPr/>
          <p:nvPr/>
        </p:nvGrpSpPr>
        <p:grpSpPr>
          <a:xfrm>
            <a:off x="4116787" y="3256553"/>
            <a:ext cx="447728" cy="1135923"/>
            <a:chOff x="4116787" y="3256553"/>
            <a:chExt cx="447728" cy="1135923"/>
          </a:xfrm>
        </p:grpSpPr>
        <p:sp>
          <p:nvSpPr>
            <p:cNvPr id="5819" name="Google Shape;5819;p67"/>
            <p:cNvSpPr/>
            <p:nvPr/>
          </p:nvSpPr>
          <p:spPr>
            <a:xfrm>
              <a:off x="4116787" y="3256553"/>
              <a:ext cx="447728" cy="1135923"/>
            </a:xfrm>
            <a:custGeom>
              <a:rect b="b" l="l" r="r" t="t"/>
              <a:pathLst>
                <a:path extrusionOk="0" h="44947" w="17716">
                  <a:moveTo>
                    <a:pt x="8708" y="1"/>
                  </a:moveTo>
                  <a:cubicBezTo>
                    <a:pt x="8000" y="1"/>
                    <a:pt x="6261" y="235"/>
                    <a:pt x="6594" y="2603"/>
                  </a:cubicBezTo>
                  <a:cubicBezTo>
                    <a:pt x="6594" y="2603"/>
                    <a:pt x="6535" y="2587"/>
                    <a:pt x="6464" y="2587"/>
                  </a:cubicBezTo>
                  <a:cubicBezTo>
                    <a:pt x="6333" y="2587"/>
                    <a:pt x="6160" y="2641"/>
                    <a:pt x="6212" y="2946"/>
                  </a:cubicBezTo>
                  <a:cubicBezTo>
                    <a:pt x="6294" y="3415"/>
                    <a:pt x="6463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6" y="5720"/>
                    <a:pt x="7624" y="5851"/>
                  </a:cubicBezTo>
                  <a:cubicBezTo>
                    <a:pt x="7526" y="5982"/>
                    <a:pt x="5749" y="7224"/>
                    <a:pt x="5172" y="7278"/>
                  </a:cubicBezTo>
                  <a:cubicBezTo>
                    <a:pt x="4589" y="7338"/>
                    <a:pt x="2801" y="7758"/>
                    <a:pt x="2774" y="9725"/>
                  </a:cubicBezTo>
                  <a:cubicBezTo>
                    <a:pt x="2752" y="11687"/>
                    <a:pt x="2622" y="12259"/>
                    <a:pt x="2442" y="12542"/>
                  </a:cubicBezTo>
                  <a:cubicBezTo>
                    <a:pt x="2267" y="12825"/>
                    <a:pt x="2148" y="14640"/>
                    <a:pt x="2197" y="15485"/>
                  </a:cubicBezTo>
                  <a:cubicBezTo>
                    <a:pt x="2246" y="16324"/>
                    <a:pt x="1390" y="18422"/>
                    <a:pt x="1543" y="20874"/>
                  </a:cubicBezTo>
                  <a:cubicBezTo>
                    <a:pt x="1543" y="20874"/>
                    <a:pt x="665" y="21691"/>
                    <a:pt x="595" y="22334"/>
                  </a:cubicBezTo>
                  <a:cubicBezTo>
                    <a:pt x="524" y="22971"/>
                    <a:pt x="1" y="23838"/>
                    <a:pt x="61" y="23958"/>
                  </a:cubicBezTo>
                  <a:cubicBezTo>
                    <a:pt x="87" y="24009"/>
                    <a:pt x="167" y="24037"/>
                    <a:pt x="261" y="24037"/>
                  </a:cubicBezTo>
                  <a:cubicBezTo>
                    <a:pt x="377" y="24037"/>
                    <a:pt x="515" y="23994"/>
                    <a:pt x="605" y="23898"/>
                  </a:cubicBezTo>
                  <a:cubicBezTo>
                    <a:pt x="774" y="23718"/>
                    <a:pt x="1036" y="23386"/>
                    <a:pt x="1036" y="23386"/>
                  </a:cubicBezTo>
                  <a:lnTo>
                    <a:pt x="1036" y="23386"/>
                  </a:lnTo>
                  <a:cubicBezTo>
                    <a:pt x="1036" y="23386"/>
                    <a:pt x="480" y="25511"/>
                    <a:pt x="763" y="25603"/>
                  </a:cubicBezTo>
                  <a:cubicBezTo>
                    <a:pt x="775" y="25607"/>
                    <a:pt x="786" y="25609"/>
                    <a:pt x="797" y="25609"/>
                  </a:cubicBezTo>
                  <a:cubicBezTo>
                    <a:pt x="1101" y="25609"/>
                    <a:pt x="1323" y="24295"/>
                    <a:pt x="1428" y="24143"/>
                  </a:cubicBezTo>
                  <a:cubicBezTo>
                    <a:pt x="1446" y="24117"/>
                    <a:pt x="1460" y="24106"/>
                    <a:pt x="1472" y="24106"/>
                  </a:cubicBezTo>
                  <a:cubicBezTo>
                    <a:pt x="1531" y="24106"/>
                    <a:pt x="1525" y="24383"/>
                    <a:pt x="1494" y="24546"/>
                  </a:cubicBezTo>
                  <a:cubicBezTo>
                    <a:pt x="1457" y="24741"/>
                    <a:pt x="1379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6" y="25701"/>
                    <a:pt x="1934" y="24271"/>
                    <a:pt x="2035" y="24271"/>
                  </a:cubicBezTo>
                  <a:cubicBezTo>
                    <a:pt x="2043" y="24271"/>
                    <a:pt x="2052" y="24280"/>
                    <a:pt x="2060" y="24301"/>
                  </a:cubicBezTo>
                  <a:cubicBezTo>
                    <a:pt x="2180" y="24573"/>
                    <a:pt x="2006" y="25592"/>
                    <a:pt x="2169" y="25625"/>
                  </a:cubicBezTo>
                  <a:cubicBezTo>
                    <a:pt x="2183" y="25628"/>
                    <a:pt x="2196" y="25629"/>
                    <a:pt x="2208" y="25629"/>
                  </a:cubicBezTo>
                  <a:cubicBezTo>
                    <a:pt x="2340" y="25629"/>
                    <a:pt x="2351" y="25475"/>
                    <a:pt x="2376" y="25380"/>
                  </a:cubicBezTo>
                  <a:cubicBezTo>
                    <a:pt x="2397" y="25279"/>
                    <a:pt x="2346" y="24133"/>
                    <a:pt x="2444" y="24133"/>
                  </a:cubicBezTo>
                  <a:cubicBezTo>
                    <a:pt x="2451" y="24133"/>
                    <a:pt x="2460" y="24140"/>
                    <a:pt x="2469" y="24154"/>
                  </a:cubicBezTo>
                  <a:cubicBezTo>
                    <a:pt x="2600" y="24350"/>
                    <a:pt x="2529" y="25353"/>
                    <a:pt x="2632" y="25385"/>
                  </a:cubicBezTo>
                  <a:cubicBezTo>
                    <a:pt x="2632" y="25385"/>
                    <a:pt x="2672" y="25404"/>
                    <a:pt x="2719" y="25404"/>
                  </a:cubicBezTo>
                  <a:cubicBezTo>
                    <a:pt x="2796" y="25404"/>
                    <a:pt x="2895" y="25356"/>
                    <a:pt x="2889" y="25107"/>
                  </a:cubicBezTo>
                  <a:cubicBezTo>
                    <a:pt x="2878" y="24704"/>
                    <a:pt x="3025" y="22966"/>
                    <a:pt x="3036" y="22563"/>
                  </a:cubicBezTo>
                  <a:cubicBezTo>
                    <a:pt x="3047" y="22007"/>
                    <a:pt x="2731" y="21228"/>
                    <a:pt x="2812" y="21097"/>
                  </a:cubicBezTo>
                  <a:cubicBezTo>
                    <a:pt x="2894" y="20966"/>
                    <a:pt x="3510" y="18950"/>
                    <a:pt x="3782" y="18133"/>
                  </a:cubicBezTo>
                  <a:cubicBezTo>
                    <a:pt x="4055" y="17315"/>
                    <a:pt x="4055" y="15185"/>
                    <a:pt x="4224" y="14912"/>
                  </a:cubicBezTo>
                  <a:cubicBezTo>
                    <a:pt x="4353" y="14693"/>
                    <a:pt x="4648" y="13388"/>
                    <a:pt x="4852" y="13388"/>
                  </a:cubicBezTo>
                  <a:cubicBezTo>
                    <a:pt x="4907" y="13388"/>
                    <a:pt x="4955" y="13481"/>
                    <a:pt x="4992" y="13714"/>
                  </a:cubicBezTo>
                  <a:cubicBezTo>
                    <a:pt x="5172" y="14814"/>
                    <a:pt x="5444" y="17517"/>
                    <a:pt x="5362" y="18111"/>
                  </a:cubicBezTo>
                  <a:cubicBezTo>
                    <a:pt x="5275" y="18705"/>
                    <a:pt x="5041" y="19724"/>
                    <a:pt x="5101" y="20301"/>
                  </a:cubicBezTo>
                  <a:cubicBezTo>
                    <a:pt x="5161" y="20884"/>
                    <a:pt x="4540" y="22067"/>
                    <a:pt x="4425" y="23418"/>
                  </a:cubicBezTo>
                  <a:cubicBezTo>
                    <a:pt x="4316" y="24770"/>
                    <a:pt x="4556" y="28311"/>
                    <a:pt x="4758" y="29227"/>
                  </a:cubicBezTo>
                  <a:cubicBezTo>
                    <a:pt x="4959" y="30137"/>
                    <a:pt x="4316" y="32060"/>
                    <a:pt x="4245" y="32447"/>
                  </a:cubicBezTo>
                  <a:cubicBezTo>
                    <a:pt x="4175" y="32840"/>
                    <a:pt x="4185" y="33929"/>
                    <a:pt x="4104" y="35330"/>
                  </a:cubicBezTo>
                  <a:cubicBezTo>
                    <a:pt x="4022" y="36730"/>
                    <a:pt x="4458" y="39760"/>
                    <a:pt x="4294" y="40283"/>
                  </a:cubicBezTo>
                  <a:cubicBezTo>
                    <a:pt x="4125" y="40806"/>
                    <a:pt x="1259" y="44032"/>
                    <a:pt x="1614" y="44538"/>
                  </a:cubicBezTo>
                  <a:cubicBezTo>
                    <a:pt x="1806" y="44809"/>
                    <a:pt x="2162" y="44946"/>
                    <a:pt x="2527" y="44946"/>
                  </a:cubicBezTo>
                  <a:cubicBezTo>
                    <a:pt x="2845" y="44946"/>
                    <a:pt x="3169" y="44842"/>
                    <a:pt x="3395" y="44631"/>
                  </a:cubicBezTo>
                  <a:cubicBezTo>
                    <a:pt x="3875" y="44184"/>
                    <a:pt x="4600" y="43520"/>
                    <a:pt x="4970" y="43236"/>
                  </a:cubicBezTo>
                  <a:cubicBezTo>
                    <a:pt x="5335" y="42947"/>
                    <a:pt x="6191" y="42795"/>
                    <a:pt x="6060" y="41089"/>
                  </a:cubicBezTo>
                  <a:cubicBezTo>
                    <a:pt x="6060" y="41089"/>
                    <a:pt x="5831" y="38550"/>
                    <a:pt x="6616" y="36872"/>
                  </a:cubicBezTo>
                  <a:cubicBezTo>
                    <a:pt x="7400" y="35188"/>
                    <a:pt x="7041" y="32840"/>
                    <a:pt x="7128" y="32082"/>
                  </a:cubicBezTo>
                  <a:cubicBezTo>
                    <a:pt x="7210" y="31325"/>
                    <a:pt x="7280" y="30093"/>
                    <a:pt x="7744" y="29216"/>
                  </a:cubicBezTo>
                  <a:cubicBezTo>
                    <a:pt x="8125" y="28491"/>
                    <a:pt x="8588" y="25936"/>
                    <a:pt x="8855" y="25058"/>
                  </a:cubicBezTo>
                  <a:cubicBezTo>
                    <a:pt x="9128" y="25936"/>
                    <a:pt x="9591" y="28491"/>
                    <a:pt x="9972" y="29216"/>
                  </a:cubicBezTo>
                  <a:cubicBezTo>
                    <a:pt x="10435" y="30093"/>
                    <a:pt x="10506" y="31325"/>
                    <a:pt x="10588" y="32082"/>
                  </a:cubicBezTo>
                  <a:cubicBezTo>
                    <a:pt x="10670" y="32840"/>
                    <a:pt x="10316" y="35188"/>
                    <a:pt x="11100" y="36872"/>
                  </a:cubicBezTo>
                  <a:cubicBezTo>
                    <a:pt x="11879" y="38556"/>
                    <a:pt x="11656" y="41089"/>
                    <a:pt x="11656" y="41089"/>
                  </a:cubicBezTo>
                  <a:cubicBezTo>
                    <a:pt x="11525" y="42789"/>
                    <a:pt x="12381" y="42947"/>
                    <a:pt x="12746" y="43236"/>
                  </a:cubicBezTo>
                  <a:cubicBezTo>
                    <a:pt x="13111" y="43520"/>
                    <a:pt x="13836" y="44184"/>
                    <a:pt x="14321" y="44631"/>
                  </a:cubicBezTo>
                  <a:cubicBezTo>
                    <a:pt x="14546" y="44842"/>
                    <a:pt x="14871" y="44946"/>
                    <a:pt x="15188" y="44946"/>
                  </a:cubicBezTo>
                  <a:cubicBezTo>
                    <a:pt x="15552" y="44946"/>
                    <a:pt x="15908" y="44809"/>
                    <a:pt x="16097" y="44538"/>
                  </a:cubicBezTo>
                  <a:cubicBezTo>
                    <a:pt x="16457" y="44026"/>
                    <a:pt x="13585" y="40806"/>
                    <a:pt x="13421" y="40283"/>
                  </a:cubicBezTo>
                  <a:cubicBezTo>
                    <a:pt x="13253" y="39760"/>
                    <a:pt x="13694" y="36730"/>
                    <a:pt x="13612" y="35330"/>
                  </a:cubicBezTo>
                  <a:cubicBezTo>
                    <a:pt x="13525" y="33929"/>
                    <a:pt x="13541" y="32840"/>
                    <a:pt x="13470" y="32447"/>
                  </a:cubicBezTo>
                  <a:cubicBezTo>
                    <a:pt x="13394" y="32060"/>
                    <a:pt x="12757" y="30137"/>
                    <a:pt x="12958" y="29227"/>
                  </a:cubicBezTo>
                  <a:cubicBezTo>
                    <a:pt x="13160" y="28311"/>
                    <a:pt x="13400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75" y="19724"/>
                    <a:pt x="12435" y="18705"/>
                    <a:pt x="12353" y="18111"/>
                  </a:cubicBezTo>
                  <a:cubicBezTo>
                    <a:pt x="12272" y="17517"/>
                    <a:pt x="12544" y="14814"/>
                    <a:pt x="12724" y="13714"/>
                  </a:cubicBezTo>
                  <a:cubicBezTo>
                    <a:pt x="12761" y="13482"/>
                    <a:pt x="12809" y="13389"/>
                    <a:pt x="12863" y="13389"/>
                  </a:cubicBezTo>
                  <a:cubicBezTo>
                    <a:pt x="13068" y="13389"/>
                    <a:pt x="13363" y="14697"/>
                    <a:pt x="13492" y="14912"/>
                  </a:cubicBezTo>
                  <a:cubicBezTo>
                    <a:pt x="13656" y="15185"/>
                    <a:pt x="13656" y="17315"/>
                    <a:pt x="13928" y="18133"/>
                  </a:cubicBezTo>
                  <a:cubicBezTo>
                    <a:pt x="14201" y="18950"/>
                    <a:pt x="14822" y="20966"/>
                    <a:pt x="14904" y="21097"/>
                  </a:cubicBezTo>
                  <a:cubicBezTo>
                    <a:pt x="14985" y="21228"/>
                    <a:pt x="14533" y="21893"/>
                    <a:pt x="14789" y="23342"/>
                  </a:cubicBezTo>
                  <a:cubicBezTo>
                    <a:pt x="14865" y="23925"/>
                    <a:pt x="14904" y="24513"/>
                    <a:pt x="14904" y="25102"/>
                  </a:cubicBezTo>
                  <a:cubicBezTo>
                    <a:pt x="14897" y="25359"/>
                    <a:pt x="14969" y="25406"/>
                    <a:pt x="15023" y="25406"/>
                  </a:cubicBezTo>
                  <a:cubicBezTo>
                    <a:pt x="15054" y="25406"/>
                    <a:pt x="15078" y="25391"/>
                    <a:pt x="15078" y="25391"/>
                  </a:cubicBezTo>
                  <a:cubicBezTo>
                    <a:pt x="15187" y="25353"/>
                    <a:pt x="15149" y="24230"/>
                    <a:pt x="15285" y="24029"/>
                  </a:cubicBezTo>
                  <a:cubicBezTo>
                    <a:pt x="15294" y="24015"/>
                    <a:pt x="15302" y="24008"/>
                    <a:pt x="15309" y="24008"/>
                  </a:cubicBezTo>
                  <a:cubicBezTo>
                    <a:pt x="15408" y="24008"/>
                    <a:pt x="15320" y="25278"/>
                    <a:pt x="15345" y="25374"/>
                  </a:cubicBezTo>
                  <a:cubicBezTo>
                    <a:pt x="15365" y="25474"/>
                    <a:pt x="15376" y="25629"/>
                    <a:pt x="15507" y="25629"/>
                  </a:cubicBezTo>
                  <a:cubicBezTo>
                    <a:pt x="15519" y="25629"/>
                    <a:pt x="15532" y="25628"/>
                    <a:pt x="15547" y="25625"/>
                  </a:cubicBezTo>
                  <a:cubicBezTo>
                    <a:pt x="15715" y="25587"/>
                    <a:pt x="15557" y="24383"/>
                    <a:pt x="15677" y="24110"/>
                  </a:cubicBezTo>
                  <a:cubicBezTo>
                    <a:pt x="15685" y="24092"/>
                    <a:pt x="15693" y="24083"/>
                    <a:pt x="15700" y="24083"/>
                  </a:cubicBezTo>
                  <a:cubicBezTo>
                    <a:pt x="15800" y="24083"/>
                    <a:pt x="15863" y="25701"/>
                    <a:pt x="16091" y="25767"/>
                  </a:cubicBezTo>
                  <a:cubicBezTo>
                    <a:pt x="16099" y="25769"/>
                    <a:pt x="16107" y="25770"/>
                    <a:pt x="16114" y="25770"/>
                  </a:cubicBezTo>
                  <a:cubicBezTo>
                    <a:pt x="16337" y="25770"/>
                    <a:pt x="16259" y="24741"/>
                    <a:pt x="16222" y="24546"/>
                  </a:cubicBezTo>
                  <a:cubicBezTo>
                    <a:pt x="16194" y="24377"/>
                    <a:pt x="16231" y="23997"/>
                    <a:pt x="16311" y="23997"/>
                  </a:cubicBezTo>
                  <a:cubicBezTo>
                    <a:pt x="16324" y="23997"/>
                    <a:pt x="16338" y="24007"/>
                    <a:pt x="16353" y="24029"/>
                  </a:cubicBezTo>
                  <a:cubicBezTo>
                    <a:pt x="16454" y="24178"/>
                    <a:pt x="16758" y="25600"/>
                    <a:pt x="16945" y="25600"/>
                  </a:cubicBezTo>
                  <a:cubicBezTo>
                    <a:pt x="16949" y="25600"/>
                    <a:pt x="16954" y="25599"/>
                    <a:pt x="16958" y="25598"/>
                  </a:cubicBezTo>
                  <a:cubicBezTo>
                    <a:pt x="17247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7" y="23718"/>
                    <a:pt x="17110" y="23892"/>
                  </a:cubicBezTo>
                  <a:cubicBezTo>
                    <a:pt x="17203" y="23991"/>
                    <a:pt x="17343" y="24036"/>
                    <a:pt x="17458" y="24036"/>
                  </a:cubicBezTo>
                  <a:cubicBezTo>
                    <a:pt x="17552" y="24036"/>
                    <a:pt x="17631" y="24006"/>
                    <a:pt x="17655" y="23952"/>
                  </a:cubicBezTo>
                  <a:cubicBezTo>
                    <a:pt x="17715" y="23832"/>
                    <a:pt x="17187" y="22971"/>
                    <a:pt x="17116" y="22334"/>
                  </a:cubicBezTo>
                  <a:cubicBezTo>
                    <a:pt x="17045" y="21691"/>
                    <a:pt x="16168" y="20874"/>
                    <a:pt x="16168" y="20874"/>
                  </a:cubicBezTo>
                  <a:cubicBezTo>
                    <a:pt x="16320" y="18422"/>
                    <a:pt x="15470" y="16324"/>
                    <a:pt x="15519" y="15485"/>
                  </a:cubicBezTo>
                  <a:cubicBezTo>
                    <a:pt x="15563" y="14640"/>
                    <a:pt x="15443" y="12825"/>
                    <a:pt x="15269" y="12542"/>
                  </a:cubicBezTo>
                  <a:cubicBezTo>
                    <a:pt x="15089" y="12259"/>
                    <a:pt x="14958" y="11692"/>
                    <a:pt x="14936" y="9725"/>
                  </a:cubicBezTo>
                  <a:cubicBezTo>
                    <a:pt x="14914" y="7758"/>
                    <a:pt x="13122" y="7338"/>
                    <a:pt x="12544" y="7278"/>
                  </a:cubicBezTo>
                  <a:cubicBezTo>
                    <a:pt x="11961" y="7224"/>
                    <a:pt x="10185" y="5976"/>
                    <a:pt x="10092" y="5851"/>
                  </a:cubicBezTo>
                  <a:cubicBezTo>
                    <a:pt x="9994" y="5725"/>
                    <a:pt x="10125" y="5022"/>
                    <a:pt x="10125" y="5022"/>
                  </a:cubicBezTo>
                  <a:cubicBezTo>
                    <a:pt x="10659" y="4690"/>
                    <a:pt x="10670" y="3965"/>
                    <a:pt x="10670" y="3965"/>
                  </a:cubicBezTo>
                  <a:cubicBezTo>
                    <a:pt x="11253" y="3965"/>
                    <a:pt x="11422" y="3420"/>
                    <a:pt x="11498" y="2946"/>
                  </a:cubicBezTo>
                  <a:cubicBezTo>
                    <a:pt x="11550" y="2641"/>
                    <a:pt x="11381" y="2585"/>
                    <a:pt x="11251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5" y="1"/>
                    <a:pt x="9003" y="1"/>
                  </a:cubicBezTo>
                  <a:cubicBezTo>
                    <a:pt x="8947" y="1"/>
                    <a:pt x="8897" y="2"/>
                    <a:pt x="8855" y="4"/>
                  </a:cubicBezTo>
                  <a:cubicBezTo>
                    <a:pt x="8814" y="2"/>
                    <a:pt x="8764" y="1"/>
                    <a:pt x="87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20" name="Google Shape;5820;p67"/>
            <p:cNvGrpSpPr/>
            <p:nvPr/>
          </p:nvGrpSpPr>
          <p:grpSpPr>
            <a:xfrm>
              <a:off x="4135514" y="3261886"/>
              <a:ext cx="409996" cy="1125132"/>
              <a:chOff x="4135514" y="3261886"/>
              <a:chExt cx="409996" cy="1125132"/>
            </a:xfrm>
          </p:grpSpPr>
          <p:sp>
            <p:nvSpPr>
              <p:cNvPr id="5821" name="Google Shape;5821;p67"/>
              <p:cNvSpPr/>
              <p:nvPr/>
            </p:nvSpPr>
            <p:spPr>
              <a:xfrm>
                <a:off x="4162100" y="4273342"/>
                <a:ext cx="104805" cy="113676"/>
              </a:xfrm>
              <a:custGeom>
                <a:rect b="b" l="l" r="r" t="t"/>
                <a:pathLst>
                  <a:path extrusionOk="0" h="4498" w="4147">
                    <a:moveTo>
                      <a:pt x="2730" y="1"/>
                    </a:moveTo>
                    <a:cubicBezTo>
                      <a:pt x="2725" y="39"/>
                      <a:pt x="2714" y="77"/>
                      <a:pt x="2703" y="115"/>
                    </a:cubicBezTo>
                    <a:cubicBezTo>
                      <a:pt x="2638" y="328"/>
                      <a:pt x="2305" y="769"/>
                      <a:pt x="1728" y="1532"/>
                    </a:cubicBezTo>
                    <a:cubicBezTo>
                      <a:pt x="1319" y="2066"/>
                      <a:pt x="861" y="2665"/>
                      <a:pt x="518" y="3183"/>
                    </a:cubicBezTo>
                    <a:cubicBezTo>
                      <a:pt x="22" y="3929"/>
                      <a:pt x="0" y="4147"/>
                      <a:pt x="6" y="4191"/>
                    </a:cubicBezTo>
                    <a:cubicBezTo>
                      <a:pt x="147" y="4382"/>
                      <a:pt x="414" y="4496"/>
                      <a:pt x="730" y="4496"/>
                    </a:cubicBezTo>
                    <a:cubicBezTo>
                      <a:pt x="744" y="4497"/>
                      <a:pt x="758" y="4497"/>
                      <a:pt x="772" y="4497"/>
                    </a:cubicBezTo>
                    <a:cubicBezTo>
                      <a:pt x="1019" y="4497"/>
                      <a:pt x="1259" y="4405"/>
                      <a:pt x="1450" y="4240"/>
                    </a:cubicBezTo>
                    <a:cubicBezTo>
                      <a:pt x="1957" y="3771"/>
                      <a:pt x="2670" y="3118"/>
                      <a:pt x="3041" y="2829"/>
                    </a:cubicBezTo>
                    <a:cubicBezTo>
                      <a:pt x="3117" y="2774"/>
                      <a:pt x="3193" y="2725"/>
                      <a:pt x="3275" y="2676"/>
                    </a:cubicBezTo>
                    <a:cubicBezTo>
                      <a:pt x="3662" y="2453"/>
                      <a:pt x="4147" y="2164"/>
                      <a:pt x="4049" y="878"/>
                    </a:cubicBezTo>
                    <a:cubicBezTo>
                      <a:pt x="4043" y="851"/>
                      <a:pt x="4027" y="638"/>
                      <a:pt x="4022" y="317"/>
                    </a:cubicBezTo>
                    <a:cubicBezTo>
                      <a:pt x="3842" y="224"/>
                      <a:pt x="3662" y="159"/>
                      <a:pt x="3471" y="110"/>
                    </a:cubicBezTo>
                    <a:cubicBezTo>
                      <a:pt x="3455" y="119"/>
                      <a:pt x="3437" y="123"/>
                      <a:pt x="3420" y="123"/>
                    </a:cubicBezTo>
                    <a:cubicBezTo>
                      <a:pt x="3388" y="123"/>
                      <a:pt x="3357" y="108"/>
                      <a:pt x="3335" y="83"/>
                    </a:cubicBezTo>
                    <a:cubicBezTo>
                      <a:pt x="3133" y="39"/>
                      <a:pt x="2932" y="12"/>
                      <a:pt x="273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2" name="Google Shape;5822;p67"/>
              <p:cNvSpPr/>
              <p:nvPr/>
            </p:nvSpPr>
            <p:spPr>
              <a:xfrm>
                <a:off x="4225029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616" y="1"/>
                    </a:moveTo>
                    <a:cubicBezTo>
                      <a:pt x="524" y="508"/>
                      <a:pt x="387" y="1014"/>
                      <a:pt x="284" y="1396"/>
                    </a:cubicBezTo>
                    <a:cubicBezTo>
                      <a:pt x="229" y="1586"/>
                      <a:pt x="186" y="1745"/>
                      <a:pt x="175" y="1821"/>
                    </a:cubicBezTo>
                    <a:cubicBezTo>
                      <a:pt x="137" y="2022"/>
                      <a:pt x="126" y="2464"/>
                      <a:pt x="104" y="3020"/>
                    </a:cubicBezTo>
                    <a:cubicBezTo>
                      <a:pt x="93" y="3477"/>
                      <a:pt x="71" y="4049"/>
                      <a:pt x="39" y="4676"/>
                    </a:cubicBezTo>
                    <a:cubicBezTo>
                      <a:pt x="1" y="5346"/>
                      <a:pt x="82" y="6436"/>
                      <a:pt x="159" y="7401"/>
                    </a:cubicBezTo>
                    <a:cubicBezTo>
                      <a:pt x="229" y="8321"/>
                      <a:pt x="278" y="8981"/>
                      <a:pt x="262" y="9379"/>
                    </a:cubicBezTo>
                    <a:cubicBezTo>
                      <a:pt x="453" y="9389"/>
                      <a:pt x="643" y="9411"/>
                      <a:pt x="834" y="9449"/>
                    </a:cubicBezTo>
                    <a:cubicBezTo>
                      <a:pt x="829" y="7902"/>
                      <a:pt x="774" y="6349"/>
                      <a:pt x="1243" y="4850"/>
                    </a:cubicBezTo>
                    <a:cubicBezTo>
                      <a:pt x="1711" y="3352"/>
                      <a:pt x="2077" y="1772"/>
                      <a:pt x="1886" y="186"/>
                    </a:cubicBezTo>
                    <a:cubicBezTo>
                      <a:pt x="1886" y="181"/>
                      <a:pt x="1886" y="175"/>
                      <a:pt x="1886" y="164"/>
                    </a:cubicBezTo>
                    <a:cubicBezTo>
                      <a:pt x="1818" y="169"/>
                      <a:pt x="1749" y="171"/>
                      <a:pt x="1681" y="171"/>
                    </a:cubicBezTo>
                    <a:cubicBezTo>
                      <a:pt x="1319" y="171"/>
                      <a:pt x="960" y="111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3" name="Google Shape;5823;p67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67"/>
              <p:cNvSpPr/>
              <p:nvPr/>
            </p:nvSpPr>
            <p:spPr>
              <a:xfrm>
                <a:off x="4275296" y="3998882"/>
                <a:ext cx="28533" cy="31843"/>
              </a:xfrm>
              <a:custGeom>
                <a:rect b="b" l="l" r="r" t="t"/>
                <a:pathLst>
                  <a:path extrusionOk="0" h="1260" w="1129">
                    <a:moveTo>
                      <a:pt x="98" y="1"/>
                    </a:moveTo>
                    <a:cubicBezTo>
                      <a:pt x="0" y="203"/>
                      <a:pt x="11" y="497"/>
                      <a:pt x="6" y="715"/>
                    </a:cubicBezTo>
                    <a:cubicBezTo>
                      <a:pt x="0" y="851"/>
                      <a:pt x="0" y="987"/>
                      <a:pt x="11" y="1129"/>
                    </a:cubicBezTo>
                    <a:cubicBezTo>
                      <a:pt x="11" y="1156"/>
                      <a:pt x="28" y="1216"/>
                      <a:pt x="33" y="1260"/>
                    </a:cubicBezTo>
                    <a:cubicBezTo>
                      <a:pt x="311" y="1232"/>
                      <a:pt x="583" y="1162"/>
                      <a:pt x="845" y="1064"/>
                    </a:cubicBezTo>
                    <a:cubicBezTo>
                      <a:pt x="910" y="720"/>
                      <a:pt x="1003" y="388"/>
                      <a:pt x="1128" y="66"/>
                    </a:cubicBezTo>
                    <a:lnTo>
                      <a:pt x="1128" y="66"/>
                    </a:lnTo>
                    <a:cubicBezTo>
                      <a:pt x="1060" y="69"/>
                      <a:pt x="992" y="70"/>
                      <a:pt x="923" y="70"/>
                    </a:cubicBezTo>
                    <a:cubicBezTo>
                      <a:pt x="701" y="70"/>
                      <a:pt x="477" y="56"/>
                      <a:pt x="256" y="23"/>
                    </a:cubicBezTo>
                    <a:lnTo>
                      <a:pt x="98" y="1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5" name="Google Shape;5825;p67"/>
              <p:cNvSpPr/>
              <p:nvPr/>
            </p:nvSpPr>
            <p:spPr>
              <a:xfrm>
                <a:off x="4249821" y="3735315"/>
                <a:ext cx="88984" cy="140212"/>
              </a:xfrm>
              <a:custGeom>
                <a:rect b="b" l="l" r="r" t="t"/>
                <a:pathLst>
                  <a:path extrusionOk="0" h="5548" w="3521">
                    <a:moveTo>
                      <a:pt x="175" y="1"/>
                    </a:moveTo>
                    <a:cubicBezTo>
                      <a:pt x="93" y="480"/>
                      <a:pt x="11" y="1003"/>
                      <a:pt x="49" y="1341"/>
                    </a:cubicBezTo>
                    <a:cubicBezTo>
                      <a:pt x="60" y="1510"/>
                      <a:pt x="44" y="1679"/>
                      <a:pt x="0" y="1842"/>
                    </a:cubicBezTo>
                    <a:cubicBezTo>
                      <a:pt x="16" y="1842"/>
                      <a:pt x="32" y="1841"/>
                      <a:pt x="48" y="1841"/>
                    </a:cubicBezTo>
                    <a:cubicBezTo>
                      <a:pt x="608" y="1841"/>
                      <a:pt x="1134" y="2216"/>
                      <a:pt x="1515" y="2714"/>
                    </a:cubicBezTo>
                    <a:cubicBezTo>
                      <a:pt x="1864" y="3156"/>
                      <a:pt x="2109" y="3668"/>
                      <a:pt x="2403" y="4136"/>
                    </a:cubicBezTo>
                    <a:cubicBezTo>
                      <a:pt x="2719" y="4632"/>
                      <a:pt x="3133" y="5106"/>
                      <a:pt x="3520" y="5548"/>
                    </a:cubicBezTo>
                    <a:lnTo>
                      <a:pt x="3520" y="2071"/>
                    </a:lnTo>
                    <a:cubicBezTo>
                      <a:pt x="3210" y="1908"/>
                      <a:pt x="2866" y="1826"/>
                      <a:pt x="2556" y="1679"/>
                    </a:cubicBezTo>
                    <a:cubicBezTo>
                      <a:pt x="2523" y="1668"/>
                      <a:pt x="2496" y="1652"/>
                      <a:pt x="2463" y="1635"/>
                    </a:cubicBezTo>
                    <a:cubicBezTo>
                      <a:pt x="2180" y="1488"/>
                      <a:pt x="1918" y="1303"/>
                      <a:pt x="1684" y="1085"/>
                    </a:cubicBezTo>
                    <a:cubicBezTo>
                      <a:pt x="1237" y="665"/>
                      <a:pt x="796" y="71"/>
                      <a:pt x="1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6" name="Google Shape;5826;p67"/>
              <p:cNvSpPr/>
              <p:nvPr/>
            </p:nvSpPr>
            <p:spPr>
              <a:xfrm>
                <a:off x="4254901" y="3692352"/>
                <a:ext cx="59795" cy="78648"/>
              </a:xfrm>
              <a:custGeom>
                <a:rect b="b" l="l" r="r" t="t"/>
                <a:pathLst>
                  <a:path extrusionOk="0" h="3112" w="2366">
                    <a:moveTo>
                      <a:pt x="104" y="1"/>
                    </a:moveTo>
                    <a:cubicBezTo>
                      <a:pt x="126" y="300"/>
                      <a:pt x="126" y="600"/>
                      <a:pt x="104" y="900"/>
                    </a:cubicBezTo>
                    <a:cubicBezTo>
                      <a:pt x="83" y="1058"/>
                      <a:pt x="50" y="1248"/>
                      <a:pt x="12" y="1450"/>
                    </a:cubicBezTo>
                    <a:cubicBezTo>
                      <a:pt x="12" y="1472"/>
                      <a:pt x="6" y="1494"/>
                      <a:pt x="1" y="1515"/>
                    </a:cubicBezTo>
                    <a:cubicBezTo>
                      <a:pt x="508" y="1581"/>
                      <a:pt x="905" y="1935"/>
                      <a:pt x="1281" y="2316"/>
                    </a:cubicBezTo>
                    <a:cubicBezTo>
                      <a:pt x="1587" y="2627"/>
                      <a:pt x="1903" y="2910"/>
                      <a:pt x="2290" y="3112"/>
                    </a:cubicBezTo>
                    <a:cubicBezTo>
                      <a:pt x="2366" y="2463"/>
                      <a:pt x="2197" y="1733"/>
                      <a:pt x="2126" y="1101"/>
                    </a:cubicBezTo>
                    <a:lnTo>
                      <a:pt x="2093" y="834"/>
                    </a:lnTo>
                    <a:cubicBezTo>
                      <a:pt x="1423" y="513"/>
                      <a:pt x="856" y="11"/>
                      <a:pt x="1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7" name="Google Shape;5827;p67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8" name="Google Shape;5828;p67"/>
              <p:cNvSpPr/>
              <p:nvPr/>
            </p:nvSpPr>
            <p:spPr>
              <a:xfrm>
                <a:off x="4250225" y="3610570"/>
                <a:ext cx="53603" cy="59213"/>
              </a:xfrm>
              <a:custGeom>
                <a:rect b="b" l="l" r="r" t="t"/>
                <a:pathLst>
                  <a:path extrusionOk="0" h="2343" w="2121">
                    <a:moveTo>
                      <a:pt x="565" y="0"/>
                    </a:moveTo>
                    <a:cubicBezTo>
                      <a:pt x="376" y="0"/>
                      <a:pt x="187" y="59"/>
                      <a:pt x="1" y="207"/>
                    </a:cubicBezTo>
                    <a:cubicBezTo>
                      <a:pt x="44" y="518"/>
                      <a:pt x="88" y="888"/>
                      <a:pt x="126" y="1269"/>
                    </a:cubicBezTo>
                    <a:cubicBezTo>
                      <a:pt x="480" y="1269"/>
                      <a:pt x="818" y="1384"/>
                      <a:pt x="1096" y="1596"/>
                    </a:cubicBezTo>
                    <a:cubicBezTo>
                      <a:pt x="1434" y="1847"/>
                      <a:pt x="1739" y="2152"/>
                      <a:pt x="2120" y="2343"/>
                    </a:cubicBezTo>
                    <a:cubicBezTo>
                      <a:pt x="2099" y="2000"/>
                      <a:pt x="2088" y="1662"/>
                      <a:pt x="2093" y="1319"/>
                    </a:cubicBezTo>
                    <a:cubicBezTo>
                      <a:pt x="2093" y="1128"/>
                      <a:pt x="2099" y="926"/>
                      <a:pt x="2115" y="725"/>
                    </a:cubicBezTo>
                    <a:cubicBezTo>
                      <a:pt x="1636" y="471"/>
                      <a:pt x="1100" y="0"/>
                      <a:pt x="56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9" name="Google Shape;5829;p67"/>
              <p:cNvSpPr/>
              <p:nvPr/>
            </p:nvSpPr>
            <p:spPr>
              <a:xfrm>
                <a:off x="419141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682" y="0"/>
                    </a:moveTo>
                    <a:lnTo>
                      <a:pt x="2682" y="0"/>
                    </a:lnTo>
                    <a:cubicBezTo>
                      <a:pt x="2540" y="65"/>
                      <a:pt x="2388" y="109"/>
                      <a:pt x="2235" y="136"/>
                    </a:cubicBezTo>
                    <a:cubicBezTo>
                      <a:pt x="1875" y="169"/>
                      <a:pt x="55" y="452"/>
                      <a:pt x="39" y="2365"/>
                    </a:cubicBezTo>
                    <a:cubicBezTo>
                      <a:pt x="34" y="2855"/>
                      <a:pt x="17" y="3264"/>
                      <a:pt x="1" y="3602"/>
                    </a:cubicBezTo>
                    <a:cubicBezTo>
                      <a:pt x="306" y="3733"/>
                      <a:pt x="633" y="3803"/>
                      <a:pt x="965" y="3803"/>
                    </a:cubicBezTo>
                    <a:cubicBezTo>
                      <a:pt x="1510" y="3782"/>
                      <a:pt x="1805" y="3449"/>
                      <a:pt x="2170" y="3101"/>
                    </a:cubicBezTo>
                    <a:cubicBezTo>
                      <a:pt x="2431" y="2071"/>
                      <a:pt x="2704" y="1046"/>
                      <a:pt x="26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0" name="Google Shape;5830;p67"/>
              <p:cNvSpPr/>
              <p:nvPr/>
            </p:nvSpPr>
            <p:spPr>
              <a:xfrm>
                <a:off x="4135514" y="3814216"/>
                <a:ext cx="49458" cy="46982"/>
              </a:xfrm>
              <a:custGeom>
                <a:rect b="b" l="l" r="r" t="t"/>
                <a:pathLst>
                  <a:path extrusionOk="0" h="1859" w="1957">
                    <a:moveTo>
                      <a:pt x="1341" y="1"/>
                    </a:moveTo>
                    <a:cubicBezTo>
                      <a:pt x="1330" y="12"/>
                      <a:pt x="1325" y="23"/>
                      <a:pt x="1319" y="28"/>
                    </a:cubicBezTo>
                    <a:cubicBezTo>
                      <a:pt x="965" y="420"/>
                      <a:pt x="458" y="573"/>
                      <a:pt x="1" y="796"/>
                    </a:cubicBezTo>
                    <a:cubicBezTo>
                      <a:pt x="230" y="1167"/>
                      <a:pt x="1041" y="1799"/>
                      <a:pt x="1663" y="1859"/>
                    </a:cubicBezTo>
                    <a:cubicBezTo>
                      <a:pt x="1676" y="1854"/>
                      <a:pt x="1690" y="1853"/>
                      <a:pt x="1704" y="1853"/>
                    </a:cubicBezTo>
                    <a:cubicBezTo>
                      <a:pt x="1724" y="1853"/>
                      <a:pt x="1744" y="1856"/>
                      <a:pt x="1766" y="1859"/>
                    </a:cubicBezTo>
                    <a:cubicBezTo>
                      <a:pt x="1832" y="1859"/>
                      <a:pt x="1897" y="1854"/>
                      <a:pt x="1957" y="1832"/>
                    </a:cubicBezTo>
                    <a:cubicBezTo>
                      <a:pt x="1570" y="1314"/>
                      <a:pt x="1325" y="628"/>
                      <a:pt x="1341" y="23"/>
                    </a:cubicBezTo>
                    <a:cubicBezTo>
                      <a:pt x="1341" y="12"/>
                      <a:pt x="1341" y="6"/>
                      <a:pt x="1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1" name="Google Shape;5831;p67"/>
              <p:cNvSpPr/>
              <p:nvPr/>
            </p:nvSpPr>
            <p:spPr>
              <a:xfrm>
                <a:off x="4158790" y="3647595"/>
                <a:ext cx="38313" cy="142840"/>
              </a:xfrm>
              <a:custGeom>
                <a:rect b="b" l="l" r="r" t="t"/>
                <a:pathLst>
                  <a:path extrusionOk="0" h="5652" w="1516">
                    <a:moveTo>
                      <a:pt x="747" y="1"/>
                    </a:moveTo>
                    <a:lnTo>
                      <a:pt x="747" y="1"/>
                    </a:lnTo>
                    <a:cubicBezTo>
                      <a:pt x="763" y="338"/>
                      <a:pt x="660" y="823"/>
                      <a:pt x="524" y="1445"/>
                    </a:cubicBezTo>
                    <a:cubicBezTo>
                      <a:pt x="306" y="2464"/>
                      <a:pt x="1" y="3859"/>
                      <a:pt x="93" y="5379"/>
                    </a:cubicBezTo>
                    <a:cubicBezTo>
                      <a:pt x="257" y="5428"/>
                      <a:pt x="398" y="5520"/>
                      <a:pt x="502" y="5651"/>
                    </a:cubicBezTo>
                    <a:cubicBezTo>
                      <a:pt x="605" y="3804"/>
                      <a:pt x="1483" y="2088"/>
                      <a:pt x="1515" y="235"/>
                    </a:cubicBezTo>
                    <a:cubicBezTo>
                      <a:pt x="1248" y="186"/>
                      <a:pt x="992" y="110"/>
                      <a:pt x="74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2" name="Google Shape;5832;p67"/>
              <p:cNvSpPr/>
              <p:nvPr/>
            </p:nvSpPr>
            <p:spPr>
              <a:xfrm>
                <a:off x="4176278" y="3654342"/>
                <a:ext cx="38313" cy="138569"/>
              </a:xfrm>
              <a:custGeom>
                <a:rect b="b" l="l" r="r" t="t"/>
                <a:pathLst>
                  <a:path extrusionOk="0" h="5483" w="1516">
                    <a:moveTo>
                      <a:pt x="1014" y="1"/>
                    </a:moveTo>
                    <a:cubicBezTo>
                      <a:pt x="976" y="1875"/>
                      <a:pt x="71" y="3608"/>
                      <a:pt x="1" y="5482"/>
                    </a:cubicBezTo>
                    <a:cubicBezTo>
                      <a:pt x="28" y="5455"/>
                      <a:pt x="61" y="5428"/>
                      <a:pt x="88" y="5401"/>
                    </a:cubicBezTo>
                    <a:cubicBezTo>
                      <a:pt x="131" y="5362"/>
                      <a:pt x="186" y="5335"/>
                      <a:pt x="240" y="5319"/>
                    </a:cubicBezTo>
                    <a:cubicBezTo>
                      <a:pt x="246" y="5297"/>
                      <a:pt x="257" y="5275"/>
                      <a:pt x="268" y="5253"/>
                    </a:cubicBezTo>
                    <a:cubicBezTo>
                      <a:pt x="328" y="5134"/>
                      <a:pt x="622" y="4207"/>
                      <a:pt x="834" y="3532"/>
                    </a:cubicBezTo>
                    <a:cubicBezTo>
                      <a:pt x="981" y="3068"/>
                      <a:pt x="1123" y="2627"/>
                      <a:pt x="1221" y="2333"/>
                    </a:cubicBezTo>
                    <a:cubicBezTo>
                      <a:pt x="1363" y="1908"/>
                      <a:pt x="1428" y="1063"/>
                      <a:pt x="1488" y="388"/>
                    </a:cubicBezTo>
                    <a:cubicBezTo>
                      <a:pt x="1494" y="262"/>
                      <a:pt x="1504" y="148"/>
                      <a:pt x="1515" y="44"/>
                    </a:cubicBezTo>
                    <a:cubicBezTo>
                      <a:pt x="1346" y="33"/>
                      <a:pt x="1183" y="22"/>
                      <a:pt x="10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3" name="Google Shape;5833;p67"/>
              <p:cNvSpPr/>
              <p:nvPr/>
            </p:nvSpPr>
            <p:spPr>
              <a:xfrm>
                <a:off x="4174206" y="3794125"/>
                <a:ext cx="13799" cy="59365"/>
              </a:xfrm>
              <a:custGeom>
                <a:rect b="b" l="l" r="r" t="t"/>
                <a:pathLst>
                  <a:path extrusionOk="0" h="2349" w="546">
                    <a:moveTo>
                      <a:pt x="317" y="0"/>
                    </a:moveTo>
                    <a:cubicBezTo>
                      <a:pt x="181" y="88"/>
                      <a:pt x="77" y="311"/>
                      <a:pt x="55" y="398"/>
                    </a:cubicBezTo>
                    <a:cubicBezTo>
                      <a:pt x="17" y="534"/>
                      <a:pt x="1" y="676"/>
                      <a:pt x="1" y="818"/>
                    </a:cubicBezTo>
                    <a:cubicBezTo>
                      <a:pt x="6" y="1101"/>
                      <a:pt x="55" y="1384"/>
                      <a:pt x="153" y="1657"/>
                    </a:cubicBezTo>
                    <a:cubicBezTo>
                      <a:pt x="235" y="1897"/>
                      <a:pt x="344" y="2131"/>
                      <a:pt x="480" y="2349"/>
                    </a:cubicBezTo>
                    <a:cubicBezTo>
                      <a:pt x="480" y="2327"/>
                      <a:pt x="480" y="2305"/>
                      <a:pt x="480" y="2283"/>
                    </a:cubicBezTo>
                    <a:cubicBezTo>
                      <a:pt x="513" y="1853"/>
                      <a:pt x="540" y="1455"/>
                      <a:pt x="546" y="1292"/>
                    </a:cubicBezTo>
                    <a:cubicBezTo>
                      <a:pt x="546" y="1025"/>
                      <a:pt x="464" y="681"/>
                      <a:pt x="399" y="409"/>
                    </a:cubicBezTo>
                    <a:cubicBezTo>
                      <a:pt x="366" y="273"/>
                      <a:pt x="333" y="137"/>
                      <a:pt x="31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4" name="Google Shape;5834;p67"/>
              <p:cNvSpPr/>
              <p:nvPr/>
            </p:nvSpPr>
            <p:spPr>
              <a:xfrm>
                <a:off x="4135665" y="3788211"/>
                <a:ext cx="36089" cy="41194"/>
              </a:xfrm>
              <a:custGeom>
                <a:rect b="b" l="l" r="r" t="t"/>
                <a:pathLst>
                  <a:path extrusionOk="0" h="1630" w="1428">
                    <a:moveTo>
                      <a:pt x="937" y="0"/>
                    </a:moveTo>
                    <a:cubicBezTo>
                      <a:pt x="703" y="223"/>
                      <a:pt x="109" y="866"/>
                      <a:pt x="60" y="1319"/>
                    </a:cubicBezTo>
                    <a:cubicBezTo>
                      <a:pt x="49" y="1422"/>
                      <a:pt x="27" y="1526"/>
                      <a:pt x="0" y="1629"/>
                    </a:cubicBezTo>
                    <a:cubicBezTo>
                      <a:pt x="213" y="1537"/>
                      <a:pt x="431" y="1444"/>
                      <a:pt x="627" y="1335"/>
                    </a:cubicBezTo>
                    <a:cubicBezTo>
                      <a:pt x="877" y="1193"/>
                      <a:pt x="1221" y="997"/>
                      <a:pt x="1313" y="698"/>
                    </a:cubicBezTo>
                    <a:cubicBezTo>
                      <a:pt x="1428" y="327"/>
                      <a:pt x="1221" y="109"/>
                      <a:pt x="93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5" name="Google Shape;5835;p67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6" name="Google Shape;5836;p67"/>
              <p:cNvSpPr/>
              <p:nvPr/>
            </p:nvSpPr>
            <p:spPr>
              <a:xfrm>
                <a:off x="4196926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864" y="1"/>
                    </a:moveTo>
                    <a:lnTo>
                      <a:pt x="1864" y="1"/>
                    </a:lnTo>
                    <a:cubicBezTo>
                      <a:pt x="1555" y="289"/>
                      <a:pt x="1240" y="541"/>
                      <a:pt x="777" y="541"/>
                    </a:cubicBezTo>
                    <a:cubicBezTo>
                      <a:pt x="767" y="541"/>
                      <a:pt x="757" y="540"/>
                      <a:pt x="747" y="540"/>
                    </a:cubicBezTo>
                    <a:cubicBezTo>
                      <a:pt x="671" y="540"/>
                      <a:pt x="589" y="529"/>
                      <a:pt x="508" y="524"/>
                    </a:cubicBezTo>
                    <a:lnTo>
                      <a:pt x="508" y="524"/>
                    </a:lnTo>
                    <a:cubicBezTo>
                      <a:pt x="513" y="540"/>
                      <a:pt x="508" y="557"/>
                      <a:pt x="502" y="573"/>
                    </a:cubicBezTo>
                    <a:cubicBezTo>
                      <a:pt x="1" y="1892"/>
                      <a:pt x="61" y="3319"/>
                      <a:pt x="66" y="4709"/>
                    </a:cubicBezTo>
                    <a:cubicBezTo>
                      <a:pt x="279" y="4747"/>
                      <a:pt x="497" y="4769"/>
                      <a:pt x="715" y="4780"/>
                    </a:cubicBezTo>
                    <a:cubicBezTo>
                      <a:pt x="758" y="4322"/>
                      <a:pt x="796" y="4104"/>
                      <a:pt x="862" y="3989"/>
                    </a:cubicBezTo>
                    <a:cubicBezTo>
                      <a:pt x="933" y="3826"/>
                      <a:pt x="987" y="3662"/>
                      <a:pt x="1036" y="3499"/>
                    </a:cubicBezTo>
                    <a:cubicBezTo>
                      <a:pt x="1221" y="2894"/>
                      <a:pt x="1336" y="2567"/>
                      <a:pt x="1494" y="2436"/>
                    </a:cubicBezTo>
                    <a:cubicBezTo>
                      <a:pt x="1494" y="1614"/>
                      <a:pt x="1663" y="807"/>
                      <a:pt x="18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7" name="Google Shape;5837;p67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8" name="Google Shape;5838;p67"/>
              <p:cNvSpPr/>
              <p:nvPr/>
            </p:nvSpPr>
            <p:spPr>
              <a:xfrm>
                <a:off x="4279011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2360" y="0"/>
                    </a:moveTo>
                    <a:cubicBezTo>
                      <a:pt x="1973" y="0"/>
                      <a:pt x="1183" y="76"/>
                      <a:pt x="742" y="583"/>
                    </a:cubicBezTo>
                    <a:cubicBezTo>
                      <a:pt x="404" y="981"/>
                      <a:pt x="278" y="1575"/>
                      <a:pt x="387" y="2359"/>
                    </a:cubicBezTo>
                    <a:lnTo>
                      <a:pt x="431" y="2681"/>
                    </a:lnTo>
                    <a:lnTo>
                      <a:pt x="120" y="2599"/>
                    </a:lnTo>
                    <a:cubicBezTo>
                      <a:pt x="93" y="2594"/>
                      <a:pt x="71" y="2594"/>
                      <a:pt x="44" y="2594"/>
                    </a:cubicBezTo>
                    <a:cubicBezTo>
                      <a:pt x="33" y="2594"/>
                      <a:pt x="17" y="2594"/>
                      <a:pt x="6" y="2599"/>
                    </a:cubicBezTo>
                    <a:cubicBezTo>
                      <a:pt x="1" y="2632"/>
                      <a:pt x="1" y="2670"/>
                      <a:pt x="6" y="2703"/>
                    </a:cubicBezTo>
                    <a:cubicBezTo>
                      <a:pt x="109" y="3302"/>
                      <a:pt x="289" y="3553"/>
                      <a:pt x="622" y="3553"/>
                    </a:cubicBezTo>
                    <a:lnTo>
                      <a:pt x="834" y="3553"/>
                    </a:lnTo>
                    <a:lnTo>
                      <a:pt x="840" y="3760"/>
                    </a:lnTo>
                    <a:cubicBezTo>
                      <a:pt x="840" y="3765"/>
                      <a:pt x="851" y="4359"/>
                      <a:pt x="1281" y="4626"/>
                    </a:cubicBezTo>
                    <a:lnTo>
                      <a:pt x="1363" y="4675"/>
                    </a:lnTo>
                    <a:lnTo>
                      <a:pt x="1379" y="4768"/>
                    </a:lnTo>
                    <a:cubicBezTo>
                      <a:pt x="1417" y="4964"/>
                      <a:pt x="1526" y="5558"/>
                      <a:pt x="1379" y="5765"/>
                    </a:cubicBezTo>
                    <a:cubicBezTo>
                      <a:pt x="1352" y="5792"/>
                      <a:pt x="1325" y="5820"/>
                      <a:pt x="1297" y="5847"/>
                    </a:cubicBezTo>
                    <a:cubicBezTo>
                      <a:pt x="1575" y="6255"/>
                      <a:pt x="1962" y="6806"/>
                      <a:pt x="2365" y="7144"/>
                    </a:cubicBezTo>
                    <a:lnTo>
                      <a:pt x="2365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9" name="Google Shape;5839;p67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0" name="Google Shape;5840;p67"/>
              <p:cNvSpPr/>
              <p:nvPr/>
            </p:nvSpPr>
            <p:spPr>
              <a:xfrm>
                <a:off x="4249821" y="3442129"/>
                <a:ext cx="88984" cy="151104"/>
              </a:xfrm>
              <a:custGeom>
                <a:rect b="b" l="l" r="r" t="t"/>
                <a:pathLst>
                  <a:path extrusionOk="0" h="5979" w="3521">
                    <a:moveTo>
                      <a:pt x="556" y="1"/>
                    </a:moveTo>
                    <a:lnTo>
                      <a:pt x="556" y="1"/>
                    </a:lnTo>
                    <a:cubicBezTo>
                      <a:pt x="572" y="1058"/>
                      <a:pt x="295" y="2093"/>
                      <a:pt x="33" y="3123"/>
                    </a:cubicBezTo>
                    <a:cubicBezTo>
                      <a:pt x="0" y="3161"/>
                      <a:pt x="0" y="3216"/>
                      <a:pt x="33" y="3254"/>
                    </a:cubicBezTo>
                    <a:cubicBezTo>
                      <a:pt x="496" y="4327"/>
                      <a:pt x="1444" y="5341"/>
                      <a:pt x="2436" y="5978"/>
                    </a:cubicBezTo>
                    <a:cubicBezTo>
                      <a:pt x="2491" y="5858"/>
                      <a:pt x="2561" y="5744"/>
                      <a:pt x="2638" y="5640"/>
                    </a:cubicBezTo>
                    <a:cubicBezTo>
                      <a:pt x="2861" y="5341"/>
                      <a:pt x="3215" y="5177"/>
                      <a:pt x="3520" y="5112"/>
                    </a:cubicBezTo>
                    <a:lnTo>
                      <a:pt x="3520" y="1439"/>
                    </a:lnTo>
                    <a:cubicBezTo>
                      <a:pt x="2507" y="1080"/>
                      <a:pt x="1553" y="420"/>
                      <a:pt x="5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1" name="Google Shape;5841;p67"/>
              <p:cNvSpPr/>
              <p:nvPr/>
            </p:nvSpPr>
            <p:spPr>
              <a:xfrm>
                <a:off x="4307518" y="3576073"/>
                <a:ext cx="31287" cy="206224"/>
              </a:xfrm>
              <a:custGeom>
                <a:rect b="b" l="l" r="r" t="t"/>
                <a:pathLst>
                  <a:path extrusionOk="0" h="8160" w="1238">
                    <a:moveTo>
                      <a:pt x="1235" y="1"/>
                    </a:moveTo>
                    <a:cubicBezTo>
                      <a:pt x="1192" y="1"/>
                      <a:pt x="685" y="288"/>
                      <a:pt x="638" y="330"/>
                    </a:cubicBezTo>
                    <a:cubicBezTo>
                      <a:pt x="502" y="460"/>
                      <a:pt x="393" y="613"/>
                      <a:pt x="316" y="782"/>
                    </a:cubicBezTo>
                    <a:cubicBezTo>
                      <a:pt x="99" y="1240"/>
                      <a:pt x="28" y="1757"/>
                      <a:pt x="11" y="2258"/>
                    </a:cubicBezTo>
                    <a:cubicBezTo>
                      <a:pt x="6" y="2509"/>
                      <a:pt x="11" y="2760"/>
                      <a:pt x="17" y="3010"/>
                    </a:cubicBezTo>
                    <a:cubicBezTo>
                      <a:pt x="22" y="3158"/>
                      <a:pt x="0" y="3310"/>
                      <a:pt x="6" y="3463"/>
                    </a:cubicBezTo>
                    <a:cubicBezTo>
                      <a:pt x="66" y="4711"/>
                      <a:pt x="322" y="5937"/>
                      <a:pt x="393" y="7184"/>
                    </a:cubicBezTo>
                    <a:cubicBezTo>
                      <a:pt x="393" y="7239"/>
                      <a:pt x="371" y="7789"/>
                      <a:pt x="387" y="7800"/>
                    </a:cubicBezTo>
                    <a:cubicBezTo>
                      <a:pt x="649" y="7920"/>
                      <a:pt x="981" y="8029"/>
                      <a:pt x="1237" y="8160"/>
                    </a:cubicBezTo>
                    <a:lnTo>
                      <a:pt x="1237" y="3"/>
                    </a:lnTo>
                    <a:cubicBezTo>
                      <a:pt x="1237" y="1"/>
                      <a:pt x="1236" y="1"/>
                      <a:pt x="123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2" name="Google Shape;5842;p67"/>
              <p:cNvSpPr/>
              <p:nvPr/>
            </p:nvSpPr>
            <p:spPr>
              <a:xfrm>
                <a:off x="4342369" y="3576073"/>
                <a:ext cx="31262" cy="206224"/>
              </a:xfrm>
              <a:custGeom>
                <a:rect b="b" l="l" r="r" t="t"/>
                <a:pathLst>
                  <a:path extrusionOk="0" h="8160" w="1237">
                    <a:moveTo>
                      <a:pt x="3" y="1"/>
                    </a:moveTo>
                    <a:cubicBezTo>
                      <a:pt x="1" y="1"/>
                      <a:pt x="0" y="1"/>
                      <a:pt x="0" y="3"/>
                    </a:cubicBezTo>
                    <a:lnTo>
                      <a:pt x="0" y="8160"/>
                    </a:lnTo>
                    <a:cubicBezTo>
                      <a:pt x="256" y="8029"/>
                      <a:pt x="589" y="7920"/>
                      <a:pt x="850" y="7800"/>
                    </a:cubicBezTo>
                    <a:cubicBezTo>
                      <a:pt x="866" y="7789"/>
                      <a:pt x="845" y="7239"/>
                      <a:pt x="845" y="7184"/>
                    </a:cubicBezTo>
                    <a:cubicBezTo>
                      <a:pt x="910" y="5937"/>
                      <a:pt x="1172" y="4711"/>
                      <a:pt x="1226" y="3463"/>
                    </a:cubicBezTo>
                    <a:cubicBezTo>
                      <a:pt x="1237" y="3310"/>
                      <a:pt x="1215" y="3158"/>
                      <a:pt x="1221" y="3010"/>
                    </a:cubicBezTo>
                    <a:cubicBezTo>
                      <a:pt x="1226" y="2760"/>
                      <a:pt x="1232" y="2509"/>
                      <a:pt x="1221" y="2258"/>
                    </a:cubicBezTo>
                    <a:cubicBezTo>
                      <a:pt x="1210" y="1757"/>
                      <a:pt x="1139" y="1240"/>
                      <a:pt x="921" y="782"/>
                    </a:cubicBezTo>
                    <a:cubicBezTo>
                      <a:pt x="845" y="613"/>
                      <a:pt x="736" y="460"/>
                      <a:pt x="599" y="330"/>
                    </a:cubicBezTo>
                    <a:cubicBezTo>
                      <a:pt x="552" y="288"/>
                      <a:pt x="45" y="1"/>
                      <a:pt x="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3" name="Google Shape;5843;p67"/>
              <p:cNvSpPr/>
              <p:nvPr/>
            </p:nvSpPr>
            <p:spPr>
              <a:xfrm>
                <a:off x="4231777" y="3786720"/>
                <a:ext cx="107029" cy="209130"/>
              </a:xfrm>
              <a:custGeom>
                <a:rect b="b" l="l" r="r" t="t"/>
                <a:pathLst>
                  <a:path extrusionOk="0" h="8275" w="4235">
                    <a:moveTo>
                      <a:pt x="766" y="0"/>
                    </a:moveTo>
                    <a:cubicBezTo>
                      <a:pt x="734" y="0"/>
                      <a:pt x="703" y="2"/>
                      <a:pt x="671" y="5"/>
                    </a:cubicBezTo>
                    <a:cubicBezTo>
                      <a:pt x="627" y="173"/>
                      <a:pt x="573" y="364"/>
                      <a:pt x="507" y="566"/>
                    </a:cubicBezTo>
                    <a:cubicBezTo>
                      <a:pt x="338" y="1127"/>
                      <a:pt x="148" y="1770"/>
                      <a:pt x="88" y="2462"/>
                    </a:cubicBezTo>
                    <a:cubicBezTo>
                      <a:pt x="1" y="3579"/>
                      <a:pt x="159" y="6380"/>
                      <a:pt x="333" y="7709"/>
                    </a:cubicBezTo>
                    <a:cubicBezTo>
                      <a:pt x="785" y="7987"/>
                      <a:pt x="1346" y="8129"/>
                      <a:pt x="1848" y="8205"/>
                    </a:cubicBezTo>
                    <a:cubicBezTo>
                      <a:pt x="2108" y="8253"/>
                      <a:pt x="2372" y="8274"/>
                      <a:pt x="2637" y="8274"/>
                    </a:cubicBezTo>
                    <a:cubicBezTo>
                      <a:pt x="2737" y="8274"/>
                      <a:pt x="2837" y="8271"/>
                      <a:pt x="2938" y="8265"/>
                    </a:cubicBezTo>
                    <a:cubicBezTo>
                      <a:pt x="2959" y="8222"/>
                      <a:pt x="2981" y="8178"/>
                      <a:pt x="3003" y="8140"/>
                    </a:cubicBezTo>
                    <a:cubicBezTo>
                      <a:pt x="3232" y="7704"/>
                      <a:pt x="3515" y="6472"/>
                      <a:pt x="3739" y="5486"/>
                    </a:cubicBezTo>
                    <a:cubicBezTo>
                      <a:pt x="3875" y="4876"/>
                      <a:pt x="4071" y="4347"/>
                      <a:pt x="4174" y="4020"/>
                    </a:cubicBezTo>
                    <a:lnTo>
                      <a:pt x="4234" y="3813"/>
                    </a:lnTo>
                    <a:lnTo>
                      <a:pt x="4234" y="3786"/>
                    </a:lnTo>
                    <a:cubicBezTo>
                      <a:pt x="4223" y="3781"/>
                      <a:pt x="4207" y="3775"/>
                      <a:pt x="4196" y="3764"/>
                    </a:cubicBezTo>
                    <a:cubicBezTo>
                      <a:pt x="3504" y="2996"/>
                      <a:pt x="2943" y="2130"/>
                      <a:pt x="2404" y="1258"/>
                    </a:cubicBezTo>
                    <a:cubicBezTo>
                      <a:pt x="2029" y="659"/>
                      <a:pt x="1444" y="0"/>
                      <a:pt x="7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4" name="Google Shape;5844;p67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5" name="Google Shape;5845;p67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6" name="Google Shape;5846;p67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7" name="Google Shape;5847;p67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8" name="Google Shape;5848;p67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9" name="Google Shape;5849;p67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0" name="Google Shape;5850;p67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1" name="Google Shape;5851;p67"/>
              <p:cNvSpPr/>
              <p:nvPr/>
            </p:nvSpPr>
            <p:spPr>
              <a:xfrm>
                <a:off x="4414244" y="4273342"/>
                <a:ext cx="104830" cy="113676"/>
              </a:xfrm>
              <a:custGeom>
                <a:rect b="b" l="l" r="r" t="t"/>
                <a:pathLst>
                  <a:path extrusionOk="0" h="4498" w="4148">
                    <a:moveTo>
                      <a:pt x="1423" y="1"/>
                    </a:moveTo>
                    <a:cubicBezTo>
                      <a:pt x="1216" y="12"/>
                      <a:pt x="1014" y="39"/>
                      <a:pt x="812" y="83"/>
                    </a:cubicBezTo>
                    <a:cubicBezTo>
                      <a:pt x="795" y="110"/>
                      <a:pt x="765" y="125"/>
                      <a:pt x="732" y="125"/>
                    </a:cubicBezTo>
                    <a:cubicBezTo>
                      <a:pt x="714" y="125"/>
                      <a:pt x="694" y="120"/>
                      <a:pt x="676" y="110"/>
                    </a:cubicBezTo>
                    <a:cubicBezTo>
                      <a:pt x="485" y="159"/>
                      <a:pt x="300" y="230"/>
                      <a:pt x="126" y="317"/>
                    </a:cubicBezTo>
                    <a:cubicBezTo>
                      <a:pt x="120" y="638"/>
                      <a:pt x="98" y="851"/>
                      <a:pt x="104" y="878"/>
                    </a:cubicBezTo>
                    <a:cubicBezTo>
                      <a:pt x="0" y="2164"/>
                      <a:pt x="485" y="2453"/>
                      <a:pt x="872" y="2676"/>
                    </a:cubicBezTo>
                    <a:cubicBezTo>
                      <a:pt x="954" y="2725"/>
                      <a:pt x="1030" y="2774"/>
                      <a:pt x="1107" y="2829"/>
                    </a:cubicBezTo>
                    <a:cubicBezTo>
                      <a:pt x="1483" y="3118"/>
                      <a:pt x="2196" y="3771"/>
                      <a:pt x="2698" y="4240"/>
                    </a:cubicBezTo>
                    <a:cubicBezTo>
                      <a:pt x="2889" y="4405"/>
                      <a:pt x="3128" y="4497"/>
                      <a:pt x="3380" y="4497"/>
                    </a:cubicBezTo>
                    <a:cubicBezTo>
                      <a:pt x="3394" y="4497"/>
                      <a:pt x="3408" y="4497"/>
                      <a:pt x="3422" y="4496"/>
                    </a:cubicBezTo>
                    <a:cubicBezTo>
                      <a:pt x="3733" y="4496"/>
                      <a:pt x="4005" y="4382"/>
                      <a:pt x="4142" y="4191"/>
                    </a:cubicBezTo>
                    <a:cubicBezTo>
                      <a:pt x="4147" y="4147"/>
                      <a:pt x="4125" y="3929"/>
                      <a:pt x="3635" y="3183"/>
                    </a:cubicBezTo>
                    <a:cubicBezTo>
                      <a:pt x="3286" y="2665"/>
                      <a:pt x="2828" y="2066"/>
                      <a:pt x="2425" y="1532"/>
                    </a:cubicBezTo>
                    <a:cubicBezTo>
                      <a:pt x="1842" y="769"/>
                      <a:pt x="1515" y="328"/>
                      <a:pt x="1444" y="115"/>
                    </a:cubicBezTo>
                    <a:cubicBezTo>
                      <a:pt x="1433" y="77"/>
                      <a:pt x="1428" y="39"/>
                      <a:pt x="14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2" name="Google Shape;5852;p67"/>
              <p:cNvSpPr/>
              <p:nvPr/>
            </p:nvSpPr>
            <p:spPr>
              <a:xfrm>
                <a:off x="4403630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1461" y="1"/>
                    </a:moveTo>
                    <a:cubicBezTo>
                      <a:pt x="1117" y="111"/>
                      <a:pt x="758" y="171"/>
                      <a:pt x="396" y="171"/>
                    </a:cubicBezTo>
                    <a:cubicBezTo>
                      <a:pt x="328" y="171"/>
                      <a:pt x="260" y="169"/>
                      <a:pt x="192" y="164"/>
                    </a:cubicBezTo>
                    <a:cubicBezTo>
                      <a:pt x="192" y="175"/>
                      <a:pt x="192" y="181"/>
                      <a:pt x="192" y="186"/>
                    </a:cubicBezTo>
                    <a:cubicBezTo>
                      <a:pt x="1" y="1772"/>
                      <a:pt x="360" y="3352"/>
                      <a:pt x="835" y="4850"/>
                    </a:cubicBezTo>
                    <a:cubicBezTo>
                      <a:pt x="1303" y="6349"/>
                      <a:pt x="1249" y="7902"/>
                      <a:pt x="1243" y="9449"/>
                    </a:cubicBezTo>
                    <a:cubicBezTo>
                      <a:pt x="1428" y="9411"/>
                      <a:pt x="1625" y="9389"/>
                      <a:pt x="1815" y="9379"/>
                    </a:cubicBezTo>
                    <a:cubicBezTo>
                      <a:pt x="1794" y="8981"/>
                      <a:pt x="1843" y="8321"/>
                      <a:pt x="1919" y="7401"/>
                    </a:cubicBezTo>
                    <a:cubicBezTo>
                      <a:pt x="1995" y="6436"/>
                      <a:pt x="2077" y="5346"/>
                      <a:pt x="2039" y="4676"/>
                    </a:cubicBezTo>
                    <a:cubicBezTo>
                      <a:pt x="2006" y="4049"/>
                      <a:pt x="1984" y="3477"/>
                      <a:pt x="1973" y="3020"/>
                    </a:cubicBezTo>
                    <a:cubicBezTo>
                      <a:pt x="1952" y="2464"/>
                      <a:pt x="1941" y="2022"/>
                      <a:pt x="1903" y="1821"/>
                    </a:cubicBezTo>
                    <a:cubicBezTo>
                      <a:pt x="1892" y="1745"/>
                      <a:pt x="1848" y="1586"/>
                      <a:pt x="1794" y="1396"/>
                    </a:cubicBezTo>
                    <a:cubicBezTo>
                      <a:pt x="1690" y="1014"/>
                      <a:pt x="1559" y="508"/>
                      <a:pt x="146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3" name="Google Shape;5853;p67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4" name="Google Shape;5854;p67"/>
              <p:cNvSpPr/>
              <p:nvPr/>
            </p:nvSpPr>
            <p:spPr>
              <a:xfrm>
                <a:off x="4377194" y="3998882"/>
                <a:ext cx="28684" cy="31843"/>
              </a:xfrm>
              <a:custGeom>
                <a:rect b="b" l="l" r="r" t="t"/>
                <a:pathLst>
                  <a:path extrusionOk="0" h="1260" w="1135">
                    <a:moveTo>
                      <a:pt x="1036" y="1"/>
                    </a:moveTo>
                    <a:lnTo>
                      <a:pt x="878" y="23"/>
                    </a:lnTo>
                    <a:cubicBezTo>
                      <a:pt x="653" y="56"/>
                      <a:pt x="432" y="70"/>
                      <a:pt x="208" y="70"/>
                    </a:cubicBezTo>
                    <a:cubicBezTo>
                      <a:pt x="139" y="70"/>
                      <a:pt x="70" y="69"/>
                      <a:pt x="1" y="66"/>
                    </a:cubicBezTo>
                    <a:lnTo>
                      <a:pt x="1" y="66"/>
                    </a:lnTo>
                    <a:cubicBezTo>
                      <a:pt x="126" y="388"/>
                      <a:pt x="224" y="720"/>
                      <a:pt x="284" y="1064"/>
                    </a:cubicBezTo>
                    <a:cubicBezTo>
                      <a:pt x="546" y="1167"/>
                      <a:pt x="823" y="1232"/>
                      <a:pt x="1101" y="1260"/>
                    </a:cubicBezTo>
                    <a:cubicBezTo>
                      <a:pt x="1107" y="1216"/>
                      <a:pt x="1123" y="1156"/>
                      <a:pt x="1123" y="1129"/>
                    </a:cubicBezTo>
                    <a:cubicBezTo>
                      <a:pt x="1134" y="987"/>
                      <a:pt x="1134" y="851"/>
                      <a:pt x="1129" y="715"/>
                    </a:cubicBezTo>
                    <a:cubicBezTo>
                      <a:pt x="1123" y="497"/>
                      <a:pt x="1134" y="203"/>
                      <a:pt x="10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5" name="Google Shape;5855;p67"/>
              <p:cNvSpPr/>
              <p:nvPr/>
            </p:nvSpPr>
            <p:spPr>
              <a:xfrm>
                <a:off x="4342495" y="3735315"/>
                <a:ext cx="88706" cy="140212"/>
              </a:xfrm>
              <a:custGeom>
                <a:rect b="b" l="l" r="r" t="t"/>
                <a:pathLst>
                  <a:path extrusionOk="0" h="5548" w="3510">
                    <a:moveTo>
                      <a:pt x="3341" y="1"/>
                    </a:moveTo>
                    <a:cubicBezTo>
                      <a:pt x="2720" y="71"/>
                      <a:pt x="2278" y="665"/>
                      <a:pt x="1831" y="1085"/>
                    </a:cubicBezTo>
                    <a:cubicBezTo>
                      <a:pt x="1597" y="1297"/>
                      <a:pt x="1330" y="1472"/>
                      <a:pt x="1036" y="1603"/>
                    </a:cubicBezTo>
                    <a:cubicBezTo>
                      <a:pt x="693" y="1766"/>
                      <a:pt x="333" y="1897"/>
                      <a:pt x="0" y="2071"/>
                    </a:cubicBezTo>
                    <a:lnTo>
                      <a:pt x="0" y="5548"/>
                    </a:lnTo>
                    <a:cubicBezTo>
                      <a:pt x="382" y="5106"/>
                      <a:pt x="801" y="4632"/>
                      <a:pt x="1112" y="4136"/>
                    </a:cubicBezTo>
                    <a:cubicBezTo>
                      <a:pt x="1406" y="3668"/>
                      <a:pt x="1652" y="3156"/>
                      <a:pt x="2000" y="2714"/>
                    </a:cubicBezTo>
                    <a:cubicBezTo>
                      <a:pt x="2382" y="2216"/>
                      <a:pt x="2908" y="1841"/>
                      <a:pt x="3463" y="1841"/>
                    </a:cubicBezTo>
                    <a:cubicBezTo>
                      <a:pt x="3478" y="1841"/>
                      <a:pt x="3494" y="1842"/>
                      <a:pt x="3510" y="1842"/>
                    </a:cubicBezTo>
                    <a:cubicBezTo>
                      <a:pt x="3471" y="1679"/>
                      <a:pt x="3455" y="1510"/>
                      <a:pt x="3466" y="1341"/>
                    </a:cubicBezTo>
                    <a:cubicBezTo>
                      <a:pt x="3504" y="1003"/>
                      <a:pt x="3422" y="480"/>
                      <a:pt x="3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6" name="Google Shape;5856;p67"/>
              <p:cNvSpPr/>
              <p:nvPr/>
            </p:nvSpPr>
            <p:spPr>
              <a:xfrm>
                <a:off x="4366454" y="3692352"/>
                <a:ext cx="59668" cy="78648"/>
              </a:xfrm>
              <a:custGeom>
                <a:rect b="b" l="l" r="r" t="t"/>
                <a:pathLst>
                  <a:path extrusionOk="0" h="3112" w="2361">
                    <a:moveTo>
                      <a:pt x="2262" y="1"/>
                    </a:moveTo>
                    <a:cubicBezTo>
                      <a:pt x="1510" y="11"/>
                      <a:pt x="943" y="513"/>
                      <a:pt x="273" y="834"/>
                    </a:cubicBezTo>
                    <a:lnTo>
                      <a:pt x="240" y="1101"/>
                    </a:lnTo>
                    <a:cubicBezTo>
                      <a:pt x="170" y="1733"/>
                      <a:pt x="1" y="2463"/>
                      <a:pt x="77" y="3112"/>
                    </a:cubicBezTo>
                    <a:cubicBezTo>
                      <a:pt x="464" y="2910"/>
                      <a:pt x="774" y="2627"/>
                      <a:pt x="1080" y="2316"/>
                    </a:cubicBezTo>
                    <a:cubicBezTo>
                      <a:pt x="1455" y="1935"/>
                      <a:pt x="1853" y="1581"/>
                      <a:pt x="2360" y="1515"/>
                    </a:cubicBezTo>
                    <a:cubicBezTo>
                      <a:pt x="2360" y="1494"/>
                      <a:pt x="2349" y="1472"/>
                      <a:pt x="2349" y="1450"/>
                    </a:cubicBezTo>
                    <a:cubicBezTo>
                      <a:pt x="2316" y="1248"/>
                      <a:pt x="2284" y="1058"/>
                      <a:pt x="2262" y="900"/>
                    </a:cubicBezTo>
                    <a:cubicBezTo>
                      <a:pt x="2235" y="600"/>
                      <a:pt x="2235" y="300"/>
                      <a:pt x="22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7" name="Google Shape;5857;p67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8" name="Google Shape;5858;p67"/>
              <p:cNvSpPr/>
              <p:nvPr/>
            </p:nvSpPr>
            <p:spPr>
              <a:xfrm>
                <a:off x="4377346" y="3610570"/>
                <a:ext cx="53578" cy="59213"/>
              </a:xfrm>
              <a:custGeom>
                <a:rect b="b" l="l" r="r" t="t"/>
                <a:pathLst>
                  <a:path extrusionOk="0" h="2343" w="2120">
                    <a:moveTo>
                      <a:pt x="1555" y="0"/>
                    </a:moveTo>
                    <a:cubicBezTo>
                      <a:pt x="1020" y="0"/>
                      <a:pt x="485" y="471"/>
                      <a:pt x="6" y="725"/>
                    </a:cubicBezTo>
                    <a:cubicBezTo>
                      <a:pt x="16" y="926"/>
                      <a:pt x="27" y="1128"/>
                      <a:pt x="27" y="1319"/>
                    </a:cubicBezTo>
                    <a:cubicBezTo>
                      <a:pt x="33" y="1662"/>
                      <a:pt x="22" y="2000"/>
                      <a:pt x="0" y="2343"/>
                    </a:cubicBezTo>
                    <a:cubicBezTo>
                      <a:pt x="382" y="2152"/>
                      <a:pt x="687" y="1847"/>
                      <a:pt x="1024" y="1596"/>
                    </a:cubicBezTo>
                    <a:cubicBezTo>
                      <a:pt x="1302" y="1384"/>
                      <a:pt x="1640" y="1269"/>
                      <a:pt x="1989" y="1269"/>
                    </a:cubicBezTo>
                    <a:cubicBezTo>
                      <a:pt x="2033" y="888"/>
                      <a:pt x="2076" y="518"/>
                      <a:pt x="2120" y="207"/>
                    </a:cubicBezTo>
                    <a:cubicBezTo>
                      <a:pt x="1933" y="59"/>
                      <a:pt x="1744" y="0"/>
                      <a:pt x="15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9" name="Google Shape;5859;p67"/>
              <p:cNvSpPr/>
              <p:nvPr/>
            </p:nvSpPr>
            <p:spPr>
              <a:xfrm>
                <a:off x="442139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3" y="0"/>
                    </a:moveTo>
                    <a:cubicBezTo>
                      <a:pt x="1" y="1046"/>
                      <a:pt x="273" y="2071"/>
                      <a:pt x="535" y="3101"/>
                    </a:cubicBezTo>
                    <a:cubicBezTo>
                      <a:pt x="900" y="3449"/>
                      <a:pt x="1189" y="3782"/>
                      <a:pt x="1734" y="3803"/>
                    </a:cubicBezTo>
                    <a:cubicBezTo>
                      <a:pt x="2071" y="3803"/>
                      <a:pt x="2398" y="3733"/>
                      <a:pt x="2703" y="3602"/>
                    </a:cubicBezTo>
                    <a:cubicBezTo>
                      <a:pt x="2687" y="3264"/>
                      <a:pt x="2671" y="2855"/>
                      <a:pt x="2665" y="2365"/>
                    </a:cubicBezTo>
                    <a:cubicBezTo>
                      <a:pt x="2649" y="452"/>
                      <a:pt x="829" y="169"/>
                      <a:pt x="469" y="136"/>
                    </a:cubicBezTo>
                    <a:cubicBezTo>
                      <a:pt x="311" y="109"/>
                      <a:pt x="164" y="65"/>
                      <a:pt x="2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0" name="Google Shape;5860;p67"/>
              <p:cNvSpPr/>
              <p:nvPr/>
            </p:nvSpPr>
            <p:spPr>
              <a:xfrm>
                <a:off x="4496177" y="3814216"/>
                <a:ext cx="49332" cy="46982"/>
              </a:xfrm>
              <a:custGeom>
                <a:rect b="b" l="l" r="r" t="t"/>
                <a:pathLst>
                  <a:path extrusionOk="0" h="1859" w="1952">
                    <a:moveTo>
                      <a:pt x="616" y="1"/>
                    </a:moveTo>
                    <a:cubicBezTo>
                      <a:pt x="616" y="6"/>
                      <a:pt x="616" y="12"/>
                      <a:pt x="616" y="23"/>
                    </a:cubicBezTo>
                    <a:cubicBezTo>
                      <a:pt x="633" y="628"/>
                      <a:pt x="387" y="1314"/>
                      <a:pt x="1" y="1832"/>
                    </a:cubicBezTo>
                    <a:cubicBezTo>
                      <a:pt x="60" y="1854"/>
                      <a:pt x="126" y="1859"/>
                      <a:pt x="191" y="1859"/>
                    </a:cubicBezTo>
                    <a:cubicBezTo>
                      <a:pt x="213" y="1854"/>
                      <a:pt x="235" y="1854"/>
                      <a:pt x="257" y="1854"/>
                    </a:cubicBezTo>
                    <a:cubicBezTo>
                      <a:pt x="268" y="1854"/>
                      <a:pt x="284" y="1854"/>
                      <a:pt x="295" y="1859"/>
                    </a:cubicBezTo>
                    <a:cubicBezTo>
                      <a:pt x="916" y="1799"/>
                      <a:pt x="1728" y="1167"/>
                      <a:pt x="1951" y="796"/>
                    </a:cubicBezTo>
                    <a:cubicBezTo>
                      <a:pt x="1494" y="573"/>
                      <a:pt x="992" y="420"/>
                      <a:pt x="638" y="28"/>
                    </a:cubicBezTo>
                    <a:cubicBezTo>
                      <a:pt x="633" y="23"/>
                      <a:pt x="627" y="12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1" name="Google Shape;5861;p67"/>
              <p:cNvSpPr/>
              <p:nvPr/>
            </p:nvSpPr>
            <p:spPr>
              <a:xfrm>
                <a:off x="4484072" y="3647595"/>
                <a:ext cx="38288" cy="142840"/>
              </a:xfrm>
              <a:custGeom>
                <a:rect b="b" l="l" r="r" t="t"/>
                <a:pathLst>
                  <a:path extrusionOk="0" h="5652" w="1515">
                    <a:moveTo>
                      <a:pt x="768" y="1"/>
                    </a:moveTo>
                    <a:lnTo>
                      <a:pt x="768" y="1"/>
                    </a:lnTo>
                    <a:cubicBezTo>
                      <a:pt x="523" y="110"/>
                      <a:pt x="262" y="186"/>
                      <a:pt x="0" y="235"/>
                    </a:cubicBezTo>
                    <a:cubicBezTo>
                      <a:pt x="27" y="2088"/>
                      <a:pt x="910" y="3804"/>
                      <a:pt x="1014" y="5651"/>
                    </a:cubicBezTo>
                    <a:cubicBezTo>
                      <a:pt x="1117" y="5520"/>
                      <a:pt x="1259" y="5428"/>
                      <a:pt x="1422" y="5379"/>
                    </a:cubicBezTo>
                    <a:cubicBezTo>
                      <a:pt x="1515" y="3859"/>
                      <a:pt x="1210" y="2464"/>
                      <a:pt x="992" y="1445"/>
                    </a:cubicBezTo>
                    <a:cubicBezTo>
                      <a:pt x="856" y="823"/>
                      <a:pt x="752" y="338"/>
                      <a:pt x="7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2" name="Google Shape;5862;p67"/>
              <p:cNvSpPr/>
              <p:nvPr/>
            </p:nvSpPr>
            <p:spPr>
              <a:xfrm>
                <a:off x="4466583" y="3654342"/>
                <a:ext cx="38288" cy="138569"/>
              </a:xfrm>
              <a:custGeom>
                <a:rect b="b" l="l" r="r" t="t"/>
                <a:pathLst>
                  <a:path extrusionOk="0" h="5483" w="1515">
                    <a:moveTo>
                      <a:pt x="501" y="1"/>
                    </a:moveTo>
                    <a:cubicBezTo>
                      <a:pt x="332" y="22"/>
                      <a:pt x="169" y="33"/>
                      <a:pt x="0" y="44"/>
                    </a:cubicBezTo>
                    <a:cubicBezTo>
                      <a:pt x="11" y="148"/>
                      <a:pt x="16" y="262"/>
                      <a:pt x="27" y="388"/>
                    </a:cubicBezTo>
                    <a:cubicBezTo>
                      <a:pt x="82" y="1063"/>
                      <a:pt x="153" y="1908"/>
                      <a:pt x="294" y="2333"/>
                    </a:cubicBezTo>
                    <a:cubicBezTo>
                      <a:pt x="392" y="2627"/>
                      <a:pt x="529" y="3068"/>
                      <a:pt x="681" y="3532"/>
                    </a:cubicBezTo>
                    <a:cubicBezTo>
                      <a:pt x="894" y="4207"/>
                      <a:pt x="1188" y="5134"/>
                      <a:pt x="1248" y="5253"/>
                    </a:cubicBezTo>
                    <a:cubicBezTo>
                      <a:pt x="1259" y="5275"/>
                      <a:pt x="1270" y="5297"/>
                      <a:pt x="1275" y="5319"/>
                    </a:cubicBezTo>
                    <a:cubicBezTo>
                      <a:pt x="1330" y="5335"/>
                      <a:pt x="1379" y="5362"/>
                      <a:pt x="1428" y="5401"/>
                    </a:cubicBezTo>
                    <a:cubicBezTo>
                      <a:pt x="1455" y="5428"/>
                      <a:pt x="1488" y="5455"/>
                      <a:pt x="1515" y="5482"/>
                    </a:cubicBezTo>
                    <a:cubicBezTo>
                      <a:pt x="1444" y="3608"/>
                      <a:pt x="539" y="1875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3" name="Google Shape;5863;p67"/>
              <p:cNvSpPr/>
              <p:nvPr/>
            </p:nvSpPr>
            <p:spPr>
              <a:xfrm>
                <a:off x="4493018" y="3794125"/>
                <a:ext cx="13925" cy="59365"/>
              </a:xfrm>
              <a:custGeom>
                <a:rect b="b" l="l" r="r" t="t"/>
                <a:pathLst>
                  <a:path extrusionOk="0" h="2349" w="551">
                    <a:moveTo>
                      <a:pt x="235" y="0"/>
                    </a:moveTo>
                    <a:cubicBezTo>
                      <a:pt x="213" y="137"/>
                      <a:pt x="185" y="273"/>
                      <a:pt x="153" y="409"/>
                    </a:cubicBezTo>
                    <a:cubicBezTo>
                      <a:pt x="87" y="681"/>
                      <a:pt x="0" y="1025"/>
                      <a:pt x="6" y="1292"/>
                    </a:cubicBezTo>
                    <a:cubicBezTo>
                      <a:pt x="11" y="1455"/>
                      <a:pt x="38" y="1853"/>
                      <a:pt x="66" y="2283"/>
                    </a:cubicBezTo>
                    <a:cubicBezTo>
                      <a:pt x="71" y="2305"/>
                      <a:pt x="71" y="2327"/>
                      <a:pt x="71" y="2349"/>
                    </a:cubicBezTo>
                    <a:cubicBezTo>
                      <a:pt x="207" y="2131"/>
                      <a:pt x="311" y="1897"/>
                      <a:pt x="398" y="1657"/>
                    </a:cubicBezTo>
                    <a:cubicBezTo>
                      <a:pt x="491" y="1384"/>
                      <a:pt x="545" y="1101"/>
                      <a:pt x="551" y="818"/>
                    </a:cubicBezTo>
                    <a:cubicBezTo>
                      <a:pt x="551" y="676"/>
                      <a:pt x="534" y="534"/>
                      <a:pt x="496" y="398"/>
                    </a:cubicBezTo>
                    <a:cubicBezTo>
                      <a:pt x="474" y="311"/>
                      <a:pt x="371" y="88"/>
                      <a:pt x="23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4" name="Google Shape;5864;p67"/>
              <p:cNvSpPr/>
              <p:nvPr/>
            </p:nvSpPr>
            <p:spPr>
              <a:xfrm>
                <a:off x="4509395" y="3788211"/>
                <a:ext cx="36114" cy="41194"/>
              </a:xfrm>
              <a:custGeom>
                <a:rect b="b" l="l" r="r" t="t"/>
                <a:pathLst>
                  <a:path extrusionOk="0" h="1630" w="1429">
                    <a:moveTo>
                      <a:pt x="491" y="0"/>
                    </a:moveTo>
                    <a:cubicBezTo>
                      <a:pt x="202" y="109"/>
                      <a:pt x="1" y="327"/>
                      <a:pt x="115" y="698"/>
                    </a:cubicBezTo>
                    <a:cubicBezTo>
                      <a:pt x="208" y="997"/>
                      <a:pt x="551" y="1193"/>
                      <a:pt x="802" y="1335"/>
                    </a:cubicBezTo>
                    <a:cubicBezTo>
                      <a:pt x="998" y="1444"/>
                      <a:pt x="1216" y="1537"/>
                      <a:pt x="1428" y="1629"/>
                    </a:cubicBezTo>
                    <a:cubicBezTo>
                      <a:pt x="1401" y="1526"/>
                      <a:pt x="1379" y="1422"/>
                      <a:pt x="1368" y="1319"/>
                    </a:cubicBezTo>
                    <a:cubicBezTo>
                      <a:pt x="1314" y="866"/>
                      <a:pt x="725" y="223"/>
                      <a:pt x="49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5" name="Google Shape;5865;p67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6" name="Google Shape;5866;p67"/>
              <p:cNvSpPr/>
              <p:nvPr/>
            </p:nvSpPr>
            <p:spPr>
              <a:xfrm>
                <a:off x="4437090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" y="1"/>
                    </a:moveTo>
                    <a:cubicBezTo>
                      <a:pt x="203" y="807"/>
                      <a:pt x="371" y="1614"/>
                      <a:pt x="371" y="2436"/>
                    </a:cubicBezTo>
                    <a:cubicBezTo>
                      <a:pt x="524" y="2567"/>
                      <a:pt x="644" y="2894"/>
                      <a:pt x="829" y="3499"/>
                    </a:cubicBezTo>
                    <a:cubicBezTo>
                      <a:pt x="878" y="3662"/>
                      <a:pt x="933" y="3826"/>
                      <a:pt x="998" y="3989"/>
                    </a:cubicBezTo>
                    <a:cubicBezTo>
                      <a:pt x="1069" y="4104"/>
                      <a:pt x="1107" y="4322"/>
                      <a:pt x="1151" y="4780"/>
                    </a:cubicBezTo>
                    <a:cubicBezTo>
                      <a:pt x="1369" y="4769"/>
                      <a:pt x="1587" y="4747"/>
                      <a:pt x="1799" y="4709"/>
                    </a:cubicBezTo>
                    <a:cubicBezTo>
                      <a:pt x="1805" y="3319"/>
                      <a:pt x="1864" y="1892"/>
                      <a:pt x="1363" y="573"/>
                    </a:cubicBezTo>
                    <a:cubicBezTo>
                      <a:pt x="1358" y="557"/>
                      <a:pt x="1352" y="540"/>
                      <a:pt x="1358" y="524"/>
                    </a:cubicBezTo>
                    <a:lnTo>
                      <a:pt x="1358" y="524"/>
                    </a:lnTo>
                    <a:cubicBezTo>
                      <a:pt x="1276" y="529"/>
                      <a:pt x="1194" y="540"/>
                      <a:pt x="1113" y="540"/>
                    </a:cubicBezTo>
                    <a:cubicBezTo>
                      <a:pt x="1103" y="540"/>
                      <a:pt x="1093" y="541"/>
                      <a:pt x="1083" y="541"/>
                    </a:cubicBezTo>
                    <a:cubicBezTo>
                      <a:pt x="625" y="541"/>
                      <a:pt x="310" y="289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7" name="Google Shape;5867;p67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8" name="Google Shape;5868;p67"/>
              <p:cNvSpPr/>
              <p:nvPr/>
            </p:nvSpPr>
            <p:spPr>
              <a:xfrm>
                <a:off x="4342495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0" y="0"/>
                    </a:moveTo>
                    <a:lnTo>
                      <a:pt x="0" y="7144"/>
                    </a:lnTo>
                    <a:cubicBezTo>
                      <a:pt x="404" y="6806"/>
                      <a:pt x="785" y="6255"/>
                      <a:pt x="1068" y="5847"/>
                    </a:cubicBezTo>
                    <a:cubicBezTo>
                      <a:pt x="1041" y="5820"/>
                      <a:pt x="1009" y="5792"/>
                      <a:pt x="987" y="5765"/>
                    </a:cubicBezTo>
                    <a:cubicBezTo>
                      <a:pt x="840" y="5558"/>
                      <a:pt x="949" y="4964"/>
                      <a:pt x="987" y="4768"/>
                    </a:cubicBezTo>
                    <a:lnTo>
                      <a:pt x="1003" y="4675"/>
                    </a:lnTo>
                    <a:lnTo>
                      <a:pt x="1085" y="4626"/>
                    </a:lnTo>
                    <a:cubicBezTo>
                      <a:pt x="1510" y="4359"/>
                      <a:pt x="1526" y="3765"/>
                      <a:pt x="1526" y="3760"/>
                    </a:cubicBezTo>
                    <a:lnTo>
                      <a:pt x="1526" y="3553"/>
                    </a:lnTo>
                    <a:lnTo>
                      <a:pt x="1739" y="3553"/>
                    </a:lnTo>
                    <a:cubicBezTo>
                      <a:pt x="2071" y="3553"/>
                      <a:pt x="2251" y="3302"/>
                      <a:pt x="2360" y="2703"/>
                    </a:cubicBezTo>
                    <a:cubicBezTo>
                      <a:pt x="2365" y="2670"/>
                      <a:pt x="2365" y="2632"/>
                      <a:pt x="2360" y="2599"/>
                    </a:cubicBezTo>
                    <a:cubicBezTo>
                      <a:pt x="2349" y="2594"/>
                      <a:pt x="2333" y="2594"/>
                      <a:pt x="2316" y="2594"/>
                    </a:cubicBezTo>
                    <a:cubicBezTo>
                      <a:pt x="2295" y="2594"/>
                      <a:pt x="2273" y="2594"/>
                      <a:pt x="2245" y="2599"/>
                    </a:cubicBezTo>
                    <a:lnTo>
                      <a:pt x="1935" y="2681"/>
                    </a:lnTo>
                    <a:lnTo>
                      <a:pt x="1973" y="2359"/>
                    </a:lnTo>
                    <a:cubicBezTo>
                      <a:pt x="2087" y="1575"/>
                      <a:pt x="1968" y="981"/>
                      <a:pt x="1624" y="583"/>
                    </a:cubicBezTo>
                    <a:cubicBezTo>
                      <a:pt x="1183" y="76"/>
                      <a:pt x="393" y="0"/>
                      <a:pt x="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9" name="Google Shape;5869;p67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0" name="Google Shape;5870;p67"/>
              <p:cNvSpPr/>
              <p:nvPr/>
            </p:nvSpPr>
            <p:spPr>
              <a:xfrm>
                <a:off x="4342369" y="3442129"/>
                <a:ext cx="88555" cy="151104"/>
              </a:xfrm>
              <a:custGeom>
                <a:rect b="b" l="l" r="r" t="t"/>
                <a:pathLst>
                  <a:path extrusionOk="0" h="5979" w="3504">
                    <a:moveTo>
                      <a:pt x="2964" y="1"/>
                    </a:moveTo>
                    <a:lnTo>
                      <a:pt x="2964" y="1"/>
                    </a:lnTo>
                    <a:cubicBezTo>
                      <a:pt x="1967" y="420"/>
                      <a:pt x="1014" y="1080"/>
                      <a:pt x="0" y="1439"/>
                    </a:cubicBezTo>
                    <a:lnTo>
                      <a:pt x="0" y="5112"/>
                    </a:lnTo>
                    <a:cubicBezTo>
                      <a:pt x="311" y="5177"/>
                      <a:pt x="659" y="5341"/>
                      <a:pt x="883" y="5640"/>
                    </a:cubicBezTo>
                    <a:cubicBezTo>
                      <a:pt x="959" y="5744"/>
                      <a:pt x="1030" y="5858"/>
                      <a:pt x="1084" y="5978"/>
                    </a:cubicBezTo>
                    <a:cubicBezTo>
                      <a:pt x="2076" y="5341"/>
                      <a:pt x="3024" y="4327"/>
                      <a:pt x="3487" y="3254"/>
                    </a:cubicBezTo>
                    <a:cubicBezTo>
                      <a:pt x="3493" y="3248"/>
                      <a:pt x="3498" y="3237"/>
                      <a:pt x="3504" y="3232"/>
                    </a:cubicBezTo>
                    <a:cubicBezTo>
                      <a:pt x="3471" y="3205"/>
                      <a:pt x="3466" y="3161"/>
                      <a:pt x="3487" y="3123"/>
                    </a:cubicBezTo>
                    <a:cubicBezTo>
                      <a:pt x="3226" y="2093"/>
                      <a:pt x="2948" y="1058"/>
                      <a:pt x="29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1" name="Google Shape;5871;p67"/>
              <p:cNvSpPr/>
              <p:nvPr/>
            </p:nvSpPr>
            <p:spPr>
              <a:xfrm>
                <a:off x="4342369" y="3786720"/>
                <a:ext cx="107004" cy="209130"/>
              </a:xfrm>
              <a:custGeom>
                <a:rect b="b" l="l" r="r" t="t"/>
                <a:pathLst>
                  <a:path extrusionOk="0" h="8275" w="4234">
                    <a:moveTo>
                      <a:pt x="3469" y="0"/>
                    </a:moveTo>
                    <a:cubicBezTo>
                      <a:pt x="2790" y="0"/>
                      <a:pt x="2206" y="659"/>
                      <a:pt x="1831" y="1258"/>
                    </a:cubicBezTo>
                    <a:cubicBezTo>
                      <a:pt x="1291" y="2130"/>
                      <a:pt x="725" y="2996"/>
                      <a:pt x="38" y="3764"/>
                    </a:cubicBezTo>
                    <a:cubicBezTo>
                      <a:pt x="27" y="3775"/>
                      <a:pt x="11" y="3781"/>
                      <a:pt x="0" y="3786"/>
                    </a:cubicBezTo>
                    <a:lnTo>
                      <a:pt x="0" y="3813"/>
                    </a:lnTo>
                    <a:lnTo>
                      <a:pt x="60" y="4020"/>
                    </a:lnTo>
                    <a:cubicBezTo>
                      <a:pt x="164" y="4347"/>
                      <a:pt x="354" y="4876"/>
                      <a:pt x="496" y="5486"/>
                    </a:cubicBezTo>
                    <a:cubicBezTo>
                      <a:pt x="719" y="6472"/>
                      <a:pt x="1003" y="7704"/>
                      <a:pt x="1232" y="8140"/>
                    </a:cubicBezTo>
                    <a:cubicBezTo>
                      <a:pt x="1253" y="8178"/>
                      <a:pt x="1275" y="8222"/>
                      <a:pt x="1297" y="8265"/>
                    </a:cubicBezTo>
                    <a:cubicBezTo>
                      <a:pt x="1396" y="8271"/>
                      <a:pt x="1495" y="8274"/>
                      <a:pt x="1596" y="8274"/>
                    </a:cubicBezTo>
                    <a:cubicBezTo>
                      <a:pt x="1859" y="8274"/>
                      <a:pt x="2126" y="8253"/>
                      <a:pt x="2387" y="8205"/>
                    </a:cubicBezTo>
                    <a:cubicBezTo>
                      <a:pt x="2888" y="8129"/>
                      <a:pt x="3449" y="7987"/>
                      <a:pt x="3902" y="7709"/>
                    </a:cubicBezTo>
                    <a:cubicBezTo>
                      <a:pt x="4076" y="6380"/>
                      <a:pt x="4234" y="3579"/>
                      <a:pt x="4141" y="2462"/>
                    </a:cubicBezTo>
                    <a:cubicBezTo>
                      <a:pt x="4087" y="1770"/>
                      <a:pt x="3896" y="1127"/>
                      <a:pt x="3722" y="566"/>
                    </a:cubicBezTo>
                    <a:cubicBezTo>
                      <a:pt x="3662" y="364"/>
                      <a:pt x="3607" y="173"/>
                      <a:pt x="3564" y="5"/>
                    </a:cubicBezTo>
                    <a:cubicBezTo>
                      <a:pt x="3532" y="2"/>
                      <a:pt x="3500" y="0"/>
                      <a:pt x="346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2" name="Google Shape;5872;p67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3" name="Google Shape;5873;p67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4" name="Google Shape;5874;p67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5" name="Google Shape;5875;p67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6" name="Google Shape;5876;p67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7" name="Google Shape;5877;p67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8" name="Google Shape;5878;p67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879" name="Google Shape;5879;p67"/>
          <p:cNvGrpSpPr/>
          <p:nvPr/>
        </p:nvGrpSpPr>
        <p:grpSpPr>
          <a:xfrm>
            <a:off x="2936333" y="3256553"/>
            <a:ext cx="447601" cy="1135923"/>
            <a:chOff x="2936333" y="3256553"/>
            <a:chExt cx="447601" cy="1135923"/>
          </a:xfrm>
        </p:grpSpPr>
        <p:sp>
          <p:nvSpPr>
            <p:cNvPr id="5880" name="Google Shape;5880;p67"/>
            <p:cNvSpPr/>
            <p:nvPr/>
          </p:nvSpPr>
          <p:spPr>
            <a:xfrm>
              <a:off x="2936333" y="3256553"/>
              <a:ext cx="447601" cy="1135923"/>
            </a:xfrm>
            <a:custGeom>
              <a:rect b="b" l="l" r="r" t="t"/>
              <a:pathLst>
                <a:path extrusionOk="0" h="44947" w="17711">
                  <a:moveTo>
                    <a:pt x="8707" y="1"/>
                  </a:moveTo>
                  <a:cubicBezTo>
                    <a:pt x="7995" y="1"/>
                    <a:pt x="6256" y="235"/>
                    <a:pt x="6589" y="2603"/>
                  </a:cubicBezTo>
                  <a:cubicBezTo>
                    <a:pt x="6589" y="2603"/>
                    <a:pt x="6530" y="2587"/>
                    <a:pt x="6458" y="2587"/>
                  </a:cubicBezTo>
                  <a:cubicBezTo>
                    <a:pt x="6328" y="2587"/>
                    <a:pt x="6155" y="2641"/>
                    <a:pt x="6207" y="2946"/>
                  </a:cubicBezTo>
                  <a:cubicBezTo>
                    <a:pt x="6295" y="3415"/>
                    <a:pt x="6458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1" y="5720"/>
                    <a:pt x="7619" y="5851"/>
                  </a:cubicBezTo>
                  <a:cubicBezTo>
                    <a:pt x="7526" y="5982"/>
                    <a:pt x="5744" y="7224"/>
                    <a:pt x="5167" y="7278"/>
                  </a:cubicBezTo>
                  <a:cubicBezTo>
                    <a:pt x="4589" y="7338"/>
                    <a:pt x="2796" y="7758"/>
                    <a:pt x="2774" y="9725"/>
                  </a:cubicBezTo>
                  <a:cubicBezTo>
                    <a:pt x="2747" y="11687"/>
                    <a:pt x="2622" y="12259"/>
                    <a:pt x="2442" y="12542"/>
                  </a:cubicBezTo>
                  <a:cubicBezTo>
                    <a:pt x="2262" y="12825"/>
                    <a:pt x="2148" y="14640"/>
                    <a:pt x="2191" y="15485"/>
                  </a:cubicBezTo>
                  <a:cubicBezTo>
                    <a:pt x="2240" y="16324"/>
                    <a:pt x="1385" y="18422"/>
                    <a:pt x="1543" y="20874"/>
                  </a:cubicBezTo>
                  <a:cubicBezTo>
                    <a:pt x="1543" y="20874"/>
                    <a:pt x="666" y="21691"/>
                    <a:pt x="595" y="22334"/>
                  </a:cubicBezTo>
                  <a:cubicBezTo>
                    <a:pt x="519" y="22971"/>
                    <a:pt x="1" y="23838"/>
                    <a:pt x="61" y="23958"/>
                  </a:cubicBezTo>
                  <a:cubicBezTo>
                    <a:pt x="88" y="24009"/>
                    <a:pt x="166" y="24037"/>
                    <a:pt x="259" y="24037"/>
                  </a:cubicBezTo>
                  <a:cubicBezTo>
                    <a:pt x="374" y="24037"/>
                    <a:pt x="512" y="23994"/>
                    <a:pt x="606" y="23898"/>
                  </a:cubicBezTo>
                  <a:cubicBezTo>
                    <a:pt x="769" y="23718"/>
                    <a:pt x="1031" y="23386"/>
                    <a:pt x="1031" y="23386"/>
                  </a:cubicBezTo>
                  <a:lnTo>
                    <a:pt x="1031" y="23386"/>
                  </a:lnTo>
                  <a:cubicBezTo>
                    <a:pt x="1031" y="23386"/>
                    <a:pt x="475" y="25511"/>
                    <a:pt x="758" y="25603"/>
                  </a:cubicBezTo>
                  <a:cubicBezTo>
                    <a:pt x="770" y="25607"/>
                    <a:pt x="781" y="25609"/>
                    <a:pt x="793" y="25609"/>
                  </a:cubicBezTo>
                  <a:cubicBezTo>
                    <a:pt x="1101" y="25609"/>
                    <a:pt x="1318" y="24295"/>
                    <a:pt x="1423" y="24143"/>
                  </a:cubicBezTo>
                  <a:cubicBezTo>
                    <a:pt x="1440" y="24117"/>
                    <a:pt x="1455" y="24106"/>
                    <a:pt x="1467" y="24106"/>
                  </a:cubicBezTo>
                  <a:cubicBezTo>
                    <a:pt x="1526" y="24106"/>
                    <a:pt x="1520" y="24383"/>
                    <a:pt x="1489" y="24546"/>
                  </a:cubicBezTo>
                  <a:cubicBezTo>
                    <a:pt x="1452" y="24741"/>
                    <a:pt x="1374" y="25771"/>
                    <a:pt x="1595" y="25771"/>
                  </a:cubicBezTo>
                  <a:cubicBezTo>
                    <a:pt x="1603" y="25771"/>
                    <a:pt x="1611" y="25769"/>
                    <a:pt x="1619" y="25767"/>
                  </a:cubicBezTo>
                  <a:cubicBezTo>
                    <a:pt x="1851" y="25701"/>
                    <a:pt x="1929" y="24271"/>
                    <a:pt x="2034" y="24271"/>
                  </a:cubicBezTo>
                  <a:cubicBezTo>
                    <a:pt x="2043" y="24271"/>
                    <a:pt x="2052" y="24280"/>
                    <a:pt x="2061" y="24301"/>
                  </a:cubicBezTo>
                  <a:cubicBezTo>
                    <a:pt x="2175" y="24573"/>
                    <a:pt x="2001" y="25592"/>
                    <a:pt x="2164" y="25625"/>
                  </a:cubicBezTo>
                  <a:cubicBezTo>
                    <a:pt x="2178" y="25628"/>
                    <a:pt x="2191" y="25629"/>
                    <a:pt x="2203" y="25629"/>
                  </a:cubicBezTo>
                  <a:cubicBezTo>
                    <a:pt x="2335" y="25629"/>
                    <a:pt x="2346" y="25475"/>
                    <a:pt x="2366" y="25380"/>
                  </a:cubicBezTo>
                  <a:cubicBezTo>
                    <a:pt x="2386" y="25279"/>
                    <a:pt x="2340" y="24133"/>
                    <a:pt x="2439" y="24133"/>
                  </a:cubicBezTo>
                  <a:cubicBezTo>
                    <a:pt x="2446" y="24133"/>
                    <a:pt x="2455" y="24140"/>
                    <a:pt x="2464" y="24154"/>
                  </a:cubicBezTo>
                  <a:cubicBezTo>
                    <a:pt x="2595" y="24350"/>
                    <a:pt x="2518" y="25353"/>
                    <a:pt x="2627" y="25385"/>
                  </a:cubicBezTo>
                  <a:cubicBezTo>
                    <a:pt x="2627" y="25385"/>
                    <a:pt x="2667" y="25404"/>
                    <a:pt x="2714" y="25404"/>
                  </a:cubicBezTo>
                  <a:cubicBezTo>
                    <a:pt x="2791" y="25404"/>
                    <a:pt x="2890" y="25356"/>
                    <a:pt x="2883" y="25107"/>
                  </a:cubicBezTo>
                  <a:cubicBezTo>
                    <a:pt x="2873" y="24704"/>
                    <a:pt x="3020" y="22966"/>
                    <a:pt x="3025" y="22563"/>
                  </a:cubicBezTo>
                  <a:cubicBezTo>
                    <a:pt x="3036" y="22007"/>
                    <a:pt x="2720" y="21228"/>
                    <a:pt x="2807" y="21097"/>
                  </a:cubicBezTo>
                  <a:cubicBezTo>
                    <a:pt x="2889" y="20966"/>
                    <a:pt x="3505" y="18950"/>
                    <a:pt x="3777" y="18133"/>
                  </a:cubicBezTo>
                  <a:cubicBezTo>
                    <a:pt x="4050" y="17315"/>
                    <a:pt x="4050" y="15185"/>
                    <a:pt x="4213" y="14912"/>
                  </a:cubicBezTo>
                  <a:cubicBezTo>
                    <a:pt x="4346" y="14693"/>
                    <a:pt x="4639" y="13388"/>
                    <a:pt x="4845" y="13388"/>
                  </a:cubicBezTo>
                  <a:cubicBezTo>
                    <a:pt x="4900" y="13388"/>
                    <a:pt x="4949" y="13481"/>
                    <a:pt x="4987" y="13714"/>
                  </a:cubicBezTo>
                  <a:cubicBezTo>
                    <a:pt x="5161" y="14814"/>
                    <a:pt x="5434" y="17517"/>
                    <a:pt x="5352" y="18111"/>
                  </a:cubicBezTo>
                  <a:cubicBezTo>
                    <a:pt x="5270" y="18705"/>
                    <a:pt x="5030" y="19724"/>
                    <a:pt x="5090" y="20301"/>
                  </a:cubicBezTo>
                  <a:cubicBezTo>
                    <a:pt x="5150" y="20884"/>
                    <a:pt x="4529" y="22067"/>
                    <a:pt x="4420" y="23418"/>
                  </a:cubicBezTo>
                  <a:cubicBezTo>
                    <a:pt x="4311" y="24770"/>
                    <a:pt x="4545" y="28311"/>
                    <a:pt x="4747" y="29227"/>
                  </a:cubicBezTo>
                  <a:cubicBezTo>
                    <a:pt x="4949" y="30137"/>
                    <a:pt x="4311" y="32060"/>
                    <a:pt x="4240" y="32447"/>
                  </a:cubicBezTo>
                  <a:cubicBezTo>
                    <a:pt x="4169" y="32840"/>
                    <a:pt x="4180" y="33929"/>
                    <a:pt x="4099" y="35330"/>
                  </a:cubicBezTo>
                  <a:cubicBezTo>
                    <a:pt x="4011" y="36730"/>
                    <a:pt x="4453" y="39760"/>
                    <a:pt x="4284" y="40283"/>
                  </a:cubicBezTo>
                  <a:cubicBezTo>
                    <a:pt x="4120" y="40806"/>
                    <a:pt x="1254" y="44032"/>
                    <a:pt x="1608" y="44538"/>
                  </a:cubicBezTo>
                  <a:cubicBezTo>
                    <a:pt x="1798" y="44809"/>
                    <a:pt x="2153" y="44946"/>
                    <a:pt x="2517" y="44946"/>
                  </a:cubicBezTo>
                  <a:cubicBezTo>
                    <a:pt x="2835" y="44946"/>
                    <a:pt x="3159" y="44842"/>
                    <a:pt x="3385" y="44631"/>
                  </a:cubicBezTo>
                  <a:cubicBezTo>
                    <a:pt x="3870" y="44184"/>
                    <a:pt x="4594" y="43520"/>
                    <a:pt x="4960" y="43236"/>
                  </a:cubicBezTo>
                  <a:cubicBezTo>
                    <a:pt x="5330" y="42947"/>
                    <a:pt x="6180" y="42795"/>
                    <a:pt x="6049" y="41089"/>
                  </a:cubicBezTo>
                  <a:cubicBezTo>
                    <a:pt x="6049" y="41089"/>
                    <a:pt x="5826" y="38550"/>
                    <a:pt x="6611" y="36872"/>
                  </a:cubicBezTo>
                  <a:cubicBezTo>
                    <a:pt x="7390" y="35188"/>
                    <a:pt x="7036" y="32840"/>
                    <a:pt x="7117" y="32082"/>
                  </a:cubicBezTo>
                  <a:cubicBezTo>
                    <a:pt x="7199" y="31325"/>
                    <a:pt x="7275" y="30093"/>
                    <a:pt x="7738" y="29216"/>
                  </a:cubicBezTo>
                  <a:cubicBezTo>
                    <a:pt x="8120" y="28491"/>
                    <a:pt x="8578" y="25936"/>
                    <a:pt x="8850" y="25058"/>
                  </a:cubicBezTo>
                  <a:cubicBezTo>
                    <a:pt x="9123" y="25936"/>
                    <a:pt x="9580" y="28491"/>
                    <a:pt x="9962" y="29216"/>
                  </a:cubicBezTo>
                  <a:cubicBezTo>
                    <a:pt x="10425" y="30093"/>
                    <a:pt x="10501" y="31325"/>
                    <a:pt x="10583" y="32082"/>
                  </a:cubicBezTo>
                  <a:cubicBezTo>
                    <a:pt x="10665" y="32840"/>
                    <a:pt x="10310" y="35188"/>
                    <a:pt x="11090" y="36872"/>
                  </a:cubicBezTo>
                  <a:cubicBezTo>
                    <a:pt x="11874" y="38556"/>
                    <a:pt x="11651" y="41089"/>
                    <a:pt x="11651" y="41089"/>
                  </a:cubicBezTo>
                  <a:cubicBezTo>
                    <a:pt x="11520" y="42789"/>
                    <a:pt x="12370" y="42947"/>
                    <a:pt x="12741" y="43236"/>
                  </a:cubicBezTo>
                  <a:cubicBezTo>
                    <a:pt x="13106" y="43520"/>
                    <a:pt x="13830" y="44184"/>
                    <a:pt x="14315" y="44631"/>
                  </a:cubicBezTo>
                  <a:cubicBezTo>
                    <a:pt x="14541" y="44842"/>
                    <a:pt x="14866" y="44946"/>
                    <a:pt x="15183" y="44946"/>
                  </a:cubicBezTo>
                  <a:cubicBezTo>
                    <a:pt x="15547" y="44946"/>
                    <a:pt x="15903" y="44809"/>
                    <a:pt x="16092" y="44538"/>
                  </a:cubicBezTo>
                  <a:cubicBezTo>
                    <a:pt x="16446" y="44026"/>
                    <a:pt x="13580" y="40806"/>
                    <a:pt x="13416" y="40283"/>
                  </a:cubicBezTo>
                  <a:cubicBezTo>
                    <a:pt x="13247" y="39760"/>
                    <a:pt x="13689" y="36730"/>
                    <a:pt x="13602" y="35330"/>
                  </a:cubicBezTo>
                  <a:cubicBezTo>
                    <a:pt x="13520" y="33929"/>
                    <a:pt x="13536" y="32840"/>
                    <a:pt x="13460" y="32447"/>
                  </a:cubicBezTo>
                  <a:cubicBezTo>
                    <a:pt x="13389" y="32060"/>
                    <a:pt x="12752" y="30137"/>
                    <a:pt x="12953" y="29227"/>
                  </a:cubicBezTo>
                  <a:cubicBezTo>
                    <a:pt x="13155" y="28311"/>
                    <a:pt x="13389" y="24770"/>
                    <a:pt x="13280" y="23418"/>
                  </a:cubicBezTo>
                  <a:cubicBezTo>
                    <a:pt x="13171" y="22067"/>
                    <a:pt x="12550" y="20884"/>
                    <a:pt x="12610" y="20301"/>
                  </a:cubicBezTo>
                  <a:cubicBezTo>
                    <a:pt x="12664" y="19724"/>
                    <a:pt x="12430" y="18705"/>
                    <a:pt x="12348" y="18111"/>
                  </a:cubicBezTo>
                  <a:cubicBezTo>
                    <a:pt x="12267" y="17517"/>
                    <a:pt x="12539" y="14814"/>
                    <a:pt x="12713" y="13714"/>
                  </a:cubicBezTo>
                  <a:cubicBezTo>
                    <a:pt x="12751" y="13482"/>
                    <a:pt x="12800" y="13389"/>
                    <a:pt x="12855" y="13389"/>
                  </a:cubicBezTo>
                  <a:cubicBezTo>
                    <a:pt x="13061" y="13389"/>
                    <a:pt x="13354" y="14697"/>
                    <a:pt x="13487" y="14912"/>
                  </a:cubicBezTo>
                  <a:cubicBezTo>
                    <a:pt x="13651" y="15185"/>
                    <a:pt x="13651" y="17315"/>
                    <a:pt x="13923" y="18133"/>
                  </a:cubicBezTo>
                  <a:cubicBezTo>
                    <a:pt x="14196" y="18950"/>
                    <a:pt x="14811" y="20966"/>
                    <a:pt x="14893" y="21097"/>
                  </a:cubicBezTo>
                  <a:cubicBezTo>
                    <a:pt x="14980" y="21228"/>
                    <a:pt x="14522" y="21893"/>
                    <a:pt x="14779" y="23342"/>
                  </a:cubicBezTo>
                  <a:cubicBezTo>
                    <a:pt x="14860" y="23925"/>
                    <a:pt x="14898" y="24513"/>
                    <a:pt x="14893" y="25102"/>
                  </a:cubicBezTo>
                  <a:cubicBezTo>
                    <a:pt x="14886" y="25359"/>
                    <a:pt x="14961" y="25406"/>
                    <a:pt x="15016" y="25406"/>
                  </a:cubicBezTo>
                  <a:cubicBezTo>
                    <a:pt x="15048" y="25406"/>
                    <a:pt x="15073" y="25391"/>
                    <a:pt x="15073" y="25391"/>
                  </a:cubicBezTo>
                  <a:cubicBezTo>
                    <a:pt x="15182" y="25353"/>
                    <a:pt x="15138" y="24230"/>
                    <a:pt x="15274" y="24029"/>
                  </a:cubicBezTo>
                  <a:cubicBezTo>
                    <a:pt x="15283" y="24015"/>
                    <a:pt x="15292" y="24008"/>
                    <a:pt x="15299" y="24008"/>
                  </a:cubicBezTo>
                  <a:cubicBezTo>
                    <a:pt x="15398" y="24008"/>
                    <a:pt x="15314" y="25278"/>
                    <a:pt x="15334" y="25374"/>
                  </a:cubicBezTo>
                  <a:cubicBezTo>
                    <a:pt x="15359" y="25474"/>
                    <a:pt x="15371" y="25629"/>
                    <a:pt x="15502" y="25629"/>
                  </a:cubicBezTo>
                  <a:cubicBezTo>
                    <a:pt x="15514" y="25629"/>
                    <a:pt x="15527" y="25628"/>
                    <a:pt x="15541" y="25625"/>
                  </a:cubicBezTo>
                  <a:cubicBezTo>
                    <a:pt x="15710" y="25587"/>
                    <a:pt x="15547" y="24383"/>
                    <a:pt x="15667" y="24110"/>
                  </a:cubicBezTo>
                  <a:cubicBezTo>
                    <a:pt x="15675" y="24092"/>
                    <a:pt x="15683" y="24083"/>
                    <a:pt x="15690" y="24083"/>
                  </a:cubicBezTo>
                  <a:cubicBezTo>
                    <a:pt x="15794" y="24083"/>
                    <a:pt x="15853" y="25701"/>
                    <a:pt x="16086" y="25767"/>
                  </a:cubicBezTo>
                  <a:cubicBezTo>
                    <a:pt x="16094" y="25769"/>
                    <a:pt x="16101" y="25770"/>
                    <a:pt x="16108" y="25770"/>
                  </a:cubicBezTo>
                  <a:cubicBezTo>
                    <a:pt x="16326" y="25770"/>
                    <a:pt x="16249" y="24741"/>
                    <a:pt x="16217" y="24546"/>
                  </a:cubicBezTo>
                  <a:cubicBezTo>
                    <a:pt x="16184" y="24377"/>
                    <a:pt x="16220" y="23997"/>
                    <a:pt x="16301" y="23997"/>
                  </a:cubicBezTo>
                  <a:cubicBezTo>
                    <a:pt x="16313" y="23997"/>
                    <a:pt x="16327" y="24007"/>
                    <a:pt x="16342" y="24029"/>
                  </a:cubicBezTo>
                  <a:cubicBezTo>
                    <a:pt x="16449" y="24178"/>
                    <a:pt x="16748" y="25600"/>
                    <a:pt x="16939" y="25600"/>
                  </a:cubicBezTo>
                  <a:cubicBezTo>
                    <a:pt x="16944" y="25600"/>
                    <a:pt x="16948" y="25599"/>
                    <a:pt x="16953" y="25598"/>
                  </a:cubicBezTo>
                  <a:cubicBezTo>
                    <a:pt x="17241" y="25494"/>
                    <a:pt x="16680" y="23386"/>
                    <a:pt x="16680" y="23386"/>
                  </a:cubicBezTo>
                  <a:lnTo>
                    <a:pt x="16680" y="23386"/>
                  </a:lnTo>
                  <a:cubicBezTo>
                    <a:pt x="16680" y="23386"/>
                    <a:pt x="16936" y="23718"/>
                    <a:pt x="17105" y="23892"/>
                  </a:cubicBezTo>
                  <a:cubicBezTo>
                    <a:pt x="17195" y="23991"/>
                    <a:pt x="17333" y="24036"/>
                    <a:pt x="17449" y="24036"/>
                  </a:cubicBezTo>
                  <a:cubicBezTo>
                    <a:pt x="17543" y="24036"/>
                    <a:pt x="17623" y="24006"/>
                    <a:pt x="17650" y="23952"/>
                  </a:cubicBezTo>
                  <a:cubicBezTo>
                    <a:pt x="17710" y="23832"/>
                    <a:pt x="17182" y="22971"/>
                    <a:pt x="17111" y="22334"/>
                  </a:cubicBezTo>
                  <a:cubicBezTo>
                    <a:pt x="17045" y="21691"/>
                    <a:pt x="16163" y="20874"/>
                    <a:pt x="16163" y="20874"/>
                  </a:cubicBezTo>
                  <a:cubicBezTo>
                    <a:pt x="16321" y="18422"/>
                    <a:pt x="15465" y="16324"/>
                    <a:pt x="15514" y="15485"/>
                  </a:cubicBezTo>
                  <a:cubicBezTo>
                    <a:pt x="15558" y="14640"/>
                    <a:pt x="15443" y="12825"/>
                    <a:pt x="15264" y="12542"/>
                  </a:cubicBezTo>
                  <a:cubicBezTo>
                    <a:pt x="15084" y="12259"/>
                    <a:pt x="14958" y="11692"/>
                    <a:pt x="14931" y="9725"/>
                  </a:cubicBezTo>
                  <a:cubicBezTo>
                    <a:pt x="14909" y="7758"/>
                    <a:pt x="13117" y="7338"/>
                    <a:pt x="12539" y="7278"/>
                  </a:cubicBezTo>
                  <a:cubicBezTo>
                    <a:pt x="11956" y="7224"/>
                    <a:pt x="10180" y="5976"/>
                    <a:pt x="10087" y="5851"/>
                  </a:cubicBezTo>
                  <a:cubicBezTo>
                    <a:pt x="9994" y="5725"/>
                    <a:pt x="10120" y="5022"/>
                    <a:pt x="10120" y="5022"/>
                  </a:cubicBezTo>
                  <a:cubicBezTo>
                    <a:pt x="10654" y="4690"/>
                    <a:pt x="10665" y="3965"/>
                    <a:pt x="10665" y="3965"/>
                  </a:cubicBezTo>
                  <a:cubicBezTo>
                    <a:pt x="11248" y="3965"/>
                    <a:pt x="11417" y="3420"/>
                    <a:pt x="11498" y="2946"/>
                  </a:cubicBezTo>
                  <a:cubicBezTo>
                    <a:pt x="11547" y="2641"/>
                    <a:pt x="11378" y="2585"/>
                    <a:pt x="11250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1" y="1"/>
                    <a:pt x="9003" y="1"/>
                  </a:cubicBezTo>
                  <a:cubicBezTo>
                    <a:pt x="8947" y="1"/>
                    <a:pt x="8897" y="2"/>
                    <a:pt x="8856" y="4"/>
                  </a:cubicBezTo>
                  <a:cubicBezTo>
                    <a:pt x="8814" y="2"/>
                    <a:pt x="8764" y="1"/>
                    <a:pt x="870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81" name="Google Shape;5881;p67"/>
            <p:cNvGrpSpPr/>
            <p:nvPr/>
          </p:nvGrpSpPr>
          <p:grpSpPr>
            <a:xfrm>
              <a:off x="2939796" y="3259611"/>
              <a:ext cx="443027" cy="1124980"/>
              <a:chOff x="2939796" y="3259611"/>
              <a:chExt cx="443027" cy="1124980"/>
            </a:xfrm>
          </p:grpSpPr>
          <p:sp>
            <p:nvSpPr>
              <p:cNvPr id="5882" name="Google Shape;5882;p67"/>
              <p:cNvSpPr/>
              <p:nvPr/>
            </p:nvSpPr>
            <p:spPr>
              <a:xfrm>
                <a:off x="3348503" y="3813938"/>
                <a:ext cx="20698" cy="20799"/>
              </a:xfrm>
              <a:custGeom>
                <a:rect b="b" l="l" r="r" t="t"/>
                <a:pathLst>
                  <a:path extrusionOk="0" h="823" w="819">
                    <a:moveTo>
                      <a:pt x="164" y="1"/>
                    </a:moveTo>
                    <a:lnTo>
                      <a:pt x="1" y="115"/>
                    </a:lnTo>
                    <a:cubicBezTo>
                      <a:pt x="1" y="115"/>
                      <a:pt x="519" y="823"/>
                      <a:pt x="674" y="823"/>
                    </a:cubicBezTo>
                    <a:cubicBezTo>
                      <a:pt x="681" y="823"/>
                      <a:pt x="687" y="821"/>
                      <a:pt x="693" y="818"/>
                    </a:cubicBezTo>
                    <a:cubicBezTo>
                      <a:pt x="818" y="748"/>
                      <a:pt x="164" y="1"/>
                      <a:pt x="16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3" name="Google Shape;5883;p67"/>
              <p:cNvSpPr/>
              <p:nvPr/>
            </p:nvSpPr>
            <p:spPr>
              <a:xfrm>
                <a:off x="3361240" y="3830643"/>
                <a:ext cx="21583" cy="28659"/>
              </a:xfrm>
              <a:custGeom>
                <a:rect b="b" l="l" r="r" t="t"/>
                <a:pathLst>
                  <a:path extrusionOk="0" h="1134" w="854">
                    <a:moveTo>
                      <a:pt x="145" y="1"/>
                    </a:moveTo>
                    <a:cubicBezTo>
                      <a:pt x="113" y="1"/>
                      <a:pt x="84" y="13"/>
                      <a:pt x="63" y="37"/>
                    </a:cubicBezTo>
                    <a:cubicBezTo>
                      <a:pt x="1" y="90"/>
                      <a:pt x="342" y="1134"/>
                      <a:pt x="582" y="1134"/>
                    </a:cubicBezTo>
                    <a:cubicBezTo>
                      <a:pt x="593" y="1134"/>
                      <a:pt x="603" y="1132"/>
                      <a:pt x="614" y="1127"/>
                    </a:cubicBezTo>
                    <a:cubicBezTo>
                      <a:pt x="854" y="1024"/>
                      <a:pt x="178" y="5"/>
                      <a:pt x="178" y="5"/>
                    </a:cubicBezTo>
                    <a:cubicBezTo>
                      <a:pt x="167" y="2"/>
                      <a:pt x="156" y="1"/>
                      <a:pt x="1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4" name="Google Shape;5884;p67"/>
              <p:cNvSpPr/>
              <p:nvPr/>
            </p:nvSpPr>
            <p:spPr>
              <a:xfrm>
                <a:off x="3341805" y="3812472"/>
                <a:ext cx="16655" cy="30352"/>
              </a:xfrm>
              <a:custGeom>
                <a:rect b="b" l="l" r="r" t="t"/>
                <a:pathLst>
                  <a:path extrusionOk="0" h="1201" w="659">
                    <a:moveTo>
                      <a:pt x="140" y="1"/>
                    </a:moveTo>
                    <a:cubicBezTo>
                      <a:pt x="115" y="1"/>
                      <a:pt x="90" y="9"/>
                      <a:pt x="70" y="26"/>
                    </a:cubicBezTo>
                    <a:cubicBezTo>
                      <a:pt x="0" y="64"/>
                      <a:pt x="139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43"/>
                      <a:pt x="184" y="10"/>
                      <a:pt x="184" y="10"/>
                    </a:cubicBezTo>
                    <a:cubicBezTo>
                      <a:pt x="170" y="4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5" name="Google Shape;5885;p67"/>
              <p:cNvSpPr/>
              <p:nvPr/>
            </p:nvSpPr>
            <p:spPr>
              <a:xfrm>
                <a:off x="3347997" y="3841839"/>
                <a:ext cx="16655" cy="30302"/>
              </a:xfrm>
              <a:custGeom>
                <a:rect b="b" l="l" r="r" t="t"/>
                <a:pathLst>
                  <a:path extrusionOk="0" h="1199" w="659">
                    <a:moveTo>
                      <a:pt x="135" y="1"/>
                    </a:moveTo>
                    <a:cubicBezTo>
                      <a:pt x="112" y="1"/>
                      <a:pt x="89" y="9"/>
                      <a:pt x="70" y="25"/>
                    </a:cubicBezTo>
                    <a:cubicBezTo>
                      <a:pt x="1" y="67"/>
                      <a:pt x="144" y="1199"/>
                      <a:pt x="384" y="1199"/>
                    </a:cubicBezTo>
                    <a:cubicBezTo>
                      <a:pt x="390" y="1199"/>
                      <a:pt x="396" y="1198"/>
                      <a:pt x="402" y="1196"/>
                    </a:cubicBezTo>
                    <a:cubicBezTo>
                      <a:pt x="658" y="1142"/>
                      <a:pt x="184" y="14"/>
                      <a:pt x="184" y="14"/>
                    </a:cubicBezTo>
                    <a:cubicBezTo>
                      <a:pt x="168" y="5"/>
                      <a:pt x="151" y="1"/>
                      <a:pt x="13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6" name="Google Shape;5886;p67"/>
              <p:cNvSpPr/>
              <p:nvPr/>
            </p:nvSpPr>
            <p:spPr>
              <a:xfrm>
                <a:off x="3354619" y="3870043"/>
                <a:ext cx="16629" cy="30327"/>
              </a:xfrm>
              <a:custGeom>
                <a:rect b="b" l="l" r="r" t="t"/>
                <a:pathLst>
                  <a:path extrusionOk="0" h="1200" w="658">
                    <a:moveTo>
                      <a:pt x="139" y="0"/>
                    </a:moveTo>
                    <a:cubicBezTo>
                      <a:pt x="114" y="0"/>
                      <a:pt x="90" y="9"/>
                      <a:pt x="69" y="26"/>
                    </a:cubicBezTo>
                    <a:cubicBezTo>
                      <a:pt x="0" y="63"/>
                      <a:pt x="144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38"/>
                      <a:pt x="184" y="10"/>
                      <a:pt x="184" y="10"/>
                    </a:cubicBezTo>
                    <a:cubicBezTo>
                      <a:pt x="169" y="3"/>
                      <a:pt x="154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7" name="Google Shape;5887;p67"/>
              <p:cNvSpPr/>
              <p:nvPr/>
            </p:nvSpPr>
            <p:spPr>
              <a:xfrm>
                <a:off x="3331722" y="3818411"/>
                <a:ext cx="14330" cy="29468"/>
              </a:xfrm>
              <a:custGeom>
                <a:rect b="b" l="l" r="r" t="t"/>
                <a:pathLst>
                  <a:path extrusionOk="0" h="1166" w="567">
                    <a:moveTo>
                      <a:pt x="175" y="1"/>
                    </a:moveTo>
                    <a:cubicBezTo>
                      <a:pt x="150" y="1"/>
                      <a:pt x="125" y="8"/>
                      <a:pt x="103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67" y="1126"/>
                      <a:pt x="234" y="15"/>
                      <a:pt x="234" y="15"/>
                    </a:cubicBezTo>
                    <a:cubicBezTo>
                      <a:pt x="215" y="5"/>
                      <a:pt x="195" y="1"/>
                      <a:pt x="17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8" name="Google Shape;5888;p67"/>
              <p:cNvSpPr/>
              <p:nvPr/>
            </p:nvSpPr>
            <p:spPr>
              <a:xfrm>
                <a:off x="3333920" y="3846919"/>
                <a:ext cx="14481" cy="29468"/>
              </a:xfrm>
              <a:custGeom>
                <a:rect b="b" l="l" r="r" t="t"/>
                <a:pathLst>
                  <a:path extrusionOk="0" h="1166" w="573">
                    <a:moveTo>
                      <a:pt x="178" y="1"/>
                    </a:moveTo>
                    <a:cubicBezTo>
                      <a:pt x="154" y="1"/>
                      <a:pt x="131" y="8"/>
                      <a:pt x="109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72" y="1126"/>
                      <a:pt x="234" y="15"/>
                      <a:pt x="234" y="15"/>
                    </a:cubicBezTo>
                    <a:cubicBezTo>
                      <a:pt x="215" y="5"/>
                      <a:pt x="196" y="1"/>
                      <a:pt x="1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9" name="Google Shape;5889;p67"/>
              <p:cNvSpPr/>
              <p:nvPr/>
            </p:nvSpPr>
            <p:spPr>
              <a:xfrm>
                <a:off x="3336675" y="3874289"/>
                <a:ext cx="14481" cy="29493"/>
              </a:xfrm>
              <a:custGeom>
                <a:rect b="b" l="l" r="r" t="t"/>
                <a:pathLst>
                  <a:path extrusionOk="0" h="1167" w="573">
                    <a:moveTo>
                      <a:pt x="173" y="0"/>
                    </a:moveTo>
                    <a:cubicBezTo>
                      <a:pt x="150" y="0"/>
                      <a:pt x="127" y="7"/>
                      <a:pt x="104" y="21"/>
                    </a:cubicBezTo>
                    <a:cubicBezTo>
                      <a:pt x="23" y="54"/>
                      <a:pt x="1" y="1167"/>
                      <a:pt x="270" y="1167"/>
                    </a:cubicBezTo>
                    <a:cubicBezTo>
                      <a:pt x="274" y="1167"/>
                      <a:pt x="279" y="1166"/>
                      <a:pt x="283" y="1166"/>
                    </a:cubicBezTo>
                    <a:cubicBezTo>
                      <a:pt x="572" y="1128"/>
                      <a:pt x="234" y="16"/>
                      <a:pt x="234" y="16"/>
                    </a:cubicBezTo>
                    <a:cubicBezTo>
                      <a:pt x="214" y="6"/>
                      <a:pt x="193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0" name="Google Shape;5890;p67"/>
              <p:cNvSpPr/>
              <p:nvPr/>
            </p:nvSpPr>
            <p:spPr>
              <a:xfrm>
                <a:off x="2953418" y="3814368"/>
                <a:ext cx="20673" cy="20926"/>
              </a:xfrm>
              <a:custGeom>
                <a:rect b="b" l="l" r="r" t="t"/>
                <a:pathLst>
                  <a:path extrusionOk="0" h="828" w="818">
                    <a:moveTo>
                      <a:pt x="654" y="0"/>
                    </a:moveTo>
                    <a:cubicBezTo>
                      <a:pt x="654" y="0"/>
                      <a:pt x="1" y="752"/>
                      <a:pt x="126" y="823"/>
                    </a:cubicBezTo>
                    <a:cubicBezTo>
                      <a:pt x="131" y="826"/>
                      <a:pt x="138" y="828"/>
                      <a:pt x="145" y="828"/>
                    </a:cubicBezTo>
                    <a:cubicBezTo>
                      <a:pt x="300" y="828"/>
                      <a:pt x="818" y="120"/>
                      <a:pt x="818" y="120"/>
                    </a:cubicBezTo>
                    <a:lnTo>
                      <a:pt x="654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1" name="Google Shape;5891;p67"/>
              <p:cNvSpPr/>
              <p:nvPr/>
            </p:nvSpPr>
            <p:spPr>
              <a:xfrm>
                <a:off x="2939796" y="3831123"/>
                <a:ext cx="21431" cy="28735"/>
              </a:xfrm>
              <a:custGeom>
                <a:rect b="b" l="l" r="r" t="t"/>
                <a:pathLst>
                  <a:path extrusionOk="0" h="1137" w="848">
                    <a:moveTo>
                      <a:pt x="695" y="1"/>
                    </a:moveTo>
                    <a:cubicBezTo>
                      <a:pt x="688" y="1"/>
                      <a:pt x="682" y="1"/>
                      <a:pt x="676" y="2"/>
                    </a:cubicBezTo>
                    <a:cubicBezTo>
                      <a:pt x="676" y="2"/>
                      <a:pt x="0" y="1027"/>
                      <a:pt x="240" y="1130"/>
                    </a:cubicBezTo>
                    <a:cubicBezTo>
                      <a:pt x="250" y="1135"/>
                      <a:pt x="261" y="1137"/>
                      <a:pt x="272" y="1137"/>
                    </a:cubicBezTo>
                    <a:cubicBezTo>
                      <a:pt x="511" y="1137"/>
                      <a:pt x="847" y="87"/>
                      <a:pt x="785" y="40"/>
                    </a:cubicBezTo>
                    <a:cubicBezTo>
                      <a:pt x="762" y="13"/>
                      <a:pt x="728" y="1"/>
                      <a:pt x="6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2" name="Google Shape;5892;p67"/>
              <p:cNvSpPr/>
              <p:nvPr/>
            </p:nvSpPr>
            <p:spPr>
              <a:xfrm>
                <a:off x="2964310" y="3812927"/>
                <a:ext cx="16503" cy="30428"/>
              </a:xfrm>
              <a:custGeom>
                <a:rect b="b" l="l" r="r" t="t"/>
                <a:pathLst>
                  <a:path extrusionOk="0" h="1204" w="653">
                    <a:moveTo>
                      <a:pt x="518" y="0"/>
                    </a:moveTo>
                    <a:cubicBezTo>
                      <a:pt x="501" y="0"/>
                      <a:pt x="485" y="5"/>
                      <a:pt x="469" y="14"/>
                    </a:cubicBezTo>
                    <a:cubicBezTo>
                      <a:pt x="469" y="14"/>
                      <a:pt x="0" y="1142"/>
                      <a:pt x="251" y="1202"/>
                    </a:cubicBezTo>
                    <a:cubicBezTo>
                      <a:pt x="256" y="1203"/>
                      <a:pt x="262" y="1203"/>
                      <a:pt x="268" y="1203"/>
                    </a:cubicBezTo>
                    <a:cubicBezTo>
                      <a:pt x="513" y="1203"/>
                      <a:pt x="652" y="62"/>
                      <a:pt x="583" y="25"/>
                    </a:cubicBezTo>
                    <a:cubicBezTo>
                      <a:pt x="564" y="9"/>
                      <a:pt x="541" y="0"/>
                      <a:pt x="51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3" name="Google Shape;5893;p67"/>
              <p:cNvSpPr/>
              <p:nvPr/>
            </p:nvSpPr>
            <p:spPr>
              <a:xfrm>
                <a:off x="2958093" y="3842344"/>
                <a:ext cx="16528" cy="30352"/>
              </a:xfrm>
              <a:custGeom>
                <a:rect b="b" l="l" r="r" t="t"/>
                <a:pathLst>
                  <a:path extrusionOk="0" h="1201" w="654">
                    <a:moveTo>
                      <a:pt x="516" y="1"/>
                    </a:moveTo>
                    <a:cubicBezTo>
                      <a:pt x="500" y="1"/>
                      <a:pt x="485" y="4"/>
                      <a:pt x="469" y="10"/>
                    </a:cubicBezTo>
                    <a:cubicBezTo>
                      <a:pt x="469" y="10"/>
                      <a:pt x="1" y="1138"/>
                      <a:pt x="252" y="1198"/>
                    </a:cubicBezTo>
                    <a:cubicBezTo>
                      <a:pt x="257" y="1199"/>
                      <a:pt x="263" y="1200"/>
                      <a:pt x="269" y="1200"/>
                    </a:cubicBezTo>
                    <a:cubicBezTo>
                      <a:pt x="514" y="1200"/>
                      <a:pt x="653" y="64"/>
                      <a:pt x="584" y="21"/>
                    </a:cubicBezTo>
                    <a:cubicBezTo>
                      <a:pt x="564" y="8"/>
                      <a:pt x="540" y="1"/>
                      <a:pt x="51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4" name="Google Shape;5894;p67"/>
              <p:cNvSpPr/>
              <p:nvPr/>
            </p:nvSpPr>
            <p:spPr>
              <a:xfrm>
                <a:off x="2951497" y="3870473"/>
                <a:ext cx="16655" cy="30453"/>
              </a:xfrm>
              <a:custGeom>
                <a:rect b="b" l="l" r="r" t="t"/>
                <a:pathLst>
                  <a:path extrusionOk="0" h="1205" w="659">
                    <a:moveTo>
                      <a:pt x="521" y="1"/>
                    </a:moveTo>
                    <a:cubicBezTo>
                      <a:pt x="505" y="1"/>
                      <a:pt x="488" y="5"/>
                      <a:pt x="474" y="14"/>
                    </a:cubicBezTo>
                    <a:cubicBezTo>
                      <a:pt x="474" y="14"/>
                      <a:pt x="0" y="1142"/>
                      <a:pt x="256" y="1202"/>
                    </a:cubicBezTo>
                    <a:cubicBezTo>
                      <a:pt x="262" y="1204"/>
                      <a:pt x="268" y="1204"/>
                      <a:pt x="273" y="1204"/>
                    </a:cubicBezTo>
                    <a:cubicBezTo>
                      <a:pt x="519" y="1204"/>
                      <a:pt x="658" y="63"/>
                      <a:pt x="589" y="25"/>
                    </a:cubicBezTo>
                    <a:cubicBezTo>
                      <a:pt x="570" y="9"/>
                      <a:pt x="545" y="1"/>
                      <a:pt x="5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5" name="Google Shape;5895;p67"/>
              <p:cNvSpPr/>
              <p:nvPr/>
            </p:nvSpPr>
            <p:spPr>
              <a:xfrm>
                <a:off x="2976567" y="3818841"/>
                <a:ext cx="14304" cy="29442"/>
              </a:xfrm>
              <a:custGeom>
                <a:rect b="b" l="l" r="r" t="t"/>
                <a:pathLst>
                  <a:path extrusionOk="0" h="1165" w="566">
                    <a:moveTo>
                      <a:pt x="387" y="0"/>
                    </a:moveTo>
                    <a:cubicBezTo>
                      <a:pt x="368" y="0"/>
                      <a:pt x="349" y="5"/>
                      <a:pt x="332" y="14"/>
                    </a:cubicBezTo>
                    <a:cubicBezTo>
                      <a:pt x="332" y="14"/>
                      <a:pt x="0" y="1126"/>
                      <a:pt x="283" y="1164"/>
                    </a:cubicBezTo>
                    <a:cubicBezTo>
                      <a:pt x="288" y="1164"/>
                      <a:pt x="293" y="1165"/>
                      <a:pt x="297" y="1165"/>
                    </a:cubicBezTo>
                    <a:cubicBezTo>
                      <a:pt x="566" y="1165"/>
                      <a:pt x="538" y="52"/>
                      <a:pt x="458" y="20"/>
                    </a:cubicBezTo>
                    <a:cubicBezTo>
                      <a:pt x="436" y="7"/>
                      <a:pt x="411" y="0"/>
                      <a:pt x="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6" name="Google Shape;5896;p67"/>
              <p:cNvSpPr/>
              <p:nvPr/>
            </p:nvSpPr>
            <p:spPr>
              <a:xfrm>
                <a:off x="2974343" y="3847273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399" y="1"/>
                    </a:moveTo>
                    <a:cubicBezTo>
                      <a:pt x="377" y="1"/>
                      <a:pt x="355" y="6"/>
                      <a:pt x="333" y="17"/>
                    </a:cubicBezTo>
                    <a:cubicBezTo>
                      <a:pt x="333" y="17"/>
                      <a:pt x="1" y="1129"/>
                      <a:pt x="284" y="1167"/>
                    </a:cubicBezTo>
                    <a:cubicBezTo>
                      <a:pt x="289" y="1167"/>
                      <a:pt x="294" y="1168"/>
                      <a:pt x="298" y="1168"/>
                    </a:cubicBezTo>
                    <a:cubicBezTo>
                      <a:pt x="572" y="1168"/>
                      <a:pt x="544" y="55"/>
                      <a:pt x="464" y="17"/>
                    </a:cubicBezTo>
                    <a:cubicBezTo>
                      <a:pt x="442" y="6"/>
                      <a:pt x="420" y="1"/>
                      <a:pt x="39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7" name="Google Shape;5897;p67"/>
              <p:cNvSpPr/>
              <p:nvPr/>
            </p:nvSpPr>
            <p:spPr>
              <a:xfrm>
                <a:off x="2971589" y="3874820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401" y="0"/>
                    </a:moveTo>
                    <a:cubicBezTo>
                      <a:pt x="380" y="0"/>
                      <a:pt x="358" y="6"/>
                      <a:pt x="339" y="17"/>
                    </a:cubicBezTo>
                    <a:cubicBezTo>
                      <a:pt x="339" y="17"/>
                      <a:pt x="1" y="1128"/>
                      <a:pt x="290" y="1167"/>
                    </a:cubicBezTo>
                    <a:cubicBezTo>
                      <a:pt x="294" y="1167"/>
                      <a:pt x="299" y="1167"/>
                      <a:pt x="303" y="1167"/>
                    </a:cubicBezTo>
                    <a:cubicBezTo>
                      <a:pt x="572" y="1167"/>
                      <a:pt x="544" y="54"/>
                      <a:pt x="464" y="17"/>
                    </a:cubicBezTo>
                    <a:cubicBezTo>
                      <a:pt x="445" y="6"/>
                      <a:pt x="423" y="0"/>
                      <a:pt x="4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8" name="Google Shape;5898;p67"/>
              <p:cNvSpPr/>
              <p:nvPr/>
            </p:nvSpPr>
            <p:spPr>
              <a:xfrm>
                <a:off x="2989355" y="382480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5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9" name="Google Shape;5899;p67"/>
              <p:cNvSpPr/>
              <p:nvPr/>
            </p:nvSpPr>
            <p:spPr>
              <a:xfrm>
                <a:off x="2988824" y="3850735"/>
                <a:ext cx="11828" cy="26865"/>
              </a:xfrm>
              <a:custGeom>
                <a:rect b="b" l="l" r="r" t="t"/>
                <a:pathLst>
                  <a:path extrusionOk="0" h="1063" w="468">
                    <a:moveTo>
                      <a:pt x="284" y="1"/>
                    </a:moveTo>
                    <a:cubicBezTo>
                      <a:pt x="263" y="1"/>
                      <a:pt x="242" y="7"/>
                      <a:pt x="223" y="16"/>
                    </a:cubicBezTo>
                    <a:cubicBezTo>
                      <a:pt x="223" y="16"/>
                      <a:pt x="0" y="1046"/>
                      <a:pt x="234" y="1062"/>
                    </a:cubicBezTo>
                    <a:cubicBezTo>
                      <a:pt x="236" y="1063"/>
                      <a:pt x="238" y="1063"/>
                      <a:pt x="240" y="1063"/>
                    </a:cubicBezTo>
                    <a:cubicBezTo>
                      <a:pt x="468" y="1063"/>
                      <a:pt x="397" y="38"/>
                      <a:pt x="327" y="11"/>
                    </a:cubicBezTo>
                    <a:cubicBezTo>
                      <a:pt x="313" y="4"/>
                      <a:pt x="299" y="1"/>
                      <a:pt x="28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0" name="Google Shape;5900;p67"/>
              <p:cNvSpPr/>
              <p:nvPr/>
            </p:nvSpPr>
            <p:spPr>
              <a:xfrm>
                <a:off x="2987839" y="387575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0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1" name="Google Shape;5901;p67"/>
              <p:cNvSpPr/>
              <p:nvPr/>
            </p:nvSpPr>
            <p:spPr>
              <a:xfrm>
                <a:off x="2960721" y="3801226"/>
                <a:ext cx="45870" cy="28583"/>
              </a:xfrm>
              <a:custGeom>
                <a:rect b="b" l="l" r="r" t="t"/>
                <a:pathLst>
                  <a:path extrusionOk="0" h="1131" w="1815">
                    <a:moveTo>
                      <a:pt x="902" y="0"/>
                    </a:moveTo>
                    <a:cubicBezTo>
                      <a:pt x="718" y="0"/>
                      <a:pt x="543" y="87"/>
                      <a:pt x="404" y="226"/>
                    </a:cubicBezTo>
                    <a:cubicBezTo>
                      <a:pt x="404" y="226"/>
                      <a:pt x="0" y="362"/>
                      <a:pt x="137" y="673"/>
                    </a:cubicBezTo>
                    <a:cubicBezTo>
                      <a:pt x="273" y="989"/>
                      <a:pt x="899" y="869"/>
                      <a:pt x="1101" y="1076"/>
                    </a:cubicBezTo>
                    <a:cubicBezTo>
                      <a:pt x="1138" y="1114"/>
                      <a:pt x="1186" y="1131"/>
                      <a:pt x="1240" y="1131"/>
                    </a:cubicBezTo>
                    <a:cubicBezTo>
                      <a:pt x="1481" y="1131"/>
                      <a:pt x="1814" y="779"/>
                      <a:pt x="1515" y="373"/>
                    </a:cubicBezTo>
                    <a:cubicBezTo>
                      <a:pt x="1325" y="109"/>
                      <a:pt x="1108" y="0"/>
                      <a:pt x="9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2" name="Google Shape;5902;p67"/>
              <p:cNvSpPr/>
              <p:nvPr/>
            </p:nvSpPr>
            <p:spPr>
              <a:xfrm>
                <a:off x="3231744" y="4292043"/>
                <a:ext cx="109354" cy="92270"/>
              </a:xfrm>
              <a:custGeom>
                <a:rect b="b" l="l" r="r" t="t"/>
                <a:pathLst>
                  <a:path extrusionOk="0" h="3651" w="4327">
                    <a:moveTo>
                      <a:pt x="1399" y="1"/>
                    </a:moveTo>
                    <a:cubicBezTo>
                      <a:pt x="992" y="1"/>
                      <a:pt x="498" y="145"/>
                      <a:pt x="251" y="765"/>
                    </a:cubicBezTo>
                    <a:cubicBezTo>
                      <a:pt x="251" y="765"/>
                      <a:pt x="0" y="1108"/>
                      <a:pt x="300" y="1304"/>
                    </a:cubicBezTo>
                    <a:cubicBezTo>
                      <a:pt x="594" y="1495"/>
                      <a:pt x="850" y="1457"/>
                      <a:pt x="975" y="1805"/>
                    </a:cubicBezTo>
                    <a:cubicBezTo>
                      <a:pt x="1095" y="2149"/>
                      <a:pt x="1629" y="2683"/>
                      <a:pt x="2190" y="3091"/>
                    </a:cubicBezTo>
                    <a:cubicBezTo>
                      <a:pt x="2329" y="3191"/>
                      <a:pt x="2509" y="3651"/>
                      <a:pt x="2790" y="3651"/>
                    </a:cubicBezTo>
                    <a:cubicBezTo>
                      <a:pt x="2818" y="3651"/>
                      <a:pt x="2847" y="3646"/>
                      <a:pt x="2877" y="3636"/>
                    </a:cubicBezTo>
                    <a:cubicBezTo>
                      <a:pt x="3204" y="3522"/>
                      <a:pt x="2561" y="2803"/>
                      <a:pt x="2463" y="2775"/>
                    </a:cubicBezTo>
                    <a:cubicBezTo>
                      <a:pt x="2463" y="2775"/>
                      <a:pt x="1809" y="1996"/>
                      <a:pt x="1706" y="1838"/>
                    </a:cubicBezTo>
                    <a:lnTo>
                      <a:pt x="1706" y="1838"/>
                    </a:lnTo>
                    <a:cubicBezTo>
                      <a:pt x="1706" y="1838"/>
                      <a:pt x="2310" y="2269"/>
                      <a:pt x="2512" y="2672"/>
                    </a:cubicBezTo>
                    <a:cubicBezTo>
                      <a:pt x="2616" y="2873"/>
                      <a:pt x="3079" y="3266"/>
                      <a:pt x="3139" y="3413"/>
                    </a:cubicBezTo>
                    <a:cubicBezTo>
                      <a:pt x="3163" y="3472"/>
                      <a:pt x="3221" y="3501"/>
                      <a:pt x="3277" y="3501"/>
                    </a:cubicBezTo>
                    <a:cubicBezTo>
                      <a:pt x="3361" y="3501"/>
                      <a:pt x="3439" y="3435"/>
                      <a:pt x="3384" y="3304"/>
                    </a:cubicBezTo>
                    <a:cubicBezTo>
                      <a:pt x="3286" y="3081"/>
                      <a:pt x="2948" y="2672"/>
                      <a:pt x="2948" y="2672"/>
                    </a:cubicBezTo>
                    <a:lnTo>
                      <a:pt x="2948" y="2672"/>
                    </a:lnTo>
                    <a:lnTo>
                      <a:pt x="3531" y="3320"/>
                    </a:lnTo>
                    <a:cubicBezTo>
                      <a:pt x="3531" y="3320"/>
                      <a:pt x="3614" y="3401"/>
                      <a:pt x="3713" y="3401"/>
                    </a:cubicBezTo>
                    <a:cubicBezTo>
                      <a:pt x="3748" y="3401"/>
                      <a:pt x="3784" y="3391"/>
                      <a:pt x="3820" y="3364"/>
                    </a:cubicBezTo>
                    <a:cubicBezTo>
                      <a:pt x="3896" y="3306"/>
                      <a:pt x="3759" y="3093"/>
                      <a:pt x="3599" y="2903"/>
                    </a:cubicBezTo>
                    <a:lnTo>
                      <a:pt x="3599" y="2903"/>
                    </a:lnTo>
                    <a:lnTo>
                      <a:pt x="3831" y="3130"/>
                    </a:lnTo>
                    <a:cubicBezTo>
                      <a:pt x="3831" y="3130"/>
                      <a:pt x="3963" y="3284"/>
                      <a:pt x="4048" y="3284"/>
                    </a:cubicBezTo>
                    <a:cubicBezTo>
                      <a:pt x="4068" y="3284"/>
                      <a:pt x="4085" y="3275"/>
                      <a:pt x="4098" y="3255"/>
                    </a:cubicBezTo>
                    <a:cubicBezTo>
                      <a:pt x="4144" y="3181"/>
                      <a:pt x="4133" y="2991"/>
                      <a:pt x="3955" y="2756"/>
                    </a:cubicBezTo>
                    <a:lnTo>
                      <a:pt x="3955" y="2756"/>
                    </a:lnTo>
                    <a:cubicBezTo>
                      <a:pt x="4036" y="2825"/>
                      <a:pt x="4113" y="2878"/>
                      <a:pt x="4161" y="2878"/>
                    </a:cubicBezTo>
                    <a:cubicBezTo>
                      <a:pt x="4176" y="2878"/>
                      <a:pt x="4187" y="2873"/>
                      <a:pt x="4196" y="2863"/>
                    </a:cubicBezTo>
                    <a:cubicBezTo>
                      <a:pt x="4196" y="2863"/>
                      <a:pt x="4326" y="2835"/>
                      <a:pt x="3765" y="2121"/>
                    </a:cubicBezTo>
                    <a:cubicBezTo>
                      <a:pt x="3765" y="2121"/>
                      <a:pt x="3002" y="1206"/>
                      <a:pt x="2474" y="857"/>
                    </a:cubicBezTo>
                    <a:cubicBezTo>
                      <a:pt x="1945" y="514"/>
                      <a:pt x="1994" y="411"/>
                      <a:pt x="2043" y="111"/>
                    </a:cubicBezTo>
                    <a:cubicBezTo>
                      <a:pt x="2043" y="111"/>
                      <a:pt x="1754" y="1"/>
                      <a:pt x="13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3" name="Google Shape;5903;p67"/>
              <p:cNvSpPr/>
              <p:nvPr/>
            </p:nvSpPr>
            <p:spPr>
              <a:xfrm>
                <a:off x="3056706" y="3695536"/>
                <a:ext cx="200259" cy="117189"/>
              </a:xfrm>
              <a:custGeom>
                <a:rect b="b" l="l" r="r" t="t"/>
                <a:pathLst>
                  <a:path extrusionOk="0" h="4637" w="7924">
                    <a:moveTo>
                      <a:pt x="5970" y="1"/>
                    </a:moveTo>
                    <a:cubicBezTo>
                      <a:pt x="4955" y="1"/>
                      <a:pt x="4725" y="801"/>
                      <a:pt x="4725" y="801"/>
                    </a:cubicBezTo>
                    <a:cubicBezTo>
                      <a:pt x="4725" y="801"/>
                      <a:pt x="4332" y="1387"/>
                      <a:pt x="4594" y="1387"/>
                    </a:cubicBezTo>
                    <a:cubicBezTo>
                      <a:pt x="4630" y="1387"/>
                      <a:pt x="4678" y="1376"/>
                      <a:pt x="4741" y="1351"/>
                    </a:cubicBezTo>
                    <a:cubicBezTo>
                      <a:pt x="4823" y="1319"/>
                      <a:pt x="4902" y="1304"/>
                      <a:pt x="4977" y="1304"/>
                    </a:cubicBezTo>
                    <a:cubicBezTo>
                      <a:pt x="5381" y="1304"/>
                      <a:pt x="5675" y="1750"/>
                      <a:pt x="5716" y="2376"/>
                    </a:cubicBezTo>
                    <a:cubicBezTo>
                      <a:pt x="5760" y="3111"/>
                      <a:pt x="5291" y="2850"/>
                      <a:pt x="4741" y="3525"/>
                    </a:cubicBezTo>
                    <a:cubicBezTo>
                      <a:pt x="4475" y="3855"/>
                      <a:pt x="4307" y="3939"/>
                      <a:pt x="4204" y="3939"/>
                    </a:cubicBezTo>
                    <a:cubicBezTo>
                      <a:pt x="4166" y="3939"/>
                      <a:pt x="4136" y="3927"/>
                      <a:pt x="4114" y="3912"/>
                    </a:cubicBezTo>
                    <a:lnTo>
                      <a:pt x="4114" y="3841"/>
                    </a:lnTo>
                    <a:cubicBezTo>
                      <a:pt x="4109" y="3858"/>
                      <a:pt x="4098" y="3874"/>
                      <a:pt x="4087" y="3885"/>
                    </a:cubicBezTo>
                    <a:cubicBezTo>
                      <a:pt x="4076" y="3874"/>
                      <a:pt x="4065" y="3858"/>
                      <a:pt x="4060" y="3841"/>
                    </a:cubicBezTo>
                    <a:lnTo>
                      <a:pt x="4060" y="3912"/>
                    </a:lnTo>
                    <a:cubicBezTo>
                      <a:pt x="4038" y="3927"/>
                      <a:pt x="4008" y="3939"/>
                      <a:pt x="3970" y="3939"/>
                    </a:cubicBezTo>
                    <a:cubicBezTo>
                      <a:pt x="3867" y="3939"/>
                      <a:pt x="3698" y="3855"/>
                      <a:pt x="3428" y="3525"/>
                    </a:cubicBezTo>
                    <a:cubicBezTo>
                      <a:pt x="2877" y="2855"/>
                      <a:pt x="2409" y="3117"/>
                      <a:pt x="2452" y="2381"/>
                    </a:cubicBezTo>
                    <a:cubicBezTo>
                      <a:pt x="2494" y="1754"/>
                      <a:pt x="2789" y="1311"/>
                      <a:pt x="3195" y="1311"/>
                    </a:cubicBezTo>
                    <a:cubicBezTo>
                      <a:pt x="3269" y="1311"/>
                      <a:pt x="3347" y="1326"/>
                      <a:pt x="3428" y="1357"/>
                    </a:cubicBezTo>
                    <a:cubicBezTo>
                      <a:pt x="3491" y="1382"/>
                      <a:pt x="3539" y="1393"/>
                      <a:pt x="3574" y="1393"/>
                    </a:cubicBezTo>
                    <a:cubicBezTo>
                      <a:pt x="3836" y="1393"/>
                      <a:pt x="3444" y="806"/>
                      <a:pt x="3444" y="806"/>
                    </a:cubicBezTo>
                    <a:cubicBezTo>
                      <a:pt x="3444" y="806"/>
                      <a:pt x="3332" y="89"/>
                      <a:pt x="2574" y="89"/>
                    </a:cubicBezTo>
                    <a:cubicBezTo>
                      <a:pt x="2330" y="89"/>
                      <a:pt x="2019" y="163"/>
                      <a:pt x="1624" y="360"/>
                    </a:cubicBezTo>
                    <a:cubicBezTo>
                      <a:pt x="0" y="1161"/>
                      <a:pt x="507" y="2087"/>
                      <a:pt x="1292" y="2506"/>
                    </a:cubicBezTo>
                    <a:cubicBezTo>
                      <a:pt x="2076" y="2926"/>
                      <a:pt x="1777" y="2959"/>
                      <a:pt x="2033" y="3422"/>
                    </a:cubicBezTo>
                    <a:cubicBezTo>
                      <a:pt x="2143" y="3621"/>
                      <a:pt x="2238" y="3651"/>
                      <a:pt x="2342" y="3651"/>
                    </a:cubicBezTo>
                    <a:cubicBezTo>
                      <a:pt x="2386" y="3651"/>
                      <a:pt x="2431" y="3646"/>
                      <a:pt x="2479" y="3646"/>
                    </a:cubicBezTo>
                    <a:cubicBezTo>
                      <a:pt x="2582" y="3646"/>
                      <a:pt x="2700" y="3670"/>
                      <a:pt x="2850" y="3820"/>
                    </a:cubicBezTo>
                    <a:cubicBezTo>
                      <a:pt x="3221" y="4190"/>
                      <a:pt x="3559" y="4610"/>
                      <a:pt x="4060" y="4637"/>
                    </a:cubicBezTo>
                    <a:lnTo>
                      <a:pt x="4114" y="4637"/>
                    </a:lnTo>
                    <a:cubicBezTo>
                      <a:pt x="4621" y="4610"/>
                      <a:pt x="4953" y="4190"/>
                      <a:pt x="5324" y="3814"/>
                    </a:cubicBezTo>
                    <a:cubicBezTo>
                      <a:pt x="5474" y="3664"/>
                      <a:pt x="5592" y="3640"/>
                      <a:pt x="5695" y="3640"/>
                    </a:cubicBezTo>
                    <a:cubicBezTo>
                      <a:pt x="5743" y="3640"/>
                      <a:pt x="5789" y="3646"/>
                      <a:pt x="5832" y="3646"/>
                    </a:cubicBezTo>
                    <a:cubicBezTo>
                      <a:pt x="5936" y="3646"/>
                      <a:pt x="6031" y="3616"/>
                      <a:pt x="6141" y="3416"/>
                    </a:cubicBezTo>
                    <a:cubicBezTo>
                      <a:pt x="6397" y="2953"/>
                      <a:pt x="6354" y="2719"/>
                      <a:pt x="7139" y="2299"/>
                    </a:cubicBezTo>
                    <a:cubicBezTo>
                      <a:pt x="7923" y="1880"/>
                      <a:pt x="7678" y="436"/>
                      <a:pt x="6801" y="147"/>
                    </a:cubicBezTo>
                    <a:cubicBezTo>
                      <a:pt x="6478" y="43"/>
                      <a:pt x="6203" y="1"/>
                      <a:pt x="597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67"/>
              <p:cNvSpPr/>
              <p:nvPr/>
            </p:nvSpPr>
            <p:spPr>
              <a:xfrm>
                <a:off x="3147864" y="3709992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9"/>
                    </a:lnTo>
                    <a:cubicBezTo>
                      <a:pt x="1" y="594"/>
                      <a:pt x="55" y="648"/>
                      <a:pt x="126" y="648"/>
                    </a:cubicBezTo>
                    <a:lnTo>
                      <a:pt x="889" y="648"/>
                    </a:lnTo>
                    <a:cubicBezTo>
                      <a:pt x="954" y="648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67"/>
              <p:cNvSpPr/>
              <p:nvPr/>
            </p:nvSpPr>
            <p:spPr>
              <a:xfrm>
                <a:off x="3147864" y="370448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6" name="Google Shape;5906;p67"/>
              <p:cNvSpPr/>
              <p:nvPr/>
            </p:nvSpPr>
            <p:spPr>
              <a:xfrm>
                <a:off x="3147864" y="3688081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7" name="Google Shape;5907;p67"/>
              <p:cNvSpPr/>
              <p:nvPr/>
            </p:nvSpPr>
            <p:spPr>
              <a:xfrm>
                <a:off x="3147864" y="368257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8" name="Google Shape;5908;p67"/>
              <p:cNvSpPr/>
              <p:nvPr/>
            </p:nvSpPr>
            <p:spPr>
              <a:xfrm>
                <a:off x="3147864" y="3666195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9" name="Google Shape;5909;p67"/>
              <p:cNvSpPr/>
              <p:nvPr/>
            </p:nvSpPr>
            <p:spPr>
              <a:xfrm>
                <a:off x="3147738" y="3660686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5" y="0"/>
                    </a:moveTo>
                    <a:cubicBezTo>
                      <a:pt x="49" y="0"/>
                      <a:pt x="0" y="49"/>
                      <a:pt x="6" y="109"/>
                    </a:cubicBezTo>
                    <a:cubicBezTo>
                      <a:pt x="6" y="169"/>
                      <a:pt x="55" y="218"/>
                      <a:pt x="115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0" name="Google Shape;5910;p67"/>
              <p:cNvSpPr/>
              <p:nvPr/>
            </p:nvSpPr>
            <p:spPr>
              <a:xfrm>
                <a:off x="3147864" y="3644284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2" y="0"/>
                    </a:moveTo>
                    <a:cubicBezTo>
                      <a:pt x="889" y="0"/>
                      <a:pt x="886" y="1"/>
                      <a:pt x="883" y="1"/>
                    </a:cubicBezTo>
                    <a:lnTo>
                      <a:pt x="120" y="1"/>
                    </a:lnTo>
                    <a:cubicBezTo>
                      <a:pt x="50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4"/>
                      <a:pt x="1009" y="589"/>
                      <a:pt x="1009" y="524"/>
                    </a:cubicBezTo>
                    <a:lnTo>
                      <a:pt x="1003" y="121"/>
                    </a:lnTo>
                    <a:cubicBezTo>
                      <a:pt x="1003" y="53"/>
                      <a:pt x="954" y="0"/>
                      <a:pt x="89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67"/>
              <p:cNvSpPr/>
              <p:nvPr/>
            </p:nvSpPr>
            <p:spPr>
              <a:xfrm>
                <a:off x="3147738" y="363877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67"/>
              <p:cNvSpPr/>
              <p:nvPr/>
            </p:nvSpPr>
            <p:spPr>
              <a:xfrm>
                <a:off x="3147738" y="3622272"/>
                <a:ext cx="25500" cy="16528"/>
              </a:xfrm>
              <a:custGeom>
                <a:rect b="b" l="l" r="r" t="t"/>
                <a:pathLst>
                  <a:path extrusionOk="0" h="654" w="1009">
                    <a:moveTo>
                      <a:pt x="888" y="0"/>
                    </a:moveTo>
                    <a:lnTo>
                      <a:pt x="125" y="5"/>
                    </a:lnTo>
                    <a:cubicBezTo>
                      <a:pt x="55" y="5"/>
                      <a:pt x="0" y="60"/>
                      <a:pt x="0" y="125"/>
                    </a:cubicBezTo>
                    <a:lnTo>
                      <a:pt x="6" y="529"/>
                    </a:lnTo>
                    <a:cubicBezTo>
                      <a:pt x="6" y="599"/>
                      <a:pt x="60" y="654"/>
                      <a:pt x="125" y="654"/>
                    </a:cubicBezTo>
                    <a:lnTo>
                      <a:pt x="888" y="648"/>
                    </a:lnTo>
                    <a:cubicBezTo>
                      <a:pt x="954" y="648"/>
                      <a:pt x="1008" y="594"/>
                      <a:pt x="1008" y="529"/>
                    </a:cubicBezTo>
                    <a:lnTo>
                      <a:pt x="1008" y="125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3" name="Google Shape;5913;p67"/>
              <p:cNvSpPr/>
              <p:nvPr/>
            </p:nvSpPr>
            <p:spPr>
              <a:xfrm>
                <a:off x="3147738" y="361688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4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4" name="Google Shape;5914;p67"/>
              <p:cNvSpPr/>
              <p:nvPr/>
            </p:nvSpPr>
            <p:spPr>
              <a:xfrm>
                <a:off x="3147738" y="360036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1"/>
                      <a:pt x="8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5" name="Google Shape;5915;p67"/>
              <p:cNvSpPr/>
              <p:nvPr/>
            </p:nvSpPr>
            <p:spPr>
              <a:xfrm>
                <a:off x="3147738" y="359500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0"/>
                    </a:moveTo>
                    <a:cubicBezTo>
                      <a:pt x="49" y="0"/>
                      <a:pt x="0" y="49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6" name="Google Shape;5916;p67"/>
              <p:cNvSpPr/>
              <p:nvPr/>
            </p:nvSpPr>
            <p:spPr>
              <a:xfrm>
                <a:off x="3147738" y="357847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7" name="Google Shape;5917;p67"/>
              <p:cNvSpPr/>
              <p:nvPr/>
            </p:nvSpPr>
            <p:spPr>
              <a:xfrm>
                <a:off x="3147738" y="3573091"/>
                <a:ext cx="25500" cy="5408"/>
              </a:xfrm>
              <a:custGeom>
                <a:rect b="b" l="l" r="r" t="t"/>
                <a:pathLst>
                  <a:path extrusionOk="0" h="214" w="1009">
                    <a:moveTo>
                      <a:pt x="109" y="1"/>
                    </a:moveTo>
                    <a:cubicBezTo>
                      <a:pt x="49" y="1"/>
                      <a:pt x="0" y="44"/>
                      <a:pt x="0" y="110"/>
                    </a:cubicBezTo>
                    <a:cubicBezTo>
                      <a:pt x="0" y="170"/>
                      <a:pt x="49" y="213"/>
                      <a:pt x="109" y="213"/>
                    </a:cubicBezTo>
                    <a:lnTo>
                      <a:pt x="899" y="213"/>
                    </a:lnTo>
                    <a:cubicBezTo>
                      <a:pt x="902" y="213"/>
                      <a:pt x="905" y="214"/>
                      <a:pt x="907" y="214"/>
                    </a:cubicBezTo>
                    <a:cubicBezTo>
                      <a:pt x="963" y="214"/>
                      <a:pt x="1007" y="163"/>
                      <a:pt x="1008" y="107"/>
                    </a:cubicBezTo>
                    <a:lnTo>
                      <a:pt x="1008" y="107"/>
                    </a:lnTo>
                    <a:cubicBezTo>
                      <a:pt x="1008" y="108"/>
                      <a:pt x="1008" y="109"/>
                      <a:pt x="1008" y="110"/>
                    </a:cubicBezTo>
                    <a:lnTo>
                      <a:pt x="1008" y="104"/>
                    </a:lnTo>
                    <a:cubicBezTo>
                      <a:pt x="1008" y="105"/>
                      <a:pt x="1008" y="106"/>
                      <a:pt x="1008" y="107"/>
                    </a:cubicBezTo>
                    <a:lnTo>
                      <a:pt x="1008" y="107"/>
                    </a:lnTo>
                    <a:cubicBezTo>
                      <a:pt x="1007" y="43"/>
                      <a:pt x="958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67"/>
              <p:cNvSpPr/>
              <p:nvPr/>
            </p:nvSpPr>
            <p:spPr>
              <a:xfrm>
                <a:off x="3147738" y="355656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0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1"/>
                    </a:lnTo>
                    <a:cubicBezTo>
                      <a:pt x="1008" y="55"/>
                      <a:pt x="954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67"/>
              <p:cNvSpPr/>
              <p:nvPr/>
            </p:nvSpPr>
            <p:spPr>
              <a:xfrm>
                <a:off x="3147738" y="355105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0" name="Google Shape;5920;p67"/>
              <p:cNvSpPr/>
              <p:nvPr/>
            </p:nvSpPr>
            <p:spPr>
              <a:xfrm>
                <a:off x="3147738" y="353467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0"/>
                    </a:lnTo>
                    <a:cubicBezTo>
                      <a:pt x="1008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1" name="Google Shape;5921;p67"/>
              <p:cNvSpPr/>
              <p:nvPr/>
            </p:nvSpPr>
            <p:spPr>
              <a:xfrm>
                <a:off x="3147586" y="352916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2" name="Google Shape;5922;p67"/>
              <p:cNvSpPr/>
              <p:nvPr/>
            </p:nvSpPr>
            <p:spPr>
              <a:xfrm>
                <a:off x="3147586" y="3512791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6" y="529"/>
                    </a:lnTo>
                    <a:cubicBezTo>
                      <a:pt x="6" y="594"/>
                      <a:pt x="61" y="649"/>
                      <a:pt x="126" y="649"/>
                    </a:cubicBezTo>
                    <a:lnTo>
                      <a:pt x="889" y="649"/>
                    </a:lnTo>
                    <a:cubicBezTo>
                      <a:pt x="960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3" name="Google Shape;5923;p67"/>
              <p:cNvSpPr/>
              <p:nvPr/>
            </p:nvSpPr>
            <p:spPr>
              <a:xfrm>
                <a:off x="3147586" y="350728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4" name="Google Shape;5924;p67"/>
              <p:cNvSpPr/>
              <p:nvPr/>
            </p:nvSpPr>
            <p:spPr>
              <a:xfrm>
                <a:off x="3147586" y="349088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6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5" name="Google Shape;5925;p67"/>
              <p:cNvSpPr/>
              <p:nvPr/>
            </p:nvSpPr>
            <p:spPr>
              <a:xfrm>
                <a:off x="3147586" y="3485370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67"/>
              <p:cNvSpPr/>
              <p:nvPr/>
            </p:nvSpPr>
            <p:spPr>
              <a:xfrm>
                <a:off x="3147586" y="346899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1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67"/>
              <p:cNvSpPr/>
              <p:nvPr/>
            </p:nvSpPr>
            <p:spPr>
              <a:xfrm>
                <a:off x="3147586" y="346348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8" name="Google Shape;5928;p67"/>
              <p:cNvSpPr/>
              <p:nvPr/>
            </p:nvSpPr>
            <p:spPr>
              <a:xfrm>
                <a:off x="3147586" y="344708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3" y="1"/>
                    </a:moveTo>
                    <a:cubicBezTo>
                      <a:pt x="890" y="1"/>
                      <a:pt x="887" y="1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1" y="649"/>
                    </a:cubicBezTo>
                    <a:lnTo>
                      <a:pt x="889" y="649"/>
                    </a:lnTo>
                    <a:cubicBezTo>
                      <a:pt x="954" y="644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3"/>
                      <a:pt x="959" y="1"/>
                      <a:pt x="89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67"/>
              <p:cNvSpPr/>
              <p:nvPr/>
            </p:nvSpPr>
            <p:spPr>
              <a:xfrm>
                <a:off x="3147586" y="344157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0" name="Google Shape;5930;p67"/>
              <p:cNvSpPr/>
              <p:nvPr/>
            </p:nvSpPr>
            <p:spPr>
              <a:xfrm>
                <a:off x="3147586" y="342519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893" y="0"/>
                    </a:moveTo>
                    <a:cubicBezTo>
                      <a:pt x="890" y="0"/>
                      <a:pt x="887" y="0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0"/>
                    </a:cubicBezTo>
                    <a:lnTo>
                      <a:pt x="1" y="524"/>
                    </a:lnTo>
                    <a:cubicBezTo>
                      <a:pt x="1" y="594"/>
                      <a:pt x="55" y="649"/>
                      <a:pt x="121" y="649"/>
                    </a:cubicBezTo>
                    <a:lnTo>
                      <a:pt x="883" y="649"/>
                    </a:lnTo>
                    <a:cubicBezTo>
                      <a:pt x="954" y="644"/>
                      <a:pt x="1009" y="594"/>
                      <a:pt x="1009" y="524"/>
                    </a:cubicBezTo>
                    <a:lnTo>
                      <a:pt x="1009" y="120"/>
                    </a:lnTo>
                    <a:cubicBezTo>
                      <a:pt x="1009" y="53"/>
                      <a:pt x="959" y="0"/>
                      <a:pt x="89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1" name="Google Shape;5931;p67"/>
              <p:cNvSpPr/>
              <p:nvPr/>
            </p:nvSpPr>
            <p:spPr>
              <a:xfrm>
                <a:off x="3147460" y="3419687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69"/>
                      <a:pt x="49" y="219"/>
                      <a:pt x="115" y="219"/>
                    </a:cubicBezTo>
                    <a:lnTo>
                      <a:pt x="899" y="219"/>
                    </a:lnTo>
                    <a:cubicBezTo>
                      <a:pt x="959" y="219"/>
                      <a:pt x="1008" y="169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67"/>
              <p:cNvSpPr/>
              <p:nvPr/>
            </p:nvSpPr>
            <p:spPr>
              <a:xfrm>
                <a:off x="3147586" y="3403159"/>
                <a:ext cx="25500" cy="16553"/>
              </a:xfrm>
              <a:custGeom>
                <a:rect b="b" l="l" r="r" t="t"/>
                <a:pathLst>
                  <a:path extrusionOk="0" h="655" w="1009">
                    <a:moveTo>
                      <a:pt x="883" y="1"/>
                    </a:moveTo>
                    <a:lnTo>
                      <a:pt x="121" y="6"/>
                    </a:lnTo>
                    <a:cubicBezTo>
                      <a:pt x="50" y="6"/>
                      <a:pt x="1" y="61"/>
                      <a:pt x="1" y="126"/>
                    </a:cubicBezTo>
                    <a:lnTo>
                      <a:pt x="1" y="529"/>
                    </a:lnTo>
                    <a:cubicBezTo>
                      <a:pt x="1" y="600"/>
                      <a:pt x="55" y="655"/>
                      <a:pt x="121" y="655"/>
                    </a:cubicBezTo>
                    <a:lnTo>
                      <a:pt x="883" y="649"/>
                    </a:lnTo>
                    <a:cubicBezTo>
                      <a:pt x="954" y="649"/>
                      <a:pt x="1009" y="595"/>
                      <a:pt x="1003" y="529"/>
                    </a:cubicBezTo>
                    <a:lnTo>
                      <a:pt x="1003" y="126"/>
                    </a:lnTo>
                    <a:cubicBezTo>
                      <a:pt x="1003" y="55"/>
                      <a:pt x="949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3" name="Google Shape;5933;p67"/>
              <p:cNvSpPr/>
              <p:nvPr/>
            </p:nvSpPr>
            <p:spPr>
              <a:xfrm>
                <a:off x="3173339" y="3692757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46" y="284"/>
                    </a:lnTo>
                    <a:cubicBezTo>
                      <a:pt x="311" y="284"/>
                      <a:pt x="371" y="224"/>
                      <a:pt x="371" y="159"/>
                    </a:cubicBezTo>
                    <a:lnTo>
                      <a:pt x="371" y="121"/>
                    </a:lnTo>
                    <a:cubicBezTo>
                      <a:pt x="366" y="50"/>
                      <a:pt x="317" y="1"/>
                      <a:pt x="24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4" name="Google Shape;5934;p67"/>
              <p:cNvSpPr/>
              <p:nvPr/>
            </p:nvSpPr>
            <p:spPr>
              <a:xfrm>
                <a:off x="3138513" y="3692757"/>
                <a:ext cx="9654" cy="7051"/>
              </a:xfrm>
              <a:custGeom>
                <a:rect b="b" l="l" r="r" t="t"/>
                <a:pathLst>
                  <a:path extrusionOk="0" h="279" w="382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79"/>
                      <a:pt x="120" y="279"/>
                    </a:cubicBezTo>
                    <a:lnTo>
                      <a:pt x="381" y="279"/>
                    </a:lnTo>
                    <a:lnTo>
                      <a:pt x="38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5" name="Google Shape;5935;p67"/>
              <p:cNvSpPr/>
              <p:nvPr/>
            </p:nvSpPr>
            <p:spPr>
              <a:xfrm>
                <a:off x="3173339" y="3670744"/>
                <a:ext cx="9250" cy="7177"/>
              </a:xfrm>
              <a:custGeom>
                <a:rect b="b" l="l" r="r" t="t"/>
                <a:pathLst>
                  <a:path extrusionOk="0" h="284" w="366">
                    <a:moveTo>
                      <a:pt x="1" y="0"/>
                    </a:moveTo>
                    <a:lnTo>
                      <a:pt x="1" y="283"/>
                    </a:lnTo>
                    <a:lnTo>
                      <a:pt x="246" y="283"/>
                    </a:lnTo>
                    <a:cubicBezTo>
                      <a:pt x="311" y="283"/>
                      <a:pt x="366" y="229"/>
                      <a:pt x="366" y="164"/>
                    </a:cubicBezTo>
                    <a:lnTo>
                      <a:pt x="366" y="125"/>
                    </a:lnTo>
                    <a:cubicBezTo>
                      <a:pt x="366" y="55"/>
                      <a:pt x="311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6" name="Google Shape;5936;p67"/>
              <p:cNvSpPr/>
              <p:nvPr/>
            </p:nvSpPr>
            <p:spPr>
              <a:xfrm>
                <a:off x="3138513" y="3670871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76" y="284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7" name="Google Shape;5937;p67"/>
              <p:cNvSpPr/>
              <p:nvPr/>
            </p:nvSpPr>
            <p:spPr>
              <a:xfrm>
                <a:off x="3173213" y="3648833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8" name="Google Shape;5938;p67"/>
              <p:cNvSpPr/>
              <p:nvPr/>
            </p:nvSpPr>
            <p:spPr>
              <a:xfrm>
                <a:off x="3138513" y="3648985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58"/>
                    </a:lnTo>
                    <a:cubicBezTo>
                      <a:pt x="0" y="229"/>
                      <a:pt x="55" y="283"/>
                      <a:pt x="120" y="283"/>
                    </a:cubicBezTo>
                    <a:lnTo>
                      <a:pt x="376" y="283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9" name="Google Shape;5939;p67"/>
              <p:cNvSpPr/>
              <p:nvPr/>
            </p:nvSpPr>
            <p:spPr>
              <a:xfrm>
                <a:off x="3173213" y="3626947"/>
                <a:ext cx="9376" cy="7329"/>
              </a:xfrm>
              <a:custGeom>
                <a:rect b="b" l="l" r="r" t="t"/>
                <a:pathLst>
                  <a:path extrusionOk="0" h="290" w="371">
                    <a:moveTo>
                      <a:pt x="0" y="0"/>
                    </a:moveTo>
                    <a:lnTo>
                      <a:pt x="0" y="289"/>
                    </a:lnTo>
                    <a:lnTo>
                      <a:pt x="251" y="289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0" name="Google Shape;5940;p67"/>
              <p:cNvSpPr/>
              <p:nvPr/>
            </p:nvSpPr>
            <p:spPr>
              <a:xfrm>
                <a:off x="3138362" y="3626947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6" y="0"/>
                    </a:moveTo>
                    <a:cubicBezTo>
                      <a:pt x="55" y="0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1" name="Google Shape;5941;p67"/>
              <p:cNvSpPr/>
              <p:nvPr/>
            </p:nvSpPr>
            <p:spPr>
              <a:xfrm>
                <a:off x="3173213" y="3605036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2" name="Google Shape;5942;p67"/>
              <p:cNvSpPr/>
              <p:nvPr/>
            </p:nvSpPr>
            <p:spPr>
              <a:xfrm>
                <a:off x="3138362" y="3605036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3" name="Google Shape;5943;p67"/>
              <p:cNvSpPr/>
              <p:nvPr/>
            </p:nvSpPr>
            <p:spPr>
              <a:xfrm>
                <a:off x="3173213" y="3583150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4" name="Google Shape;5944;p67"/>
              <p:cNvSpPr/>
              <p:nvPr/>
            </p:nvSpPr>
            <p:spPr>
              <a:xfrm>
                <a:off x="3138362" y="3583150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1"/>
                    </a:moveTo>
                    <a:cubicBezTo>
                      <a:pt x="55" y="1"/>
                      <a:pt x="1" y="55"/>
                      <a:pt x="1" y="120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5" name="Google Shape;5945;p67"/>
              <p:cNvSpPr/>
              <p:nvPr/>
            </p:nvSpPr>
            <p:spPr>
              <a:xfrm>
                <a:off x="3173061" y="3561264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3"/>
                    </a:lnTo>
                    <a:lnTo>
                      <a:pt x="251" y="283"/>
                    </a:lnTo>
                    <a:cubicBezTo>
                      <a:pt x="317" y="283"/>
                      <a:pt x="371" y="229"/>
                      <a:pt x="371" y="158"/>
                    </a:cubicBezTo>
                    <a:lnTo>
                      <a:pt x="371" y="120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67"/>
              <p:cNvSpPr/>
              <p:nvPr/>
            </p:nvSpPr>
            <p:spPr>
              <a:xfrm>
                <a:off x="3138362" y="3561264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0"/>
                    </a:moveTo>
                    <a:cubicBezTo>
                      <a:pt x="55" y="0"/>
                      <a:pt x="1" y="55"/>
                      <a:pt x="1" y="125"/>
                    </a:cubicBezTo>
                    <a:lnTo>
                      <a:pt x="1" y="164"/>
                    </a:lnTo>
                    <a:cubicBezTo>
                      <a:pt x="1" y="229"/>
                      <a:pt x="55" y="283"/>
                      <a:pt x="120" y="283"/>
                    </a:cubicBezTo>
                    <a:lnTo>
                      <a:pt x="382" y="283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7" name="Google Shape;5947;p67"/>
              <p:cNvSpPr/>
              <p:nvPr/>
            </p:nvSpPr>
            <p:spPr>
              <a:xfrm>
                <a:off x="3173061" y="3539352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8" name="Google Shape;5948;p67"/>
              <p:cNvSpPr/>
              <p:nvPr/>
            </p:nvSpPr>
            <p:spPr>
              <a:xfrm>
                <a:off x="3138362" y="3539352"/>
                <a:ext cx="9528" cy="7203"/>
              </a:xfrm>
              <a:custGeom>
                <a:rect b="b" l="l" r="r" t="t"/>
                <a:pathLst>
                  <a:path extrusionOk="0" h="285" w="377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0" y="284"/>
                    </a:cubicBezTo>
                    <a:lnTo>
                      <a:pt x="377" y="284"/>
                    </a:lnTo>
                    <a:lnTo>
                      <a:pt x="37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67"/>
              <p:cNvSpPr/>
              <p:nvPr/>
            </p:nvSpPr>
            <p:spPr>
              <a:xfrm>
                <a:off x="3173061" y="3517466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29"/>
                      <a:pt x="371" y="158"/>
                    </a:cubicBezTo>
                    <a:lnTo>
                      <a:pt x="371" y="126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0" name="Google Shape;5950;p67"/>
              <p:cNvSpPr/>
              <p:nvPr/>
            </p:nvSpPr>
            <p:spPr>
              <a:xfrm>
                <a:off x="3138235" y="3517466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5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64"/>
                    </a:lnTo>
                    <a:cubicBezTo>
                      <a:pt x="0" y="229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1" name="Google Shape;5951;p67"/>
              <p:cNvSpPr/>
              <p:nvPr/>
            </p:nvSpPr>
            <p:spPr>
              <a:xfrm>
                <a:off x="3173061" y="3495555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2" name="Google Shape;5952;p67"/>
              <p:cNvSpPr/>
              <p:nvPr/>
            </p:nvSpPr>
            <p:spPr>
              <a:xfrm>
                <a:off x="3138235" y="3495555"/>
                <a:ext cx="9654" cy="7203"/>
              </a:xfrm>
              <a:custGeom>
                <a:rect b="b" l="l" r="r" t="t"/>
                <a:pathLst>
                  <a:path extrusionOk="0" h="285" w="382">
                    <a:moveTo>
                      <a:pt x="125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3" name="Google Shape;5953;p67"/>
              <p:cNvSpPr/>
              <p:nvPr/>
            </p:nvSpPr>
            <p:spPr>
              <a:xfrm>
                <a:off x="3173061" y="3473543"/>
                <a:ext cx="9401" cy="7304"/>
              </a:xfrm>
              <a:custGeom>
                <a:rect b="b" l="l" r="r" t="t"/>
                <a:pathLst>
                  <a:path extrusionOk="0" h="289" w="372">
                    <a:moveTo>
                      <a:pt x="1" y="0"/>
                    </a:moveTo>
                    <a:lnTo>
                      <a:pt x="1" y="289"/>
                    </a:lnTo>
                    <a:lnTo>
                      <a:pt x="246" y="289"/>
                    </a:lnTo>
                    <a:cubicBezTo>
                      <a:pt x="317" y="289"/>
                      <a:pt x="371" y="234"/>
                      <a:pt x="371" y="164"/>
                    </a:cubicBezTo>
                    <a:lnTo>
                      <a:pt x="371" y="125"/>
                    </a:lnTo>
                    <a:cubicBezTo>
                      <a:pt x="371" y="55"/>
                      <a:pt x="317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4" name="Google Shape;5954;p67"/>
              <p:cNvSpPr/>
              <p:nvPr/>
            </p:nvSpPr>
            <p:spPr>
              <a:xfrm>
                <a:off x="3138235" y="3473669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5" name="Google Shape;5955;p67"/>
              <p:cNvSpPr/>
              <p:nvPr/>
            </p:nvSpPr>
            <p:spPr>
              <a:xfrm>
                <a:off x="3173061" y="3451758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255" y="1"/>
                    </a:moveTo>
                    <a:cubicBezTo>
                      <a:pt x="252" y="1"/>
                      <a:pt x="249" y="1"/>
                      <a:pt x="246" y="1"/>
                    </a:cubicBezTo>
                    <a:lnTo>
                      <a:pt x="1" y="1"/>
                    </a:lnTo>
                    <a:lnTo>
                      <a:pt x="1" y="285"/>
                    </a:lnTo>
                    <a:lnTo>
                      <a:pt x="246" y="285"/>
                    </a:lnTo>
                    <a:cubicBezTo>
                      <a:pt x="317" y="279"/>
                      <a:pt x="366" y="225"/>
                      <a:pt x="371" y="159"/>
                    </a:cubicBezTo>
                    <a:lnTo>
                      <a:pt x="371" y="121"/>
                    </a:lnTo>
                    <a:cubicBezTo>
                      <a:pt x="366" y="54"/>
                      <a:pt x="316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6" name="Google Shape;5956;p67"/>
              <p:cNvSpPr/>
              <p:nvPr/>
            </p:nvSpPr>
            <p:spPr>
              <a:xfrm>
                <a:off x="3138235" y="3451758"/>
                <a:ext cx="9654" cy="7076"/>
              </a:xfrm>
              <a:custGeom>
                <a:rect b="b" l="l" r="r" t="t"/>
                <a:pathLst>
                  <a:path extrusionOk="0" h="280" w="382">
                    <a:moveTo>
                      <a:pt x="112" y="1"/>
                    </a:moveTo>
                    <a:cubicBezTo>
                      <a:pt x="50" y="1"/>
                      <a:pt x="0" y="58"/>
                      <a:pt x="0" y="121"/>
                    </a:cubicBezTo>
                    <a:lnTo>
                      <a:pt x="0" y="159"/>
                    </a:lnTo>
                    <a:cubicBezTo>
                      <a:pt x="0" y="227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82" y="279"/>
                    </a:lnTo>
                    <a:lnTo>
                      <a:pt x="382" y="1"/>
                    </a:lnTo>
                    <a:lnTo>
                      <a:pt x="120" y="1"/>
                    </a:lnTo>
                    <a:cubicBezTo>
                      <a:pt x="117" y="1"/>
                      <a:pt x="114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7" name="Google Shape;5957;p67"/>
              <p:cNvSpPr/>
              <p:nvPr/>
            </p:nvSpPr>
            <p:spPr>
              <a:xfrm>
                <a:off x="3172935" y="3429746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0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8" name="Google Shape;5958;p67"/>
              <p:cNvSpPr/>
              <p:nvPr/>
            </p:nvSpPr>
            <p:spPr>
              <a:xfrm>
                <a:off x="3138235" y="3429872"/>
                <a:ext cx="9528" cy="7076"/>
              </a:xfrm>
              <a:custGeom>
                <a:rect b="b" l="l" r="r" t="t"/>
                <a:pathLst>
                  <a:path extrusionOk="0" h="280" w="377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26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76" y="279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9" name="Google Shape;5959;p67"/>
              <p:cNvSpPr/>
              <p:nvPr/>
            </p:nvSpPr>
            <p:spPr>
              <a:xfrm>
                <a:off x="3172935" y="3407834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0" name="Google Shape;5960;p67"/>
              <p:cNvSpPr/>
              <p:nvPr/>
            </p:nvSpPr>
            <p:spPr>
              <a:xfrm>
                <a:off x="3138084" y="3407834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1" name="Google Shape;5961;p67"/>
              <p:cNvSpPr/>
              <p:nvPr/>
            </p:nvSpPr>
            <p:spPr>
              <a:xfrm>
                <a:off x="3033380" y="3446173"/>
                <a:ext cx="127626" cy="73518"/>
              </a:xfrm>
              <a:custGeom>
                <a:rect b="b" l="l" r="r" t="t"/>
                <a:pathLst>
                  <a:path extrusionOk="0" h="2909" w="5050">
                    <a:moveTo>
                      <a:pt x="1565" y="1"/>
                    </a:moveTo>
                    <a:cubicBezTo>
                      <a:pt x="864" y="1"/>
                      <a:pt x="1" y="158"/>
                      <a:pt x="8" y="631"/>
                    </a:cubicBezTo>
                    <a:cubicBezTo>
                      <a:pt x="12" y="875"/>
                      <a:pt x="104" y="947"/>
                      <a:pt x="233" y="947"/>
                    </a:cubicBezTo>
                    <a:cubicBezTo>
                      <a:pt x="421" y="947"/>
                      <a:pt x="686" y="794"/>
                      <a:pt x="867" y="794"/>
                    </a:cubicBezTo>
                    <a:cubicBezTo>
                      <a:pt x="928" y="794"/>
                      <a:pt x="980" y="812"/>
                      <a:pt x="1016" y="860"/>
                    </a:cubicBezTo>
                    <a:cubicBezTo>
                      <a:pt x="1228" y="1143"/>
                      <a:pt x="1114" y="2091"/>
                      <a:pt x="744" y="2091"/>
                    </a:cubicBezTo>
                    <a:cubicBezTo>
                      <a:pt x="373" y="2091"/>
                      <a:pt x="1370" y="2909"/>
                      <a:pt x="1370" y="2909"/>
                    </a:cubicBezTo>
                    <a:cubicBezTo>
                      <a:pt x="1370" y="2909"/>
                      <a:pt x="2569" y="2887"/>
                      <a:pt x="3228" y="2227"/>
                    </a:cubicBezTo>
                    <a:cubicBezTo>
                      <a:pt x="3882" y="1568"/>
                      <a:pt x="4454" y="1699"/>
                      <a:pt x="4149" y="1165"/>
                    </a:cubicBezTo>
                    <a:cubicBezTo>
                      <a:pt x="3903" y="726"/>
                      <a:pt x="4591" y="559"/>
                      <a:pt x="4878" y="559"/>
                    </a:cubicBezTo>
                    <a:cubicBezTo>
                      <a:pt x="4940" y="559"/>
                      <a:pt x="4983" y="567"/>
                      <a:pt x="4994" y="582"/>
                    </a:cubicBezTo>
                    <a:cubicBezTo>
                      <a:pt x="4999" y="588"/>
                      <a:pt x="5003" y="591"/>
                      <a:pt x="5006" y="591"/>
                    </a:cubicBezTo>
                    <a:cubicBezTo>
                      <a:pt x="5050" y="591"/>
                      <a:pt x="4994" y="124"/>
                      <a:pt x="4994" y="124"/>
                    </a:cubicBezTo>
                    <a:lnTo>
                      <a:pt x="4454" y="189"/>
                    </a:lnTo>
                    <a:cubicBezTo>
                      <a:pt x="4454" y="189"/>
                      <a:pt x="4010" y="215"/>
                      <a:pt x="3524" y="215"/>
                    </a:cubicBezTo>
                    <a:cubicBezTo>
                      <a:pt x="3065" y="215"/>
                      <a:pt x="2569" y="192"/>
                      <a:pt x="2373" y="102"/>
                    </a:cubicBezTo>
                    <a:cubicBezTo>
                      <a:pt x="2237" y="42"/>
                      <a:pt x="1922" y="1"/>
                      <a:pt x="1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2" name="Google Shape;5962;p67"/>
              <p:cNvSpPr/>
              <p:nvPr/>
            </p:nvSpPr>
            <p:spPr>
              <a:xfrm>
                <a:off x="3158150" y="3445996"/>
                <a:ext cx="127626" cy="73568"/>
              </a:xfrm>
              <a:custGeom>
                <a:rect b="b" l="l" r="r" t="t"/>
                <a:pathLst>
                  <a:path extrusionOk="0" h="2911" w="5050">
                    <a:moveTo>
                      <a:pt x="3497" y="1"/>
                    </a:moveTo>
                    <a:cubicBezTo>
                      <a:pt x="3135" y="1"/>
                      <a:pt x="2815" y="43"/>
                      <a:pt x="2678" y="104"/>
                    </a:cubicBezTo>
                    <a:cubicBezTo>
                      <a:pt x="2482" y="194"/>
                      <a:pt x="1985" y="217"/>
                      <a:pt x="1526" y="217"/>
                    </a:cubicBezTo>
                    <a:cubicBezTo>
                      <a:pt x="1040" y="217"/>
                      <a:pt x="596" y="191"/>
                      <a:pt x="596" y="191"/>
                    </a:cubicBezTo>
                    <a:lnTo>
                      <a:pt x="57" y="137"/>
                    </a:lnTo>
                    <a:cubicBezTo>
                      <a:pt x="57" y="137"/>
                      <a:pt x="1" y="604"/>
                      <a:pt x="44" y="604"/>
                    </a:cubicBezTo>
                    <a:cubicBezTo>
                      <a:pt x="48" y="604"/>
                      <a:pt x="52" y="601"/>
                      <a:pt x="57" y="594"/>
                    </a:cubicBezTo>
                    <a:cubicBezTo>
                      <a:pt x="69" y="578"/>
                      <a:pt x="114" y="570"/>
                      <a:pt x="179" y="570"/>
                    </a:cubicBezTo>
                    <a:cubicBezTo>
                      <a:pt x="469" y="570"/>
                      <a:pt x="1146" y="741"/>
                      <a:pt x="901" y="1177"/>
                    </a:cubicBezTo>
                    <a:cubicBezTo>
                      <a:pt x="607" y="1711"/>
                      <a:pt x="1174" y="1575"/>
                      <a:pt x="1833" y="2234"/>
                    </a:cubicBezTo>
                    <a:cubicBezTo>
                      <a:pt x="2487" y="2894"/>
                      <a:pt x="3686" y="2910"/>
                      <a:pt x="3686" y="2910"/>
                    </a:cubicBezTo>
                    <a:cubicBezTo>
                      <a:pt x="3686" y="2910"/>
                      <a:pt x="4683" y="2087"/>
                      <a:pt x="4312" y="2087"/>
                    </a:cubicBezTo>
                    <a:cubicBezTo>
                      <a:pt x="3942" y="2087"/>
                      <a:pt x="3822" y="1145"/>
                      <a:pt x="4034" y="856"/>
                    </a:cubicBezTo>
                    <a:cubicBezTo>
                      <a:pt x="4070" y="808"/>
                      <a:pt x="4122" y="790"/>
                      <a:pt x="4184" y="790"/>
                    </a:cubicBezTo>
                    <a:cubicBezTo>
                      <a:pt x="4365" y="790"/>
                      <a:pt x="4629" y="943"/>
                      <a:pt x="4817" y="943"/>
                    </a:cubicBezTo>
                    <a:cubicBezTo>
                      <a:pt x="4946" y="943"/>
                      <a:pt x="5039" y="871"/>
                      <a:pt x="5043" y="627"/>
                    </a:cubicBezTo>
                    <a:cubicBezTo>
                      <a:pt x="5050" y="157"/>
                      <a:pt x="4195" y="1"/>
                      <a:pt x="349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3" name="Google Shape;5963;p67"/>
              <p:cNvSpPr/>
              <p:nvPr/>
            </p:nvSpPr>
            <p:spPr>
              <a:xfrm>
                <a:off x="3084253" y="3751439"/>
                <a:ext cx="30302" cy="54134"/>
              </a:xfrm>
              <a:custGeom>
                <a:rect b="b" l="l" r="r" t="t"/>
                <a:pathLst>
                  <a:path extrusionOk="0" h="2142" w="1199">
                    <a:moveTo>
                      <a:pt x="600" y="0"/>
                    </a:moveTo>
                    <a:cubicBezTo>
                      <a:pt x="267" y="0"/>
                      <a:pt x="0" y="480"/>
                      <a:pt x="0" y="1074"/>
                    </a:cubicBezTo>
                    <a:cubicBezTo>
                      <a:pt x="0" y="1662"/>
                      <a:pt x="273" y="2142"/>
                      <a:pt x="600" y="2142"/>
                    </a:cubicBezTo>
                    <a:cubicBezTo>
                      <a:pt x="932" y="2142"/>
                      <a:pt x="1199" y="1662"/>
                      <a:pt x="1199" y="1068"/>
                    </a:cubicBezTo>
                    <a:cubicBezTo>
                      <a:pt x="1199" y="480"/>
                      <a:pt x="926" y="0"/>
                      <a:pt x="6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4" name="Google Shape;5964;p67"/>
              <p:cNvSpPr/>
              <p:nvPr/>
            </p:nvSpPr>
            <p:spPr>
              <a:xfrm>
                <a:off x="3029842" y="3464066"/>
                <a:ext cx="34472" cy="33688"/>
              </a:xfrm>
              <a:custGeom>
                <a:rect b="b" l="l" r="r" t="t"/>
                <a:pathLst>
                  <a:path extrusionOk="0" h="1333" w="1364">
                    <a:moveTo>
                      <a:pt x="565" y="1"/>
                    </a:moveTo>
                    <a:cubicBezTo>
                      <a:pt x="477" y="1"/>
                      <a:pt x="392" y="23"/>
                      <a:pt x="317" y="70"/>
                    </a:cubicBezTo>
                    <a:cubicBezTo>
                      <a:pt x="50" y="233"/>
                      <a:pt x="1" y="631"/>
                      <a:pt x="202" y="964"/>
                    </a:cubicBezTo>
                    <a:cubicBezTo>
                      <a:pt x="346" y="1196"/>
                      <a:pt x="578" y="1333"/>
                      <a:pt x="796" y="1333"/>
                    </a:cubicBezTo>
                    <a:cubicBezTo>
                      <a:pt x="884" y="1333"/>
                      <a:pt x="970" y="1310"/>
                      <a:pt x="1047" y="1263"/>
                    </a:cubicBezTo>
                    <a:cubicBezTo>
                      <a:pt x="1314" y="1100"/>
                      <a:pt x="1363" y="702"/>
                      <a:pt x="1161" y="375"/>
                    </a:cubicBezTo>
                    <a:cubicBezTo>
                      <a:pt x="1018" y="138"/>
                      <a:pt x="782" y="1"/>
                      <a:pt x="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5" name="Google Shape;5965;p67"/>
              <p:cNvSpPr/>
              <p:nvPr/>
            </p:nvSpPr>
            <p:spPr>
              <a:xfrm>
                <a:off x="2982228" y="3468969"/>
                <a:ext cx="76955" cy="195407"/>
              </a:xfrm>
              <a:custGeom>
                <a:rect b="b" l="l" r="r" t="t"/>
                <a:pathLst>
                  <a:path extrusionOk="0" h="7732" w="3045">
                    <a:moveTo>
                      <a:pt x="2010" y="0"/>
                    </a:moveTo>
                    <a:cubicBezTo>
                      <a:pt x="1986" y="0"/>
                      <a:pt x="1961" y="3"/>
                      <a:pt x="1934" y="7"/>
                    </a:cubicBezTo>
                    <a:cubicBezTo>
                      <a:pt x="1373" y="94"/>
                      <a:pt x="1542" y="830"/>
                      <a:pt x="1667" y="1276"/>
                    </a:cubicBezTo>
                    <a:cubicBezTo>
                      <a:pt x="1792" y="1723"/>
                      <a:pt x="1318" y="5581"/>
                      <a:pt x="1002" y="5968"/>
                    </a:cubicBezTo>
                    <a:cubicBezTo>
                      <a:pt x="690" y="6350"/>
                      <a:pt x="0" y="7412"/>
                      <a:pt x="1128" y="7412"/>
                    </a:cubicBezTo>
                    <a:cubicBezTo>
                      <a:pt x="1142" y="7412"/>
                      <a:pt x="1156" y="7412"/>
                      <a:pt x="1171" y="7412"/>
                    </a:cubicBezTo>
                    <a:cubicBezTo>
                      <a:pt x="1171" y="7412"/>
                      <a:pt x="1418" y="7731"/>
                      <a:pt x="1746" y="7731"/>
                    </a:cubicBezTo>
                    <a:cubicBezTo>
                      <a:pt x="1801" y="7731"/>
                      <a:pt x="1858" y="7722"/>
                      <a:pt x="1917" y="7701"/>
                    </a:cubicBezTo>
                    <a:cubicBezTo>
                      <a:pt x="2326" y="7559"/>
                      <a:pt x="1738" y="6562"/>
                      <a:pt x="1917" y="5859"/>
                    </a:cubicBezTo>
                    <a:cubicBezTo>
                      <a:pt x="2097" y="5156"/>
                      <a:pt x="2283" y="1925"/>
                      <a:pt x="2283" y="1925"/>
                    </a:cubicBezTo>
                    <a:cubicBezTo>
                      <a:pt x="2283" y="1925"/>
                      <a:pt x="3045" y="724"/>
                      <a:pt x="2564" y="724"/>
                    </a:cubicBezTo>
                    <a:cubicBezTo>
                      <a:pt x="2515" y="724"/>
                      <a:pt x="2453" y="736"/>
                      <a:pt x="2375" y="764"/>
                    </a:cubicBezTo>
                    <a:cubicBezTo>
                      <a:pt x="2375" y="764"/>
                      <a:pt x="2375" y="764"/>
                      <a:pt x="2375" y="764"/>
                    </a:cubicBezTo>
                    <a:cubicBezTo>
                      <a:pt x="2360" y="764"/>
                      <a:pt x="2476" y="0"/>
                      <a:pt x="201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6" name="Google Shape;5966;p67"/>
              <p:cNvSpPr/>
              <p:nvPr/>
            </p:nvSpPr>
            <p:spPr>
              <a:xfrm>
                <a:off x="3205435" y="3751288"/>
                <a:ext cx="30327" cy="54285"/>
              </a:xfrm>
              <a:custGeom>
                <a:rect b="b" l="l" r="r" t="t"/>
                <a:pathLst>
                  <a:path extrusionOk="0" h="2148" w="1200">
                    <a:moveTo>
                      <a:pt x="600" y="1"/>
                    </a:moveTo>
                    <a:cubicBezTo>
                      <a:pt x="273" y="1"/>
                      <a:pt x="0" y="480"/>
                      <a:pt x="0" y="1074"/>
                    </a:cubicBezTo>
                    <a:cubicBezTo>
                      <a:pt x="0" y="1668"/>
                      <a:pt x="273" y="2148"/>
                      <a:pt x="600" y="2148"/>
                    </a:cubicBezTo>
                    <a:cubicBezTo>
                      <a:pt x="927" y="2148"/>
                      <a:pt x="1199" y="1663"/>
                      <a:pt x="1199" y="1074"/>
                    </a:cubicBezTo>
                    <a:cubicBezTo>
                      <a:pt x="1199" y="480"/>
                      <a:pt x="927" y="1"/>
                      <a:pt x="6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7" name="Google Shape;5967;p67"/>
              <p:cNvSpPr/>
              <p:nvPr/>
            </p:nvSpPr>
            <p:spPr>
              <a:xfrm>
                <a:off x="3254868" y="3463788"/>
                <a:ext cx="34598" cy="33688"/>
              </a:xfrm>
              <a:custGeom>
                <a:rect b="b" l="l" r="r" t="t"/>
                <a:pathLst>
                  <a:path extrusionOk="0" h="1333" w="1369">
                    <a:moveTo>
                      <a:pt x="801" y="1"/>
                    </a:moveTo>
                    <a:cubicBezTo>
                      <a:pt x="581" y="1"/>
                      <a:pt x="346" y="138"/>
                      <a:pt x="202" y="375"/>
                    </a:cubicBezTo>
                    <a:cubicBezTo>
                      <a:pt x="0" y="708"/>
                      <a:pt x="55" y="1105"/>
                      <a:pt x="322" y="1263"/>
                    </a:cubicBezTo>
                    <a:cubicBezTo>
                      <a:pt x="397" y="1310"/>
                      <a:pt x="482" y="1333"/>
                      <a:pt x="570" y="1333"/>
                    </a:cubicBezTo>
                    <a:cubicBezTo>
                      <a:pt x="788" y="1333"/>
                      <a:pt x="1023" y="1195"/>
                      <a:pt x="1167" y="958"/>
                    </a:cubicBezTo>
                    <a:cubicBezTo>
                      <a:pt x="1368" y="631"/>
                      <a:pt x="1314" y="228"/>
                      <a:pt x="1052" y="70"/>
                    </a:cubicBezTo>
                    <a:cubicBezTo>
                      <a:pt x="975" y="23"/>
                      <a:pt x="889" y="1"/>
                      <a:pt x="80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8" name="Google Shape;5968;p67"/>
              <p:cNvSpPr/>
              <p:nvPr/>
            </p:nvSpPr>
            <p:spPr>
              <a:xfrm>
                <a:off x="3286812" y="3644739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923" y="0"/>
                    </a:moveTo>
                    <a:cubicBezTo>
                      <a:pt x="826" y="0"/>
                      <a:pt x="721" y="16"/>
                      <a:pt x="616" y="48"/>
                    </a:cubicBezTo>
                    <a:cubicBezTo>
                      <a:pt x="246" y="157"/>
                      <a:pt x="1" y="441"/>
                      <a:pt x="71" y="675"/>
                    </a:cubicBezTo>
                    <a:cubicBezTo>
                      <a:pt x="123" y="840"/>
                      <a:pt x="325" y="937"/>
                      <a:pt x="573" y="937"/>
                    </a:cubicBezTo>
                    <a:cubicBezTo>
                      <a:pt x="668" y="937"/>
                      <a:pt x="770" y="923"/>
                      <a:pt x="872" y="893"/>
                    </a:cubicBezTo>
                    <a:cubicBezTo>
                      <a:pt x="1243" y="778"/>
                      <a:pt x="1483" y="501"/>
                      <a:pt x="1417" y="266"/>
                    </a:cubicBezTo>
                    <a:cubicBezTo>
                      <a:pt x="1367" y="98"/>
                      <a:pt x="1168" y="0"/>
                      <a:pt x="92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9" name="Google Shape;5969;p67"/>
              <p:cNvSpPr/>
              <p:nvPr/>
            </p:nvSpPr>
            <p:spPr>
              <a:xfrm>
                <a:off x="3218375" y="4036892"/>
                <a:ext cx="40916" cy="40790"/>
              </a:xfrm>
              <a:custGeom>
                <a:rect b="b" l="l" r="r" t="t"/>
                <a:pathLst>
                  <a:path extrusionOk="0" h="1614" w="1619">
                    <a:moveTo>
                      <a:pt x="807" y="1"/>
                    </a:moveTo>
                    <a:cubicBezTo>
                      <a:pt x="360" y="1"/>
                      <a:pt x="0" y="361"/>
                      <a:pt x="0" y="807"/>
                    </a:cubicBezTo>
                    <a:cubicBezTo>
                      <a:pt x="0" y="1254"/>
                      <a:pt x="360" y="1614"/>
                      <a:pt x="807" y="1614"/>
                    </a:cubicBezTo>
                    <a:cubicBezTo>
                      <a:pt x="1254" y="1614"/>
                      <a:pt x="1619" y="1254"/>
                      <a:pt x="1619" y="807"/>
                    </a:cubicBezTo>
                    <a:cubicBezTo>
                      <a:pt x="1619" y="361"/>
                      <a:pt x="1254" y="1"/>
                      <a:pt x="8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0" name="Google Shape;5970;p67"/>
              <p:cNvSpPr/>
              <p:nvPr/>
            </p:nvSpPr>
            <p:spPr>
              <a:xfrm>
                <a:off x="3115768" y="3352361"/>
                <a:ext cx="87342" cy="60881"/>
              </a:xfrm>
              <a:custGeom>
                <a:rect b="b" l="l" r="r" t="t"/>
                <a:pathLst>
                  <a:path extrusionOk="0" h="2409" w="3456">
                    <a:moveTo>
                      <a:pt x="3407" y="0"/>
                    </a:moveTo>
                    <a:lnTo>
                      <a:pt x="2927" y="436"/>
                    </a:lnTo>
                    <a:cubicBezTo>
                      <a:pt x="2927" y="436"/>
                      <a:pt x="2982" y="1308"/>
                      <a:pt x="2715" y="1520"/>
                    </a:cubicBezTo>
                    <a:cubicBezTo>
                      <a:pt x="2442" y="1733"/>
                      <a:pt x="1728" y="1733"/>
                      <a:pt x="1728" y="1733"/>
                    </a:cubicBezTo>
                    <a:cubicBezTo>
                      <a:pt x="1728" y="1733"/>
                      <a:pt x="1020" y="1733"/>
                      <a:pt x="747" y="1520"/>
                    </a:cubicBezTo>
                    <a:cubicBezTo>
                      <a:pt x="475" y="1308"/>
                      <a:pt x="530" y="441"/>
                      <a:pt x="530" y="441"/>
                    </a:cubicBezTo>
                    <a:lnTo>
                      <a:pt x="55" y="5"/>
                    </a:lnTo>
                    <a:lnTo>
                      <a:pt x="55" y="5"/>
                    </a:lnTo>
                    <a:cubicBezTo>
                      <a:pt x="1" y="539"/>
                      <a:pt x="83" y="1084"/>
                      <a:pt x="279" y="1586"/>
                    </a:cubicBezTo>
                    <a:cubicBezTo>
                      <a:pt x="579" y="2343"/>
                      <a:pt x="1527" y="2403"/>
                      <a:pt x="1701" y="2408"/>
                    </a:cubicBezTo>
                    <a:lnTo>
                      <a:pt x="1734" y="2408"/>
                    </a:lnTo>
                    <a:cubicBezTo>
                      <a:pt x="1908" y="2403"/>
                      <a:pt x="2883" y="2343"/>
                      <a:pt x="3183" y="1580"/>
                    </a:cubicBezTo>
                    <a:cubicBezTo>
                      <a:pt x="3379" y="1079"/>
                      <a:pt x="3456" y="539"/>
                      <a:pt x="340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1" name="Google Shape;5971;p67"/>
              <p:cNvSpPr/>
              <p:nvPr/>
            </p:nvSpPr>
            <p:spPr>
              <a:xfrm>
                <a:off x="3101312" y="3259611"/>
                <a:ext cx="116253" cy="121535"/>
              </a:xfrm>
              <a:custGeom>
                <a:rect b="b" l="l" r="r" t="t"/>
                <a:pathLst>
                  <a:path extrusionOk="0" h="4809" w="4600">
                    <a:moveTo>
                      <a:pt x="2124" y="0"/>
                    </a:moveTo>
                    <a:cubicBezTo>
                      <a:pt x="1842" y="0"/>
                      <a:pt x="1260" y="94"/>
                      <a:pt x="731" y="777"/>
                    </a:cubicBezTo>
                    <a:cubicBezTo>
                      <a:pt x="1" y="1725"/>
                      <a:pt x="508" y="2548"/>
                      <a:pt x="508" y="2548"/>
                    </a:cubicBezTo>
                    <a:lnTo>
                      <a:pt x="491" y="3174"/>
                    </a:lnTo>
                    <a:cubicBezTo>
                      <a:pt x="77" y="3725"/>
                      <a:pt x="938" y="4128"/>
                      <a:pt x="1210" y="4215"/>
                    </a:cubicBezTo>
                    <a:cubicBezTo>
                      <a:pt x="1488" y="4297"/>
                      <a:pt x="1445" y="4809"/>
                      <a:pt x="1445" y="4809"/>
                    </a:cubicBezTo>
                    <a:lnTo>
                      <a:pt x="3161" y="4809"/>
                    </a:lnTo>
                    <a:cubicBezTo>
                      <a:pt x="3161" y="4809"/>
                      <a:pt x="3118" y="4297"/>
                      <a:pt x="3396" y="4215"/>
                    </a:cubicBezTo>
                    <a:cubicBezTo>
                      <a:pt x="3673" y="4128"/>
                      <a:pt x="4529" y="3725"/>
                      <a:pt x="4115" y="3174"/>
                    </a:cubicBezTo>
                    <a:lnTo>
                      <a:pt x="4093" y="2548"/>
                    </a:lnTo>
                    <a:cubicBezTo>
                      <a:pt x="4093" y="2548"/>
                      <a:pt x="4600" y="1719"/>
                      <a:pt x="3870" y="777"/>
                    </a:cubicBezTo>
                    <a:cubicBezTo>
                      <a:pt x="3337" y="94"/>
                      <a:pt x="2750" y="0"/>
                      <a:pt x="2467" y="0"/>
                    </a:cubicBezTo>
                    <a:cubicBezTo>
                      <a:pt x="2359" y="0"/>
                      <a:pt x="2295" y="14"/>
                      <a:pt x="2295" y="14"/>
                    </a:cubicBezTo>
                    <a:cubicBezTo>
                      <a:pt x="2295" y="14"/>
                      <a:pt x="2231" y="0"/>
                      <a:pt x="212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2" name="Google Shape;5972;p67"/>
              <p:cNvSpPr/>
              <p:nvPr/>
            </p:nvSpPr>
            <p:spPr>
              <a:xfrm>
                <a:off x="3260024" y="3468691"/>
                <a:ext cx="77460" cy="195356"/>
              </a:xfrm>
              <a:custGeom>
                <a:rect b="b" l="l" r="r" t="t"/>
                <a:pathLst>
                  <a:path extrusionOk="0" h="7730" w="3065">
                    <a:moveTo>
                      <a:pt x="1039" y="1"/>
                    </a:moveTo>
                    <a:cubicBezTo>
                      <a:pt x="573" y="1"/>
                      <a:pt x="683" y="764"/>
                      <a:pt x="674" y="764"/>
                    </a:cubicBezTo>
                    <a:cubicBezTo>
                      <a:pt x="674" y="764"/>
                      <a:pt x="674" y="764"/>
                      <a:pt x="674" y="764"/>
                    </a:cubicBezTo>
                    <a:cubicBezTo>
                      <a:pt x="596" y="736"/>
                      <a:pt x="533" y="724"/>
                      <a:pt x="483" y="724"/>
                    </a:cubicBezTo>
                    <a:cubicBezTo>
                      <a:pt x="1" y="724"/>
                      <a:pt x="772" y="1925"/>
                      <a:pt x="772" y="1925"/>
                    </a:cubicBezTo>
                    <a:cubicBezTo>
                      <a:pt x="772" y="1925"/>
                      <a:pt x="968" y="5151"/>
                      <a:pt x="1142" y="5859"/>
                    </a:cubicBezTo>
                    <a:cubicBezTo>
                      <a:pt x="1322" y="6562"/>
                      <a:pt x="734" y="7559"/>
                      <a:pt x="1142" y="7701"/>
                    </a:cubicBezTo>
                    <a:cubicBezTo>
                      <a:pt x="1199" y="7721"/>
                      <a:pt x="1255" y="7729"/>
                      <a:pt x="1309" y="7729"/>
                    </a:cubicBezTo>
                    <a:cubicBezTo>
                      <a:pt x="1640" y="7729"/>
                      <a:pt x="1894" y="7407"/>
                      <a:pt x="1894" y="7407"/>
                    </a:cubicBezTo>
                    <a:cubicBezTo>
                      <a:pt x="1909" y="7407"/>
                      <a:pt x="1923" y="7407"/>
                      <a:pt x="1938" y="7407"/>
                    </a:cubicBezTo>
                    <a:cubicBezTo>
                      <a:pt x="3065" y="7407"/>
                      <a:pt x="2370" y="6345"/>
                      <a:pt x="2058" y="5963"/>
                    </a:cubicBezTo>
                    <a:cubicBezTo>
                      <a:pt x="1742" y="5576"/>
                      <a:pt x="1257" y="1729"/>
                      <a:pt x="1382" y="1276"/>
                    </a:cubicBezTo>
                    <a:cubicBezTo>
                      <a:pt x="1507" y="824"/>
                      <a:pt x="1671" y="89"/>
                      <a:pt x="1115" y="7"/>
                    </a:cubicBezTo>
                    <a:cubicBezTo>
                      <a:pt x="1088" y="3"/>
                      <a:pt x="1062" y="1"/>
                      <a:pt x="103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3" name="Google Shape;5973;p67"/>
              <p:cNvSpPr/>
              <p:nvPr/>
            </p:nvSpPr>
            <p:spPr>
              <a:xfrm>
                <a:off x="3289138" y="3658234"/>
                <a:ext cx="65456" cy="151964"/>
              </a:xfrm>
              <a:custGeom>
                <a:rect b="b" l="l" r="r" t="t"/>
                <a:pathLst>
                  <a:path extrusionOk="0" h="6013" w="2590">
                    <a:moveTo>
                      <a:pt x="944" y="1345"/>
                    </a:moveTo>
                    <a:cubicBezTo>
                      <a:pt x="944" y="1345"/>
                      <a:pt x="1396" y="2228"/>
                      <a:pt x="1565" y="3143"/>
                    </a:cubicBezTo>
                    <a:cubicBezTo>
                      <a:pt x="1734" y="4053"/>
                      <a:pt x="1489" y="5426"/>
                      <a:pt x="1489" y="5426"/>
                    </a:cubicBezTo>
                    <a:cubicBezTo>
                      <a:pt x="1489" y="5426"/>
                      <a:pt x="1227" y="4124"/>
                      <a:pt x="1113" y="3448"/>
                    </a:cubicBezTo>
                    <a:cubicBezTo>
                      <a:pt x="993" y="2778"/>
                      <a:pt x="944" y="1345"/>
                      <a:pt x="944" y="1345"/>
                    </a:cubicBezTo>
                    <a:close/>
                    <a:moveTo>
                      <a:pt x="1242" y="1"/>
                    </a:moveTo>
                    <a:cubicBezTo>
                      <a:pt x="1011" y="1"/>
                      <a:pt x="704" y="244"/>
                      <a:pt x="704" y="244"/>
                    </a:cubicBezTo>
                    <a:cubicBezTo>
                      <a:pt x="605" y="164"/>
                      <a:pt x="493" y="126"/>
                      <a:pt x="394" y="126"/>
                    </a:cubicBezTo>
                    <a:cubicBezTo>
                      <a:pt x="164" y="126"/>
                      <a:pt x="1" y="325"/>
                      <a:pt x="214" y="648"/>
                    </a:cubicBezTo>
                    <a:cubicBezTo>
                      <a:pt x="519" y="1116"/>
                      <a:pt x="573" y="3819"/>
                      <a:pt x="813" y="4304"/>
                    </a:cubicBezTo>
                    <a:cubicBezTo>
                      <a:pt x="1047" y="4789"/>
                      <a:pt x="1004" y="5917"/>
                      <a:pt x="1260" y="5999"/>
                    </a:cubicBezTo>
                    <a:cubicBezTo>
                      <a:pt x="1294" y="6008"/>
                      <a:pt x="1322" y="6013"/>
                      <a:pt x="1347" y="6013"/>
                    </a:cubicBezTo>
                    <a:cubicBezTo>
                      <a:pt x="1516" y="6013"/>
                      <a:pt x="1515" y="5815"/>
                      <a:pt x="1729" y="5791"/>
                    </a:cubicBezTo>
                    <a:cubicBezTo>
                      <a:pt x="1742" y="5790"/>
                      <a:pt x="1756" y="5789"/>
                      <a:pt x="1770" y="5789"/>
                    </a:cubicBezTo>
                    <a:cubicBezTo>
                      <a:pt x="1947" y="5789"/>
                      <a:pt x="2126" y="5908"/>
                      <a:pt x="2278" y="5908"/>
                    </a:cubicBezTo>
                    <a:cubicBezTo>
                      <a:pt x="2325" y="5908"/>
                      <a:pt x="2369" y="5897"/>
                      <a:pt x="2410" y="5868"/>
                    </a:cubicBezTo>
                    <a:cubicBezTo>
                      <a:pt x="2589" y="5737"/>
                      <a:pt x="2459" y="5301"/>
                      <a:pt x="2301" y="5001"/>
                    </a:cubicBezTo>
                    <a:cubicBezTo>
                      <a:pt x="2143" y="4707"/>
                      <a:pt x="2077" y="2304"/>
                      <a:pt x="1723" y="1754"/>
                    </a:cubicBezTo>
                    <a:cubicBezTo>
                      <a:pt x="1363" y="1203"/>
                      <a:pt x="1609" y="342"/>
                      <a:pt x="1423" y="86"/>
                    </a:cubicBezTo>
                    <a:cubicBezTo>
                      <a:pt x="1378" y="24"/>
                      <a:pt x="1314" y="1"/>
                      <a:pt x="124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4" name="Google Shape;5974;p67"/>
              <p:cNvSpPr/>
              <p:nvPr/>
            </p:nvSpPr>
            <p:spPr>
              <a:xfrm>
                <a:off x="3321537" y="3824401"/>
                <a:ext cx="11853" cy="26890"/>
              </a:xfrm>
              <a:custGeom>
                <a:rect b="b" l="l" r="r" t="t"/>
                <a:pathLst>
                  <a:path extrusionOk="0" h="1064" w="469">
                    <a:moveTo>
                      <a:pt x="184" y="0"/>
                    </a:moveTo>
                    <a:cubicBezTo>
                      <a:pt x="167" y="0"/>
                      <a:pt x="151" y="4"/>
                      <a:pt x="136" y="12"/>
                    </a:cubicBezTo>
                    <a:cubicBezTo>
                      <a:pt x="65" y="39"/>
                      <a:pt x="0" y="1064"/>
                      <a:pt x="230" y="1064"/>
                    </a:cubicBezTo>
                    <a:cubicBezTo>
                      <a:pt x="232" y="1064"/>
                      <a:pt x="233" y="1064"/>
                      <a:pt x="234" y="1064"/>
                    </a:cubicBezTo>
                    <a:cubicBezTo>
                      <a:pt x="468" y="1047"/>
                      <a:pt x="239" y="17"/>
                      <a:pt x="239" y="17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5" name="Google Shape;5975;p67"/>
              <p:cNvSpPr/>
              <p:nvPr/>
            </p:nvSpPr>
            <p:spPr>
              <a:xfrm>
                <a:off x="3322093" y="3850356"/>
                <a:ext cx="11853" cy="26839"/>
              </a:xfrm>
              <a:custGeom>
                <a:rect b="b" l="l" r="r" t="t"/>
                <a:pathLst>
                  <a:path extrusionOk="0" h="1062" w="469">
                    <a:moveTo>
                      <a:pt x="184" y="0"/>
                    </a:moveTo>
                    <a:cubicBezTo>
                      <a:pt x="167" y="0"/>
                      <a:pt x="151" y="5"/>
                      <a:pt x="136" y="15"/>
                    </a:cubicBezTo>
                    <a:cubicBezTo>
                      <a:pt x="65" y="42"/>
                      <a:pt x="1" y="1061"/>
                      <a:pt x="228" y="1061"/>
                    </a:cubicBezTo>
                    <a:cubicBezTo>
                      <a:pt x="230" y="1061"/>
                      <a:pt x="232" y="1061"/>
                      <a:pt x="234" y="1061"/>
                    </a:cubicBezTo>
                    <a:cubicBezTo>
                      <a:pt x="468" y="1045"/>
                      <a:pt x="239" y="15"/>
                      <a:pt x="239" y="15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6" name="Google Shape;5976;p67"/>
              <p:cNvSpPr/>
              <p:nvPr/>
            </p:nvSpPr>
            <p:spPr>
              <a:xfrm>
                <a:off x="3323205" y="3875350"/>
                <a:ext cx="11828" cy="26890"/>
              </a:xfrm>
              <a:custGeom>
                <a:rect b="b" l="l" r="r" t="t"/>
                <a:pathLst>
                  <a:path extrusionOk="0" h="1064" w="468">
                    <a:moveTo>
                      <a:pt x="183" y="0"/>
                    </a:moveTo>
                    <a:cubicBezTo>
                      <a:pt x="167" y="0"/>
                      <a:pt x="151" y="5"/>
                      <a:pt x="135" y="12"/>
                    </a:cubicBezTo>
                    <a:cubicBezTo>
                      <a:pt x="65" y="39"/>
                      <a:pt x="0" y="1064"/>
                      <a:pt x="228" y="1064"/>
                    </a:cubicBezTo>
                    <a:cubicBezTo>
                      <a:pt x="230" y="1064"/>
                      <a:pt x="232" y="1064"/>
                      <a:pt x="233" y="1064"/>
                    </a:cubicBezTo>
                    <a:cubicBezTo>
                      <a:pt x="468" y="1047"/>
                      <a:pt x="239" y="18"/>
                      <a:pt x="239" y="18"/>
                    </a:cubicBezTo>
                    <a:cubicBezTo>
                      <a:pt x="221" y="6"/>
                      <a:pt x="202" y="0"/>
                      <a:pt x="1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7" name="Google Shape;5977;p67"/>
              <p:cNvSpPr/>
              <p:nvPr/>
            </p:nvSpPr>
            <p:spPr>
              <a:xfrm>
                <a:off x="3313677" y="3819877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7" y="0"/>
                    </a:moveTo>
                    <a:cubicBezTo>
                      <a:pt x="246" y="0"/>
                      <a:pt x="234" y="2"/>
                      <a:pt x="224" y="6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0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302" y="8"/>
                      <a:pt x="280" y="0"/>
                      <a:pt x="25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8" name="Google Shape;5978;p67"/>
              <p:cNvSpPr/>
              <p:nvPr/>
            </p:nvSpPr>
            <p:spPr>
              <a:xfrm>
                <a:off x="3311883" y="3844948"/>
                <a:ext cx="10994" cy="26031"/>
              </a:xfrm>
              <a:custGeom>
                <a:rect b="b" l="l" r="r" t="t"/>
                <a:pathLst>
                  <a:path extrusionOk="0" h="1030" w="435">
                    <a:moveTo>
                      <a:pt x="256" y="0"/>
                    </a:moveTo>
                    <a:cubicBezTo>
                      <a:pt x="246" y="0"/>
                      <a:pt x="235" y="2"/>
                      <a:pt x="224" y="5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1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298" y="7"/>
                      <a:pt x="278" y="0"/>
                      <a:pt x="2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9" name="Google Shape;5979;p67"/>
              <p:cNvSpPr/>
              <p:nvPr/>
            </p:nvSpPr>
            <p:spPr>
              <a:xfrm>
                <a:off x="3310644" y="3869032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5" y="1"/>
                    </a:moveTo>
                    <a:cubicBezTo>
                      <a:pt x="244" y="1"/>
                      <a:pt x="234" y="3"/>
                      <a:pt x="224" y="6"/>
                    </a:cubicBezTo>
                    <a:cubicBezTo>
                      <a:pt x="153" y="28"/>
                      <a:pt x="0" y="1020"/>
                      <a:pt x="218" y="1030"/>
                    </a:cubicBezTo>
                    <a:cubicBezTo>
                      <a:pt x="219" y="1031"/>
                      <a:pt x="221" y="1031"/>
                      <a:pt x="222" y="1031"/>
                    </a:cubicBezTo>
                    <a:cubicBezTo>
                      <a:pt x="435" y="1031"/>
                      <a:pt x="316" y="28"/>
                      <a:pt x="316" y="28"/>
                    </a:cubicBezTo>
                    <a:cubicBezTo>
                      <a:pt x="298" y="9"/>
                      <a:pt x="277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0" name="Google Shape;5980;p67"/>
              <p:cNvSpPr/>
              <p:nvPr/>
            </p:nvSpPr>
            <p:spPr>
              <a:xfrm>
                <a:off x="3111876" y="3715805"/>
                <a:ext cx="96111" cy="59618"/>
              </a:xfrm>
              <a:custGeom>
                <a:rect b="b" l="l" r="r" t="t"/>
                <a:pathLst>
                  <a:path extrusionOk="0" h="2359" w="3803">
                    <a:moveTo>
                      <a:pt x="1877" y="2286"/>
                    </a:moveTo>
                    <a:cubicBezTo>
                      <a:pt x="1875" y="2310"/>
                      <a:pt x="1875" y="2334"/>
                      <a:pt x="1877" y="2358"/>
                    </a:cubicBezTo>
                    <a:lnTo>
                      <a:pt x="1877" y="2286"/>
                    </a:lnTo>
                    <a:close/>
                    <a:moveTo>
                      <a:pt x="2534" y="0"/>
                    </a:moveTo>
                    <a:cubicBezTo>
                      <a:pt x="2480" y="0"/>
                      <a:pt x="2440" y="18"/>
                      <a:pt x="2422" y="59"/>
                    </a:cubicBezTo>
                    <a:cubicBezTo>
                      <a:pt x="2313" y="309"/>
                      <a:pt x="1997" y="397"/>
                      <a:pt x="1899" y="413"/>
                    </a:cubicBezTo>
                    <a:cubicBezTo>
                      <a:pt x="1806" y="397"/>
                      <a:pt x="1490" y="315"/>
                      <a:pt x="1376" y="59"/>
                    </a:cubicBezTo>
                    <a:cubicBezTo>
                      <a:pt x="1358" y="19"/>
                      <a:pt x="1317" y="0"/>
                      <a:pt x="1264" y="0"/>
                    </a:cubicBezTo>
                    <a:cubicBezTo>
                      <a:pt x="914" y="0"/>
                      <a:pt x="0" y="791"/>
                      <a:pt x="1168" y="1307"/>
                    </a:cubicBezTo>
                    <a:cubicBezTo>
                      <a:pt x="1168" y="1307"/>
                      <a:pt x="1021" y="1688"/>
                      <a:pt x="1245" y="1857"/>
                    </a:cubicBezTo>
                    <a:cubicBezTo>
                      <a:pt x="1425" y="1988"/>
                      <a:pt x="1746" y="1873"/>
                      <a:pt x="1877" y="2097"/>
                    </a:cubicBezTo>
                    <a:lnTo>
                      <a:pt x="1877" y="2286"/>
                    </a:lnTo>
                    <a:lnTo>
                      <a:pt x="1877" y="2286"/>
                    </a:lnTo>
                    <a:cubicBezTo>
                      <a:pt x="1880" y="2242"/>
                      <a:pt x="1890" y="2199"/>
                      <a:pt x="1904" y="2157"/>
                    </a:cubicBezTo>
                    <a:cubicBezTo>
                      <a:pt x="1920" y="2222"/>
                      <a:pt x="1931" y="2287"/>
                      <a:pt x="1931" y="2358"/>
                    </a:cubicBezTo>
                    <a:lnTo>
                      <a:pt x="1931" y="2091"/>
                    </a:lnTo>
                    <a:cubicBezTo>
                      <a:pt x="2062" y="1873"/>
                      <a:pt x="2378" y="1988"/>
                      <a:pt x="2558" y="1852"/>
                    </a:cubicBezTo>
                    <a:cubicBezTo>
                      <a:pt x="2787" y="1688"/>
                      <a:pt x="2640" y="1301"/>
                      <a:pt x="2640" y="1301"/>
                    </a:cubicBezTo>
                    <a:cubicBezTo>
                      <a:pt x="3803" y="786"/>
                      <a:pt x="2886" y="0"/>
                      <a:pt x="25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1" name="Google Shape;5981;p67"/>
              <p:cNvSpPr/>
              <p:nvPr/>
            </p:nvSpPr>
            <p:spPr>
              <a:xfrm>
                <a:off x="3209757" y="3762332"/>
                <a:ext cx="63030" cy="294981"/>
              </a:xfrm>
              <a:custGeom>
                <a:rect b="b" l="l" r="r" t="t"/>
                <a:pathLst>
                  <a:path extrusionOk="0" h="11672" w="2494">
                    <a:moveTo>
                      <a:pt x="771" y="0"/>
                    </a:moveTo>
                    <a:cubicBezTo>
                      <a:pt x="374" y="0"/>
                      <a:pt x="385" y="604"/>
                      <a:pt x="385" y="604"/>
                    </a:cubicBezTo>
                    <a:cubicBezTo>
                      <a:pt x="69" y="964"/>
                      <a:pt x="80" y="1563"/>
                      <a:pt x="461" y="1705"/>
                    </a:cubicBezTo>
                    <a:cubicBezTo>
                      <a:pt x="843" y="1847"/>
                      <a:pt x="309" y="9486"/>
                      <a:pt x="167" y="9879"/>
                    </a:cubicBezTo>
                    <a:cubicBezTo>
                      <a:pt x="36" y="10263"/>
                      <a:pt x="1" y="11672"/>
                      <a:pt x="356" y="11672"/>
                    </a:cubicBezTo>
                    <a:cubicBezTo>
                      <a:pt x="369" y="11672"/>
                      <a:pt x="382" y="11670"/>
                      <a:pt x="396" y="11666"/>
                    </a:cubicBezTo>
                    <a:cubicBezTo>
                      <a:pt x="794" y="11557"/>
                      <a:pt x="641" y="11088"/>
                      <a:pt x="1066" y="11050"/>
                    </a:cubicBezTo>
                    <a:cubicBezTo>
                      <a:pt x="1080" y="11049"/>
                      <a:pt x="1094" y="11048"/>
                      <a:pt x="1107" y="11048"/>
                    </a:cubicBezTo>
                    <a:cubicBezTo>
                      <a:pt x="1431" y="11048"/>
                      <a:pt x="1664" y="11391"/>
                      <a:pt x="1927" y="11391"/>
                    </a:cubicBezTo>
                    <a:cubicBezTo>
                      <a:pt x="1990" y="11391"/>
                      <a:pt x="2055" y="11372"/>
                      <a:pt x="2123" y="11323"/>
                    </a:cubicBezTo>
                    <a:cubicBezTo>
                      <a:pt x="2494" y="11067"/>
                      <a:pt x="1715" y="10255"/>
                      <a:pt x="1529" y="9301"/>
                    </a:cubicBezTo>
                    <a:cubicBezTo>
                      <a:pt x="1339" y="8347"/>
                      <a:pt x="1567" y="2043"/>
                      <a:pt x="1567" y="2043"/>
                    </a:cubicBezTo>
                    <a:cubicBezTo>
                      <a:pt x="1567" y="2043"/>
                      <a:pt x="2368" y="1106"/>
                      <a:pt x="1415" y="321"/>
                    </a:cubicBezTo>
                    <a:cubicBezTo>
                      <a:pt x="1127" y="86"/>
                      <a:pt x="920" y="0"/>
                      <a:pt x="77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2" name="Google Shape;5982;p67"/>
              <p:cNvSpPr/>
              <p:nvPr/>
            </p:nvSpPr>
            <p:spPr>
              <a:xfrm>
                <a:off x="3205157" y="4056782"/>
                <a:ext cx="85952" cy="265109"/>
              </a:xfrm>
              <a:custGeom>
                <a:rect b="b" l="l" r="r" t="t"/>
                <a:pathLst>
                  <a:path extrusionOk="0" h="10490" w="3401">
                    <a:moveTo>
                      <a:pt x="1924" y="1737"/>
                    </a:moveTo>
                    <a:lnTo>
                      <a:pt x="1924" y="1737"/>
                    </a:lnTo>
                    <a:cubicBezTo>
                      <a:pt x="1924" y="1737"/>
                      <a:pt x="2311" y="3998"/>
                      <a:pt x="2245" y="4521"/>
                    </a:cubicBezTo>
                    <a:cubicBezTo>
                      <a:pt x="2180" y="5044"/>
                      <a:pt x="2060" y="7387"/>
                      <a:pt x="2098" y="7801"/>
                    </a:cubicBezTo>
                    <a:cubicBezTo>
                      <a:pt x="2100" y="7816"/>
                      <a:pt x="2100" y="7823"/>
                      <a:pt x="2100" y="7823"/>
                    </a:cubicBezTo>
                    <a:cubicBezTo>
                      <a:pt x="2090" y="7823"/>
                      <a:pt x="1477" y="2588"/>
                      <a:pt x="1924" y="1737"/>
                    </a:cubicBezTo>
                    <a:close/>
                    <a:moveTo>
                      <a:pt x="1839" y="0"/>
                    </a:moveTo>
                    <a:cubicBezTo>
                      <a:pt x="1139" y="0"/>
                      <a:pt x="1205" y="674"/>
                      <a:pt x="1205" y="674"/>
                    </a:cubicBezTo>
                    <a:cubicBezTo>
                      <a:pt x="1205" y="674"/>
                      <a:pt x="805" y="372"/>
                      <a:pt x="498" y="372"/>
                    </a:cubicBezTo>
                    <a:cubicBezTo>
                      <a:pt x="364" y="372"/>
                      <a:pt x="249" y="429"/>
                      <a:pt x="191" y="592"/>
                    </a:cubicBezTo>
                    <a:cubicBezTo>
                      <a:pt x="0" y="1132"/>
                      <a:pt x="709" y="2211"/>
                      <a:pt x="747" y="2636"/>
                    </a:cubicBezTo>
                    <a:cubicBezTo>
                      <a:pt x="780" y="3066"/>
                      <a:pt x="1352" y="8810"/>
                      <a:pt x="1352" y="8810"/>
                    </a:cubicBezTo>
                    <a:cubicBezTo>
                      <a:pt x="1352" y="8810"/>
                      <a:pt x="747" y="10243"/>
                      <a:pt x="1357" y="10455"/>
                    </a:cubicBezTo>
                    <a:cubicBezTo>
                      <a:pt x="1425" y="10479"/>
                      <a:pt x="1492" y="10489"/>
                      <a:pt x="1559" y="10489"/>
                    </a:cubicBezTo>
                    <a:cubicBezTo>
                      <a:pt x="2098" y="10489"/>
                      <a:pt x="2594" y="9812"/>
                      <a:pt x="2594" y="9812"/>
                    </a:cubicBezTo>
                    <a:cubicBezTo>
                      <a:pt x="2594" y="9812"/>
                      <a:pt x="3401" y="9175"/>
                      <a:pt x="2649" y="8466"/>
                    </a:cubicBezTo>
                    <a:cubicBezTo>
                      <a:pt x="1902" y="7752"/>
                      <a:pt x="2752" y="5818"/>
                      <a:pt x="2480" y="3753"/>
                    </a:cubicBezTo>
                    <a:cubicBezTo>
                      <a:pt x="2202" y="1693"/>
                      <a:pt x="2316" y="1132"/>
                      <a:pt x="2316" y="1132"/>
                    </a:cubicBezTo>
                    <a:cubicBezTo>
                      <a:pt x="2316" y="1132"/>
                      <a:pt x="2719" y="69"/>
                      <a:pt x="1929" y="4"/>
                    </a:cubicBezTo>
                    <a:cubicBezTo>
                      <a:pt x="1898" y="2"/>
                      <a:pt x="1868" y="0"/>
                      <a:pt x="18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3" name="Google Shape;5983;p67"/>
              <p:cNvSpPr/>
              <p:nvPr/>
            </p:nvSpPr>
            <p:spPr>
              <a:xfrm>
                <a:off x="2980965" y="4292296"/>
                <a:ext cx="109228" cy="92295"/>
              </a:xfrm>
              <a:custGeom>
                <a:rect b="b" l="l" r="r" t="t"/>
                <a:pathLst>
                  <a:path extrusionOk="0" h="3652" w="4322">
                    <a:moveTo>
                      <a:pt x="2278" y="106"/>
                    </a:move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close/>
                    <a:moveTo>
                      <a:pt x="2924" y="0"/>
                    </a:moveTo>
                    <a:cubicBezTo>
                      <a:pt x="2574" y="0"/>
                      <a:pt x="2289" y="106"/>
                      <a:pt x="2278" y="106"/>
                    </a:cubicBez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327" y="406"/>
                      <a:pt x="2382" y="510"/>
                      <a:pt x="1848" y="858"/>
                    </a:cubicBezTo>
                    <a:cubicBezTo>
                      <a:pt x="1319" y="1207"/>
                      <a:pt x="556" y="2122"/>
                      <a:pt x="556" y="2122"/>
                    </a:cubicBezTo>
                    <a:cubicBezTo>
                      <a:pt x="0" y="2842"/>
                      <a:pt x="126" y="2863"/>
                      <a:pt x="126" y="2863"/>
                    </a:cubicBezTo>
                    <a:cubicBezTo>
                      <a:pt x="135" y="2874"/>
                      <a:pt x="147" y="2879"/>
                      <a:pt x="161" y="2879"/>
                    </a:cubicBezTo>
                    <a:cubicBezTo>
                      <a:pt x="213" y="2879"/>
                      <a:pt x="295" y="2821"/>
                      <a:pt x="380" y="2748"/>
                    </a:cubicBezTo>
                    <a:lnTo>
                      <a:pt x="380" y="2748"/>
                    </a:lnTo>
                    <a:cubicBezTo>
                      <a:pt x="195" y="2991"/>
                      <a:pt x="182" y="3186"/>
                      <a:pt x="229" y="3261"/>
                    </a:cubicBezTo>
                    <a:cubicBezTo>
                      <a:pt x="241" y="3280"/>
                      <a:pt x="257" y="3288"/>
                      <a:pt x="276" y="3288"/>
                    </a:cubicBezTo>
                    <a:cubicBezTo>
                      <a:pt x="359" y="3288"/>
                      <a:pt x="491" y="3130"/>
                      <a:pt x="491" y="3130"/>
                    </a:cubicBezTo>
                    <a:lnTo>
                      <a:pt x="751" y="2878"/>
                    </a:lnTo>
                    <a:lnTo>
                      <a:pt x="751" y="2878"/>
                    </a:lnTo>
                    <a:cubicBezTo>
                      <a:pt x="581" y="3077"/>
                      <a:pt x="427" y="3309"/>
                      <a:pt x="507" y="3370"/>
                    </a:cubicBezTo>
                    <a:cubicBezTo>
                      <a:pt x="542" y="3396"/>
                      <a:pt x="577" y="3406"/>
                      <a:pt x="611" y="3406"/>
                    </a:cubicBezTo>
                    <a:cubicBezTo>
                      <a:pt x="711" y="3406"/>
                      <a:pt x="796" y="3321"/>
                      <a:pt x="796" y="3321"/>
                    </a:cubicBezTo>
                    <a:lnTo>
                      <a:pt x="1374" y="2673"/>
                    </a:lnTo>
                    <a:lnTo>
                      <a:pt x="1374" y="2673"/>
                    </a:lnTo>
                    <a:cubicBezTo>
                      <a:pt x="1373" y="2673"/>
                      <a:pt x="1036" y="3087"/>
                      <a:pt x="943" y="3305"/>
                    </a:cubicBezTo>
                    <a:cubicBezTo>
                      <a:pt x="884" y="3436"/>
                      <a:pt x="963" y="3502"/>
                      <a:pt x="1048" y="3502"/>
                    </a:cubicBezTo>
                    <a:cubicBezTo>
                      <a:pt x="1105" y="3502"/>
                      <a:pt x="1164" y="3473"/>
                      <a:pt x="1188" y="3414"/>
                    </a:cubicBezTo>
                    <a:cubicBezTo>
                      <a:pt x="1248" y="3267"/>
                      <a:pt x="1706" y="2874"/>
                      <a:pt x="1809" y="2673"/>
                    </a:cubicBezTo>
                    <a:cubicBezTo>
                      <a:pt x="2017" y="2270"/>
                      <a:pt x="2616" y="1839"/>
                      <a:pt x="2616" y="1839"/>
                    </a:cubicBezTo>
                    <a:lnTo>
                      <a:pt x="2616" y="1839"/>
                    </a:lnTo>
                    <a:cubicBezTo>
                      <a:pt x="2518" y="1992"/>
                      <a:pt x="1859" y="2776"/>
                      <a:pt x="1859" y="2776"/>
                    </a:cubicBezTo>
                    <a:cubicBezTo>
                      <a:pt x="1766" y="2804"/>
                      <a:pt x="1123" y="3523"/>
                      <a:pt x="1450" y="3637"/>
                    </a:cubicBezTo>
                    <a:cubicBezTo>
                      <a:pt x="1480" y="3647"/>
                      <a:pt x="1509" y="3652"/>
                      <a:pt x="1536" y="3652"/>
                    </a:cubicBezTo>
                    <a:cubicBezTo>
                      <a:pt x="1817" y="3652"/>
                      <a:pt x="1992" y="3191"/>
                      <a:pt x="2131" y="3092"/>
                    </a:cubicBezTo>
                    <a:cubicBezTo>
                      <a:pt x="2692" y="2689"/>
                      <a:pt x="3226" y="2150"/>
                      <a:pt x="3346" y="1801"/>
                    </a:cubicBezTo>
                    <a:cubicBezTo>
                      <a:pt x="3471" y="1458"/>
                      <a:pt x="3728" y="1496"/>
                      <a:pt x="4022" y="1300"/>
                    </a:cubicBezTo>
                    <a:cubicBezTo>
                      <a:pt x="4321" y="1103"/>
                      <a:pt x="4071" y="760"/>
                      <a:pt x="4071" y="760"/>
                    </a:cubicBezTo>
                    <a:cubicBezTo>
                      <a:pt x="3822" y="143"/>
                      <a:pt x="3329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4" name="Google Shape;5984;p67"/>
              <p:cNvSpPr/>
              <p:nvPr/>
            </p:nvSpPr>
            <p:spPr>
              <a:xfrm>
                <a:off x="3061938" y="4037044"/>
                <a:ext cx="40916" cy="40916"/>
              </a:xfrm>
              <a:custGeom>
                <a:rect b="b" l="l" r="r" t="t"/>
                <a:pathLst>
                  <a:path extrusionOk="0" h="1619" w="1619">
                    <a:moveTo>
                      <a:pt x="812" y="0"/>
                    </a:moveTo>
                    <a:cubicBezTo>
                      <a:pt x="365" y="0"/>
                      <a:pt x="0" y="360"/>
                      <a:pt x="0" y="807"/>
                    </a:cubicBezTo>
                    <a:cubicBezTo>
                      <a:pt x="0" y="1254"/>
                      <a:pt x="365" y="1619"/>
                      <a:pt x="812" y="1619"/>
                    </a:cubicBezTo>
                    <a:cubicBezTo>
                      <a:pt x="1259" y="1619"/>
                      <a:pt x="1619" y="1254"/>
                      <a:pt x="1619" y="807"/>
                    </a:cubicBezTo>
                    <a:cubicBezTo>
                      <a:pt x="1619" y="360"/>
                      <a:pt x="1259" y="0"/>
                      <a:pt x="8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5" name="Google Shape;5985;p67"/>
              <p:cNvSpPr/>
              <p:nvPr/>
            </p:nvSpPr>
            <p:spPr>
              <a:xfrm>
                <a:off x="3048442" y="3763469"/>
                <a:ext cx="63030" cy="293970"/>
              </a:xfrm>
              <a:custGeom>
                <a:rect b="b" l="l" r="r" t="t"/>
                <a:pathLst>
                  <a:path extrusionOk="0" h="11632" w="2494">
                    <a:moveTo>
                      <a:pt x="1718" y="1"/>
                    </a:moveTo>
                    <a:cubicBezTo>
                      <a:pt x="1566" y="1"/>
                      <a:pt x="1353" y="77"/>
                      <a:pt x="1052" y="287"/>
                    </a:cubicBezTo>
                    <a:cubicBezTo>
                      <a:pt x="126" y="935"/>
                      <a:pt x="905" y="2009"/>
                      <a:pt x="905" y="2009"/>
                    </a:cubicBezTo>
                    <a:cubicBezTo>
                      <a:pt x="905" y="2009"/>
                      <a:pt x="1145" y="8308"/>
                      <a:pt x="959" y="9267"/>
                    </a:cubicBezTo>
                    <a:cubicBezTo>
                      <a:pt x="774" y="10221"/>
                      <a:pt x="0" y="11032"/>
                      <a:pt x="365" y="11289"/>
                    </a:cubicBezTo>
                    <a:cubicBezTo>
                      <a:pt x="434" y="11336"/>
                      <a:pt x="498" y="11355"/>
                      <a:pt x="561" y="11355"/>
                    </a:cubicBezTo>
                    <a:cubicBezTo>
                      <a:pt x="829" y="11355"/>
                      <a:pt x="1062" y="11009"/>
                      <a:pt x="1387" y="11009"/>
                    </a:cubicBezTo>
                    <a:cubicBezTo>
                      <a:pt x="1401" y="11009"/>
                      <a:pt x="1414" y="11009"/>
                      <a:pt x="1428" y="11011"/>
                    </a:cubicBezTo>
                    <a:cubicBezTo>
                      <a:pt x="1853" y="11054"/>
                      <a:pt x="1700" y="11517"/>
                      <a:pt x="2098" y="11626"/>
                    </a:cubicBezTo>
                    <a:cubicBezTo>
                      <a:pt x="2112" y="11630"/>
                      <a:pt x="2126" y="11632"/>
                      <a:pt x="2138" y="11632"/>
                    </a:cubicBezTo>
                    <a:cubicBezTo>
                      <a:pt x="2493" y="11632"/>
                      <a:pt x="2453" y="10223"/>
                      <a:pt x="2322" y="9839"/>
                    </a:cubicBezTo>
                    <a:cubicBezTo>
                      <a:pt x="2180" y="9447"/>
                      <a:pt x="1624" y="1813"/>
                      <a:pt x="2011" y="1666"/>
                    </a:cubicBezTo>
                    <a:cubicBezTo>
                      <a:pt x="2393" y="1524"/>
                      <a:pt x="2403" y="925"/>
                      <a:pt x="2082" y="565"/>
                    </a:cubicBezTo>
                    <a:cubicBezTo>
                      <a:pt x="2082" y="565"/>
                      <a:pt x="2128" y="1"/>
                      <a:pt x="171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6" name="Google Shape;5986;p67"/>
              <p:cNvSpPr/>
              <p:nvPr/>
            </p:nvSpPr>
            <p:spPr>
              <a:xfrm>
                <a:off x="3030676" y="4057034"/>
                <a:ext cx="85396" cy="265083"/>
              </a:xfrm>
              <a:custGeom>
                <a:rect b="b" l="l" r="r" t="t"/>
                <a:pathLst>
                  <a:path extrusionOk="0" h="10489" w="3379">
                    <a:moveTo>
                      <a:pt x="1455" y="1732"/>
                    </a:moveTo>
                    <a:lnTo>
                      <a:pt x="1455" y="1732"/>
                    </a:lnTo>
                    <a:cubicBezTo>
                      <a:pt x="1907" y="2584"/>
                      <a:pt x="1315" y="7824"/>
                      <a:pt x="1302" y="7824"/>
                    </a:cubicBezTo>
                    <a:cubicBezTo>
                      <a:pt x="1301" y="7824"/>
                      <a:pt x="1302" y="7817"/>
                      <a:pt x="1303" y="7802"/>
                    </a:cubicBezTo>
                    <a:cubicBezTo>
                      <a:pt x="1335" y="7388"/>
                      <a:pt x="1216" y="5040"/>
                      <a:pt x="1145" y="4517"/>
                    </a:cubicBezTo>
                    <a:cubicBezTo>
                      <a:pt x="1079" y="3994"/>
                      <a:pt x="1455" y="1732"/>
                      <a:pt x="1455" y="1732"/>
                    </a:cubicBezTo>
                    <a:close/>
                    <a:moveTo>
                      <a:pt x="1548" y="1"/>
                    </a:moveTo>
                    <a:cubicBezTo>
                      <a:pt x="1517" y="1"/>
                      <a:pt x="1484" y="2"/>
                      <a:pt x="1450" y="5"/>
                    </a:cubicBezTo>
                    <a:cubicBezTo>
                      <a:pt x="654" y="70"/>
                      <a:pt x="1063" y="1133"/>
                      <a:pt x="1063" y="1133"/>
                    </a:cubicBezTo>
                    <a:cubicBezTo>
                      <a:pt x="1063" y="1133"/>
                      <a:pt x="1183" y="1694"/>
                      <a:pt x="910" y="3754"/>
                    </a:cubicBezTo>
                    <a:cubicBezTo>
                      <a:pt x="638" y="5819"/>
                      <a:pt x="1499" y="7753"/>
                      <a:pt x="747" y="8467"/>
                    </a:cubicBezTo>
                    <a:cubicBezTo>
                      <a:pt x="0" y="9181"/>
                      <a:pt x="807" y="9813"/>
                      <a:pt x="807" y="9813"/>
                    </a:cubicBezTo>
                    <a:cubicBezTo>
                      <a:pt x="807" y="9813"/>
                      <a:pt x="1309" y="10489"/>
                      <a:pt x="1851" y="10489"/>
                    </a:cubicBezTo>
                    <a:cubicBezTo>
                      <a:pt x="1917" y="10489"/>
                      <a:pt x="1983" y="10479"/>
                      <a:pt x="2049" y="10456"/>
                    </a:cubicBezTo>
                    <a:cubicBezTo>
                      <a:pt x="2660" y="10244"/>
                      <a:pt x="2049" y="8805"/>
                      <a:pt x="2049" y="8805"/>
                    </a:cubicBezTo>
                    <a:cubicBezTo>
                      <a:pt x="2049" y="8805"/>
                      <a:pt x="2605" y="3062"/>
                      <a:pt x="2643" y="2631"/>
                    </a:cubicBezTo>
                    <a:cubicBezTo>
                      <a:pt x="2676" y="2206"/>
                      <a:pt x="3379" y="1122"/>
                      <a:pt x="3188" y="588"/>
                    </a:cubicBezTo>
                    <a:cubicBezTo>
                      <a:pt x="3130" y="426"/>
                      <a:pt x="3015" y="370"/>
                      <a:pt x="2882" y="370"/>
                    </a:cubicBezTo>
                    <a:cubicBezTo>
                      <a:pt x="2575" y="370"/>
                      <a:pt x="2175" y="670"/>
                      <a:pt x="2175" y="670"/>
                    </a:cubicBezTo>
                    <a:cubicBezTo>
                      <a:pt x="2175" y="670"/>
                      <a:pt x="2240" y="1"/>
                      <a:pt x="154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7" name="Google Shape;5987;p67"/>
              <p:cNvSpPr/>
              <p:nvPr/>
            </p:nvSpPr>
            <p:spPr>
              <a:xfrm>
                <a:off x="3063736" y="3445287"/>
                <a:ext cx="192919" cy="183711"/>
              </a:xfrm>
              <a:custGeom>
                <a:rect b="b" l="l" r="r" t="t"/>
                <a:pathLst>
                  <a:path extrusionOk="0" h="8360" w="8779">
                    <a:moveTo>
                      <a:pt x="4387" y="246"/>
                    </a:moveTo>
                    <a:cubicBezTo>
                      <a:pt x="5542" y="284"/>
                      <a:pt x="6555" y="496"/>
                      <a:pt x="6555" y="703"/>
                    </a:cubicBezTo>
                    <a:cubicBezTo>
                      <a:pt x="6555" y="714"/>
                      <a:pt x="6555" y="731"/>
                      <a:pt x="6550" y="742"/>
                    </a:cubicBezTo>
                    <a:cubicBezTo>
                      <a:pt x="5765" y="475"/>
                      <a:pt x="4708" y="415"/>
                      <a:pt x="4381" y="398"/>
                    </a:cubicBezTo>
                    <a:lnTo>
                      <a:pt x="4359" y="398"/>
                    </a:lnTo>
                    <a:cubicBezTo>
                      <a:pt x="4033" y="415"/>
                      <a:pt x="3014" y="480"/>
                      <a:pt x="2223" y="747"/>
                    </a:cubicBezTo>
                    <a:cubicBezTo>
                      <a:pt x="2223" y="736"/>
                      <a:pt x="2218" y="720"/>
                      <a:pt x="2218" y="709"/>
                    </a:cubicBezTo>
                    <a:cubicBezTo>
                      <a:pt x="2218" y="507"/>
                      <a:pt x="3232" y="284"/>
                      <a:pt x="4387" y="246"/>
                    </a:cubicBezTo>
                    <a:close/>
                    <a:moveTo>
                      <a:pt x="6512" y="1118"/>
                    </a:moveTo>
                    <a:cubicBezTo>
                      <a:pt x="6899" y="1254"/>
                      <a:pt x="7166" y="1428"/>
                      <a:pt x="7166" y="1635"/>
                    </a:cubicBezTo>
                    <a:cubicBezTo>
                      <a:pt x="7166" y="1657"/>
                      <a:pt x="7166" y="1673"/>
                      <a:pt x="7160" y="1695"/>
                    </a:cubicBezTo>
                    <a:cubicBezTo>
                      <a:pt x="6877" y="1575"/>
                      <a:pt x="6583" y="1494"/>
                      <a:pt x="6278" y="1445"/>
                    </a:cubicBezTo>
                    <a:cubicBezTo>
                      <a:pt x="6158" y="1423"/>
                      <a:pt x="6038" y="1401"/>
                      <a:pt x="5918" y="1390"/>
                    </a:cubicBezTo>
                    <a:cubicBezTo>
                      <a:pt x="6125" y="1319"/>
                      <a:pt x="6327" y="1232"/>
                      <a:pt x="6512" y="1118"/>
                    </a:cubicBezTo>
                    <a:close/>
                    <a:moveTo>
                      <a:pt x="2267" y="1118"/>
                    </a:moveTo>
                    <a:cubicBezTo>
                      <a:pt x="2452" y="1232"/>
                      <a:pt x="2649" y="1325"/>
                      <a:pt x="2856" y="1390"/>
                    </a:cubicBezTo>
                    <a:cubicBezTo>
                      <a:pt x="2741" y="1406"/>
                      <a:pt x="2616" y="1428"/>
                      <a:pt x="2496" y="1450"/>
                    </a:cubicBezTo>
                    <a:cubicBezTo>
                      <a:pt x="2196" y="1499"/>
                      <a:pt x="1902" y="1581"/>
                      <a:pt x="1619" y="1701"/>
                    </a:cubicBezTo>
                    <a:cubicBezTo>
                      <a:pt x="1613" y="1679"/>
                      <a:pt x="1613" y="1663"/>
                      <a:pt x="1613" y="1641"/>
                    </a:cubicBezTo>
                    <a:cubicBezTo>
                      <a:pt x="1613" y="1434"/>
                      <a:pt x="1875" y="1254"/>
                      <a:pt x="2267" y="1118"/>
                    </a:cubicBezTo>
                    <a:close/>
                    <a:moveTo>
                      <a:pt x="7264" y="2158"/>
                    </a:moveTo>
                    <a:cubicBezTo>
                      <a:pt x="7422" y="2267"/>
                      <a:pt x="7525" y="2398"/>
                      <a:pt x="7531" y="2556"/>
                    </a:cubicBezTo>
                    <a:cubicBezTo>
                      <a:pt x="7525" y="2600"/>
                      <a:pt x="7520" y="2638"/>
                      <a:pt x="7504" y="2681"/>
                    </a:cubicBezTo>
                    <a:cubicBezTo>
                      <a:pt x="7258" y="2567"/>
                      <a:pt x="6997" y="2480"/>
                      <a:pt x="6730" y="2420"/>
                    </a:cubicBezTo>
                    <a:cubicBezTo>
                      <a:pt x="6926" y="2365"/>
                      <a:pt x="7106" y="2278"/>
                      <a:pt x="7264" y="2158"/>
                    </a:cubicBezTo>
                    <a:close/>
                    <a:moveTo>
                      <a:pt x="1515" y="2169"/>
                    </a:moveTo>
                    <a:cubicBezTo>
                      <a:pt x="1673" y="2284"/>
                      <a:pt x="1853" y="2371"/>
                      <a:pt x="2049" y="2425"/>
                    </a:cubicBezTo>
                    <a:cubicBezTo>
                      <a:pt x="1782" y="2485"/>
                      <a:pt x="1526" y="2572"/>
                      <a:pt x="1275" y="2687"/>
                    </a:cubicBezTo>
                    <a:cubicBezTo>
                      <a:pt x="1259" y="2649"/>
                      <a:pt x="1254" y="2605"/>
                      <a:pt x="1254" y="2567"/>
                    </a:cubicBezTo>
                    <a:cubicBezTo>
                      <a:pt x="1254" y="2404"/>
                      <a:pt x="1357" y="2273"/>
                      <a:pt x="1515" y="2169"/>
                    </a:cubicBezTo>
                    <a:close/>
                    <a:moveTo>
                      <a:pt x="7809" y="4016"/>
                    </a:moveTo>
                    <a:cubicBezTo>
                      <a:pt x="7907" y="4136"/>
                      <a:pt x="8021" y="4316"/>
                      <a:pt x="7961" y="4458"/>
                    </a:cubicBezTo>
                    <a:cubicBezTo>
                      <a:pt x="7904" y="4606"/>
                      <a:pt x="7583" y="4913"/>
                      <a:pt x="5954" y="4913"/>
                    </a:cubicBezTo>
                    <a:cubicBezTo>
                      <a:pt x="5726" y="4913"/>
                      <a:pt x="5471" y="4907"/>
                      <a:pt x="5188" y="4894"/>
                    </a:cubicBezTo>
                    <a:cubicBezTo>
                      <a:pt x="5079" y="4747"/>
                      <a:pt x="4986" y="4589"/>
                      <a:pt x="4904" y="4425"/>
                    </a:cubicBezTo>
                    <a:lnTo>
                      <a:pt x="4910" y="4425"/>
                    </a:lnTo>
                    <a:cubicBezTo>
                      <a:pt x="5008" y="4425"/>
                      <a:pt x="5139" y="4431"/>
                      <a:pt x="5297" y="4431"/>
                    </a:cubicBezTo>
                    <a:cubicBezTo>
                      <a:pt x="6016" y="4431"/>
                      <a:pt x="7215" y="4371"/>
                      <a:pt x="7809" y="4016"/>
                    </a:cubicBezTo>
                    <a:close/>
                    <a:moveTo>
                      <a:pt x="976" y="4022"/>
                    </a:moveTo>
                    <a:cubicBezTo>
                      <a:pt x="1570" y="4376"/>
                      <a:pt x="2768" y="4431"/>
                      <a:pt x="3488" y="4431"/>
                    </a:cubicBezTo>
                    <a:cubicBezTo>
                      <a:pt x="3646" y="4431"/>
                      <a:pt x="3776" y="4431"/>
                      <a:pt x="3875" y="4425"/>
                    </a:cubicBezTo>
                    <a:lnTo>
                      <a:pt x="3875" y="4425"/>
                    </a:lnTo>
                    <a:cubicBezTo>
                      <a:pt x="3798" y="4589"/>
                      <a:pt x="3706" y="4747"/>
                      <a:pt x="3597" y="4894"/>
                    </a:cubicBezTo>
                    <a:cubicBezTo>
                      <a:pt x="3302" y="4908"/>
                      <a:pt x="3039" y="4915"/>
                      <a:pt x="2803" y="4915"/>
                    </a:cubicBezTo>
                    <a:cubicBezTo>
                      <a:pt x="1202" y="4915"/>
                      <a:pt x="880" y="4611"/>
                      <a:pt x="823" y="4463"/>
                    </a:cubicBezTo>
                    <a:cubicBezTo>
                      <a:pt x="763" y="4327"/>
                      <a:pt x="878" y="4147"/>
                      <a:pt x="976" y="4022"/>
                    </a:cubicBezTo>
                    <a:close/>
                    <a:moveTo>
                      <a:pt x="8043" y="4899"/>
                    </a:moveTo>
                    <a:cubicBezTo>
                      <a:pt x="8108" y="4992"/>
                      <a:pt x="8163" y="5117"/>
                      <a:pt x="8125" y="5215"/>
                    </a:cubicBezTo>
                    <a:cubicBezTo>
                      <a:pt x="8077" y="5326"/>
                      <a:pt x="7802" y="5674"/>
                      <a:pt x="6021" y="5674"/>
                    </a:cubicBezTo>
                    <a:cubicBezTo>
                      <a:pt x="5956" y="5674"/>
                      <a:pt x="5889" y="5674"/>
                      <a:pt x="5820" y="5673"/>
                    </a:cubicBezTo>
                    <a:cubicBezTo>
                      <a:pt x="5689" y="5526"/>
                      <a:pt x="5569" y="5390"/>
                      <a:pt x="5471" y="5264"/>
                    </a:cubicBezTo>
                    <a:lnTo>
                      <a:pt x="5471" y="5264"/>
                    </a:lnTo>
                    <a:cubicBezTo>
                      <a:pt x="5635" y="5270"/>
                      <a:pt x="5798" y="5275"/>
                      <a:pt x="5951" y="5275"/>
                    </a:cubicBezTo>
                    <a:cubicBezTo>
                      <a:pt x="6986" y="5275"/>
                      <a:pt x="7678" y="5150"/>
                      <a:pt x="8043" y="4899"/>
                    </a:cubicBezTo>
                    <a:close/>
                    <a:moveTo>
                      <a:pt x="747" y="4910"/>
                    </a:moveTo>
                    <a:cubicBezTo>
                      <a:pt x="1104" y="5156"/>
                      <a:pt x="1775" y="5281"/>
                      <a:pt x="2775" y="5281"/>
                    </a:cubicBezTo>
                    <a:cubicBezTo>
                      <a:pt x="2796" y="5281"/>
                      <a:pt x="2818" y="5281"/>
                      <a:pt x="2839" y="5281"/>
                    </a:cubicBezTo>
                    <a:cubicBezTo>
                      <a:pt x="2992" y="5281"/>
                      <a:pt x="3150" y="5281"/>
                      <a:pt x="3319" y="5275"/>
                    </a:cubicBezTo>
                    <a:lnTo>
                      <a:pt x="3319" y="5275"/>
                    </a:lnTo>
                    <a:cubicBezTo>
                      <a:pt x="3215" y="5395"/>
                      <a:pt x="3101" y="5531"/>
                      <a:pt x="2970" y="5678"/>
                    </a:cubicBezTo>
                    <a:cubicBezTo>
                      <a:pt x="2887" y="5680"/>
                      <a:pt x="2808" y="5680"/>
                      <a:pt x="2731" y="5680"/>
                    </a:cubicBezTo>
                    <a:cubicBezTo>
                      <a:pt x="979" y="5680"/>
                      <a:pt x="707" y="5336"/>
                      <a:pt x="665" y="5226"/>
                    </a:cubicBezTo>
                    <a:cubicBezTo>
                      <a:pt x="627" y="5128"/>
                      <a:pt x="681" y="5008"/>
                      <a:pt x="747" y="4910"/>
                    </a:cubicBezTo>
                    <a:close/>
                    <a:moveTo>
                      <a:pt x="8168" y="5678"/>
                    </a:moveTo>
                    <a:cubicBezTo>
                      <a:pt x="8256" y="5836"/>
                      <a:pt x="8348" y="6065"/>
                      <a:pt x="8266" y="6223"/>
                    </a:cubicBezTo>
                    <a:cubicBezTo>
                      <a:pt x="8208" y="6331"/>
                      <a:pt x="7982" y="6543"/>
                      <a:pt x="7126" y="6543"/>
                    </a:cubicBezTo>
                    <a:cubicBezTo>
                      <a:pt x="6945" y="6543"/>
                      <a:pt x="6737" y="6534"/>
                      <a:pt x="6495" y="6512"/>
                    </a:cubicBezTo>
                    <a:cubicBezTo>
                      <a:pt x="6387" y="6349"/>
                      <a:pt x="6267" y="6191"/>
                      <a:pt x="6141" y="6038"/>
                    </a:cubicBezTo>
                    <a:cubicBezTo>
                      <a:pt x="7133" y="6027"/>
                      <a:pt x="7803" y="5907"/>
                      <a:pt x="8168" y="5678"/>
                    </a:cubicBezTo>
                    <a:close/>
                    <a:moveTo>
                      <a:pt x="627" y="5689"/>
                    </a:moveTo>
                    <a:cubicBezTo>
                      <a:pt x="992" y="5918"/>
                      <a:pt x="1662" y="6038"/>
                      <a:pt x="2654" y="6043"/>
                    </a:cubicBezTo>
                    <a:cubicBezTo>
                      <a:pt x="2529" y="6196"/>
                      <a:pt x="2409" y="6354"/>
                      <a:pt x="2300" y="6518"/>
                    </a:cubicBezTo>
                    <a:cubicBezTo>
                      <a:pt x="2050" y="6541"/>
                      <a:pt x="1834" y="6551"/>
                      <a:pt x="1649" y="6551"/>
                    </a:cubicBezTo>
                    <a:cubicBezTo>
                      <a:pt x="805" y="6551"/>
                      <a:pt x="582" y="6341"/>
                      <a:pt x="529" y="6234"/>
                    </a:cubicBezTo>
                    <a:cubicBezTo>
                      <a:pt x="442" y="6076"/>
                      <a:pt x="529" y="5847"/>
                      <a:pt x="627" y="5689"/>
                    </a:cubicBezTo>
                    <a:close/>
                    <a:moveTo>
                      <a:pt x="8245" y="6714"/>
                    </a:moveTo>
                    <a:cubicBezTo>
                      <a:pt x="8283" y="6834"/>
                      <a:pt x="8305" y="6970"/>
                      <a:pt x="8245" y="7052"/>
                    </a:cubicBezTo>
                    <a:cubicBezTo>
                      <a:pt x="8212" y="7093"/>
                      <a:pt x="8108" y="7179"/>
                      <a:pt x="7791" y="7179"/>
                    </a:cubicBezTo>
                    <a:cubicBezTo>
                      <a:pt x="7572" y="7179"/>
                      <a:pt x="7252" y="7138"/>
                      <a:pt x="6784" y="7013"/>
                    </a:cubicBezTo>
                    <a:cubicBezTo>
                      <a:pt x="6762" y="6975"/>
                      <a:pt x="6746" y="6937"/>
                      <a:pt x="6724" y="6899"/>
                    </a:cubicBezTo>
                    <a:lnTo>
                      <a:pt x="6724" y="6899"/>
                    </a:lnTo>
                    <a:cubicBezTo>
                      <a:pt x="6866" y="6904"/>
                      <a:pt x="7002" y="6910"/>
                      <a:pt x="7133" y="6910"/>
                    </a:cubicBezTo>
                    <a:cubicBezTo>
                      <a:pt x="7618" y="6910"/>
                      <a:pt x="7989" y="6844"/>
                      <a:pt x="8245" y="6714"/>
                    </a:cubicBezTo>
                    <a:close/>
                    <a:moveTo>
                      <a:pt x="545" y="6719"/>
                    </a:moveTo>
                    <a:cubicBezTo>
                      <a:pt x="801" y="6850"/>
                      <a:pt x="1172" y="6915"/>
                      <a:pt x="1657" y="6915"/>
                    </a:cubicBezTo>
                    <a:cubicBezTo>
                      <a:pt x="1788" y="6915"/>
                      <a:pt x="1924" y="6910"/>
                      <a:pt x="2065" y="6899"/>
                    </a:cubicBezTo>
                    <a:lnTo>
                      <a:pt x="2065" y="6899"/>
                    </a:lnTo>
                    <a:cubicBezTo>
                      <a:pt x="2049" y="6943"/>
                      <a:pt x="2027" y="6981"/>
                      <a:pt x="2006" y="7019"/>
                    </a:cubicBezTo>
                    <a:cubicBezTo>
                      <a:pt x="1532" y="7145"/>
                      <a:pt x="1209" y="7187"/>
                      <a:pt x="990" y="7187"/>
                    </a:cubicBezTo>
                    <a:cubicBezTo>
                      <a:pt x="680" y="7187"/>
                      <a:pt x="577" y="7104"/>
                      <a:pt x="545" y="7062"/>
                    </a:cubicBezTo>
                    <a:cubicBezTo>
                      <a:pt x="491" y="6992"/>
                      <a:pt x="507" y="6844"/>
                      <a:pt x="545" y="6719"/>
                    </a:cubicBezTo>
                    <a:close/>
                    <a:moveTo>
                      <a:pt x="6980" y="7438"/>
                    </a:moveTo>
                    <a:lnTo>
                      <a:pt x="6980" y="7438"/>
                    </a:lnTo>
                    <a:cubicBezTo>
                      <a:pt x="7253" y="7504"/>
                      <a:pt x="7525" y="7542"/>
                      <a:pt x="7798" y="7547"/>
                    </a:cubicBezTo>
                    <a:cubicBezTo>
                      <a:pt x="7945" y="7547"/>
                      <a:pt x="8092" y="7526"/>
                      <a:pt x="8228" y="7487"/>
                    </a:cubicBezTo>
                    <a:lnTo>
                      <a:pt x="8228" y="7487"/>
                    </a:lnTo>
                    <a:cubicBezTo>
                      <a:pt x="8256" y="7602"/>
                      <a:pt x="8277" y="7754"/>
                      <a:pt x="8217" y="7847"/>
                    </a:cubicBezTo>
                    <a:lnTo>
                      <a:pt x="8223" y="7847"/>
                    </a:lnTo>
                    <a:cubicBezTo>
                      <a:pt x="8154" y="7957"/>
                      <a:pt x="7978" y="7986"/>
                      <a:pt x="7816" y="7986"/>
                    </a:cubicBezTo>
                    <a:cubicBezTo>
                      <a:pt x="7786" y="7986"/>
                      <a:pt x="7756" y="7985"/>
                      <a:pt x="7727" y="7983"/>
                    </a:cubicBezTo>
                    <a:cubicBezTo>
                      <a:pt x="7237" y="7962"/>
                      <a:pt x="7160" y="7836"/>
                      <a:pt x="6980" y="7438"/>
                    </a:cubicBezTo>
                    <a:close/>
                    <a:moveTo>
                      <a:pt x="1809" y="7444"/>
                    </a:moveTo>
                    <a:cubicBezTo>
                      <a:pt x="1630" y="7847"/>
                      <a:pt x="1559" y="7967"/>
                      <a:pt x="1068" y="7994"/>
                    </a:cubicBezTo>
                    <a:cubicBezTo>
                      <a:pt x="1049" y="7995"/>
                      <a:pt x="1029" y="7995"/>
                      <a:pt x="1010" y="7995"/>
                    </a:cubicBezTo>
                    <a:cubicBezTo>
                      <a:pt x="837" y="7995"/>
                      <a:pt x="646" y="7970"/>
                      <a:pt x="572" y="7858"/>
                    </a:cubicBezTo>
                    <a:cubicBezTo>
                      <a:pt x="513" y="7760"/>
                      <a:pt x="534" y="7613"/>
                      <a:pt x="567" y="7493"/>
                    </a:cubicBezTo>
                    <a:lnTo>
                      <a:pt x="567" y="7493"/>
                    </a:lnTo>
                    <a:cubicBezTo>
                      <a:pt x="709" y="7531"/>
                      <a:pt x="850" y="7553"/>
                      <a:pt x="997" y="7553"/>
                    </a:cubicBezTo>
                    <a:cubicBezTo>
                      <a:pt x="1270" y="7542"/>
                      <a:pt x="1542" y="7509"/>
                      <a:pt x="1809" y="7444"/>
                    </a:cubicBezTo>
                    <a:close/>
                    <a:moveTo>
                      <a:pt x="4387" y="1"/>
                    </a:moveTo>
                    <a:cubicBezTo>
                      <a:pt x="3662" y="28"/>
                      <a:pt x="1967" y="142"/>
                      <a:pt x="1973" y="709"/>
                    </a:cubicBezTo>
                    <a:cubicBezTo>
                      <a:pt x="1973" y="753"/>
                      <a:pt x="1978" y="791"/>
                      <a:pt x="1995" y="834"/>
                    </a:cubicBezTo>
                    <a:cubicBezTo>
                      <a:pt x="1559" y="1014"/>
                      <a:pt x="1243" y="1276"/>
                      <a:pt x="1243" y="1641"/>
                    </a:cubicBezTo>
                    <a:cubicBezTo>
                      <a:pt x="1243" y="1722"/>
                      <a:pt x="1259" y="1804"/>
                      <a:pt x="1286" y="1875"/>
                    </a:cubicBezTo>
                    <a:cubicBezTo>
                      <a:pt x="1019" y="2066"/>
                      <a:pt x="883" y="2295"/>
                      <a:pt x="883" y="2567"/>
                    </a:cubicBezTo>
                    <a:cubicBezTo>
                      <a:pt x="883" y="2671"/>
                      <a:pt x="905" y="2774"/>
                      <a:pt x="954" y="2872"/>
                    </a:cubicBezTo>
                    <a:cubicBezTo>
                      <a:pt x="730" y="3030"/>
                      <a:pt x="594" y="3221"/>
                      <a:pt x="594" y="3455"/>
                    </a:cubicBezTo>
                    <a:cubicBezTo>
                      <a:pt x="594" y="3575"/>
                      <a:pt x="632" y="3684"/>
                      <a:pt x="698" y="3782"/>
                    </a:cubicBezTo>
                    <a:cubicBezTo>
                      <a:pt x="551" y="3957"/>
                      <a:pt x="344" y="4278"/>
                      <a:pt x="480" y="4605"/>
                    </a:cubicBezTo>
                    <a:cubicBezTo>
                      <a:pt x="480" y="4616"/>
                      <a:pt x="485" y="4621"/>
                      <a:pt x="491" y="4632"/>
                    </a:cubicBezTo>
                    <a:cubicBezTo>
                      <a:pt x="365" y="4796"/>
                      <a:pt x="207" y="5074"/>
                      <a:pt x="316" y="5357"/>
                    </a:cubicBezTo>
                    <a:cubicBezTo>
                      <a:pt x="327" y="5384"/>
                      <a:pt x="338" y="5406"/>
                      <a:pt x="349" y="5428"/>
                    </a:cubicBezTo>
                    <a:cubicBezTo>
                      <a:pt x="218" y="5624"/>
                      <a:pt x="0" y="6043"/>
                      <a:pt x="196" y="6409"/>
                    </a:cubicBezTo>
                    <a:cubicBezTo>
                      <a:pt x="207" y="6430"/>
                      <a:pt x="224" y="6458"/>
                      <a:pt x="246" y="6479"/>
                    </a:cubicBezTo>
                    <a:cubicBezTo>
                      <a:pt x="158" y="6665"/>
                      <a:pt x="49" y="7013"/>
                      <a:pt x="246" y="7280"/>
                    </a:cubicBezTo>
                    <a:cubicBezTo>
                      <a:pt x="180" y="7460"/>
                      <a:pt x="93" y="7793"/>
                      <a:pt x="256" y="8054"/>
                    </a:cubicBezTo>
                    <a:cubicBezTo>
                      <a:pt x="387" y="8256"/>
                      <a:pt x="632" y="8359"/>
                      <a:pt x="987" y="8359"/>
                    </a:cubicBezTo>
                    <a:lnTo>
                      <a:pt x="1079" y="8359"/>
                    </a:lnTo>
                    <a:cubicBezTo>
                      <a:pt x="1815" y="8327"/>
                      <a:pt x="1951" y="8016"/>
                      <a:pt x="2158" y="7542"/>
                    </a:cubicBezTo>
                    <a:cubicBezTo>
                      <a:pt x="2256" y="7308"/>
                      <a:pt x="2371" y="7079"/>
                      <a:pt x="2507" y="6861"/>
                    </a:cubicBezTo>
                    <a:lnTo>
                      <a:pt x="2550" y="6855"/>
                    </a:lnTo>
                    <a:lnTo>
                      <a:pt x="2545" y="6801"/>
                    </a:lnTo>
                    <a:cubicBezTo>
                      <a:pt x="2719" y="6523"/>
                      <a:pt x="2921" y="6261"/>
                      <a:pt x="3144" y="6022"/>
                    </a:cubicBezTo>
                    <a:cubicBezTo>
                      <a:pt x="4501" y="4540"/>
                      <a:pt x="4370" y="4033"/>
                      <a:pt x="4251" y="3886"/>
                    </a:cubicBezTo>
                    <a:lnTo>
                      <a:pt x="4251" y="3886"/>
                    </a:lnTo>
                    <a:lnTo>
                      <a:pt x="4027" y="4066"/>
                    </a:lnTo>
                    <a:lnTo>
                      <a:pt x="4027" y="4055"/>
                    </a:lnTo>
                    <a:cubicBezTo>
                      <a:pt x="3894" y="4061"/>
                      <a:pt x="3715" y="4066"/>
                      <a:pt x="3510" y="4066"/>
                    </a:cubicBezTo>
                    <a:cubicBezTo>
                      <a:pt x="2681" y="4066"/>
                      <a:pt x="1422" y="3988"/>
                      <a:pt x="1047" y="3630"/>
                    </a:cubicBezTo>
                    <a:cubicBezTo>
                      <a:pt x="992" y="3586"/>
                      <a:pt x="965" y="3521"/>
                      <a:pt x="959" y="3455"/>
                    </a:cubicBezTo>
                    <a:cubicBezTo>
                      <a:pt x="959" y="3341"/>
                      <a:pt x="1041" y="3237"/>
                      <a:pt x="1183" y="3145"/>
                    </a:cubicBezTo>
                    <a:cubicBezTo>
                      <a:pt x="1597" y="3461"/>
                      <a:pt x="2382" y="3532"/>
                      <a:pt x="3024" y="3532"/>
                    </a:cubicBezTo>
                    <a:cubicBezTo>
                      <a:pt x="3351" y="3532"/>
                      <a:pt x="3678" y="3515"/>
                      <a:pt x="4005" y="3477"/>
                    </a:cubicBezTo>
                    <a:lnTo>
                      <a:pt x="3967" y="3117"/>
                    </a:lnTo>
                    <a:cubicBezTo>
                      <a:pt x="3759" y="3140"/>
                      <a:pt x="3411" y="3165"/>
                      <a:pt x="3033" y="3165"/>
                    </a:cubicBezTo>
                    <a:cubicBezTo>
                      <a:pt x="2511" y="3165"/>
                      <a:pt x="1932" y="3118"/>
                      <a:pt x="1575" y="2954"/>
                    </a:cubicBezTo>
                    <a:cubicBezTo>
                      <a:pt x="2011" y="2785"/>
                      <a:pt x="2621" y="2660"/>
                      <a:pt x="3210" y="2583"/>
                    </a:cubicBezTo>
                    <a:cubicBezTo>
                      <a:pt x="3319" y="2589"/>
                      <a:pt x="3422" y="2589"/>
                      <a:pt x="3515" y="2589"/>
                    </a:cubicBezTo>
                    <a:cubicBezTo>
                      <a:pt x="3782" y="2589"/>
                      <a:pt x="3984" y="2578"/>
                      <a:pt x="4043" y="2572"/>
                    </a:cubicBezTo>
                    <a:lnTo>
                      <a:pt x="4022" y="2207"/>
                    </a:lnTo>
                    <a:lnTo>
                      <a:pt x="3978" y="2207"/>
                    </a:lnTo>
                    <a:lnTo>
                      <a:pt x="3973" y="2142"/>
                    </a:lnTo>
                    <a:cubicBezTo>
                      <a:pt x="3831" y="2147"/>
                      <a:pt x="3542" y="2169"/>
                      <a:pt x="3188" y="2207"/>
                    </a:cubicBezTo>
                    <a:cubicBezTo>
                      <a:pt x="2725" y="2191"/>
                      <a:pt x="2207" y="2126"/>
                      <a:pt x="1891" y="1968"/>
                    </a:cubicBezTo>
                    <a:cubicBezTo>
                      <a:pt x="2109" y="1897"/>
                      <a:pt x="2327" y="1837"/>
                      <a:pt x="2556" y="1799"/>
                    </a:cubicBezTo>
                    <a:cubicBezTo>
                      <a:pt x="3024" y="1717"/>
                      <a:pt x="3504" y="1673"/>
                      <a:pt x="3984" y="1663"/>
                    </a:cubicBezTo>
                    <a:lnTo>
                      <a:pt x="3984" y="1297"/>
                    </a:lnTo>
                    <a:cubicBezTo>
                      <a:pt x="3967" y="1297"/>
                      <a:pt x="3793" y="1297"/>
                      <a:pt x="3531" y="1319"/>
                    </a:cubicBezTo>
                    <a:cubicBezTo>
                      <a:pt x="3204" y="1243"/>
                      <a:pt x="2888" y="1139"/>
                      <a:pt x="2583" y="1009"/>
                    </a:cubicBezTo>
                    <a:cubicBezTo>
                      <a:pt x="3171" y="836"/>
                      <a:pt x="3779" y="750"/>
                      <a:pt x="4387" y="750"/>
                    </a:cubicBezTo>
                    <a:cubicBezTo>
                      <a:pt x="4990" y="750"/>
                      <a:pt x="5593" y="835"/>
                      <a:pt x="6179" y="1003"/>
                    </a:cubicBezTo>
                    <a:cubicBezTo>
                      <a:pt x="5874" y="1139"/>
                      <a:pt x="5553" y="1243"/>
                      <a:pt x="5231" y="1314"/>
                    </a:cubicBezTo>
                    <a:cubicBezTo>
                      <a:pt x="4970" y="1303"/>
                      <a:pt x="4795" y="1303"/>
                      <a:pt x="4779" y="1297"/>
                    </a:cubicBezTo>
                    <a:lnTo>
                      <a:pt x="4779" y="1663"/>
                    </a:lnTo>
                    <a:cubicBezTo>
                      <a:pt x="5259" y="1668"/>
                      <a:pt x="5738" y="1712"/>
                      <a:pt x="6207" y="1793"/>
                    </a:cubicBezTo>
                    <a:cubicBezTo>
                      <a:pt x="6436" y="1831"/>
                      <a:pt x="6654" y="1891"/>
                      <a:pt x="6871" y="1962"/>
                    </a:cubicBezTo>
                    <a:cubicBezTo>
                      <a:pt x="6550" y="2120"/>
                      <a:pt x="6038" y="2186"/>
                      <a:pt x="5575" y="2207"/>
                    </a:cubicBezTo>
                    <a:cubicBezTo>
                      <a:pt x="5220" y="2164"/>
                      <a:pt x="4932" y="2142"/>
                      <a:pt x="4790" y="2137"/>
                    </a:cubicBezTo>
                    <a:lnTo>
                      <a:pt x="4790" y="2207"/>
                    </a:lnTo>
                    <a:lnTo>
                      <a:pt x="4746" y="2207"/>
                    </a:lnTo>
                    <a:lnTo>
                      <a:pt x="4719" y="2567"/>
                    </a:lnTo>
                    <a:cubicBezTo>
                      <a:pt x="4779" y="2572"/>
                      <a:pt x="4981" y="2583"/>
                      <a:pt x="5248" y="2583"/>
                    </a:cubicBezTo>
                    <a:cubicBezTo>
                      <a:pt x="5346" y="2583"/>
                      <a:pt x="5449" y="2583"/>
                      <a:pt x="5558" y="2578"/>
                    </a:cubicBezTo>
                    <a:cubicBezTo>
                      <a:pt x="6147" y="2654"/>
                      <a:pt x="6757" y="2780"/>
                      <a:pt x="7198" y="2943"/>
                    </a:cubicBezTo>
                    <a:cubicBezTo>
                      <a:pt x="6840" y="3111"/>
                      <a:pt x="6255" y="3159"/>
                      <a:pt x="5732" y="3159"/>
                    </a:cubicBezTo>
                    <a:cubicBezTo>
                      <a:pt x="5357" y="3159"/>
                      <a:pt x="5013" y="3135"/>
                      <a:pt x="4806" y="3112"/>
                    </a:cubicBezTo>
                    <a:lnTo>
                      <a:pt x="4763" y="3477"/>
                    </a:lnTo>
                    <a:cubicBezTo>
                      <a:pt x="5090" y="3510"/>
                      <a:pt x="5422" y="3526"/>
                      <a:pt x="5749" y="3526"/>
                    </a:cubicBezTo>
                    <a:cubicBezTo>
                      <a:pt x="6387" y="3526"/>
                      <a:pt x="7171" y="3450"/>
                      <a:pt x="7591" y="3134"/>
                    </a:cubicBezTo>
                    <a:cubicBezTo>
                      <a:pt x="7727" y="3226"/>
                      <a:pt x="7814" y="3330"/>
                      <a:pt x="7814" y="3444"/>
                    </a:cubicBezTo>
                    <a:cubicBezTo>
                      <a:pt x="7809" y="3510"/>
                      <a:pt x="7781" y="3575"/>
                      <a:pt x="7727" y="3619"/>
                    </a:cubicBezTo>
                    <a:cubicBezTo>
                      <a:pt x="7348" y="3980"/>
                      <a:pt x="6071" y="4060"/>
                      <a:pt x="5241" y="4060"/>
                    </a:cubicBezTo>
                    <a:cubicBezTo>
                      <a:pt x="5045" y="4060"/>
                      <a:pt x="4875" y="4055"/>
                      <a:pt x="4746" y="4049"/>
                    </a:cubicBezTo>
                    <a:lnTo>
                      <a:pt x="4746" y="4066"/>
                    </a:lnTo>
                    <a:lnTo>
                      <a:pt x="4523" y="3886"/>
                    </a:lnTo>
                    <a:lnTo>
                      <a:pt x="4523" y="3886"/>
                    </a:lnTo>
                    <a:cubicBezTo>
                      <a:pt x="4403" y="4033"/>
                      <a:pt x="4278" y="4540"/>
                      <a:pt x="5635" y="6022"/>
                    </a:cubicBezTo>
                    <a:cubicBezTo>
                      <a:pt x="5858" y="6261"/>
                      <a:pt x="6060" y="6518"/>
                      <a:pt x="6239" y="6790"/>
                    </a:cubicBezTo>
                    <a:lnTo>
                      <a:pt x="6234" y="6850"/>
                    </a:lnTo>
                    <a:lnTo>
                      <a:pt x="6278" y="6855"/>
                    </a:lnTo>
                    <a:cubicBezTo>
                      <a:pt x="6408" y="7073"/>
                      <a:pt x="6523" y="7302"/>
                      <a:pt x="6626" y="7537"/>
                    </a:cubicBezTo>
                    <a:cubicBezTo>
                      <a:pt x="6833" y="8005"/>
                      <a:pt x="6975" y="8316"/>
                      <a:pt x="7705" y="8348"/>
                    </a:cubicBezTo>
                    <a:lnTo>
                      <a:pt x="7798" y="8348"/>
                    </a:lnTo>
                    <a:cubicBezTo>
                      <a:pt x="8152" y="8348"/>
                      <a:pt x="8397" y="8245"/>
                      <a:pt x="8528" y="8038"/>
                    </a:cubicBezTo>
                    <a:cubicBezTo>
                      <a:pt x="8691" y="7776"/>
                      <a:pt x="8604" y="7444"/>
                      <a:pt x="8533" y="7264"/>
                    </a:cubicBezTo>
                    <a:cubicBezTo>
                      <a:pt x="8735" y="7008"/>
                      <a:pt x="8621" y="6654"/>
                      <a:pt x="8539" y="6474"/>
                    </a:cubicBezTo>
                    <a:cubicBezTo>
                      <a:pt x="8555" y="6447"/>
                      <a:pt x="8572" y="6425"/>
                      <a:pt x="8588" y="6398"/>
                    </a:cubicBezTo>
                    <a:cubicBezTo>
                      <a:pt x="8779" y="6033"/>
                      <a:pt x="8561" y="5613"/>
                      <a:pt x="8430" y="5417"/>
                    </a:cubicBezTo>
                    <a:cubicBezTo>
                      <a:pt x="8441" y="5395"/>
                      <a:pt x="8452" y="5373"/>
                      <a:pt x="8463" y="5351"/>
                    </a:cubicBezTo>
                    <a:cubicBezTo>
                      <a:pt x="8572" y="5063"/>
                      <a:pt x="8414" y="4785"/>
                      <a:pt x="8283" y="4627"/>
                    </a:cubicBezTo>
                    <a:cubicBezTo>
                      <a:pt x="8288" y="4616"/>
                      <a:pt x="8294" y="4605"/>
                      <a:pt x="8299" y="4594"/>
                    </a:cubicBezTo>
                    <a:cubicBezTo>
                      <a:pt x="8435" y="4267"/>
                      <a:pt x="8223" y="3946"/>
                      <a:pt x="8076" y="3771"/>
                    </a:cubicBezTo>
                    <a:cubicBezTo>
                      <a:pt x="8141" y="3679"/>
                      <a:pt x="8179" y="3564"/>
                      <a:pt x="8179" y="3450"/>
                    </a:cubicBezTo>
                    <a:cubicBezTo>
                      <a:pt x="8179" y="3215"/>
                      <a:pt x="8043" y="3019"/>
                      <a:pt x="7820" y="2861"/>
                    </a:cubicBezTo>
                    <a:cubicBezTo>
                      <a:pt x="7869" y="2769"/>
                      <a:pt x="7890" y="2665"/>
                      <a:pt x="7890" y="2556"/>
                    </a:cubicBezTo>
                    <a:cubicBezTo>
                      <a:pt x="7890" y="2284"/>
                      <a:pt x="7754" y="2055"/>
                      <a:pt x="7482" y="1870"/>
                    </a:cubicBezTo>
                    <a:cubicBezTo>
                      <a:pt x="7509" y="1793"/>
                      <a:pt x="7525" y="1717"/>
                      <a:pt x="7525" y="1635"/>
                    </a:cubicBezTo>
                    <a:cubicBezTo>
                      <a:pt x="7525" y="1270"/>
                      <a:pt x="7209" y="1009"/>
                      <a:pt x="6773" y="823"/>
                    </a:cubicBezTo>
                    <a:cubicBezTo>
                      <a:pt x="6784" y="785"/>
                      <a:pt x="6795" y="747"/>
                      <a:pt x="6795" y="703"/>
                    </a:cubicBezTo>
                    <a:cubicBezTo>
                      <a:pt x="6795" y="137"/>
                      <a:pt x="5111" y="22"/>
                      <a:pt x="438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8" name="Google Shape;5988;p67"/>
              <p:cNvSpPr/>
              <p:nvPr/>
            </p:nvSpPr>
            <p:spPr>
              <a:xfrm>
                <a:off x="3147586" y="3469828"/>
                <a:ext cx="24135" cy="107004"/>
              </a:xfrm>
              <a:custGeom>
                <a:rect b="b" l="l" r="r" t="t"/>
                <a:pathLst>
                  <a:path extrusionOk="0" h="4234" w="955">
                    <a:moveTo>
                      <a:pt x="475" y="0"/>
                    </a:moveTo>
                    <a:cubicBezTo>
                      <a:pt x="475" y="0"/>
                      <a:pt x="208" y="33"/>
                      <a:pt x="137" y="76"/>
                    </a:cubicBezTo>
                    <a:cubicBezTo>
                      <a:pt x="61" y="114"/>
                      <a:pt x="1" y="1101"/>
                      <a:pt x="126" y="1210"/>
                    </a:cubicBezTo>
                    <a:cubicBezTo>
                      <a:pt x="251" y="1313"/>
                      <a:pt x="44" y="1477"/>
                      <a:pt x="55" y="1738"/>
                    </a:cubicBezTo>
                    <a:cubicBezTo>
                      <a:pt x="61" y="2005"/>
                      <a:pt x="126" y="2872"/>
                      <a:pt x="191" y="3013"/>
                    </a:cubicBezTo>
                    <a:cubicBezTo>
                      <a:pt x="251" y="3150"/>
                      <a:pt x="240" y="4234"/>
                      <a:pt x="475" y="4234"/>
                    </a:cubicBezTo>
                    <a:cubicBezTo>
                      <a:pt x="709" y="4234"/>
                      <a:pt x="698" y="3150"/>
                      <a:pt x="764" y="3013"/>
                    </a:cubicBezTo>
                    <a:cubicBezTo>
                      <a:pt x="823" y="2872"/>
                      <a:pt x="889" y="2005"/>
                      <a:pt x="900" y="1738"/>
                    </a:cubicBezTo>
                    <a:cubicBezTo>
                      <a:pt x="911" y="1471"/>
                      <a:pt x="698" y="1313"/>
                      <a:pt x="829" y="1210"/>
                    </a:cubicBezTo>
                    <a:cubicBezTo>
                      <a:pt x="954" y="1101"/>
                      <a:pt x="889" y="120"/>
                      <a:pt x="818" y="71"/>
                    </a:cubicBezTo>
                    <a:cubicBezTo>
                      <a:pt x="742" y="27"/>
                      <a:pt x="47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9" name="Google Shape;5989;p67"/>
              <p:cNvSpPr/>
              <p:nvPr/>
            </p:nvSpPr>
            <p:spPr>
              <a:xfrm>
                <a:off x="3316002" y="3800796"/>
                <a:ext cx="45895" cy="28608"/>
              </a:xfrm>
              <a:custGeom>
                <a:rect b="b" l="l" r="r" t="t"/>
                <a:pathLst>
                  <a:path extrusionOk="0" h="1132" w="1816">
                    <a:moveTo>
                      <a:pt x="915" y="0"/>
                    </a:moveTo>
                    <a:cubicBezTo>
                      <a:pt x="708" y="0"/>
                      <a:pt x="488" y="108"/>
                      <a:pt x="295" y="374"/>
                    </a:cubicBezTo>
                    <a:cubicBezTo>
                      <a:pt x="1" y="784"/>
                      <a:pt x="334" y="1132"/>
                      <a:pt x="575" y="1132"/>
                    </a:cubicBezTo>
                    <a:cubicBezTo>
                      <a:pt x="629" y="1132"/>
                      <a:pt x="678" y="1115"/>
                      <a:pt x="715" y="1077"/>
                    </a:cubicBezTo>
                    <a:cubicBezTo>
                      <a:pt x="916" y="870"/>
                      <a:pt x="1537" y="984"/>
                      <a:pt x="1679" y="674"/>
                    </a:cubicBezTo>
                    <a:cubicBezTo>
                      <a:pt x="1815" y="358"/>
                      <a:pt x="1412" y="221"/>
                      <a:pt x="1412" y="221"/>
                    </a:cubicBezTo>
                    <a:cubicBezTo>
                      <a:pt x="1274" y="85"/>
                      <a:pt x="1099" y="0"/>
                      <a:pt x="9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0" name="Google Shape;5990;p67"/>
              <p:cNvSpPr/>
              <p:nvPr/>
            </p:nvSpPr>
            <p:spPr>
              <a:xfrm>
                <a:off x="2997897" y="3645093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568" y="1"/>
                    </a:moveTo>
                    <a:cubicBezTo>
                      <a:pt x="320" y="1"/>
                      <a:pt x="117" y="99"/>
                      <a:pt x="66" y="269"/>
                    </a:cubicBezTo>
                    <a:cubicBezTo>
                      <a:pt x="1" y="503"/>
                      <a:pt x="240" y="781"/>
                      <a:pt x="611" y="890"/>
                    </a:cubicBezTo>
                    <a:cubicBezTo>
                      <a:pt x="716" y="922"/>
                      <a:pt x="820" y="938"/>
                      <a:pt x="917" y="938"/>
                    </a:cubicBezTo>
                    <a:cubicBezTo>
                      <a:pt x="1162" y="938"/>
                      <a:pt x="1361" y="840"/>
                      <a:pt x="1412" y="672"/>
                    </a:cubicBezTo>
                    <a:cubicBezTo>
                      <a:pt x="1483" y="437"/>
                      <a:pt x="1238" y="160"/>
                      <a:pt x="867" y="45"/>
                    </a:cubicBezTo>
                    <a:cubicBezTo>
                      <a:pt x="765" y="15"/>
                      <a:pt x="663" y="1"/>
                      <a:pt x="5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1" name="Google Shape;5991;p67"/>
              <p:cNvSpPr/>
              <p:nvPr/>
            </p:nvSpPr>
            <p:spPr>
              <a:xfrm>
                <a:off x="2968025" y="3658714"/>
                <a:ext cx="65153" cy="151913"/>
              </a:xfrm>
              <a:custGeom>
                <a:rect b="b" l="l" r="r" t="t"/>
                <a:pathLst>
                  <a:path extrusionOk="0" h="6011" w="2578">
                    <a:moveTo>
                      <a:pt x="1635" y="1332"/>
                    </a:moveTo>
                    <a:cubicBezTo>
                      <a:pt x="1635" y="1332"/>
                      <a:pt x="1586" y="2770"/>
                      <a:pt x="1471" y="3446"/>
                    </a:cubicBezTo>
                    <a:lnTo>
                      <a:pt x="1471" y="3440"/>
                    </a:lnTo>
                    <a:cubicBezTo>
                      <a:pt x="1357" y="4116"/>
                      <a:pt x="1095" y="5418"/>
                      <a:pt x="1095" y="5418"/>
                    </a:cubicBezTo>
                    <a:cubicBezTo>
                      <a:pt x="1095" y="5418"/>
                      <a:pt x="850" y="4045"/>
                      <a:pt x="1014" y="3135"/>
                    </a:cubicBezTo>
                    <a:cubicBezTo>
                      <a:pt x="1177" y="2225"/>
                      <a:pt x="1635" y="1332"/>
                      <a:pt x="1635" y="1332"/>
                    </a:cubicBezTo>
                    <a:close/>
                    <a:moveTo>
                      <a:pt x="1333" y="0"/>
                    </a:moveTo>
                    <a:cubicBezTo>
                      <a:pt x="1262" y="0"/>
                      <a:pt x="1199" y="23"/>
                      <a:pt x="1155" y="84"/>
                    </a:cubicBezTo>
                    <a:cubicBezTo>
                      <a:pt x="965" y="345"/>
                      <a:pt x="1215" y="1201"/>
                      <a:pt x="861" y="1751"/>
                    </a:cubicBezTo>
                    <a:cubicBezTo>
                      <a:pt x="502" y="2307"/>
                      <a:pt x="442" y="4704"/>
                      <a:pt x="284" y="5004"/>
                    </a:cubicBezTo>
                    <a:cubicBezTo>
                      <a:pt x="131" y="5304"/>
                      <a:pt x="0" y="5734"/>
                      <a:pt x="180" y="5871"/>
                    </a:cubicBezTo>
                    <a:cubicBezTo>
                      <a:pt x="220" y="5899"/>
                      <a:pt x="263" y="5911"/>
                      <a:pt x="309" y="5911"/>
                    </a:cubicBezTo>
                    <a:cubicBezTo>
                      <a:pt x="461" y="5911"/>
                      <a:pt x="642" y="5792"/>
                      <a:pt x="820" y="5792"/>
                    </a:cubicBezTo>
                    <a:cubicBezTo>
                      <a:pt x="834" y="5792"/>
                      <a:pt x="847" y="5793"/>
                      <a:pt x="861" y="5794"/>
                    </a:cubicBezTo>
                    <a:cubicBezTo>
                      <a:pt x="1075" y="5813"/>
                      <a:pt x="1073" y="6010"/>
                      <a:pt x="1242" y="6010"/>
                    </a:cubicBezTo>
                    <a:cubicBezTo>
                      <a:pt x="1267" y="6010"/>
                      <a:pt x="1296" y="6006"/>
                      <a:pt x="1330" y="5996"/>
                    </a:cubicBezTo>
                    <a:cubicBezTo>
                      <a:pt x="1591" y="5920"/>
                      <a:pt x="1531" y="4786"/>
                      <a:pt x="1777" y="4301"/>
                    </a:cubicBezTo>
                    <a:cubicBezTo>
                      <a:pt x="2016" y="3816"/>
                      <a:pt x="2060" y="1114"/>
                      <a:pt x="2365" y="645"/>
                    </a:cubicBezTo>
                    <a:cubicBezTo>
                      <a:pt x="2577" y="319"/>
                      <a:pt x="2413" y="123"/>
                      <a:pt x="2183" y="123"/>
                    </a:cubicBezTo>
                    <a:cubicBezTo>
                      <a:pt x="2082" y="123"/>
                      <a:pt x="1969" y="160"/>
                      <a:pt x="1869" y="242"/>
                    </a:cubicBezTo>
                    <a:cubicBezTo>
                      <a:pt x="1869" y="242"/>
                      <a:pt x="1561" y="0"/>
                      <a:pt x="13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2" name="Google Shape;5992;p67"/>
              <p:cNvSpPr/>
              <p:nvPr/>
            </p:nvSpPr>
            <p:spPr>
              <a:xfrm>
                <a:off x="2997948" y="3820282"/>
                <a:ext cx="10994" cy="25930"/>
              </a:xfrm>
              <a:custGeom>
                <a:rect b="b" l="l" r="r" t="t"/>
                <a:pathLst>
                  <a:path extrusionOk="0" h="1026" w="435">
                    <a:moveTo>
                      <a:pt x="177" y="1"/>
                    </a:moveTo>
                    <a:cubicBezTo>
                      <a:pt x="154" y="1"/>
                      <a:pt x="131" y="8"/>
                      <a:pt x="113" y="22"/>
                    </a:cubicBezTo>
                    <a:cubicBezTo>
                      <a:pt x="113" y="22"/>
                      <a:pt x="0" y="1025"/>
                      <a:pt x="211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11" y="6"/>
                    </a:cubicBezTo>
                    <a:cubicBezTo>
                      <a:pt x="200" y="2"/>
                      <a:pt x="189" y="1"/>
                      <a:pt x="1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3" name="Google Shape;5993;p67"/>
              <p:cNvSpPr/>
              <p:nvPr/>
            </p:nvSpPr>
            <p:spPr>
              <a:xfrm>
                <a:off x="2999869" y="3845352"/>
                <a:ext cx="10994" cy="25904"/>
              </a:xfrm>
              <a:custGeom>
                <a:rect b="b" l="l" r="r" t="t"/>
                <a:pathLst>
                  <a:path extrusionOk="0" h="1025" w="435">
                    <a:moveTo>
                      <a:pt x="173" y="0"/>
                    </a:moveTo>
                    <a:cubicBezTo>
                      <a:pt x="152" y="0"/>
                      <a:pt x="132" y="8"/>
                      <a:pt x="113" y="22"/>
                    </a:cubicBezTo>
                    <a:cubicBezTo>
                      <a:pt x="113" y="22"/>
                      <a:pt x="1" y="1025"/>
                      <a:pt x="212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06" y="6"/>
                    </a:cubicBezTo>
                    <a:cubicBezTo>
                      <a:pt x="195" y="2"/>
                      <a:pt x="184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4" name="Google Shape;5994;p67"/>
              <p:cNvSpPr/>
              <p:nvPr/>
            </p:nvSpPr>
            <p:spPr>
              <a:xfrm>
                <a:off x="3001258" y="3869437"/>
                <a:ext cx="10842" cy="25930"/>
              </a:xfrm>
              <a:custGeom>
                <a:rect b="b" l="l" r="r" t="t"/>
                <a:pathLst>
                  <a:path extrusionOk="0" h="1026" w="429">
                    <a:moveTo>
                      <a:pt x="172" y="1"/>
                    </a:moveTo>
                    <a:cubicBezTo>
                      <a:pt x="149" y="1"/>
                      <a:pt x="126" y="8"/>
                      <a:pt x="107" y="23"/>
                    </a:cubicBezTo>
                    <a:cubicBezTo>
                      <a:pt x="107" y="23"/>
                      <a:pt x="0" y="1026"/>
                      <a:pt x="206" y="1026"/>
                    </a:cubicBezTo>
                    <a:cubicBezTo>
                      <a:pt x="208" y="1026"/>
                      <a:pt x="209" y="1025"/>
                      <a:pt x="211" y="1025"/>
                    </a:cubicBezTo>
                    <a:cubicBezTo>
                      <a:pt x="429" y="1014"/>
                      <a:pt x="271" y="23"/>
                      <a:pt x="205" y="6"/>
                    </a:cubicBezTo>
                    <a:cubicBezTo>
                      <a:pt x="195" y="3"/>
                      <a:pt x="183" y="1"/>
                      <a:pt x="17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5" name="Google Shape;5995;p67"/>
              <p:cNvSpPr/>
              <p:nvPr/>
            </p:nvSpPr>
            <p:spPr>
              <a:xfrm>
                <a:off x="3124740" y="3316398"/>
                <a:ext cx="31818" cy="31237"/>
              </a:xfrm>
              <a:custGeom>
                <a:rect b="b" l="l" r="r" t="t"/>
                <a:pathLst>
                  <a:path extrusionOk="0" h="1236" w="1259">
                    <a:moveTo>
                      <a:pt x="805" y="0"/>
                    </a:moveTo>
                    <a:cubicBezTo>
                      <a:pt x="602" y="0"/>
                      <a:pt x="240" y="105"/>
                      <a:pt x="120" y="241"/>
                    </a:cubicBezTo>
                    <a:cubicBezTo>
                      <a:pt x="0" y="382"/>
                      <a:pt x="0" y="873"/>
                      <a:pt x="87" y="987"/>
                    </a:cubicBezTo>
                    <a:cubicBezTo>
                      <a:pt x="162" y="1085"/>
                      <a:pt x="321" y="1235"/>
                      <a:pt x="505" y="1235"/>
                    </a:cubicBezTo>
                    <a:cubicBezTo>
                      <a:pt x="536" y="1235"/>
                      <a:pt x="567" y="1231"/>
                      <a:pt x="600" y="1221"/>
                    </a:cubicBezTo>
                    <a:cubicBezTo>
                      <a:pt x="817" y="1156"/>
                      <a:pt x="1052" y="687"/>
                      <a:pt x="1155" y="573"/>
                    </a:cubicBezTo>
                    <a:cubicBezTo>
                      <a:pt x="1259" y="459"/>
                      <a:pt x="1128" y="17"/>
                      <a:pt x="834" y="1"/>
                    </a:cubicBezTo>
                    <a:cubicBezTo>
                      <a:pt x="825" y="0"/>
                      <a:pt x="815" y="0"/>
                      <a:pt x="8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6" name="Google Shape;5996;p67"/>
              <p:cNvSpPr/>
              <p:nvPr/>
            </p:nvSpPr>
            <p:spPr>
              <a:xfrm>
                <a:off x="3163710" y="3316398"/>
                <a:ext cx="31970" cy="31085"/>
              </a:xfrm>
              <a:custGeom>
                <a:rect b="b" l="l" r="r" t="t"/>
                <a:pathLst>
                  <a:path extrusionOk="0" h="1230" w="1265">
                    <a:moveTo>
                      <a:pt x="454" y="0"/>
                    </a:moveTo>
                    <a:cubicBezTo>
                      <a:pt x="444" y="0"/>
                      <a:pt x="434" y="0"/>
                      <a:pt x="425" y="1"/>
                    </a:cubicBezTo>
                    <a:cubicBezTo>
                      <a:pt x="131" y="17"/>
                      <a:pt x="0" y="459"/>
                      <a:pt x="104" y="573"/>
                    </a:cubicBezTo>
                    <a:cubicBezTo>
                      <a:pt x="207" y="687"/>
                      <a:pt x="442" y="1156"/>
                      <a:pt x="665" y="1216"/>
                    </a:cubicBezTo>
                    <a:cubicBezTo>
                      <a:pt x="697" y="1225"/>
                      <a:pt x="729" y="1230"/>
                      <a:pt x="760" y="1230"/>
                    </a:cubicBezTo>
                    <a:cubicBezTo>
                      <a:pt x="944" y="1230"/>
                      <a:pt x="1103" y="1080"/>
                      <a:pt x="1177" y="982"/>
                    </a:cubicBezTo>
                    <a:cubicBezTo>
                      <a:pt x="1264" y="867"/>
                      <a:pt x="1264" y="382"/>
                      <a:pt x="1139" y="241"/>
                    </a:cubicBezTo>
                    <a:cubicBezTo>
                      <a:pt x="1020" y="105"/>
                      <a:pt x="657" y="0"/>
                      <a:pt x="45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7" name="Google Shape;5997;p67"/>
              <p:cNvSpPr/>
              <p:nvPr/>
            </p:nvSpPr>
            <p:spPr>
              <a:xfrm>
                <a:off x="3148825" y="3340786"/>
                <a:ext cx="23984" cy="19333"/>
              </a:xfrm>
              <a:custGeom>
                <a:rect b="b" l="l" r="r" t="t"/>
                <a:pathLst>
                  <a:path extrusionOk="0" h="765" w="949">
                    <a:moveTo>
                      <a:pt x="475" y="0"/>
                    </a:moveTo>
                    <a:cubicBezTo>
                      <a:pt x="355" y="0"/>
                      <a:pt x="1" y="649"/>
                      <a:pt x="208" y="736"/>
                    </a:cubicBezTo>
                    <a:cubicBezTo>
                      <a:pt x="248" y="753"/>
                      <a:pt x="283" y="760"/>
                      <a:pt x="313" y="760"/>
                    </a:cubicBezTo>
                    <a:cubicBezTo>
                      <a:pt x="436" y="760"/>
                      <a:pt x="475" y="643"/>
                      <a:pt x="475" y="643"/>
                    </a:cubicBezTo>
                    <a:cubicBezTo>
                      <a:pt x="475" y="643"/>
                      <a:pt x="514" y="765"/>
                      <a:pt x="639" y="765"/>
                    </a:cubicBezTo>
                    <a:cubicBezTo>
                      <a:pt x="668" y="765"/>
                      <a:pt x="702" y="758"/>
                      <a:pt x="742" y="741"/>
                    </a:cubicBezTo>
                    <a:cubicBezTo>
                      <a:pt x="949" y="654"/>
                      <a:pt x="59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98" name="Google Shape;5998;p67"/>
          <p:cNvGrpSpPr/>
          <p:nvPr/>
        </p:nvGrpSpPr>
        <p:grpSpPr>
          <a:xfrm>
            <a:off x="4707616" y="3256553"/>
            <a:ext cx="447702" cy="1135923"/>
            <a:chOff x="4707616" y="3256553"/>
            <a:chExt cx="447702" cy="1135923"/>
          </a:xfrm>
        </p:grpSpPr>
        <p:sp>
          <p:nvSpPr>
            <p:cNvPr id="5999" name="Google Shape;5999;p67"/>
            <p:cNvSpPr/>
            <p:nvPr/>
          </p:nvSpPr>
          <p:spPr>
            <a:xfrm>
              <a:off x="4707616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00" name="Google Shape;6000;p67"/>
            <p:cNvGrpSpPr/>
            <p:nvPr/>
          </p:nvGrpSpPr>
          <p:grpSpPr>
            <a:xfrm>
              <a:off x="4724641" y="3320695"/>
              <a:ext cx="412877" cy="1031270"/>
              <a:chOff x="4724641" y="3320695"/>
              <a:chExt cx="412877" cy="1031270"/>
            </a:xfrm>
          </p:grpSpPr>
          <p:sp>
            <p:nvSpPr>
              <p:cNvPr id="6001" name="Google Shape;6001;p67"/>
              <p:cNvSpPr/>
              <p:nvPr/>
            </p:nvSpPr>
            <p:spPr>
              <a:xfrm>
                <a:off x="4923763" y="3572333"/>
                <a:ext cx="18474" cy="141678"/>
              </a:xfrm>
              <a:custGeom>
                <a:rect b="b" l="l" r="r" t="t"/>
                <a:pathLst>
                  <a:path extrusionOk="0" h="5606" w="731">
                    <a:moveTo>
                      <a:pt x="403" y="1"/>
                    </a:moveTo>
                    <a:cubicBezTo>
                      <a:pt x="278" y="1"/>
                      <a:pt x="145" y="88"/>
                      <a:pt x="148" y="249"/>
                    </a:cubicBezTo>
                    <a:cubicBezTo>
                      <a:pt x="153" y="821"/>
                      <a:pt x="191" y="1388"/>
                      <a:pt x="229" y="1960"/>
                    </a:cubicBezTo>
                    <a:cubicBezTo>
                      <a:pt x="153" y="1949"/>
                      <a:pt x="77" y="1943"/>
                      <a:pt x="1" y="1932"/>
                    </a:cubicBezTo>
                    <a:lnTo>
                      <a:pt x="1" y="2554"/>
                    </a:lnTo>
                    <a:cubicBezTo>
                      <a:pt x="88" y="2515"/>
                      <a:pt x="175" y="2483"/>
                      <a:pt x="262" y="2445"/>
                    </a:cubicBezTo>
                    <a:cubicBezTo>
                      <a:pt x="268" y="2559"/>
                      <a:pt x="273" y="2679"/>
                      <a:pt x="279" y="2793"/>
                    </a:cubicBezTo>
                    <a:cubicBezTo>
                      <a:pt x="317" y="3567"/>
                      <a:pt x="366" y="4395"/>
                      <a:pt x="159" y="5147"/>
                    </a:cubicBezTo>
                    <a:lnTo>
                      <a:pt x="355" y="5147"/>
                    </a:lnTo>
                    <a:lnTo>
                      <a:pt x="355" y="5605"/>
                    </a:lnTo>
                    <a:cubicBezTo>
                      <a:pt x="393" y="5507"/>
                      <a:pt x="437" y="5409"/>
                      <a:pt x="469" y="5311"/>
                    </a:cubicBezTo>
                    <a:cubicBezTo>
                      <a:pt x="731" y="4559"/>
                      <a:pt x="682" y="3676"/>
                      <a:pt x="682" y="2891"/>
                    </a:cubicBezTo>
                    <a:cubicBezTo>
                      <a:pt x="682" y="2668"/>
                      <a:pt x="676" y="2450"/>
                      <a:pt x="671" y="2232"/>
                    </a:cubicBezTo>
                    <a:cubicBezTo>
                      <a:pt x="720" y="2167"/>
                      <a:pt x="720" y="2080"/>
                      <a:pt x="665" y="2020"/>
                    </a:cubicBezTo>
                    <a:cubicBezTo>
                      <a:pt x="644" y="1415"/>
                      <a:pt x="611" y="810"/>
                      <a:pt x="611" y="205"/>
                    </a:cubicBezTo>
                    <a:cubicBezTo>
                      <a:pt x="611" y="66"/>
                      <a:pt x="510" y="1"/>
                      <a:pt x="4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2" name="Google Shape;6002;p67"/>
              <p:cNvSpPr/>
              <p:nvPr/>
            </p:nvSpPr>
            <p:spPr>
              <a:xfrm>
                <a:off x="4931193" y="3678983"/>
                <a:ext cx="72734" cy="148375"/>
              </a:xfrm>
              <a:custGeom>
                <a:rect b="b" l="l" r="r" t="t"/>
                <a:pathLst>
                  <a:path extrusionOk="0" h="5871" w="2878">
                    <a:moveTo>
                      <a:pt x="6" y="1"/>
                    </a:moveTo>
                    <a:cubicBezTo>
                      <a:pt x="28" y="377"/>
                      <a:pt x="1" y="742"/>
                      <a:pt x="115" y="1085"/>
                    </a:cubicBezTo>
                    <a:cubicBezTo>
                      <a:pt x="301" y="1619"/>
                      <a:pt x="595" y="2099"/>
                      <a:pt x="884" y="2584"/>
                    </a:cubicBezTo>
                    <a:cubicBezTo>
                      <a:pt x="867" y="2791"/>
                      <a:pt x="884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0" y="3884"/>
                    </a:cubicBezTo>
                    <a:cubicBezTo>
                      <a:pt x="891" y="3884"/>
                      <a:pt x="901" y="3878"/>
                      <a:pt x="905" y="3864"/>
                    </a:cubicBezTo>
                    <a:cubicBezTo>
                      <a:pt x="1031" y="3614"/>
                      <a:pt x="1085" y="3276"/>
                      <a:pt x="1102" y="2954"/>
                    </a:cubicBezTo>
                    <a:cubicBezTo>
                      <a:pt x="1151" y="3036"/>
                      <a:pt x="1194" y="3118"/>
                      <a:pt x="1238" y="3200"/>
                    </a:cubicBezTo>
                    <a:cubicBezTo>
                      <a:pt x="1439" y="3554"/>
                      <a:pt x="1608" y="3919"/>
                      <a:pt x="1745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6" y="5709"/>
                      <a:pt x="1945" y="5727"/>
                      <a:pt x="1975" y="5727"/>
                    </a:cubicBezTo>
                    <a:cubicBezTo>
                      <a:pt x="2010" y="5727"/>
                      <a:pt x="2047" y="5703"/>
                      <a:pt x="2050" y="5662"/>
                    </a:cubicBezTo>
                    <a:cubicBezTo>
                      <a:pt x="2061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9" y="5870"/>
                    </a:cubicBezTo>
                    <a:cubicBezTo>
                      <a:pt x="2644" y="5870"/>
                      <a:pt x="2674" y="5787"/>
                      <a:pt x="2622" y="5744"/>
                    </a:cubicBezTo>
                    <a:cubicBezTo>
                      <a:pt x="2437" y="5597"/>
                      <a:pt x="2344" y="5412"/>
                      <a:pt x="2257" y="5216"/>
                    </a:cubicBezTo>
                    <a:lnTo>
                      <a:pt x="2257" y="5216"/>
                    </a:lnTo>
                    <a:cubicBezTo>
                      <a:pt x="2378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78" y="5259"/>
                      <a:pt x="2862" y="5096"/>
                      <a:pt x="2764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37" y="4807"/>
                      <a:pt x="2126" y="4802"/>
                    </a:cubicBezTo>
                    <a:cubicBezTo>
                      <a:pt x="2126" y="4693"/>
                      <a:pt x="2110" y="4578"/>
                      <a:pt x="2082" y="4475"/>
                    </a:cubicBezTo>
                    <a:cubicBezTo>
                      <a:pt x="1995" y="4093"/>
                      <a:pt x="1864" y="3728"/>
                      <a:pt x="1696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1" y="437"/>
                      <a:pt x="2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3" name="Google Shape;6003;p67"/>
              <p:cNvSpPr/>
              <p:nvPr/>
            </p:nvSpPr>
            <p:spPr>
              <a:xfrm>
                <a:off x="4861946" y="3572333"/>
                <a:ext cx="76449" cy="255075"/>
              </a:xfrm>
              <a:custGeom>
                <a:rect b="b" l="l" r="r" t="t"/>
                <a:pathLst>
                  <a:path extrusionOk="0" h="10093" w="3025">
                    <a:moveTo>
                      <a:pt x="2701" y="1"/>
                    </a:moveTo>
                    <a:cubicBezTo>
                      <a:pt x="2577" y="1"/>
                      <a:pt x="2444" y="88"/>
                      <a:pt x="2447" y="249"/>
                    </a:cubicBezTo>
                    <a:cubicBezTo>
                      <a:pt x="2452" y="821"/>
                      <a:pt x="2490" y="1388"/>
                      <a:pt x="2528" y="1960"/>
                    </a:cubicBezTo>
                    <a:cubicBezTo>
                      <a:pt x="2316" y="1949"/>
                      <a:pt x="2109" y="1900"/>
                      <a:pt x="1918" y="1813"/>
                    </a:cubicBezTo>
                    <a:cubicBezTo>
                      <a:pt x="1689" y="1704"/>
                      <a:pt x="1482" y="1556"/>
                      <a:pt x="1259" y="1442"/>
                    </a:cubicBezTo>
                    <a:cubicBezTo>
                      <a:pt x="1243" y="1435"/>
                      <a:pt x="1228" y="1431"/>
                      <a:pt x="1213" y="1431"/>
                    </a:cubicBezTo>
                    <a:cubicBezTo>
                      <a:pt x="1118" y="1431"/>
                      <a:pt x="1045" y="1567"/>
                      <a:pt x="1139" y="1633"/>
                    </a:cubicBezTo>
                    <a:cubicBezTo>
                      <a:pt x="1330" y="1769"/>
                      <a:pt x="1553" y="1965"/>
                      <a:pt x="1793" y="2118"/>
                    </a:cubicBezTo>
                    <a:cubicBezTo>
                      <a:pt x="1406" y="2145"/>
                      <a:pt x="1019" y="2199"/>
                      <a:pt x="703" y="2357"/>
                    </a:cubicBezTo>
                    <a:cubicBezTo>
                      <a:pt x="630" y="2394"/>
                      <a:pt x="637" y="2516"/>
                      <a:pt x="724" y="2516"/>
                    </a:cubicBezTo>
                    <a:cubicBezTo>
                      <a:pt x="728" y="2516"/>
                      <a:pt x="732" y="2516"/>
                      <a:pt x="736" y="2515"/>
                    </a:cubicBezTo>
                    <a:cubicBezTo>
                      <a:pt x="868" y="2499"/>
                      <a:pt x="1006" y="2493"/>
                      <a:pt x="1145" y="2493"/>
                    </a:cubicBezTo>
                    <a:cubicBezTo>
                      <a:pt x="1319" y="2493"/>
                      <a:pt x="1497" y="2502"/>
                      <a:pt x="1673" y="2505"/>
                    </a:cubicBezTo>
                    <a:cubicBezTo>
                      <a:pt x="1449" y="2706"/>
                      <a:pt x="1275" y="2951"/>
                      <a:pt x="1155" y="3224"/>
                    </a:cubicBezTo>
                    <a:cubicBezTo>
                      <a:pt x="1130" y="3300"/>
                      <a:pt x="1189" y="3392"/>
                      <a:pt x="1261" y="3392"/>
                    </a:cubicBezTo>
                    <a:cubicBezTo>
                      <a:pt x="1281" y="3392"/>
                      <a:pt x="1303" y="3384"/>
                      <a:pt x="1324" y="3366"/>
                    </a:cubicBezTo>
                    <a:cubicBezTo>
                      <a:pt x="1558" y="3158"/>
                      <a:pt x="1749" y="2913"/>
                      <a:pt x="2005" y="2723"/>
                    </a:cubicBezTo>
                    <a:cubicBezTo>
                      <a:pt x="2174" y="2608"/>
                      <a:pt x="2359" y="2515"/>
                      <a:pt x="2556" y="2445"/>
                    </a:cubicBezTo>
                    <a:cubicBezTo>
                      <a:pt x="2561" y="2559"/>
                      <a:pt x="2567" y="2679"/>
                      <a:pt x="2572" y="2793"/>
                    </a:cubicBezTo>
                    <a:cubicBezTo>
                      <a:pt x="2616" y="3687"/>
                      <a:pt x="2681" y="4651"/>
                      <a:pt x="2338" y="5496"/>
                    </a:cubicBezTo>
                    <a:cubicBezTo>
                      <a:pt x="2038" y="6232"/>
                      <a:pt x="1548" y="6891"/>
                      <a:pt x="1188" y="7605"/>
                    </a:cubicBezTo>
                    <a:cubicBezTo>
                      <a:pt x="1014" y="7954"/>
                      <a:pt x="883" y="8319"/>
                      <a:pt x="796" y="8695"/>
                    </a:cubicBezTo>
                    <a:cubicBezTo>
                      <a:pt x="774" y="8804"/>
                      <a:pt x="757" y="8913"/>
                      <a:pt x="752" y="9022"/>
                    </a:cubicBezTo>
                    <a:cubicBezTo>
                      <a:pt x="741" y="9032"/>
                      <a:pt x="730" y="9038"/>
                      <a:pt x="725" y="9049"/>
                    </a:cubicBezTo>
                    <a:cubicBezTo>
                      <a:pt x="561" y="9218"/>
                      <a:pt x="349" y="9272"/>
                      <a:pt x="120" y="9305"/>
                    </a:cubicBezTo>
                    <a:cubicBezTo>
                      <a:pt x="16" y="9321"/>
                      <a:pt x="0" y="9479"/>
                      <a:pt x="114" y="9490"/>
                    </a:cubicBezTo>
                    <a:cubicBezTo>
                      <a:pt x="163" y="9496"/>
                      <a:pt x="212" y="9499"/>
                      <a:pt x="261" y="9499"/>
                    </a:cubicBezTo>
                    <a:cubicBezTo>
                      <a:pt x="386" y="9499"/>
                      <a:pt x="509" y="9479"/>
                      <a:pt x="627" y="9436"/>
                    </a:cubicBezTo>
                    <a:lnTo>
                      <a:pt x="627" y="9436"/>
                    </a:lnTo>
                    <a:cubicBezTo>
                      <a:pt x="539" y="9632"/>
                      <a:pt x="447" y="9823"/>
                      <a:pt x="262" y="9970"/>
                    </a:cubicBezTo>
                    <a:cubicBezTo>
                      <a:pt x="210" y="10007"/>
                      <a:pt x="235" y="10092"/>
                      <a:pt x="291" y="10092"/>
                    </a:cubicBezTo>
                    <a:cubicBezTo>
                      <a:pt x="300" y="10092"/>
                      <a:pt x="310" y="10090"/>
                      <a:pt x="322" y="10084"/>
                    </a:cubicBezTo>
                    <a:cubicBezTo>
                      <a:pt x="518" y="9986"/>
                      <a:pt x="687" y="9833"/>
                      <a:pt x="796" y="9637"/>
                    </a:cubicBezTo>
                    <a:cubicBezTo>
                      <a:pt x="806" y="9724"/>
                      <a:pt x="817" y="9806"/>
                      <a:pt x="828" y="9888"/>
                    </a:cubicBezTo>
                    <a:cubicBezTo>
                      <a:pt x="834" y="9930"/>
                      <a:pt x="870" y="9952"/>
                      <a:pt x="904" y="9952"/>
                    </a:cubicBezTo>
                    <a:cubicBezTo>
                      <a:pt x="937" y="9952"/>
                      <a:pt x="967" y="9933"/>
                      <a:pt x="970" y="9893"/>
                    </a:cubicBezTo>
                    <a:cubicBezTo>
                      <a:pt x="1019" y="9425"/>
                      <a:pt x="992" y="8978"/>
                      <a:pt x="1139" y="8526"/>
                    </a:cubicBezTo>
                    <a:cubicBezTo>
                      <a:pt x="1275" y="8144"/>
                      <a:pt x="1444" y="7774"/>
                      <a:pt x="1640" y="7425"/>
                    </a:cubicBezTo>
                    <a:cubicBezTo>
                      <a:pt x="1689" y="7343"/>
                      <a:pt x="1733" y="7262"/>
                      <a:pt x="1776" y="7180"/>
                    </a:cubicBezTo>
                    <a:cubicBezTo>
                      <a:pt x="1798" y="7496"/>
                      <a:pt x="1853" y="7834"/>
                      <a:pt x="1973" y="8090"/>
                    </a:cubicBezTo>
                    <a:cubicBezTo>
                      <a:pt x="1979" y="8103"/>
                      <a:pt x="1991" y="8110"/>
                      <a:pt x="2002" y="8110"/>
                    </a:cubicBezTo>
                    <a:cubicBezTo>
                      <a:pt x="2018" y="8110"/>
                      <a:pt x="2033" y="8098"/>
                      <a:pt x="2033" y="8079"/>
                    </a:cubicBezTo>
                    <a:cubicBezTo>
                      <a:pt x="2038" y="7861"/>
                      <a:pt x="2005" y="7638"/>
                      <a:pt x="2005" y="7420"/>
                    </a:cubicBezTo>
                    <a:cubicBezTo>
                      <a:pt x="2005" y="7212"/>
                      <a:pt x="2016" y="7011"/>
                      <a:pt x="2000" y="6804"/>
                    </a:cubicBezTo>
                    <a:cubicBezTo>
                      <a:pt x="2289" y="6324"/>
                      <a:pt x="2583" y="5845"/>
                      <a:pt x="2763" y="5305"/>
                    </a:cubicBezTo>
                    <a:cubicBezTo>
                      <a:pt x="3024" y="4559"/>
                      <a:pt x="2981" y="3671"/>
                      <a:pt x="2981" y="2891"/>
                    </a:cubicBezTo>
                    <a:cubicBezTo>
                      <a:pt x="2981" y="2668"/>
                      <a:pt x="2975" y="2450"/>
                      <a:pt x="2970" y="2232"/>
                    </a:cubicBezTo>
                    <a:cubicBezTo>
                      <a:pt x="3019" y="2167"/>
                      <a:pt x="3019" y="2080"/>
                      <a:pt x="2964" y="2020"/>
                    </a:cubicBezTo>
                    <a:cubicBezTo>
                      <a:pt x="2942" y="1415"/>
                      <a:pt x="2910" y="810"/>
                      <a:pt x="2910" y="205"/>
                    </a:cubicBezTo>
                    <a:cubicBezTo>
                      <a:pt x="2910" y="66"/>
                      <a:pt x="2809" y="1"/>
                      <a:pt x="27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4" name="Google Shape;6004;p67"/>
              <p:cNvSpPr/>
              <p:nvPr/>
            </p:nvSpPr>
            <p:spPr>
              <a:xfrm>
                <a:off x="4724641" y="3320695"/>
                <a:ext cx="217697" cy="547933"/>
              </a:xfrm>
              <a:custGeom>
                <a:rect b="b" l="l" r="r" t="t"/>
                <a:pathLst>
                  <a:path extrusionOk="0" h="21681" w="8614">
                    <a:moveTo>
                      <a:pt x="7854" y="1"/>
                    </a:moveTo>
                    <a:cubicBezTo>
                      <a:pt x="7845" y="1"/>
                      <a:pt x="7836" y="7"/>
                      <a:pt x="7836" y="16"/>
                    </a:cubicBezTo>
                    <a:cubicBezTo>
                      <a:pt x="7874" y="648"/>
                      <a:pt x="7357" y="1035"/>
                      <a:pt x="7166" y="1558"/>
                    </a:cubicBezTo>
                    <a:cubicBezTo>
                      <a:pt x="7149" y="1515"/>
                      <a:pt x="7133" y="1476"/>
                      <a:pt x="7117" y="1433"/>
                    </a:cubicBezTo>
                    <a:cubicBezTo>
                      <a:pt x="7030" y="1220"/>
                      <a:pt x="6915" y="1019"/>
                      <a:pt x="6812" y="812"/>
                    </a:cubicBezTo>
                    <a:cubicBezTo>
                      <a:pt x="6686" y="572"/>
                      <a:pt x="6665" y="299"/>
                      <a:pt x="6659" y="32"/>
                    </a:cubicBezTo>
                    <a:cubicBezTo>
                      <a:pt x="6656" y="27"/>
                      <a:pt x="6651" y="24"/>
                      <a:pt x="6646" y="24"/>
                    </a:cubicBezTo>
                    <a:cubicBezTo>
                      <a:pt x="6641" y="24"/>
                      <a:pt x="6637" y="27"/>
                      <a:pt x="6637" y="32"/>
                    </a:cubicBezTo>
                    <a:cubicBezTo>
                      <a:pt x="6583" y="425"/>
                      <a:pt x="6594" y="724"/>
                      <a:pt x="6763" y="1084"/>
                    </a:cubicBezTo>
                    <a:cubicBezTo>
                      <a:pt x="6991" y="1553"/>
                      <a:pt x="7122" y="2065"/>
                      <a:pt x="7144" y="2588"/>
                    </a:cubicBezTo>
                    <a:cubicBezTo>
                      <a:pt x="7188" y="3460"/>
                      <a:pt x="6991" y="4457"/>
                      <a:pt x="7182" y="5334"/>
                    </a:cubicBezTo>
                    <a:cubicBezTo>
                      <a:pt x="7030" y="5276"/>
                      <a:pt x="6872" y="5251"/>
                      <a:pt x="6712" y="5251"/>
                    </a:cubicBezTo>
                    <a:cubicBezTo>
                      <a:pt x="6337" y="5251"/>
                      <a:pt x="5952" y="5385"/>
                      <a:pt x="5624" y="5530"/>
                    </a:cubicBezTo>
                    <a:cubicBezTo>
                      <a:pt x="5564" y="5552"/>
                      <a:pt x="5509" y="5580"/>
                      <a:pt x="5455" y="5607"/>
                    </a:cubicBezTo>
                    <a:cubicBezTo>
                      <a:pt x="5396" y="5612"/>
                      <a:pt x="5337" y="5614"/>
                      <a:pt x="5278" y="5614"/>
                    </a:cubicBezTo>
                    <a:cubicBezTo>
                      <a:pt x="5147" y="5614"/>
                      <a:pt x="5016" y="5602"/>
                      <a:pt x="4888" y="5580"/>
                    </a:cubicBezTo>
                    <a:cubicBezTo>
                      <a:pt x="4756" y="5556"/>
                      <a:pt x="4624" y="5543"/>
                      <a:pt x="4491" y="5543"/>
                    </a:cubicBezTo>
                    <a:cubicBezTo>
                      <a:pt x="4411" y="5543"/>
                      <a:pt x="4331" y="5547"/>
                      <a:pt x="4251" y="5558"/>
                    </a:cubicBezTo>
                    <a:cubicBezTo>
                      <a:pt x="3853" y="5612"/>
                      <a:pt x="3466" y="5754"/>
                      <a:pt x="3128" y="5977"/>
                    </a:cubicBezTo>
                    <a:cubicBezTo>
                      <a:pt x="3101" y="5991"/>
                      <a:pt x="3119" y="6026"/>
                      <a:pt x="3144" y="6026"/>
                    </a:cubicBezTo>
                    <a:cubicBezTo>
                      <a:pt x="3149" y="6026"/>
                      <a:pt x="3155" y="6025"/>
                      <a:pt x="3161" y="6021"/>
                    </a:cubicBezTo>
                    <a:cubicBezTo>
                      <a:pt x="3478" y="5789"/>
                      <a:pt x="3874" y="5705"/>
                      <a:pt x="4273" y="5705"/>
                    </a:cubicBezTo>
                    <a:cubicBezTo>
                      <a:pt x="4333" y="5705"/>
                      <a:pt x="4393" y="5707"/>
                      <a:pt x="4452" y="5710"/>
                    </a:cubicBezTo>
                    <a:cubicBezTo>
                      <a:pt x="4158" y="6168"/>
                      <a:pt x="3760" y="6560"/>
                      <a:pt x="3302" y="6855"/>
                    </a:cubicBezTo>
                    <a:cubicBezTo>
                      <a:pt x="3068" y="7007"/>
                      <a:pt x="2736" y="7122"/>
                      <a:pt x="2649" y="7410"/>
                    </a:cubicBezTo>
                    <a:cubicBezTo>
                      <a:pt x="2638" y="7448"/>
                      <a:pt x="2671" y="7472"/>
                      <a:pt x="2702" y="7472"/>
                    </a:cubicBezTo>
                    <a:cubicBezTo>
                      <a:pt x="2720" y="7472"/>
                      <a:pt x="2739" y="7464"/>
                      <a:pt x="2747" y="7443"/>
                    </a:cubicBezTo>
                    <a:cubicBezTo>
                      <a:pt x="2818" y="7236"/>
                      <a:pt x="3074" y="7143"/>
                      <a:pt x="3259" y="7056"/>
                    </a:cubicBezTo>
                    <a:cubicBezTo>
                      <a:pt x="3450" y="6953"/>
                      <a:pt x="3629" y="6838"/>
                      <a:pt x="3793" y="6702"/>
                    </a:cubicBezTo>
                    <a:cubicBezTo>
                      <a:pt x="4136" y="6451"/>
                      <a:pt x="4485" y="6141"/>
                      <a:pt x="4627" y="5732"/>
                    </a:cubicBezTo>
                    <a:cubicBezTo>
                      <a:pt x="4627" y="5727"/>
                      <a:pt x="4627" y="5727"/>
                      <a:pt x="4627" y="5727"/>
                    </a:cubicBezTo>
                    <a:cubicBezTo>
                      <a:pt x="4659" y="5732"/>
                      <a:pt x="4697" y="5738"/>
                      <a:pt x="4736" y="5743"/>
                    </a:cubicBezTo>
                    <a:cubicBezTo>
                      <a:pt x="4872" y="5765"/>
                      <a:pt x="5003" y="5787"/>
                      <a:pt x="5122" y="5797"/>
                    </a:cubicBezTo>
                    <a:cubicBezTo>
                      <a:pt x="4430" y="6244"/>
                      <a:pt x="3913" y="6925"/>
                      <a:pt x="3580" y="7688"/>
                    </a:cubicBezTo>
                    <a:cubicBezTo>
                      <a:pt x="3411" y="7759"/>
                      <a:pt x="3253" y="7852"/>
                      <a:pt x="3112" y="7972"/>
                    </a:cubicBezTo>
                    <a:cubicBezTo>
                      <a:pt x="2981" y="8086"/>
                      <a:pt x="2828" y="8255"/>
                      <a:pt x="2807" y="8435"/>
                    </a:cubicBezTo>
                    <a:cubicBezTo>
                      <a:pt x="2804" y="8459"/>
                      <a:pt x="2821" y="8473"/>
                      <a:pt x="2838" y="8473"/>
                    </a:cubicBezTo>
                    <a:cubicBezTo>
                      <a:pt x="2851" y="8473"/>
                      <a:pt x="2864" y="8465"/>
                      <a:pt x="2867" y="8446"/>
                    </a:cubicBezTo>
                    <a:cubicBezTo>
                      <a:pt x="2883" y="8271"/>
                      <a:pt x="3079" y="8119"/>
                      <a:pt x="3210" y="8021"/>
                    </a:cubicBezTo>
                    <a:cubicBezTo>
                      <a:pt x="3302" y="7955"/>
                      <a:pt x="3406" y="7895"/>
                      <a:pt x="3510" y="7852"/>
                    </a:cubicBezTo>
                    <a:lnTo>
                      <a:pt x="3510" y="7852"/>
                    </a:lnTo>
                    <a:cubicBezTo>
                      <a:pt x="3324" y="8342"/>
                      <a:pt x="3221" y="8860"/>
                      <a:pt x="3199" y="9388"/>
                    </a:cubicBezTo>
                    <a:lnTo>
                      <a:pt x="3199" y="9481"/>
                    </a:lnTo>
                    <a:cubicBezTo>
                      <a:pt x="3008" y="9650"/>
                      <a:pt x="2823" y="9835"/>
                      <a:pt x="2649" y="10020"/>
                    </a:cubicBezTo>
                    <a:cubicBezTo>
                      <a:pt x="2436" y="10244"/>
                      <a:pt x="2371" y="10500"/>
                      <a:pt x="2289" y="10789"/>
                    </a:cubicBezTo>
                    <a:cubicBezTo>
                      <a:pt x="2289" y="10799"/>
                      <a:pt x="2298" y="10805"/>
                      <a:pt x="2306" y="10805"/>
                    </a:cubicBezTo>
                    <a:cubicBezTo>
                      <a:pt x="2310" y="10805"/>
                      <a:pt x="2314" y="10803"/>
                      <a:pt x="2316" y="10800"/>
                    </a:cubicBezTo>
                    <a:cubicBezTo>
                      <a:pt x="2425" y="10549"/>
                      <a:pt x="2578" y="10315"/>
                      <a:pt x="2758" y="10113"/>
                    </a:cubicBezTo>
                    <a:cubicBezTo>
                      <a:pt x="2894" y="9971"/>
                      <a:pt x="3063" y="9852"/>
                      <a:pt x="3199" y="9710"/>
                    </a:cubicBezTo>
                    <a:cubicBezTo>
                      <a:pt x="3204" y="9939"/>
                      <a:pt x="3221" y="10168"/>
                      <a:pt x="3226" y="10391"/>
                    </a:cubicBezTo>
                    <a:cubicBezTo>
                      <a:pt x="2992" y="10647"/>
                      <a:pt x="2730" y="10887"/>
                      <a:pt x="2545" y="11192"/>
                    </a:cubicBezTo>
                    <a:cubicBezTo>
                      <a:pt x="2349" y="11513"/>
                      <a:pt x="2316" y="11862"/>
                      <a:pt x="2305" y="12233"/>
                    </a:cubicBezTo>
                    <a:cubicBezTo>
                      <a:pt x="2305" y="12261"/>
                      <a:pt x="2330" y="12276"/>
                      <a:pt x="2354" y="12276"/>
                    </a:cubicBezTo>
                    <a:cubicBezTo>
                      <a:pt x="2377" y="12276"/>
                      <a:pt x="2401" y="12262"/>
                      <a:pt x="2403" y="12233"/>
                    </a:cubicBezTo>
                    <a:cubicBezTo>
                      <a:pt x="2447" y="11851"/>
                      <a:pt x="2534" y="11519"/>
                      <a:pt x="2747" y="11203"/>
                    </a:cubicBezTo>
                    <a:cubicBezTo>
                      <a:pt x="2768" y="11323"/>
                      <a:pt x="2774" y="11443"/>
                      <a:pt x="2763" y="11568"/>
                    </a:cubicBezTo>
                    <a:cubicBezTo>
                      <a:pt x="2760" y="11599"/>
                      <a:pt x="2785" y="11616"/>
                      <a:pt x="2810" y="11616"/>
                    </a:cubicBezTo>
                    <a:cubicBezTo>
                      <a:pt x="2829" y="11616"/>
                      <a:pt x="2849" y="11606"/>
                      <a:pt x="2856" y="11584"/>
                    </a:cubicBezTo>
                    <a:cubicBezTo>
                      <a:pt x="2883" y="11410"/>
                      <a:pt x="2883" y="11230"/>
                      <a:pt x="2856" y="11056"/>
                    </a:cubicBezTo>
                    <a:cubicBezTo>
                      <a:pt x="2970" y="10920"/>
                      <a:pt x="3106" y="10800"/>
                      <a:pt x="3226" y="10669"/>
                    </a:cubicBezTo>
                    <a:lnTo>
                      <a:pt x="3226" y="10669"/>
                    </a:lnTo>
                    <a:cubicBezTo>
                      <a:pt x="3221" y="10860"/>
                      <a:pt x="3199" y="11056"/>
                      <a:pt x="3155" y="11246"/>
                    </a:cubicBezTo>
                    <a:cubicBezTo>
                      <a:pt x="3003" y="11938"/>
                      <a:pt x="2605" y="12630"/>
                      <a:pt x="2398" y="13344"/>
                    </a:cubicBezTo>
                    <a:cubicBezTo>
                      <a:pt x="2011" y="13535"/>
                      <a:pt x="1690" y="14036"/>
                      <a:pt x="1581" y="14445"/>
                    </a:cubicBezTo>
                    <a:cubicBezTo>
                      <a:pt x="1574" y="14470"/>
                      <a:pt x="1597" y="14486"/>
                      <a:pt x="1618" y="14486"/>
                    </a:cubicBezTo>
                    <a:cubicBezTo>
                      <a:pt x="1634" y="14486"/>
                      <a:pt x="1649" y="14477"/>
                      <a:pt x="1651" y="14456"/>
                    </a:cubicBezTo>
                    <a:cubicBezTo>
                      <a:pt x="1690" y="14058"/>
                      <a:pt x="2049" y="13780"/>
                      <a:pt x="2343" y="13535"/>
                    </a:cubicBezTo>
                    <a:lnTo>
                      <a:pt x="2343" y="13535"/>
                    </a:lnTo>
                    <a:cubicBezTo>
                      <a:pt x="2300" y="13715"/>
                      <a:pt x="2273" y="13900"/>
                      <a:pt x="2262" y="14085"/>
                    </a:cubicBezTo>
                    <a:cubicBezTo>
                      <a:pt x="2218" y="14091"/>
                      <a:pt x="2180" y="14124"/>
                      <a:pt x="2169" y="14167"/>
                    </a:cubicBezTo>
                    <a:cubicBezTo>
                      <a:pt x="2082" y="14461"/>
                      <a:pt x="1935" y="14734"/>
                      <a:pt x="1842" y="15028"/>
                    </a:cubicBezTo>
                    <a:cubicBezTo>
                      <a:pt x="1766" y="15306"/>
                      <a:pt x="1728" y="15600"/>
                      <a:pt x="1739" y="15889"/>
                    </a:cubicBezTo>
                    <a:cubicBezTo>
                      <a:pt x="1750" y="16646"/>
                      <a:pt x="1777" y="17360"/>
                      <a:pt x="1564" y="18101"/>
                    </a:cubicBezTo>
                    <a:cubicBezTo>
                      <a:pt x="1368" y="18782"/>
                      <a:pt x="992" y="19327"/>
                      <a:pt x="556" y="19878"/>
                    </a:cubicBezTo>
                    <a:cubicBezTo>
                      <a:pt x="267" y="20243"/>
                      <a:pt x="0" y="20640"/>
                      <a:pt x="17" y="21125"/>
                    </a:cubicBezTo>
                    <a:cubicBezTo>
                      <a:pt x="17" y="21138"/>
                      <a:pt x="26" y="21143"/>
                      <a:pt x="35" y="21143"/>
                    </a:cubicBezTo>
                    <a:cubicBezTo>
                      <a:pt x="46" y="21143"/>
                      <a:pt x="58" y="21135"/>
                      <a:pt x="55" y="21120"/>
                    </a:cubicBezTo>
                    <a:cubicBezTo>
                      <a:pt x="55" y="20488"/>
                      <a:pt x="534" y="20019"/>
                      <a:pt x="910" y="19562"/>
                    </a:cubicBezTo>
                    <a:lnTo>
                      <a:pt x="910" y="19562"/>
                    </a:lnTo>
                    <a:cubicBezTo>
                      <a:pt x="845" y="19839"/>
                      <a:pt x="818" y="20139"/>
                      <a:pt x="731" y="20423"/>
                    </a:cubicBezTo>
                    <a:cubicBezTo>
                      <a:pt x="600" y="20842"/>
                      <a:pt x="594" y="21224"/>
                      <a:pt x="567" y="21654"/>
                    </a:cubicBezTo>
                    <a:cubicBezTo>
                      <a:pt x="564" y="21670"/>
                      <a:pt x="578" y="21681"/>
                      <a:pt x="591" y="21681"/>
                    </a:cubicBezTo>
                    <a:cubicBezTo>
                      <a:pt x="600" y="21681"/>
                      <a:pt x="608" y="21676"/>
                      <a:pt x="611" y="21665"/>
                    </a:cubicBezTo>
                    <a:cubicBezTo>
                      <a:pt x="682" y="21251"/>
                      <a:pt x="731" y="20864"/>
                      <a:pt x="872" y="20466"/>
                    </a:cubicBezTo>
                    <a:cubicBezTo>
                      <a:pt x="1003" y="20128"/>
                      <a:pt x="1074" y="19774"/>
                      <a:pt x="1090" y="19414"/>
                    </a:cubicBezTo>
                    <a:cubicBezTo>
                      <a:pt x="1090" y="19393"/>
                      <a:pt x="1085" y="19371"/>
                      <a:pt x="1068" y="19360"/>
                    </a:cubicBezTo>
                    <a:cubicBezTo>
                      <a:pt x="1183" y="19191"/>
                      <a:pt x="1292" y="19017"/>
                      <a:pt x="1379" y="18831"/>
                    </a:cubicBezTo>
                    <a:lnTo>
                      <a:pt x="1379" y="18831"/>
                    </a:lnTo>
                    <a:cubicBezTo>
                      <a:pt x="1417" y="19213"/>
                      <a:pt x="1401" y="19600"/>
                      <a:pt x="1335" y="19981"/>
                    </a:cubicBezTo>
                    <a:cubicBezTo>
                      <a:pt x="1275" y="20335"/>
                      <a:pt x="1210" y="20706"/>
                      <a:pt x="1314" y="21060"/>
                    </a:cubicBezTo>
                    <a:cubicBezTo>
                      <a:pt x="1316" y="21064"/>
                      <a:pt x="1319" y="21066"/>
                      <a:pt x="1323" y="21066"/>
                    </a:cubicBezTo>
                    <a:cubicBezTo>
                      <a:pt x="1329" y="21066"/>
                      <a:pt x="1335" y="21061"/>
                      <a:pt x="1335" y="21055"/>
                    </a:cubicBezTo>
                    <a:cubicBezTo>
                      <a:pt x="1341" y="20613"/>
                      <a:pt x="1395" y="20172"/>
                      <a:pt x="1499" y="19741"/>
                    </a:cubicBezTo>
                    <a:cubicBezTo>
                      <a:pt x="1521" y="19649"/>
                      <a:pt x="1537" y="19551"/>
                      <a:pt x="1553" y="19453"/>
                    </a:cubicBezTo>
                    <a:cubicBezTo>
                      <a:pt x="1673" y="19622"/>
                      <a:pt x="1766" y="19801"/>
                      <a:pt x="1842" y="19992"/>
                    </a:cubicBezTo>
                    <a:cubicBezTo>
                      <a:pt x="1946" y="20297"/>
                      <a:pt x="1946" y="20640"/>
                      <a:pt x="1973" y="20962"/>
                    </a:cubicBezTo>
                    <a:cubicBezTo>
                      <a:pt x="1973" y="20965"/>
                      <a:pt x="1977" y="20966"/>
                      <a:pt x="1981" y="20966"/>
                    </a:cubicBezTo>
                    <a:cubicBezTo>
                      <a:pt x="1985" y="20966"/>
                      <a:pt x="1989" y="20965"/>
                      <a:pt x="1989" y="20962"/>
                    </a:cubicBezTo>
                    <a:cubicBezTo>
                      <a:pt x="2060" y="20297"/>
                      <a:pt x="1913" y="19790"/>
                      <a:pt x="1575" y="19235"/>
                    </a:cubicBezTo>
                    <a:cubicBezTo>
                      <a:pt x="1586" y="19055"/>
                      <a:pt x="1564" y="18875"/>
                      <a:pt x="1521" y="18701"/>
                    </a:cubicBezTo>
                    <a:cubicBezTo>
                      <a:pt x="1515" y="18673"/>
                      <a:pt x="1493" y="18657"/>
                      <a:pt x="1466" y="18652"/>
                    </a:cubicBezTo>
                    <a:cubicBezTo>
                      <a:pt x="1548" y="18483"/>
                      <a:pt x="1613" y="18303"/>
                      <a:pt x="1673" y="18129"/>
                    </a:cubicBezTo>
                    <a:cubicBezTo>
                      <a:pt x="1717" y="17976"/>
                      <a:pt x="1755" y="17823"/>
                      <a:pt x="1782" y="17676"/>
                    </a:cubicBezTo>
                    <a:cubicBezTo>
                      <a:pt x="1804" y="17802"/>
                      <a:pt x="1831" y="17927"/>
                      <a:pt x="1848" y="18058"/>
                    </a:cubicBezTo>
                    <a:cubicBezTo>
                      <a:pt x="1880" y="18319"/>
                      <a:pt x="1869" y="18592"/>
                      <a:pt x="1946" y="18848"/>
                    </a:cubicBezTo>
                    <a:cubicBezTo>
                      <a:pt x="1946" y="18853"/>
                      <a:pt x="1950" y="18856"/>
                      <a:pt x="1955" y="18856"/>
                    </a:cubicBezTo>
                    <a:cubicBezTo>
                      <a:pt x="1959" y="18856"/>
                      <a:pt x="1965" y="18853"/>
                      <a:pt x="1967" y="18848"/>
                    </a:cubicBezTo>
                    <a:cubicBezTo>
                      <a:pt x="2087" y="18363"/>
                      <a:pt x="1978" y="17785"/>
                      <a:pt x="1869" y="17306"/>
                    </a:cubicBezTo>
                    <a:cubicBezTo>
                      <a:pt x="1864" y="17295"/>
                      <a:pt x="1859" y="17284"/>
                      <a:pt x="1848" y="17278"/>
                    </a:cubicBezTo>
                    <a:cubicBezTo>
                      <a:pt x="1886" y="16941"/>
                      <a:pt x="1902" y="16603"/>
                      <a:pt x="1891" y="16270"/>
                    </a:cubicBezTo>
                    <a:cubicBezTo>
                      <a:pt x="1880" y="15867"/>
                      <a:pt x="1880" y="15475"/>
                      <a:pt x="2017" y="15088"/>
                    </a:cubicBezTo>
                    <a:cubicBezTo>
                      <a:pt x="2093" y="14870"/>
                      <a:pt x="2196" y="14663"/>
                      <a:pt x="2289" y="14450"/>
                    </a:cubicBezTo>
                    <a:cubicBezTo>
                      <a:pt x="2300" y="14554"/>
                      <a:pt x="2316" y="14658"/>
                      <a:pt x="2349" y="14756"/>
                    </a:cubicBezTo>
                    <a:cubicBezTo>
                      <a:pt x="2351" y="14769"/>
                      <a:pt x="2361" y="14775"/>
                      <a:pt x="2372" y="14775"/>
                    </a:cubicBezTo>
                    <a:cubicBezTo>
                      <a:pt x="2387" y="14775"/>
                      <a:pt x="2403" y="14764"/>
                      <a:pt x="2403" y="14745"/>
                    </a:cubicBezTo>
                    <a:cubicBezTo>
                      <a:pt x="2382" y="14200"/>
                      <a:pt x="2507" y="13693"/>
                      <a:pt x="2676" y="13203"/>
                    </a:cubicBezTo>
                    <a:cubicBezTo>
                      <a:pt x="2703" y="13410"/>
                      <a:pt x="2752" y="13617"/>
                      <a:pt x="2796" y="13829"/>
                    </a:cubicBezTo>
                    <a:cubicBezTo>
                      <a:pt x="2867" y="14178"/>
                      <a:pt x="2856" y="14538"/>
                      <a:pt x="2768" y="14881"/>
                    </a:cubicBezTo>
                    <a:cubicBezTo>
                      <a:pt x="2627" y="15480"/>
                      <a:pt x="2414" y="16047"/>
                      <a:pt x="2420" y="16668"/>
                    </a:cubicBezTo>
                    <a:cubicBezTo>
                      <a:pt x="2420" y="16685"/>
                      <a:pt x="2432" y="16693"/>
                      <a:pt x="2445" y="16693"/>
                    </a:cubicBezTo>
                    <a:cubicBezTo>
                      <a:pt x="2458" y="16693"/>
                      <a:pt x="2472" y="16685"/>
                      <a:pt x="2474" y="16668"/>
                    </a:cubicBezTo>
                    <a:cubicBezTo>
                      <a:pt x="2512" y="16009"/>
                      <a:pt x="2807" y="15426"/>
                      <a:pt x="2970" y="14799"/>
                    </a:cubicBezTo>
                    <a:cubicBezTo>
                      <a:pt x="3139" y="14129"/>
                      <a:pt x="2856" y="13524"/>
                      <a:pt x="2867" y="12859"/>
                    </a:cubicBezTo>
                    <a:cubicBezTo>
                      <a:pt x="2867" y="12832"/>
                      <a:pt x="2856" y="12805"/>
                      <a:pt x="2828" y="12783"/>
                    </a:cubicBezTo>
                    <a:cubicBezTo>
                      <a:pt x="2992" y="12374"/>
                      <a:pt x="3166" y="11960"/>
                      <a:pt x="3302" y="11530"/>
                    </a:cubicBezTo>
                    <a:cubicBezTo>
                      <a:pt x="3608" y="10549"/>
                      <a:pt x="3313" y="9546"/>
                      <a:pt x="3537" y="8549"/>
                    </a:cubicBezTo>
                    <a:cubicBezTo>
                      <a:pt x="3755" y="7552"/>
                      <a:pt x="4338" y="6653"/>
                      <a:pt x="5215" y="6108"/>
                    </a:cubicBezTo>
                    <a:cubicBezTo>
                      <a:pt x="5628" y="5856"/>
                      <a:pt x="6171" y="5629"/>
                      <a:pt x="6669" y="5629"/>
                    </a:cubicBezTo>
                    <a:cubicBezTo>
                      <a:pt x="6730" y="5629"/>
                      <a:pt x="6791" y="5632"/>
                      <a:pt x="6850" y="5639"/>
                    </a:cubicBezTo>
                    <a:cubicBezTo>
                      <a:pt x="7498" y="5710"/>
                      <a:pt x="7874" y="6386"/>
                      <a:pt x="8288" y="6806"/>
                    </a:cubicBezTo>
                    <a:cubicBezTo>
                      <a:pt x="8318" y="6836"/>
                      <a:pt x="8355" y="6849"/>
                      <a:pt x="8392" y="6849"/>
                    </a:cubicBezTo>
                    <a:cubicBezTo>
                      <a:pt x="8502" y="6849"/>
                      <a:pt x="8614" y="6733"/>
                      <a:pt x="8561" y="6615"/>
                    </a:cubicBezTo>
                    <a:cubicBezTo>
                      <a:pt x="8343" y="6141"/>
                      <a:pt x="7891" y="5716"/>
                      <a:pt x="7427" y="5454"/>
                    </a:cubicBezTo>
                    <a:cubicBezTo>
                      <a:pt x="7389" y="5035"/>
                      <a:pt x="7340" y="4620"/>
                      <a:pt x="7340" y="4195"/>
                    </a:cubicBezTo>
                    <a:cubicBezTo>
                      <a:pt x="7340" y="3700"/>
                      <a:pt x="7362" y="3204"/>
                      <a:pt x="7346" y="2702"/>
                    </a:cubicBezTo>
                    <a:cubicBezTo>
                      <a:pt x="7335" y="2425"/>
                      <a:pt x="7307" y="2147"/>
                      <a:pt x="7253" y="1874"/>
                    </a:cubicBezTo>
                    <a:cubicBezTo>
                      <a:pt x="7406" y="1220"/>
                      <a:pt x="8087" y="724"/>
                      <a:pt x="7869" y="11"/>
                    </a:cubicBezTo>
                    <a:cubicBezTo>
                      <a:pt x="7866" y="4"/>
                      <a:pt x="7860" y="1"/>
                      <a:pt x="785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5" name="Google Shape;6005;p67"/>
              <p:cNvSpPr/>
              <p:nvPr/>
            </p:nvSpPr>
            <p:spPr>
              <a:xfrm>
                <a:off x="4802227" y="3815202"/>
                <a:ext cx="106498" cy="536763"/>
              </a:xfrm>
              <a:custGeom>
                <a:rect b="b" l="l" r="r" t="t"/>
                <a:pathLst>
                  <a:path extrusionOk="0" h="21239" w="4214">
                    <a:moveTo>
                      <a:pt x="3219" y="1"/>
                    </a:moveTo>
                    <a:cubicBezTo>
                      <a:pt x="3164" y="1"/>
                      <a:pt x="3110" y="42"/>
                      <a:pt x="3110" y="109"/>
                    </a:cubicBezTo>
                    <a:cubicBezTo>
                      <a:pt x="3110" y="300"/>
                      <a:pt x="3126" y="490"/>
                      <a:pt x="3153" y="681"/>
                    </a:cubicBezTo>
                    <a:cubicBezTo>
                      <a:pt x="3142" y="681"/>
                      <a:pt x="3131" y="687"/>
                      <a:pt x="3120" y="692"/>
                    </a:cubicBezTo>
                    <a:cubicBezTo>
                      <a:pt x="3028" y="779"/>
                      <a:pt x="2930" y="856"/>
                      <a:pt x="2826" y="926"/>
                    </a:cubicBezTo>
                    <a:cubicBezTo>
                      <a:pt x="2821" y="924"/>
                      <a:pt x="2815" y="922"/>
                      <a:pt x="2811" y="922"/>
                    </a:cubicBezTo>
                    <a:cubicBezTo>
                      <a:pt x="2806" y="922"/>
                      <a:pt x="2802" y="924"/>
                      <a:pt x="2799" y="926"/>
                    </a:cubicBezTo>
                    <a:cubicBezTo>
                      <a:pt x="2396" y="1014"/>
                      <a:pt x="1954" y="986"/>
                      <a:pt x="1638" y="1281"/>
                    </a:cubicBezTo>
                    <a:cubicBezTo>
                      <a:pt x="1612" y="1307"/>
                      <a:pt x="1643" y="1348"/>
                      <a:pt x="1673" y="1348"/>
                    </a:cubicBezTo>
                    <a:cubicBezTo>
                      <a:pt x="1680" y="1348"/>
                      <a:pt x="1687" y="1346"/>
                      <a:pt x="1693" y="1340"/>
                    </a:cubicBezTo>
                    <a:cubicBezTo>
                      <a:pt x="1933" y="1155"/>
                      <a:pt x="2216" y="1155"/>
                      <a:pt x="2494" y="1128"/>
                    </a:cubicBezTo>
                    <a:lnTo>
                      <a:pt x="2494" y="1128"/>
                    </a:lnTo>
                    <a:cubicBezTo>
                      <a:pt x="2161" y="1324"/>
                      <a:pt x="1824" y="1509"/>
                      <a:pt x="1567" y="1825"/>
                    </a:cubicBezTo>
                    <a:cubicBezTo>
                      <a:pt x="1547" y="1850"/>
                      <a:pt x="1572" y="1883"/>
                      <a:pt x="1600" y="1883"/>
                    </a:cubicBezTo>
                    <a:cubicBezTo>
                      <a:pt x="1609" y="1883"/>
                      <a:pt x="1619" y="1879"/>
                      <a:pt x="1627" y="1869"/>
                    </a:cubicBezTo>
                    <a:cubicBezTo>
                      <a:pt x="1938" y="1504"/>
                      <a:pt x="2379" y="1324"/>
                      <a:pt x="2777" y="1084"/>
                    </a:cubicBezTo>
                    <a:lnTo>
                      <a:pt x="2832" y="1073"/>
                    </a:lnTo>
                    <a:cubicBezTo>
                      <a:pt x="2853" y="1068"/>
                      <a:pt x="2870" y="1046"/>
                      <a:pt x="2875" y="1024"/>
                    </a:cubicBezTo>
                    <a:cubicBezTo>
                      <a:pt x="2957" y="970"/>
                      <a:pt x="3033" y="915"/>
                      <a:pt x="3110" y="856"/>
                    </a:cubicBezTo>
                    <a:lnTo>
                      <a:pt x="3110" y="856"/>
                    </a:lnTo>
                    <a:cubicBezTo>
                      <a:pt x="3006" y="1090"/>
                      <a:pt x="2913" y="1324"/>
                      <a:pt x="2744" y="1537"/>
                    </a:cubicBezTo>
                    <a:cubicBezTo>
                      <a:pt x="2521" y="1809"/>
                      <a:pt x="2200" y="2016"/>
                      <a:pt x="1954" y="2272"/>
                    </a:cubicBezTo>
                    <a:cubicBezTo>
                      <a:pt x="1524" y="2725"/>
                      <a:pt x="1121" y="3351"/>
                      <a:pt x="1148" y="3994"/>
                    </a:cubicBezTo>
                    <a:cubicBezTo>
                      <a:pt x="1148" y="4030"/>
                      <a:pt x="1173" y="4048"/>
                      <a:pt x="1200" y="4048"/>
                    </a:cubicBezTo>
                    <a:cubicBezTo>
                      <a:pt x="1225" y="4048"/>
                      <a:pt x="1252" y="4032"/>
                      <a:pt x="1257" y="4000"/>
                    </a:cubicBezTo>
                    <a:cubicBezTo>
                      <a:pt x="1355" y="3531"/>
                      <a:pt x="1551" y="3090"/>
                      <a:pt x="1840" y="2703"/>
                    </a:cubicBezTo>
                    <a:lnTo>
                      <a:pt x="1840" y="2703"/>
                    </a:lnTo>
                    <a:cubicBezTo>
                      <a:pt x="1807" y="3111"/>
                      <a:pt x="1873" y="3531"/>
                      <a:pt x="1785" y="3934"/>
                    </a:cubicBezTo>
                    <a:cubicBezTo>
                      <a:pt x="1785" y="3941"/>
                      <a:pt x="1792" y="3946"/>
                      <a:pt x="1798" y="3946"/>
                    </a:cubicBezTo>
                    <a:cubicBezTo>
                      <a:pt x="1801" y="3946"/>
                      <a:pt x="1805" y="3944"/>
                      <a:pt x="1807" y="3940"/>
                    </a:cubicBezTo>
                    <a:cubicBezTo>
                      <a:pt x="1998" y="3526"/>
                      <a:pt x="2020" y="2986"/>
                      <a:pt x="1976" y="2523"/>
                    </a:cubicBezTo>
                    <a:cubicBezTo>
                      <a:pt x="2129" y="2349"/>
                      <a:pt x="2298" y="2180"/>
                      <a:pt x="2472" y="2027"/>
                    </a:cubicBezTo>
                    <a:lnTo>
                      <a:pt x="2505" y="2000"/>
                    </a:lnTo>
                    <a:lnTo>
                      <a:pt x="2505" y="2000"/>
                    </a:lnTo>
                    <a:cubicBezTo>
                      <a:pt x="2494" y="2332"/>
                      <a:pt x="2516" y="2670"/>
                      <a:pt x="2570" y="3002"/>
                    </a:cubicBezTo>
                    <a:cubicBezTo>
                      <a:pt x="2573" y="3024"/>
                      <a:pt x="2589" y="3035"/>
                      <a:pt x="2606" y="3035"/>
                    </a:cubicBezTo>
                    <a:cubicBezTo>
                      <a:pt x="2623" y="3035"/>
                      <a:pt x="2641" y="3024"/>
                      <a:pt x="2646" y="3002"/>
                    </a:cubicBezTo>
                    <a:cubicBezTo>
                      <a:pt x="2695" y="2632"/>
                      <a:pt x="2701" y="2250"/>
                      <a:pt x="2663" y="1874"/>
                    </a:cubicBezTo>
                    <a:cubicBezTo>
                      <a:pt x="2657" y="1869"/>
                      <a:pt x="2657" y="1864"/>
                      <a:pt x="2657" y="1858"/>
                    </a:cubicBezTo>
                    <a:cubicBezTo>
                      <a:pt x="2859" y="1667"/>
                      <a:pt x="3028" y="1444"/>
                      <a:pt x="3164" y="1204"/>
                    </a:cubicBezTo>
                    <a:cubicBezTo>
                      <a:pt x="3219" y="1629"/>
                      <a:pt x="3246" y="2060"/>
                      <a:pt x="3246" y="2490"/>
                    </a:cubicBezTo>
                    <a:cubicBezTo>
                      <a:pt x="3240" y="2501"/>
                      <a:pt x="3229" y="2507"/>
                      <a:pt x="3229" y="2517"/>
                    </a:cubicBezTo>
                    <a:cubicBezTo>
                      <a:pt x="2832" y="3302"/>
                      <a:pt x="2374" y="4038"/>
                      <a:pt x="2096" y="4882"/>
                    </a:cubicBezTo>
                    <a:cubicBezTo>
                      <a:pt x="2047" y="5019"/>
                      <a:pt x="2020" y="5160"/>
                      <a:pt x="2009" y="5302"/>
                    </a:cubicBezTo>
                    <a:cubicBezTo>
                      <a:pt x="1638" y="5542"/>
                      <a:pt x="1388" y="5809"/>
                      <a:pt x="1333" y="6272"/>
                    </a:cubicBezTo>
                    <a:cubicBezTo>
                      <a:pt x="1330" y="6281"/>
                      <a:pt x="1338" y="6287"/>
                      <a:pt x="1346" y="6287"/>
                    </a:cubicBezTo>
                    <a:cubicBezTo>
                      <a:pt x="1352" y="6287"/>
                      <a:pt x="1358" y="6284"/>
                      <a:pt x="1360" y="6277"/>
                    </a:cubicBezTo>
                    <a:cubicBezTo>
                      <a:pt x="1388" y="6054"/>
                      <a:pt x="1480" y="5847"/>
                      <a:pt x="1633" y="5683"/>
                    </a:cubicBezTo>
                    <a:cubicBezTo>
                      <a:pt x="1742" y="5574"/>
                      <a:pt x="1867" y="5482"/>
                      <a:pt x="1998" y="5411"/>
                    </a:cubicBezTo>
                    <a:lnTo>
                      <a:pt x="1998" y="5411"/>
                    </a:lnTo>
                    <a:cubicBezTo>
                      <a:pt x="1993" y="5591"/>
                      <a:pt x="1993" y="5771"/>
                      <a:pt x="1998" y="5950"/>
                    </a:cubicBezTo>
                    <a:cubicBezTo>
                      <a:pt x="2020" y="6457"/>
                      <a:pt x="1949" y="6964"/>
                      <a:pt x="1785" y="7449"/>
                    </a:cubicBezTo>
                    <a:cubicBezTo>
                      <a:pt x="1573" y="8092"/>
                      <a:pt x="1333" y="8691"/>
                      <a:pt x="1382" y="9378"/>
                    </a:cubicBezTo>
                    <a:cubicBezTo>
                      <a:pt x="1398" y="9598"/>
                      <a:pt x="1414" y="10318"/>
                      <a:pt x="1760" y="10318"/>
                    </a:cubicBezTo>
                    <a:cubicBezTo>
                      <a:pt x="1773" y="10318"/>
                      <a:pt x="1787" y="10317"/>
                      <a:pt x="1802" y="10315"/>
                    </a:cubicBezTo>
                    <a:cubicBezTo>
                      <a:pt x="1840" y="10310"/>
                      <a:pt x="1851" y="10255"/>
                      <a:pt x="1813" y="10239"/>
                    </a:cubicBezTo>
                    <a:cubicBezTo>
                      <a:pt x="1486" y="10081"/>
                      <a:pt x="1535" y="9247"/>
                      <a:pt x="1551" y="8942"/>
                    </a:cubicBezTo>
                    <a:cubicBezTo>
                      <a:pt x="1551" y="8893"/>
                      <a:pt x="1557" y="8844"/>
                      <a:pt x="1562" y="8800"/>
                    </a:cubicBezTo>
                    <a:cubicBezTo>
                      <a:pt x="1606" y="8893"/>
                      <a:pt x="1660" y="8985"/>
                      <a:pt x="1720" y="9073"/>
                    </a:cubicBezTo>
                    <a:cubicBezTo>
                      <a:pt x="1829" y="9231"/>
                      <a:pt x="1922" y="9400"/>
                      <a:pt x="1993" y="9579"/>
                    </a:cubicBezTo>
                    <a:cubicBezTo>
                      <a:pt x="1997" y="9588"/>
                      <a:pt x="2005" y="9593"/>
                      <a:pt x="2013" y="9593"/>
                    </a:cubicBezTo>
                    <a:cubicBezTo>
                      <a:pt x="2024" y="9593"/>
                      <a:pt x="2034" y="9584"/>
                      <a:pt x="2031" y="9568"/>
                    </a:cubicBezTo>
                    <a:cubicBezTo>
                      <a:pt x="2020" y="9247"/>
                      <a:pt x="1802" y="8871"/>
                      <a:pt x="1589" y="8642"/>
                    </a:cubicBezTo>
                    <a:cubicBezTo>
                      <a:pt x="1693" y="8059"/>
                      <a:pt x="1971" y="7509"/>
                      <a:pt x="2096" y="6937"/>
                    </a:cubicBezTo>
                    <a:cubicBezTo>
                      <a:pt x="2172" y="6610"/>
                      <a:pt x="2167" y="6277"/>
                      <a:pt x="2145" y="5939"/>
                    </a:cubicBezTo>
                    <a:cubicBezTo>
                      <a:pt x="2134" y="5732"/>
                      <a:pt x="2140" y="5520"/>
                      <a:pt x="2167" y="5307"/>
                    </a:cubicBezTo>
                    <a:cubicBezTo>
                      <a:pt x="2167" y="5302"/>
                      <a:pt x="2167" y="5296"/>
                      <a:pt x="2167" y="5286"/>
                    </a:cubicBezTo>
                    <a:cubicBezTo>
                      <a:pt x="2200" y="5040"/>
                      <a:pt x="2265" y="4801"/>
                      <a:pt x="2358" y="4577"/>
                    </a:cubicBezTo>
                    <a:cubicBezTo>
                      <a:pt x="2494" y="4228"/>
                      <a:pt x="2652" y="3885"/>
                      <a:pt x="2837" y="3558"/>
                    </a:cubicBezTo>
                    <a:cubicBezTo>
                      <a:pt x="2973" y="3318"/>
                      <a:pt x="3126" y="3084"/>
                      <a:pt x="3246" y="2834"/>
                    </a:cubicBezTo>
                    <a:lnTo>
                      <a:pt x="3246" y="3585"/>
                    </a:lnTo>
                    <a:cubicBezTo>
                      <a:pt x="3246" y="4436"/>
                      <a:pt x="3159" y="5280"/>
                      <a:pt x="2984" y="6114"/>
                    </a:cubicBezTo>
                    <a:cubicBezTo>
                      <a:pt x="2821" y="6904"/>
                      <a:pt x="2499" y="7650"/>
                      <a:pt x="2358" y="8441"/>
                    </a:cubicBezTo>
                    <a:cubicBezTo>
                      <a:pt x="2298" y="8773"/>
                      <a:pt x="2276" y="9111"/>
                      <a:pt x="2287" y="9449"/>
                    </a:cubicBezTo>
                    <a:cubicBezTo>
                      <a:pt x="2276" y="10037"/>
                      <a:pt x="2379" y="10631"/>
                      <a:pt x="2450" y="11219"/>
                    </a:cubicBezTo>
                    <a:cubicBezTo>
                      <a:pt x="2161" y="11525"/>
                      <a:pt x="1965" y="11890"/>
                      <a:pt x="1971" y="12320"/>
                    </a:cubicBezTo>
                    <a:cubicBezTo>
                      <a:pt x="1971" y="12337"/>
                      <a:pt x="1983" y="12345"/>
                      <a:pt x="1995" y="12345"/>
                    </a:cubicBezTo>
                    <a:cubicBezTo>
                      <a:pt x="2007" y="12345"/>
                      <a:pt x="2020" y="12337"/>
                      <a:pt x="2020" y="12320"/>
                    </a:cubicBezTo>
                    <a:cubicBezTo>
                      <a:pt x="2047" y="11950"/>
                      <a:pt x="2227" y="11655"/>
                      <a:pt x="2472" y="11399"/>
                    </a:cubicBezTo>
                    <a:cubicBezTo>
                      <a:pt x="2483" y="11514"/>
                      <a:pt x="2494" y="11634"/>
                      <a:pt x="2505" y="11748"/>
                    </a:cubicBezTo>
                    <a:cubicBezTo>
                      <a:pt x="2521" y="12162"/>
                      <a:pt x="2488" y="12576"/>
                      <a:pt x="2407" y="12980"/>
                    </a:cubicBezTo>
                    <a:cubicBezTo>
                      <a:pt x="2401" y="12978"/>
                      <a:pt x="2396" y="12978"/>
                      <a:pt x="2391" y="12978"/>
                    </a:cubicBezTo>
                    <a:cubicBezTo>
                      <a:pt x="2375" y="12978"/>
                      <a:pt x="2360" y="12985"/>
                      <a:pt x="2352" y="13001"/>
                    </a:cubicBezTo>
                    <a:cubicBezTo>
                      <a:pt x="2134" y="13426"/>
                      <a:pt x="1742" y="13699"/>
                      <a:pt x="1480" y="14091"/>
                    </a:cubicBezTo>
                    <a:cubicBezTo>
                      <a:pt x="1262" y="14413"/>
                      <a:pt x="1153" y="14783"/>
                      <a:pt x="1083" y="15159"/>
                    </a:cubicBezTo>
                    <a:cubicBezTo>
                      <a:pt x="1079" y="15169"/>
                      <a:pt x="1087" y="15174"/>
                      <a:pt x="1095" y="15174"/>
                    </a:cubicBezTo>
                    <a:cubicBezTo>
                      <a:pt x="1101" y="15174"/>
                      <a:pt x="1107" y="15171"/>
                      <a:pt x="1110" y="15165"/>
                    </a:cubicBezTo>
                    <a:cubicBezTo>
                      <a:pt x="1235" y="14690"/>
                      <a:pt x="1415" y="14244"/>
                      <a:pt x="1736" y="13868"/>
                    </a:cubicBezTo>
                    <a:cubicBezTo>
                      <a:pt x="1954" y="13612"/>
                      <a:pt x="2200" y="13410"/>
                      <a:pt x="2379" y="13121"/>
                    </a:cubicBezTo>
                    <a:lnTo>
                      <a:pt x="2379" y="13121"/>
                    </a:lnTo>
                    <a:cubicBezTo>
                      <a:pt x="2309" y="13443"/>
                      <a:pt x="2232" y="13764"/>
                      <a:pt x="2156" y="14086"/>
                    </a:cubicBezTo>
                    <a:cubicBezTo>
                      <a:pt x="2052" y="14511"/>
                      <a:pt x="1982" y="14947"/>
                      <a:pt x="1922" y="15377"/>
                    </a:cubicBezTo>
                    <a:cubicBezTo>
                      <a:pt x="1905" y="15377"/>
                      <a:pt x="1884" y="15388"/>
                      <a:pt x="1873" y="15404"/>
                    </a:cubicBezTo>
                    <a:cubicBezTo>
                      <a:pt x="1666" y="15655"/>
                      <a:pt x="1480" y="15917"/>
                      <a:pt x="1311" y="16194"/>
                    </a:cubicBezTo>
                    <a:cubicBezTo>
                      <a:pt x="1164" y="16461"/>
                      <a:pt x="1159" y="16783"/>
                      <a:pt x="1132" y="17077"/>
                    </a:cubicBezTo>
                    <a:cubicBezTo>
                      <a:pt x="1129" y="17104"/>
                      <a:pt x="1149" y="17120"/>
                      <a:pt x="1169" y="17120"/>
                    </a:cubicBezTo>
                    <a:cubicBezTo>
                      <a:pt x="1185" y="17120"/>
                      <a:pt x="1200" y="17110"/>
                      <a:pt x="1202" y="17088"/>
                    </a:cubicBezTo>
                    <a:cubicBezTo>
                      <a:pt x="1251" y="16805"/>
                      <a:pt x="1333" y="16521"/>
                      <a:pt x="1453" y="16260"/>
                    </a:cubicBezTo>
                    <a:cubicBezTo>
                      <a:pt x="1562" y="16036"/>
                      <a:pt x="1747" y="15873"/>
                      <a:pt x="1884" y="15671"/>
                    </a:cubicBezTo>
                    <a:lnTo>
                      <a:pt x="1884" y="15671"/>
                    </a:lnTo>
                    <a:cubicBezTo>
                      <a:pt x="1851" y="15911"/>
                      <a:pt x="1813" y="16156"/>
                      <a:pt x="1780" y="16401"/>
                    </a:cubicBezTo>
                    <a:cubicBezTo>
                      <a:pt x="1726" y="16777"/>
                      <a:pt x="1606" y="17197"/>
                      <a:pt x="1589" y="17600"/>
                    </a:cubicBezTo>
                    <a:cubicBezTo>
                      <a:pt x="1208" y="17775"/>
                      <a:pt x="1044" y="18161"/>
                      <a:pt x="903" y="18537"/>
                    </a:cubicBezTo>
                    <a:cubicBezTo>
                      <a:pt x="647" y="19159"/>
                      <a:pt x="358" y="19758"/>
                      <a:pt x="25" y="20341"/>
                    </a:cubicBezTo>
                    <a:cubicBezTo>
                      <a:pt x="21" y="20349"/>
                      <a:pt x="29" y="20354"/>
                      <a:pt x="36" y="20354"/>
                    </a:cubicBezTo>
                    <a:cubicBezTo>
                      <a:pt x="38" y="20354"/>
                      <a:pt x="40" y="20353"/>
                      <a:pt x="42" y="20352"/>
                    </a:cubicBezTo>
                    <a:cubicBezTo>
                      <a:pt x="374" y="19938"/>
                      <a:pt x="614" y="19464"/>
                      <a:pt x="826" y="18984"/>
                    </a:cubicBezTo>
                    <a:cubicBezTo>
                      <a:pt x="854" y="18913"/>
                      <a:pt x="881" y="18848"/>
                      <a:pt x="908" y="18777"/>
                    </a:cubicBezTo>
                    <a:lnTo>
                      <a:pt x="908" y="18777"/>
                    </a:lnTo>
                    <a:cubicBezTo>
                      <a:pt x="903" y="19044"/>
                      <a:pt x="897" y="19306"/>
                      <a:pt x="826" y="19562"/>
                    </a:cubicBezTo>
                    <a:cubicBezTo>
                      <a:pt x="817" y="19589"/>
                      <a:pt x="837" y="19605"/>
                      <a:pt x="859" y="19605"/>
                    </a:cubicBezTo>
                    <a:cubicBezTo>
                      <a:pt x="876" y="19605"/>
                      <a:pt x="895" y="19595"/>
                      <a:pt x="903" y="19573"/>
                    </a:cubicBezTo>
                    <a:cubicBezTo>
                      <a:pt x="995" y="19251"/>
                      <a:pt x="979" y="18919"/>
                      <a:pt x="990" y="18586"/>
                    </a:cubicBezTo>
                    <a:cubicBezTo>
                      <a:pt x="990" y="18581"/>
                      <a:pt x="990" y="18570"/>
                      <a:pt x="990" y="18565"/>
                    </a:cubicBezTo>
                    <a:cubicBezTo>
                      <a:pt x="1115" y="18227"/>
                      <a:pt x="1268" y="17878"/>
                      <a:pt x="1584" y="17698"/>
                    </a:cubicBezTo>
                    <a:cubicBezTo>
                      <a:pt x="1584" y="17867"/>
                      <a:pt x="1611" y="18042"/>
                      <a:pt x="1671" y="18200"/>
                    </a:cubicBezTo>
                    <a:cubicBezTo>
                      <a:pt x="1671" y="18202"/>
                      <a:pt x="1672" y="18204"/>
                      <a:pt x="1674" y="18204"/>
                    </a:cubicBezTo>
                    <a:cubicBezTo>
                      <a:pt x="1675" y="18204"/>
                      <a:pt x="1676" y="18202"/>
                      <a:pt x="1676" y="18200"/>
                    </a:cubicBezTo>
                    <a:cubicBezTo>
                      <a:pt x="1671" y="18042"/>
                      <a:pt x="1676" y="17884"/>
                      <a:pt x="1682" y="17731"/>
                    </a:cubicBezTo>
                    <a:cubicBezTo>
                      <a:pt x="1834" y="18031"/>
                      <a:pt x="1911" y="18358"/>
                      <a:pt x="1911" y="18690"/>
                    </a:cubicBezTo>
                    <a:cubicBezTo>
                      <a:pt x="1905" y="18695"/>
                      <a:pt x="1900" y="18701"/>
                      <a:pt x="1894" y="18712"/>
                    </a:cubicBezTo>
                    <a:cubicBezTo>
                      <a:pt x="1709" y="19066"/>
                      <a:pt x="1377" y="19289"/>
                      <a:pt x="1164" y="19622"/>
                    </a:cubicBezTo>
                    <a:cubicBezTo>
                      <a:pt x="1148" y="19646"/>
                      <a:pt x="1168" y="19677"/>
                      <a:pt x="1191" y="19677"/>
                    </a:cubicBezTo>
                    <a:cubicBezTo>
                      <a:pt x="1199" y="19677"/>
                      <a:pt x="1206" y="19674"/>
                      <a:pt x="1213" y="19665"/>
                    </a:cubicBezTo>
                    <a:cubicBezTo>
                      <a:pt x="1399" y="19404"/>
                      <a:pt x="1682" y="19229"/>
                      <a:pt x="1884" y="18990"/>
                    </a:cubicBezTo>
                    <a:lnTo>
                      <a:pt x="1884" y="18990"/>
                    </a:lnTo>
                    <a:cubicBezTo>
                      <a:pt x="1834" y="19289"/>
                      <a:pt x="1726" y="19584"/>
                      <a:pt x="1573" y="19851"/>
                    </a:cubicBezTo>
                    <a:cubicBezTo>
                      <a:pt x="1241" y="20439"/>
                      <a:pt x="549" y="20837"/>
                      <a:pt x="9" y="21218"/>
                    </a:cubicBezTo>
                    <a:cubicBezTo>
                      <a:pt x="1" y="21227"/>
                      <a:pt x="5" y="21238"/>
                      <a:pt x="13" y="21238"/>
                    </a:cubicBezTo>
                    <a:cubicBezTo>
                      <a:pt x="15" y="21238"/>
                      <a:pt x="17" y="21237"/>
                      <a:pt x="20" y="21235"/>
                    </a:cubicBezTo>
                    <a:cubicBezTo>
                      <a:pt x="668" y="20782"/>
                      <a:pt x="1366" y="20374"/>
                      <a:pt x="1780" y="19687"/>
                    </a:cubicBezTo>
                    <a:cubicBezTo>
                      <a:pt x="2189" y="19022"/>
                      <a:pt x="2178" y="18183"/>
                      <a:pt x="1758" y="17524"/>
                    </a:cubicBezTo>
                    <a:cubicBezTo>
                      <a:pt x="1747" y="17508"/>
                      <a:pt x="1726" y="17491"/>
                      <a:pt x="1704" y="17491"/>
                    </a:cubicBezTo>
                    <a:cubicBezTo>
                      <a:pt x="1747" y="17039"/>
                      <a:pt x="1834" y="16603"/>
                      <a:pt x="1900" y="16140"/>
                    </a:cubicBezTo>
                    <a:cubicBezTo>
                      <a:pt x="2003" y="15366"/>
                      <a:pt x="2151" y="14603"/>
                      <a:pt x="2336" y="13846"/>
                    </a:cubicBezTo>
                    <a:cubicBezTo>
                      <a:pt x="2510" y="13181"/>
                      <a:pt x="2646" y="12533"/>
                      <a:pt x="2646" y="11846"/>
                    </a:cubicBezTo>
                    <a:cubicBezTo>
                      <a:pt x="2701" y="11944"/>
                      <a:pt x="2761" y="12037"/>
                      <a:pt x="2815" y="12135"/>
                    </a:cubicBezTo>
                    <a:cubicBezTo>
                      <a:pt x="2984" y="12435"/>
                      <a:pt x="3061" y="12778"/>
                      <a:pt x="3028" y="13121"/>
                    </a:cubicBezTo>
                    <a:cubicBezTo>
                      <a:pt x="3028" y="13131"/>
                      <a:pt x="3035" y="13136"/>
                      <a:pt x="3042" y="13136"/>
                    </a:cubicBezTo>
                    <a:cubicBezTo>
                      <a:pt x="3048" y="13136"/>
                      <a:pt x="3053" y="13133"/>
                      <a:pt x="3055" y="13127"/>
                    </a:cubicBezTo>
                    <a:cubicBezTo>
                      <a:pt x="3099" y="12876"/>
                      <a:pt x="3088" y="12620"/>
                      <a:pt x="3028" y="12375"/>
                    </a:cubicBezTo>
                    <a:cubicBezTo>
                      <a:pt x="2952" y="12091"/>
                      <a:pt x="2761" y="11841"/>
                      <a:pt x="2646" y="11574"/>
                    </a:cubicBezTo>
                    <a:cubicBezTo>
                      <a:pt x="2619" y="10844"/>
                      <a:pt x="2527" y="10113"/>
                      <a:pt x="2461" y="9389"/>
                    </a:cubicBezTo>
                    <a:cubicBezTo>
                      <a:pt x="2461" y="9378"/>
                      <a:pt x="2461" y="9372"/>
                      <a:pt x="2456" y="9361"/>
                    </a:cubicBezTo>
                    <a:cubicBezTo>
                      <a:pt x="2461" y="8980"/>
                      <a:pt x="2510" y="8599"/>
                      <a:pt x="2592" y="8228"/>
                    </a:cubicBezTo>
                    <a:cubicBezTo>
                      <a:pt x="2772" y="7438"/>
                      <a:pt x="3088" y="6691"/>
                      <a:pt x="3246" y="5890"/>
                    </a:cubicBezTo>
                    <a:cubicBezTo>
                      <a:pt x="3387" y="5187"/>
                      <a:pt x="3475" y="4474"/>
                      <a:pt x="3507" y="3760"/>
                    </a:cubicBezTo>
                    <a:cubicBezTo>
                      <a:pt x="3556" y="3809"/>
                      <a:pt x="3605" y="3852"/>
                      <a:pt x="3649" y="3896"/>
                    </a:cubicBezTo>
                    <a:cubicBezTo>
                      <a:pt x="3709" y="3951"/>
                      <a:pt x="3763" y="4005"/>
                      <a:pt x="3823" y="4065"/>
                    </a:cubicBezTo>
                    <a:cubicBezTo>
                      <a:pt x="3660" y="4299"/>
                      <a:pt x="3714" y="4561"/>
                      <a:pt x="3725" y="4844"/>
                    </a:cubicBezTo>
                    <a:cubicBezTo>
                      <a:pt x="3725" y="4854"/>
                      <a:pt x="3734" y="4860"/>
                      <a:pt x="3743" y="4860"/>
                    </a:cubicBezTo>
                    <a:cubicBezTo>
                      <a:pt x="3753" y="4860"/>
                      <a:pt x="3763" y="4853"/>
                      <a:pt x="3763" y="4839"/>
                    </a:cubicBezTo>
                    <a:cubicBezTo>
                      <a:pt x="3769" y="4588"/>
                      <a:pt x="3736" y="4337"/>
                      <a:pt x="3883" y="4130"/>
                    </a:cubicBezTo>
                    <a:cubicBezTo>
                      <a:pt x="4041" y="4299"/>
                      <a:pt x="4167" y="4485"/>
                      <a:pt x="4172" y="4735"/>
                    </a:cubicBezTo>
                    <a:cubicBezTo>
                      <a:pt x="4172" y="4738"/>
                      <a:pt x="4175" y="4739"/>
                      <a:pt x="4178" y="4739"/>
                    </a:cubicBezTo>
                    <a:cubicBezTo>
                      <a:pt x="4182" y="4739"/>
                      <a:pt x="4186" y="4738"/>
                      <a:pt x="4188" y="4735"/>
                    </a:cubicBezTo>
                    <a:cubicBezTo>
                      <a:pt x="4199" y="4468"/>
                      <a:pt x="4079" y="4245"/>
                      <a:pt x="3932" y="4027"/>
                    </a:cubicBezTo>
                    <a:cubicBezTo>
                      <a:pt x="3834" y="3891"/>
                      <a:pt x="3725" y="3760"/>
                      <a:pt x="3622" y="3624"/>
                    </a:cubicBezTo>
                    <a:cubicBezTo>
                      <a:pt x="3584" y="3569"/>
                      <a:pt x="3551" y="3515"/>
                      <a:pt x="3518" y="3455"/>
                    </a:cubicBezTo>
                    <a:cubicBezTo>
                      <a:pt x="3524" y="3133"/>
                      <a:pt x="3529" y="2812"/>
                      <a:pt x="3529" y="2490"/>
                    </a:cubicBezTo>
                    <a:cubicBezTo>
                      <a:pt x="3709" y="2817"/>
                      <a:pt x="4074" y="3084"/>
                      <a:pt x="4172" y="3444"/>
                    </a:cubicBezTo>
                    <a:cubicBezTo>
                      <a:pt x="4174" y="3453"/>
                      <a:pt x="4179" y="3456"/>
                      <a:pt x="4185" y="3456"/>
                    </a:cubicBezTo>
                    <a:cubicBezTo>
                      <a:pt x="4198" y="3456"/>
                      <a:pt x="4214" y="3440"/>
                      <a:pt x="4210" y="3422"/>
                    </a:cubicBezTo>
                    <a:cubicBezTo>
                      <a:pt x="4156" y="3215"/>
                      <a:pt x="4063" y="3019"/>
                      <a:pt x="3932" y="2844"/>
                    </a:cubicBezTo>
                    <a:cubicBezTo>
                      <a:pt x="3780" y="2616"/>
                      <a:pt x="3654" y="2370"/>
                      <a:pt x="3551" y="2109"/>
                    </a:cubicBezTo>
                    <a:cubicBezTo>
                      <a:pt x="3545" y="2092"/>
                      <a:pt x="3535" y="2082"/>
                      <a:pt x="3518" y="2071"/>
                    </a:cubicBezTo>
                    <a:cubicBezTo>
                      <a:pt x="3518" y="1755"/>
                      <a:pt x="3562" y="1400"/>
                      <a:pt x="3458" y="1095"/>
                    </a:cubicBezTo>
                    <a:cubicBezTo>
                      <a:pt x="3458" y="736"/>
                      <a:pt x="3436" y="376"/>
                      <a:pt x="3317" y="65"/>
                    </a:cubicBezTo>
                    <a:cubicBezTo>
                      <a:pt x="3296" y="21"/>
                      <a:pt x="3258" y="1"/>
                      <a:pt x="32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6" name="Google Shape;6006;p67"/>
              <p:cNvSpPr/>
              <p:nvPr/>
            </p:nvSpPr>
            <p:spPr>
              <a:xfrm>
                <a:off x="4927478" y="3678983"/>
                <a:ext cx="72886" cy="148375"/>
              </a:xfrm>
              <a:custGeom>
                <a:rect b="b" l="l" r="r" t="t"/>
                <a:pathLst>
                  <a:path extrusionOk="0" h="5871" w="2884">
                    <a:moveTo>
                      <a:pt x="6" y="1"/>
                    </a:moveTo>
                    <a:cubicBezTo>
                      <a:pt x="33" y="377"/>
                      <a:pt x="1" y="742"/>
                      <a:pt x="121" y="1085"/>
                    </a:cubicBezTo>
                    <a:cubicBezTo>
                      <a:pt x="300" y="1619"/>
                      <a:pt x="595" y="2099"/>
                      <a:pt x="883" y="2584"/>
                    </a:cubicBezTo>
                    <a:cubicBezTo>
                      <a:pt x="867" y="2791"/>
                      <a:pt x="883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1" y="3884"/>
                    </a:cubicBezTo>
                    <a:cubicBezTo>
                      <a:pt x="892" y="3884"/>
                      <a:pt x="904" y="3878"/>
                      <a:pt x="911" y="3864"/>
                    </a:cubicBezTo>
                    <a:cubicBezTo>
                      <a:pt x="1031" y="3614"/>
                      <a:pt x="1085" y="3276"/>
                      <a:pt x="1107" y="2954"/>
                    </a:cubicBezTo>
                    <a:cubicBezTo>
                      <a:pt x="1150" y="3036"/>
                      <a:pt x="1194" y="3118"/>
                      <a:pt x="1243" y="3200"/>
                    </a:cubicBezTo>
                    <a:cubicBezTo>
                      <a:pt x="1439" y="3554"/>
                      <a:pt x="1608" y="3919"/>
                      <a:pt x="1744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8" y="5709"/>
                      <a:pt x="1947" y="5727"/>
                      <a:pt x="1978" y="5727"/>
                    </a:cubicBezTo>
                    <a:cubicBezTo>
                      <a:pt x="2012" y="5727"/>
                      <a:pt x="2049" y="5703"/>
                      <a:pt x="2055" y="5662"/>
                    </a:cubicBezTo>
                    <a:cubicBezTo>
                      <a:pt x="2060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8" y="5870"/>
                    </a:cubicBezTo>
                    <a:cubicBezTo>
                      <a:pt x="2642" y="5870"/>
                      <a:pt x="2669" y="5787"/>
                      <a:pt x="2622" y="5744"/>
                    </a:cubicBezTo>
                    <a:cubicBezTo>
                      <a:pt x="2431" y="5597"/>
                      <a:pt x="2338" y="5412"/>
                      <a:pt x="2251" y="5216"/>
                    </a:cubicBezTo>
                    <a:lnTo>
                      <a:pt x="2251" y="5216"/>
                    </a:lnTo>
                    <a:cubicBezTo>
                      <a:pt x="2376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83" y="5259"/>
                      <a:pt x="2867" y="5096"/>
                      <a:pt x="2763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42" y="4807"/>
                      <a:pt x="2131" y="4802"/>
                    </a:cubicBezTo>
                    <a:cubicBezTo>
                      <a:pt x="2126" y="4693"/>
                      <a:pt x="2110" y="4578"/>
                      <a:pt x="2088" y="4475"/>
                    </a:cubicBezTo>
                    <a:cubicBezTo>
                      <a:pt x="2001" y="4093"/>
                      <a:pt x="1870" y="3728"/>
                      <a:pt x="1695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0" y="437"/>
                      <a:pt x="2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7" name="Google Shape;6007;p67"/>
              <p:cNvSpPr/>
              <p:nvPr/>
            </p:nvSpPr>
            <p:spPr>
              <a:xfrm>
                <a:off x="4920098" y="3320695"/>
                <a:ext cx="217419" cy="547933"/>
              </a:xfrm>
              <a:custGeom>
                <a:rect b="b" l="l" r="r" t="t"/>
                <a:pathLst>
                  <a:path extrusionOk="0" h="21681" w="8603">
                    <a:moveTo>
                      <a:pt x="760" y="1"/>
                    </a:moveTo>
                    <a:cubicBezTo>
                      <a:pt x="753" y="1"/>
                      <a:pt x="747" y="4"/>
                      <a:pt x="745" y="11"/>
                    </a:cubicBezTo>
                    <a:cubicBezTo>
                      <a:pt x="522" y="724"/>
                      <a:pt x="1208" y="1220"/>
                      <a:pt x="1361" y="1874"/>
                    </a:cubicBezTo>
                    <a:cubicBezTo>
                      <a:pt x="1306" y="2147"/>
                      <a:pt x="1274" y="2425"/>
                      <a:pt x="1268" y="2702"/>
                    </a:cubicBezTo>
                    <a:cubicBezTo>
                      <a:pt x="1246" y="3204"/>
                      <a:pt x="1274" y="3700"/>
                      <a:pt x="1274" y="4195"/>
                    </a:cubicBezTo>
                    <a:cubicBezTo>
                      <a:pt x="1274" y="4620"/>
                      <a:pt x="1219" y="5035"/>
                      <a:pt x="1186" y="5454"/>
                    </a:cubicBezTo>
                    <a:cubicBezTo>
                      <a:pt x="723" y="5716"/>
                      <a:pt x="266" y="6141"/>
                      <a:pt x="53" y="6615"/>
                    </a:cubicBezTo>
                    <a:cubicBezTo>
                      <a:pt x="0" y="6732"/>
                      <a:pt x="110" y="6846"/>
                      <a:pt x="217" y="6846"/>
                    </a:cubicBezTo>
                    <a:cubicBezTo>
                      <a:pt x="254" y="6846"/>
                      <a:pt x="290" y="6832"/>
                      <a:pt x="320" y="6800"/>
                    </a:cubicBezTo>
                    <a:cubicBezTo>
                      <a:pt x="734" y="6375"/>
                      <a:pt x="1105" y="5705"/>
                      <a:pt x="1759" y="5629"/>
                    </a:cubicBezTo>
                    <a:cubicBezTo>
                      <a:pt x="1818" y="5621"/>
                      <a:pt x="1878" y="5618"/>
                      <a:pt x="1939" y="5618"/>
                    </a:cubicBezTo>
                    <a:cubicBezTo>
                      <a:pt x="2438" y="5618"/>
                      <a:pt x="2980" y="5845"/>
                      <a:pt x="3393" y="6097"/>
                    </a:cubicBezTo>
                    <a:cubicBezTo>
                      <a:pt x="4271" y="6642"/>
                      <a:pt x="4854" y="7541"/>
                      <a:pt x="5072" y="8538"/>
                    </a:cubicBezTo>
                    <a:cubicBezTo>
                      <a:pt x="5295" y="9535"/>
                      <a:pt x="5001" y="10544"/>
                      <a:pt x="5306" y="11524"/>
                    </a:cubicBezTo>
                    <a:cubicBezTo>
                      <a:pt x="5442" y="11955"/>
                      <a:pt x="5616" y="12363"/>
                      <a:pt x="5780" y="12778"/>
                    </a:cubicBezTo>
                    <a:cubicBezTo>
                      <a:pt x="5753" y="12794"/>
                      <a:pt x="5742" y="12821"/>
                      <a:pt x="5742" y="12854"/>
                    </a:cubicBezTo>
                    <a:cubicBezTo>
                      <a:pt x="5753" y="13519"/>
                      <a:pt x="5469" y="14124"/>
                      <a:pt x="5638" y="14788"/>
                    </a:cubicBezTo>
                    <a:cubicBezTo>
                      <a:pt x="5802" y="15420"/>
                      <a:pt x="6096" y="15998"/>
                      <a:pt x="6134" y="16663"/>
                    </a:cubicBezTo>
                    <a:cubicBezTo>
                      <a:pt x="6137" y="16676"/>
                      <a:pt x="6150" y="16683"/>
                      <a:pt x="6163" y="16683"/>
                    </a:cubicBezTo>
                    <a:cubicBezTo>
                      <a:pt x="6176" y="16683"/>
                      <a:pt x="6189" y="16676"/>
                      <a:pt x="6189" y="16663"/>
                    </a:cubicBezTo>
                    <a:cubicBezTo>
                      <a:pt x="6194" y="16036"/>
                      <a:pt x="5981" y="15469"/>
                      <a:pt x="5840" y="14870"/>
                    </a:cubicBezTo>
                    <a:cubicBezTo>
                      <a:pt x="5747" y="14527"/>
                      <a:pt x="5742" y="14167"/>
                      <a:pt x="5813" y="13824"/>
                    </a:cubicBezTo>
                    <a:cubicBezTo>
                      <a:pt x="5856" y="13611"/>
                      <a:pt x="5905" y="13404"/>
                      <a:pt x="5932" y="13192"/>
                    </a:cubicBezTo>
                    <a:cubicBezTo>
                      <a:pt x="6101" y="13682"/>
                      <a:pt x="6227" y="14189"/>
                      <a:pt x="6205" y="14734"/>
                    </a:cubicBezTo>
                    <a:cubicBezTo>
                      <a:pt x="6205" y="14753"/>
                      <a:pt x="6222" y="14767"/>
                      <a:pt x="6237" y="14767"/>
                    </a:cubicBezTo>
                    <a:cubicBezTo>
                      <a:pt x="6248" y="14767"/>
                      <a:pt x="6257" y="14760"/>
                      <a:pt x="6259" y="14745"/>
                    </a:cubicBezTo>
                    <a:cubicBezTo>
                      <a:pt x="6287" y="14647"/>
                      <a:pt x="6308" y="14543"/>
                      <a:pt x="6319" y="14440"/>
                    </a:cubicBezTo>
                    <a:cubicBezTo>
                      <a:pt x="6412" y="14652"/>
                      <a:pt x="6515" y="14859"/>
                      <a:pt x="6592" y="15083"/>
                    </a:cubicBezTo>
                    <a:cubicBezTo>
                      <a:pt x="6728" y="15464"/>
                      <a:pt x="6728" y="15856"/>
                      <a:pt x="6717" y="16260"/>
                    </a:cubicBezTo>
                    <a:cubicBezTo>
                      <a:pt x="6706" y="16597"/>
                      <a:pt x="6723" y="16935"/>
                      <a:pt x="6761" y="17268"/>
                    </a:cubicBezTo>
                    <a:cubicBezTo>
                      <a:pt x="6750" y="17273"/>
                      <a:pt x="6744" y="17284"/>
                      <a:pt x="6739" y="17295"/>
                    </a:cubicBezTo>
                    <a:cubicBezTo>
                      <a:pt x="6630" y="17774"/>
                      <a:pt x="6521" y="18352"/>
                      <a:pt x="6641" y="18837"/>
                    </a:cubicBezTo>
                    <a:cubicBezTo>
                      <a:pt x="6641" y="18843"/>
                      <a:pt x="6647" y="18847"/>
                      <a:pt x="6653" y="18847"/>
                    </a:cubicBezTo>
                    <a:cubicBezTo>
                      <a:pt x="6658" y="18847"/>
                      <a:pt x="6663" y="18844"/>
                      <a:pt x="6663" y="18837"/>
                    </a:cubicBezTo>
                    <a:cubicBezTo>
                      <a:pt x="6739" y="18581"/>
                      <a:pt x="6728" y="18308"/>
                      <a:pt x="6755" y="18047"/>
                    </a:cubicBezTo>
                    <a:cubicBezTo>
                      <a:pt x="6777" y="17921"/>
                      <a:pt x="6804" y="17791"/>
                      <a:pt x="6826" y="17665"/>
                    </a:cubicBezTo>
                    <a:cubicBezTo>
                      <a:pt x="6853" y="17818"/>
                      <a:pt x="6891" y="17965"/>
                      <a:pt x="6935" y="18118"/>
                    </a:cubicBezTo>
                    <a:cubicBezTo>
                      <a:pt x="6990" y="18297"/>
                      <a:pt x="7055" y="18477"/>
                      <a:pt x="7137" y="18652"/>
                    </a:cubicBezTo>
                    <a:cubicBezTo>
                      <a:pt x="7109" y="18657"/>
                      <a:pt x="7088" y="18673"/>
                      <a:pt x="7082" y="18701"/>
                    </a:cubicBezTo>
                    <a:cubicBezTo>
                      <a:pt x="7033" y="18875"/>
                      <a:pt x="7017" y="19055"/>
                      <a:pt x="7028" y="19235"/>
                    </a:cubicBezTo>
                    <a:cubicBezTo>
                      <a:pt x="6690" y="19790"/>
                      <a:pt x="6537" y="20297"/>
                      <a:pt x="6608" y="20962"/>
                    </a:cubicBezTo>
                    <a:cubicBezTo>
                      <a:pt x="6608" y="20967"/>
                      <a:pt x="6614" y="20970"/>
                      <a:pt x="6619" y="20970"/>
                    </a:cubicBezTo>
                    <a:cubicBezTo>
                      <a:pt x="6624" y="20970"/>
                      <a:pt x="6630" y="20967"/>
                      <a:pt x="6630" y="20962"/>
                    </a:cubicBezTo>
                    <a:cubicBezTo>
                      <a:pt x="6657" y="20640"/>
                      <a:pt x="6663" y="20297"/>
                      <a:pt x="6766" y="19992"/>
                    </a:cubicBezTo>
                    <a:cubicBezTo>
                      <a:pt x="6837" y="19801"/>
                      <a:pt x="6935" y="19622"/>
                      <a:pt x="7055" y="19453"/>
                    </a:cubicBezTo>
                    <a:cubicBezTo>
                      <a:pt x="7066" y="19551"/>
                      <a:pt x="7082" y="19649"/>
                      <a:pt x="7104" y="19741"/>
                    </a:cubicBezTo>
                    <a:cubicBezTo>
                      <a:pt x="7213" y="20172"/>
                      <a:pt x="7267" y="20613"/>
                      <a:pt x="7267" y="21055"/>
                    </a:cubicBezTo>
                    <a:cubicBezTo>
                      <a:pt x="7267" y="21061"/>
                      <a:pt x="7276" y="21066"/>
                      <a:pt x="7282" y="21066"/>
                    </a:cubicBezTo>
                    <a:cubicBezTo>
                      <a:pt x="7286" y="21066"/>
                      <a:pt x="7289" y="21064"/>
                      <a:pt x="7289" y="21060"/>
                    </a:cubicBezTo>
                    <a:cubicBezTo>
                      <a:pt x="7393" y="20706"/>
                      <a:pt x="7333" y="20335"/>
                      <a:pt x="7267" y="19981"/>
                    </a:cubicBezTo>
                    <a:cubicBezTo>
                      <a:pt x="7202" y="19600"/>
                      <a:pt x="7191" y="19213"/>
                      <a:pt x="7224" y="18831"/>
                    </a:cubicBezTo>
                    <a:lnTo>
                      <a:pt x="7224" y="18831"/>
                    </a:lnTo>
                    <a:cubicBezTo>
                      <a:pt x="7316" y="19017"/>
                      <a:pt x="7420" y="19191"/>
                      <a:pt x="7540" y="19360"/>
                    </a:cubicBezTo>
                    <a:cubicBezTo>
                      <a:pt x="7524" y="19371"/>
                      <a:pt x="7513" y="19393"/>
                      <a:pt x="7513" y="19414"/>
                    </a:cubicBezTo>
                    <a:cubicBezTo>
                      <a:pt x="7529" y="19774"/>
                      <a:pt x="7600" y="20128"/>
                      <a:pt x="7731" y="20466"/>
                    </a:cubicBezTo>
                    <a:cubicBezTo>
                      <a:pt x="7872" y="20864"/>
                      <a:pt x="7921" y="21251"/>
                      <a:pt x="7998" y="21665"/>
                    </a:cubicBezTo>
                    <a:cubicBezTo>
                      <a:pt x="7998" y="21676"/>
                      <a:pt x="8004" y="21681"/>
                      <a:pt x="8011" y="21681"/>
                    </a:cubicBezTo>
                    <a:cubicBezTo>
                      <a:pt x="8022" y="21681"/>
                      <a:pt x="8036" y="21670"/>
                      <a:pt x="8036" y="21654"/>
                    </a:cubicBezTo>
                    <a:cubicBezTo>
                      <a:pt x="8009" y="21224"/>
                      <a:pt x="8009" y="20842"/>
                      <a:pt x="7872" y="20423"/>
                    </a:cubicBezTo>
                    <a:cubicBezTo>
                      <a:pt x="7785" y="20139"/>
                      <a:pt x="7763" y="19839"/>
                      <a:pt x="7692" y="19562"/>
                    </a:cubicBezTo>
                    <a:lnTo>
                      <a:pt x="7692" y="19562"/>
                    </a:lnTo>
                    <a:cubicBezTo>
                      <a:pt x="8068" y="20019"/>
                      <a:pt x="8548" y="20488"/>
                      <a:pt x="8548" y="21120"/>
                    </a:cubicBezTo>
                    <a:cubicBezTo>
                      <a:pt x="8548" y="21135"/>
                      <a:pt x="8561" y="21143"/>
                      <a:pt x="8573" y="21143"/>
                    </a:cubicBezTo>
                    <a:cubicBezTo>
                      <a:pt x="8583" y="21143"/>
                      <a:pt x="8592" y="21138"/>
                      <a:pt x="8592" y="21125"/>
                    </a:cubicBezTo>
                    <a:cubicBezTo>
                      <a:pt x="8602" y="20640"/>
                      <a:pt x="8341" y="20243"/>
                      <a:pt x="8052" y="19878"/>
                    </a:cubicBezTo>
                    <a:cubicBezTo>
                      <a:pt x="7616" y="19327"/>
                      <a:pt x="7235" y="18782"/>
                      <a:pt x="7039" y="18101"/>
                    </a:cubicBezTo>
                    <a:cubicBezTo>
                      <a:pt x="6832" y="17360"/>
                      <a:pt x="6853" y="16646"/>
                      <a:pt x="6864" y="15889"/>
                    </a:cubicBezTo>
                    <a:cubicBezTo>
                      <a:pt x="6875" y="15600"/>
                      <a:pt x="6842" y="15306"/>
                      <a:pt x="6761" y="15028"/>
                    </a:cubicBezTo>
                    <a:cubicBezTo>
                      <a:pt x="6668" y="14734"/>
                      <a:pt x="6526" y="14461"/>
                      <a:pt x="6434" y="14167"/>
                    </a:cubicBezTo>
                    <a:cubicBezTo>
                      <a:pt x="6423" y="14124"/>
                      <a:pt x="6385" y="14091"/>
                      <a:pt x="6341" y="14085"/>
                    </a:cubicBezTo>
                    <a:cubicBezTo>
                      <a:pt x="6330" y="13900"/>
                      <a:pt x="6303" y="13715"/>
                      <a:pt x="6259" y="13535"/>
                    </a:cubicBezTo>
                    <a:lnTo>
                      <a:pt x="6259" y="13535"/>
                    </a:lnTo>
                    <a:cubicBezTo>
                      <a:pt x="6554" y="13780"/>
                      <a:pt x="6913" y="14058"/>
                      <a:pt x="6951" y="14456"/>
                    </a:cubicBezTo>
                    <a:cubicBezTo>
                      <a:pt x="6954" y="14477"/>
                      <a:pt x="6970" y="14486"/>
                      <a:pt x="6987" y="14486"/>
                    </a:cubicBezTo>
                    <a:cubicBezTo>
                      <a:pt x="7009" y="14486"/>
                      <a:pt x="7032" y="14470"/>
                      <a:pt x="7022" y="14445"/>
                    </a:cubicBezTo>
                    <a:cubicBezTo>
                      <a:pt x="6913" y="14036"/>
                      <a:pt x="6597" y="13535"/>
                      <a:pt x="6205" y="13344"/>
                    </a:cubicBezTo>
                    <a:cubicBezTo>
                      <a:pt x="5998" y="12630"/>
                      <a:pt x="5606" y="11938"/>
                      <a:pt x="5447" y="11246"/>
                    </a:cubicBezTo>
                    <a:cubicBezTo>
                      <a:pt x="5409" y="11056"/>
                      <a:pt x="5382" y="10860"/>
                      <a:pt x="5382" y="10669"/>
                    </a:cubicBezTo>
                    <a:lnTo>
                      <a:pt x="5382" y="10669"/>
                    </a:lnTo>
                    <a:cubicBezTo>
                      <a:pt x="5497" y="10800"/>
                      <a:pt x="5633" y="10920"/>
                      <a:pt x="5753" y="11056"/>
                    </a:cubicBezTo>
                    <a:cubicBezTo>
                      <a:pt x="5720" y="11230"/>
                      <a:pt x="5725" y="11410"/>
                      <a:pt x="5753" y="11584"/>
                    </a:cubicBezTo>
                    <a:cubicBezTo>
                      <a:pt x="5760" y="11610"/>
                      <a:pt x="5780" y="11622"/>
                      <a:pt x="5800" y="11622"/>
                    </a:cubicBezTo>
                    <a:cubicBezTo>
                      <a:pt x="5826" y="11622"/>
                      <a:pt x="5851" y="11602"/>
                      <a:pt x="5845" y="11568"/>
                    </a:cubicBezTo>
                    <a:cubicBezTo>
                      <a:pt x="5834" y="11443"/>
                      <a:pt x="5840" y="11323"/>
                      <a:pt x="5862" y="11203"/>
                    </a:cubicBezTo>
                    <a:cubicBezTo>
                      <a:pt x="6074" y="11519"/>
                      <a:pt x="6161" y="11851"/>
                      <a:pt x="6205" y="12233"/>
                    </a:cubicBezTo>
                    <a:cubicBezTo>
                      <a:pt x="6208" y="12262"/>
                      <a:pt x="6231" y="12276"/>
                      <a:pt x="6254" y="12276"/>
                    </a:cubicBezTo>
                    <a:cubicBezTo>
                      <a:pt x="6279" y="12276"/>
                      <a:pt x="6303" y="12261"/>
                      <a:pt x="6303" y="12233"/>
                    </a:cubicBezTo>
                    <a:cubicBezTo>
                      <a:pt x="6292" y="11862"/>
                      <a:pt x="6259" y="11513"/>
                      <a:pt x="6063" y="11192"/>
                    </a:cubicBezTo>
                    <a:cubicBezTo>
                      <a:pt x="5878" y="10887"/>
                      <a:pt x="5622" y="10647"/>
                      <a:pt x="5382" y="10391"/>
                    </a:cubicBezTo>
                    <a:cubicBezTo>
                      <a:pt x="5388" y="10168"/>
                      <a:pt x="5404" y="9939"/>
                      <a:pt x="5409" y="9710"/>
                    </a:cubicBezTo>
                    <a:cubicBezTo>
                      <a:pt x="5546" y="9852"/>
                      <a:pt x="5714" y="9971"/>
                      <a:pt x="5851" y="10113"/>
                    </a:cubicBezTo>
                    <a:cubicBezTo>
                      <a:pt x="6031" y="10315"/>
                      <a:pt x="6183" y="10549"/>
                      <a:pt x="6292" y="10800"/>
                    </a:cubicBezTo>
                    <a:cubicBezTo>
                      <a:pt x="6294" y="10803"/>
                      <a:pt x="6299" y="10805"/>
                      <a:pt x="6304" y="10805"/>
                    </a:cubicBezTo>
                    <a:cubicBezTo>
                      <a:pt x="6313" y="10805"/>
                      <a:pt x="6323" y="10799"/>
                      <a:pt x="6319" y="10789"/>
                    </a:cubicBezTo>
                    <a:cubicBezTo>
                      <a:pt x="6238" y="10500"/>
                      <a:pt x="6172" y="10244"/>
                      <a:pt x="5960" y="10020"/>
                    </a:cubicBezTo>
                    <a:cubicBezTo>
                      <a:pt x="5785" y="9835"/>
                      <a:pt x="5600" y="9650"/>
                      <a:pt x="5409" y="9481"/>
                    </a:cubicBezTo>
                    <a:lnTo>
                      <a:pt x="5409" y="9388"/>
                    </a:lnTo>
                    <a:cubicBezTo>
                      <a:pt x="5388" y="8860"/>
                      <a:pt x="5284" y="8342"/>
                      <a:pt x="5099" y="7852"/>
                    </a:cubicBezTo>
                    <a:lnTo>
                      <a:pt x="5099" y="7852"/>
                    </a:lnTo>
                    <a:cubicBezTo>
                      <a:pt x="5202" y="7895"/>
                      <a:pt x="5306" y="7955"/>
                      <a:pt x="5398" y="8021"/>
                    </a:cubicBezTo>
                    <a:cubicBezTo>
                      <a:pt x="5535" y="8119"/>
                      <a:pt x="5725" y="8271"/>
                      <a:pt x="5747" y="8446"/>
                    </a:cubicBezTo>
                    <a:cubicBezTo>
                      <a:pt x="5747" y="8465"/>
                      <a:pt x="5760" y="8473"/>
                      <a:pt x="5773" y="8473"/>
                    </a:cubicBezTo>
                    <a:cubicBezTo>
                      <a:pt x="5791" y="8473"/>
                      <a:pt x="5810" y="8459"/>
                      <a:pt x="5807" y="8435"/>
                    </a:cubicBezTo>
                    <a:cubicBezTo>
                      <a:pt x="5785" y="8255"/>
                      <a:pt x="5633" y="8086"/>
                      <a:pt x="5502" y="7972"/>
                    </a:cubicBezTo>
                    <a:cubicBezTo>
                      <a:pt x="5360" y="7852"/>
                      <a:pt x="5202" y="7759"/>
                      <a:pt x="5028" y="7688"/>
                    </a:cubicBezTo>
                    <a:cubicBezTo>
                      <a:pt x="4701" y="6925"/>
                      <a:pt x="4183" y="6244"/>
                      <a:pt x="3486" y="5797"/>
                    </a:cubicBezTo>
                    <a:cubicBezTo>
                      <a:pt x="3611" y="5787"/>
                      <a:pt x="3742" y="5765"/>
                      <a:pt x="3878" y="5743"/>
                    </a:cubicBezTo>
                    <a:cubicBezTo>
                      <a:pt x="3911" y="5738"/>
                      <a:pt x="3949" y="5732"/>
                      <a:pt x="3987" y="5727"/>
                    </a:cubicBezTo>
                    <a:lnTo>
                      <a:pt x="3987" y="5732"/>
                    </a:lnTo>
                    <a:cubicBezTo>
                      <a:pt x="4129" y="6141"/>
                      <a:pt x="4478" y="6451"/>
                      <a:pt x="4815" y="6702"/>
                    </a:cubicBezTo>
                    <a:cubicBezTo>
                      <a:pt x="4984" y="6838"/>
                      <a:pt x="5164" y="6953"/>
                      <a:pt x="5355" y="7056"/>
                    </a:cubicBezTo>
                    <a:cubicBezTo>
                      <a:pt x="5535" y="7143"/>
                      <a:pt x="5791" y="7236"/>
                      <a:pt x="5867" y="7443"/>
                    </a:cubicBezTo>
                    <a:cubicBezTo>
                      <a:pt x="5873" y="7464"/>
                      <a:pt x="5891" y="7472"/>
                      <a:pt x="5910" y="7472"/>
                    </a:cubicBezTo>
                    <a:cubicBezTo>
                      <a:pt x="5941" y="7472"/>
                      <a:pt x="5975" y="7448"/>
                      <a:pt x="5965" y="7410"/>
                    </a:cubicBezTo>
                    <a:cubicBezTo>
                      <a:pt x="5878" y="7122"/>
                      <a:pt x="5546" y="7007"/>
                      <a:pt x="5311" y="6855"/>
                    </a:cubicBezTo>
                    <a:cubicBezTo>
                      <a:pt x="4848" y="6560"/>
                      <a:pt x="4456" y="6168"/>
                      <a:pt x="4162" y="5710"/>
                    </a:cubicBezTo>
                    <a:cubicBezTo>
                      <a:pt x="4221" y="5707"/>
                      <a:pt x="4280" y="5705"/>
                      <a:pt x="4339" y="5705"/>
                    </a:cubicBezTo>
                    <a:cubicBezTo>
                      <a:pt x="4734" y="5705"/>
                      <a:pt x="5131" y="5789"/>
                      <a:pt x="5453" y="6021"/>
                    </a:cubicBezTo>
                    <a:cubicBezTo>
                      <a:pt x="5459" y="6025"/>
                      <a:pt x="5464" y="6026"/>
                      <a:pt x="5469" y="6026"/>
                    </a:cubicBezTo>
                    <a:cubicBezTo>
                      <a:pt x="5494" y="6026"/>
                      <a:pt x="5508" y="5991"/>
                      <a:pt x="5486" y="5977"/>
                    </a:cubicBezTo>
                    <a:cubicBezTo>
                      <a:pt x="5148" y="5754"/>
                      <a:pt x="4761" y="5612"/>
                      <a:pt x="4358" y="5558"/>
                    </a:cubicBezTo>
                    <a:cubicBezTo>
                      <a:pt x="4277" y="5547"/>
                      <a:pt x="4197" y="5543"/>
                      <a:pt x="4117" y="5543"/>
                    </a:cubicBezTo>
                    <a:cubicBezTo>
                      <a:pt x="3986" y="5543"/>
                      <a:pt x="3855" y="5556"/>
                      <a:pt x="3726" y="5580"/>
                    </a:cubicBezTo>
                    <a:cubicBezTo>
                      <a:pt x="3598" y="5602"/>
                      <a:pt x="3465" y="5614"/>
                      <a:pt x="3333" y="5614"/>
                    </a:cubicBezTo>
                    <a:cubicBezTo>
                      <a:pt x="3275" y="5614"/>
                      <a:pt x="3216" y="5612"/>
                      <a:pt x="3159" y="5607"/>
                    </a:cubicBezTo>
                    <a:cubicBezTo>
                      <a:pt x="3104" y="5580"/>
                      <a:pt x="3044" y="5552"/>
                      <a:pt x="2990" y="5530"/>
                    </a:cubicBezTo>
                    <a:cubicBezTo>
                      <a:pt x="2658" y="5385"/>
                      <a:pt x="2272" y="5251"/>
                      <a:pt x="1897" y="5251"/>
                    </a:cubicBezTo>
                    <a:cubicBezTo>
                      <a:pt x="1736" y="5251"/>
                      <a:pt x="1578" y="5276"/>
                      <a:pt x="1426" y="5334"/>
                    </a:cubicBezTo>
                    <a:cubicBezTo>
                      <a:pt x="1617" y="4457"/>
                      <a:pt x="1426" y="3460"/>
                      <a:pt x="1470" y="2588"/>
                    </a:cubicBezTo>
                    <a:cubicBezTo>
                      <a:pt x="1486" y="2065"/>
                      <a:pt x="1617" y="1553"/>
                      <a:pt x="1851" y="1084"/>
                    </a:cubicBezTo>
                    <a:cubicBezTo>
                      <a:pt x="2020" y="724"/>
                      <a:pt x="2026" y="425"/>
                      <a:pt x="1976" y="32"/>
                    </a:cubicBezTo>
                    <a:cubicBezTo>
                      <a:pt x="1974" y="27"/>
                      <a:pt x="1970" y="24"/>
                      <a:pt x="1966" y="24"/>
                    </a:cubicBezTo>
                    <a:cubicBezTo>
                      <a:pt x="1962" y="24"/>
                      <a:pt x="1957" y="27"/>
                      <a:pt x="1955" y="32"/>
                    </a:cubicBezTo>
                    <a:cubicBezTo>
                      <a:pt x="1944" y="299"/>
                      <a:pt x="1922" y="572"/>
                      <a:pt x="1802" y="812"/>
                    </a:cubicBezTo>
                    <a:cubicBezTo>
                      <a:pt x="1699" y="1019"/>
                      <a:pt x="1584" y="1220"/>
                      <a:pt x="1497" y="1433"/>
                    </a:cubicBezTo>
                    <a:cubicBezTo>
                      <a:pt x="1475" y="1476"/>
                      <a:pt x="1464" y="1515"/>
                      <a:pt x="1448" y="1558"/>
                    </a:cubicBezTo>
                    <a:cubicBezTo>
                      <a:pt x="1257" y="1035"/>
                      <a:pt x="740" y="648"/>
                      <a:pt x="778" y="16"/>
                    </a:cubicBezTo>
                    <a:cubicBezTo>
                      <a:pt x="778" y="7"/>
                      <a:pt x="769" y="1"/>
                      <a:pt x="7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8" name="Google Shape;6008;p67"/>
              <p:cNvSpPr/>
              <p:nvPr/>
            </p:nvSpPr>
            <p:spPr>
              <a:xfrm>
                <a:off x="4953610" y="3815202"/>
                <a:ext cx="106625" cy="536712"/>
              </a:xfrm>
              <a:custGeom>
                <a:rect b="b" l="l" r="r" t="t"/>
                <a:pathLst>
                  <a:path extrusionOk="0" h="21237" w="4219">
                    <a:moveTo>
                      <a:pt x="996" y="1"/>
                    </a:moveTo>
                    <a:cubicBezTo>
                      <a:pt x="957" y="1"/>
                      <a:pt x="919" y="21"/>
                      <a:pt x="901" y="65"/>
                    </a:cubicBezTo>
                    <a:cubicBezTo>
                      <a:pt x="781" y="376"/>
                      <a:pt x="759" y="736"/>
                      <a:pt x="759" y="1095"/>
                    </a:cubicBezTo>
                    <a:cubicBezTo>
                      <a:pt x="656" y="1400"/>
                      <a:pt x="694" y="1755"/>
                      <a:pt x="700" y="2071"/>
                    </a:cubicBezTo>
                    <a:cubicBezTo>
                      <a:pt x="683" y="2082"/>
                      <a:pt x="667" y="2092"/>
                      <a:pt x="661" y="2109"/>
                    </a:cubicBezTo>
                    <a:cubicBezTo>
                      <a:pt x="563" y="2370"/>
                      <a:pt x="433" y="2616"/>
                      <a:pt x="280" y="2844"/>
                    </a:cubicBezTo>
                    <a:cubicBezTo>
                      <a:pt x="155" y="3019"/>
                      <a:pt x="62" y="3215"/>
                      <a:pt x="8" y="3422"/>
                    </a:cubicBezTo>
                    <a:cubicBezTo>
                      <a:pt x="0" y="3440"/>
                      <a:pt x="18" y="3456"/>
                      <a:pt x="33" y="3456"/>
                    </a:cubicBezTo>
                    <a:cubicBezTo>
                      <a:pt x="41" y="3456"/>
                      <a:pt x="48" y="3453"/>
                      <a:pt x="51" y="3444"/>
                    </a:cubicBezTo>
                    <a:cubicBezTo>
                      <a:pt x="149" y="3084"/>
                      <a:pt x="514" y="2817"/>
                      <a:pt x="694" y="2490"/>
                    </a:cubicBezTo>
                    <a:cubicBezTo>
                      <a:pt x="694" y="2812"/>
                      <a:pt x="700" y="3133"/>
                      <a:pt x="705" y="3455"/>
                    </a:cubicBezTo>
                    <a:cubicBezTo>
                      <a:pt x="672" y="3515"/>
                      <a:pt x="640" y="3569"/>
                      <a:pt x="601" y="3624"/>
                    </a:cubicBezTo>
                    <a:cubicBezTo>
                      <a:pt x="498" y="3760"/>
                      <a:pt x="389" y="3891"/>
                      <a:pt x="291" y="4027"/>
                    </a:cubicBezTo>
                    <a:cubicBezTo>
                      <a:pt x="144" y="4245"/>
                      <a:pt x="24" y="4468"/>
                      <a:pt x="40" y="4735"/>
                    </a:cubicBezTo>
                    <a:cubicBezTo>
                      <a:pt x="40" y="4738"/>
                      <a:pt x="43" y="4739"/>
                      <a:pt x="46" y="4739"/>
                    </a:cubicBezTo>
                    <a:cubicBezTo>
                      <a:pt x="48" y="4739"/>
                      <a:pt x="51" y="4738"/>
                      <a:pt x="51" y="4735"/>
                    </a:cubicBezTo>
                    <a:cubicBezTo>
                      <a:pt x="62" y="4485"/>
                      <a:pt x="182" y="4299"/>
                      <a:pt x="340" y="4130"/>
                    </a:cubicBezTo>
                    <a:cubicBezTo>
                      <a:pt x="487" y="4337"/>
                      <a:pt x="454" y="4588"/>
                      <a:pt x="460" y="4839"/>
                    </a:cubicBezTo>
                    <a:cubicBezTo>
                      <a:pt x="460" y="4853"/>
                      <a:pt x="470" y="4860"/>
                      <a:pt x="480" y="4860"/>
                    </a:cubicBezTo>
                    <a:cubicBezTo>
                      <a:pt x="489" y="4860"/>
                      <a:pt x="498" y="4854"/>
                      <a:pt x="498" y="4844"/>
                    </a:cubicBezTo>
                    <a:cubicBezTo>
                      <a:pt x="509" y="4561"/>
                      <a:pt x="563" y="4299"/>
                      <a:pt x="400" y="4065"/>
                    </a:cubicBezTo>
                    <a:cubicBezTo>
                      <a:pt x="460" y="4005"/>
                      <a:pt x="514" y="3951"/>
                      <a:pt x="574" y="3896"/>
                    </a:cubicBezTo>
                    <a:cubicBezTo>
                      <a:pt x="618" y="3852"/>
                      <a:pt x="667" y="3809"/>
                      <a:pt x="716" y="3760"/>
                    </a:cubicBezTo>
                    <a:cubicBezTo>
                      <a:pt x="749" y="4474"/>
                      <a:pt x="836" y="5187"/>
                      <a:pt x="977" y="5890"/>
                    </a:cubicBezTo>
                    <a:cubicBezTo>
                      <a:pt x="1135" y="6691"/>
                      <a:pt x="1451" y="7438"/>
                      <a:pt x="1631" y="8228"/>
                    </a:cubicBezTo>
                    <a:cubicBezTo>
                      <a:pt x="1718" y="8599"/>
                      <a:pt x="1762" y="8980"/>
                      <a:pt x="1768" y="9361"/>
                    </a:cubicBezTo>
                    <a:cubicBezTo>
                      <a:pt x="1762" y="9372"/>
                      <a:pt x="1762" y="9378"/>
                      <a:pt x="1762" y="9389"/>
                    </a:cubicBezTo>
                    <a:cubicBezTo>
                      <a:pt x="1697" y="10113"/>
                      <a:pt x="1604" y="10844"/>
                      <a:pt x="1582" y="11574"/>
                    </a:cubicBezTo>
                    <a:cubicBezTo>
                      <a:pt x="1462" y="11841"/>
                      <a:pt x="1272" y="12091"/>
                      <a:pt x="1195" y="12375"/>
                    </a:cubicBezTo>
                    <a:cubicBezTo>
                      <a:pt x="1135" y="12620"/>
                      <a:pt x="1125" y="12876"/>
                      <a:pt x="1174" y="13127"/>
                    </a:cubicBezTo>
                    <a:cubicBezTo>
                      <a:pt x="1174" y="13133"/>
                      <a:pt x="1177" y="13136"/>
                      <a:pt x="1182" y="13136"/>
                    </a:cubicBezTo>
                    <a:cubicBezTo>
                      <a:pt x="1188" y="13136"/>
                      <a:pt x="1195" y="13131"/>
                      <a:pt x="1195" y="13121"/>
                    </a:cubicBezTo>
                    <a:cubicBezTo>
                      <a:pt x="1174" y="12772"/>
                      <a:pt x="1228" y="12440"/>
                      <a:pt x="1408" y="12135"/>
                    </a:cubicBezTo>
                    <a:cubicBezTo>
                      <a:pt x="1468" y="12037"/>
                      <a:pt x="1522" y="11944"/>
                      <a:pt x="1577" y="11846"/>
                    </a:cubicBezTo>
                    <a:cubicBezTo>
                      <a:pt x="1582" y="12533"/>
                      <a:pt x="1713" y="13181"/>
                      <a:pt x="1887" y="13846"/>
                    </a:cubicBezTo>
                    <a:cubicBezTo>
                      <a:pt x="2073" y="14603"/>
                      <a:pt x="2220" y="15366"/>
                      <a:pt x="2323" y="16140"/>
                    </a:cubicBezTo>
                    <a:cubicBezTo>
                      <a:pt x="2394" y="16603"/>
                      <a:pt x="2481" y="17039"/>
                      <a:pt x="2525" y="17491"/>
                    </a:cubicBezTo>
                    <a:cubicBezTo>
                      <a:pt x="2498" y="17491"/>
                      <a:pt x="2481" y="17508"/>
                      <a:pt x="2465" y="17524"/>
                    </a:cubicBezTo>
                    <a:cubicBezTo>
                      <a:pt x="2045" y="18183"/>
                      <a:pt x="2040" y="19022"/>
                      <a:pt x="2443" y="19687"/>
                    </a:cubicBezTo>
                    <a:cubicBezTo>
                      <a:pt x="2863" y="20374"/>
                      <a:pt x="3555" y="20782"/>
                      <a:pt x="4203" y="21235"/>
                    </a:cubicBezTo>
                    <a:cubicBezTo>
                      <a:pt x="4205" y="21236"/>
                      <a:pt x="4207" y="21236"/>
                      <a:pt x="4209" y="21236"/>
                    </a:cubicBezTo>
                    <a:cubicBezTo>
                      <a:pt x="4216" y="21236"/>
                      <a:pt x="4219" y="21227"/>
                      <a:pt x="4214" y="21218"/>
                    </a:cubicBezTo>
                    <a:cubicBezTo>
                      <a:pt x="3675" y="20837"/>
                      <a:pt x="2988" y="20439"/>
                      <a:pt x="2650" y="19851"/>
                    </a:cubicBezTo>
                    <a:cubicBezTo>
                      <a:pt x="2498" y="19584"/>
                      <a:pt x="2389" y="19289"/>
                      <a:pt x="2340" y="18990"/>
                    </a:cubicBezTo>
                    <a:lnTo>
                      <a:pt x="2340" y="18990"/>
                    </a:lnTo>
                    <a:cubicBezTo>
                      <a:pt x="2541" y="19229"/>
                      <a:pt x="2830" y="19404"/>
                      <a:pt x="3015" y="19665"/>
                    </a:cubicBezTo>
                    <a:cubicBezTo>
                      <a:pt x="3021" y="19674"/>
                      <a:pt x="3028" y="19677"/>
                      <a:pt x="3034" y="19677"/>
                    </a:cubicBezTo>
                    <a:cubicBezTo>
                      <a:pt x="3055" y="19677"/>
                      <a:pt x="3075" y="19646"/>
                      <a:pt x="3059" y="19622"/>
                    </a:cubicBezTo>
                    <a:cubicBezTo>
                      <a:pt x="2846" y="19289"/>
                      <a:pt x="2514" y="19066"/>
                      <a:pt x="2329" y="18712"/>
                    </a:cubicBezTo>
                    <a:cubicBezTo>
                      <a:pt x="2329" y="18701"/>
                      <a:pt x="2323" y="18695"/>
                      <a:pt x="2312" y="18690"/>
                    </a:cubicBezTo>
                    <a:cubicBezTo>
                      <a:pt x="2312" y="18358"/>
                      <a:pt x="2394" y="18031"/>
                      <a:pt x="2541" y="17731"/>
                    </a:cubicBezTo>
                    <a:cubicBezTo>
                      <a:pt x="2552" y="17889"/>
                      <a:pt x="2552" y="18047"/>
                      <a:pt x="2547" y="18200"/>
                    </a:cubicBezTo>
                    <a:cubicBezTo>
                      <a:pt x="2547" y="18200"/>
                      <a:pt x="2552" y="18202"/>
                      <a:pt x="2555" y="18202"/>
                    </a:cubicBezTo>
                    <a:cubicBezTo>
                      <a:pt x="2556" y="18202"/>
                      <a:pt x="2558" y="18201"/>
                      <a:pt x="2558" y="18200"/>
                    </a:cubicBezTo>
                    <a:cubicBezTo>
                      <a:pt x="2612" y="18042"/>
                      <a:pt x="2639" y="17867"/>
                      <a:pt x="2639" y="17698"/>
                    </a:cubicBezTo>
                    <a:cubicBezTo>
                      <a:pt x="2961" y="17878"/>
                      <a:pt x="3108" y="18227"/>
                      <a:pt x="3239" y="18565"/>
                    </a:cubicBezTo>
                    <a:cubicBezTo>
                      <a:pt x="3233" y="18570"/>
                      <a:pt x="3233" y="18581"/>
                      <a:pt x="3233" y="18586"/>
                    </a:cubicBezTo>
                    <a:cubicBezTo>
                      <a:pt x="3250" y="18919"/>
                      <a:pt x="3228" y="19251"/>
                      <a:pt x="3326" y="19573"/>
                    </a:cubicBezTo>
                    <a:cubicBezTo>
                      <a:pt x="3331" y="19595"/>
                      <a:pt x="3349" y="19605"/>
                      <a:pt x="3366" y="19605"/>
                    </a:cubicBezTo>
                    <a:cubicBezTo>
                      <a:pt x="3387" y="19605"/>
                      <a:pt x="3408" y="19589"/>
                      <a:pt x="3402" y="19562"/>
                    </a:cubicBezTo>
                    <a:cubicBezTo>
                      <a:pt x="3326" y="19306"/>
                      <a:pt x="3320" y="19044"/>
                      <a:pt x="3315" y="18777"/>
                    </a:cubicBezTo>
                    <a:lnTo>
                      <a:pt x="3315" y="18777"/>
                    </a:lnTo>
                    <a:cubicBezTo>
                      <a:pt x="3342" y="18848"/>
                      <a:pt x="3370" y="18913"/>
                      <a:pt x="3397" y="18984"/>
                    </a:cubicBezTo>
                    <a:cubicBezTo>
                      <a:pt x="3615" y="19464"/>
                      <a:pt x="3854" y="19938"/>
                      <a:pt x="4181" y="20352"/>
                    </a:cubicBezTo>
                    <a:cubicBezTo>
                      <a:pt x="4184" y="20353"/>
                      <a:pt x="4187" y="20354"/>
                      <a:pt x="4190" y="20354"/>
                    </a:cubicBezTo>
                    <a:cubicBezTo>
                      <a:pt x="4197" y="20354"/>
                      <a:pt x="4202" y="20349"/>
                      <a:pt x="4198" y="20341"/>
                    </a:cubicBezTo>
                    <a:cubicBezTo>
                      <a:pt x="3871" y="19758"/>
                      <a:pt x="3577" y="19159"/>
                      <a:pt x="3326" y="18537"/>
                    </a:cubicBezTo>
                    <a:cubicBezTo>
                      <a:pt x="3179" y="18161"/>
                      <a:pt x="3021" y="17775"/>
                      <a:pt x="2639" y="17600"/>
                    </a:cubicBezTo>
                    <a:cubicBezTo>
                      <a:pt x="2618" y="17197"/>
                      <a:pt x="2498" y="16777"/>
                      <a:pt x="2443" y="16401"/>
                    </a:cubicBezTo>
                    <a:cubicBezTo>
                      <a:pt x="2411" y="16156"/>
                      <a:pt x="2378" y="15911"/>
                      <a:pt x="2340" y="15671"/>
                    </a:cubicBezTo>
                    <a:lnTo>
                      <a:pt x="2340" y="15671"/>
                    </a:lnTo>
                    <a:cubicBezTo>
                      <a:pt x="2476" y="15873"/>
                      <a:pt x="2667" y="16036"/>
                      <a:pt x="2770" y="16260"/>
                    </a:cubicBezTo>
                    <a:cubicBezTo>
                      <a:pt x="2890" y="16521"/>
                      <a:pt x="2977" y="16805"/>
                      <a:pt x="3021" y="17088"/>
                    </a:cubicBezTo>
                    <a:cubicBezTo>
                      <a:pt x="3026" y="17110"/>
                      <a:pt x="3041" y="17120"/>
                      <a:pt x="3057" y="17120"/>
                    </a:cubicBezTo>
                    <a:cubicBezTo>
                      <a:pt x="3076" y="17120"/>
                      <a:pt x="3095" y="17104"/>
                      <a:pt x="3092" y="17077"/>
                    </a:cubicBezTo>
                    <a:cubicBezTo>
                      <a:pt x="3064" y="16783"/>
                      <a:pt x="3059" y="16461"/>
                      <a:pt x="2912" y="16194"/>
                    </a:cubicBezTo>
                    <a:cubicBezTo>
                      <a:pt x="2743" y="15917"/>
                      <a:pt x="2558" y="15655"/>
                      <a:pt x="2351" y="15404"/>
                    </a:cubicBezTo>
                    <a:cubicBezTo>
                      <a:pt x="2340" y="15388"/>
                      <a:pt x="2323" y="15377"/>
                      <a:pt x="2302" y="15377"/>
                    </a:cubicBezTo>
                    <a:cubicBezTo>
                      <a:pt x="2242" y="14947"/>
                      <a:pt x="2171" y="14511"/>
                      <a:pt x="2067" y="14086"/>
                    </a:cubicBezTo>
                    <a:cubicBezTo>
                      <a:pt x="1991" y="13764"/>
                      <a:pt x="1915" y="13443"/>
                      <a:pt x="1849" y="13121"/>
                    </a:cubicBezTo>
                    <a:lnTo>
                      <a:pt x="1849" y="13121"/>
                    </a:lnTo>
                    <a:cubicBezTo>
                      <a:pt x="2024" y="13410"/>
                      <a:pt x="2269" y="13612"/>
                      <a:pt x="2492" y="13868"/>
                    </a:cubicBezTo>
                    <a:cubicBezTo>
                      <a:pt x="2814" y="14244"/>
                      <a:pt x="2988" y="14690"/>
                      <a:pt x="3113" y="15165"/>
                    </a:cubicBezTo>
                    <a:cubicBezTo>
                      <a:pt x="3116" y="15171"/>
                      <a:pt x="3122" y="15174"/>
                      <a:pt x="3128" y="15174"/>
                    </a:cubicBezTo>
                    <a:cubicBezTo>
                      <a:pt x="3137" y="15174"/>
                      <a:pt x="3146" y="15169"/>
                      <a:pt x="3146" y="15159"/>
                    </a:cubicBezTo>
                    <a:cubicBezTo>
                      <a:pt x="3070" y="14783"/>
                      <a:pt x="2961" y="14413"/>
                      <a:pt x="2748" y="14091"/>
                    </a:cubicBezTo>
                    <a:cubicBezTo>
                      <a:pt x="2487" y="13699"/>
                      <a:pt x="2089" y="13426"/>
                      <a:pt x="1871" y="13001"/>
                    </a:cubicBezTo>
                    <a:cubicBezTo>
                      <a:pt x="1863" y="12985"/>
                      <a:pt x="1848" y="12978"/>
                      <a:pt x="1832" y="12978"/>
                    </a:cubicBezTo>
                    <a:cubicBezTo>
                      <a:pt x="1827" y="12978"/>
                      <a:pt x="1822" y="12978"/>
                      <a:pt x="1817" y="12980"/>
                    </a:cubicBezTo>
                    <a:cubicBezTo>
                      <a:pt x="1735" y="12576"/>
                      <a:pt x="1702" y="12162"/>
                      <a:pt x="1724" y="11748"/>
                    </a:cubicBezTo>
                    <a:cubicBezTo>
                      <a:pt x="1729" y="11634"/>
                      <a:pt x="1740" y="11514"/>
                      <a:pt x="1751" y="11399"/>
                    </a:cubicBezTo>
                    <a:cubicBezTo>
                      <a:pt x="2002" y="11655"/>
                      <a:pt x="2176" y="11950"/>
                      <a:pt x="2203" y="12320"/>
                    </a:cubicBezTo>
                    <a:cubicBezTo>
                      <a:pt x="2203" y="12334"/>
                      <a:pt x="2216" y="12341"/>
                      <a:pt x="2228" y="12341"/>
                    </a:cubicBezTo>
                    <a:cubicBezTo>
                      <a:pt x="2240" y="12341"/>
                      <a:pt x="2252" y="12334"/>
                      <a:pt x="2252" y="12320"/>
                    </a:cubicBezTo>
                    <a:cubicBezTo>
                      <a:pt x="2258" y="11890"/>
                      <a:pt x="2062" y="11525"/>
                      <a:pt x="1773" y="11219"/>
                    </a:cubicBezTo>
                    <a:cubicBezTo>
                      <a:pt x="1844" y="10631"/>
                      <a:pt x="1947" y="10037"/>
                      <a:pt x="1942" y="9449"/>
                    </a:cubicBezTo>
                    <a:cubicBezTo>
                      <a:pt x="1953" y="9111"/>
                      <a:pt x="1926" y="8773"/>
                      <a:pt x="1866" y="8441"/>
                    </a:cubicBezTo>
                    <a:cubicBezTo>
                      <a:pt x="1724" y="7650"/>
                      <a:pt x="1402" y="6904"/>
                      <a:pt x="1239" y="6114"/>
                    </a:cubicBezTo>
                    <a:cubicBezTo>
                      <a:pt x="1065" y="5280"/>
                      <a:pt x="977" y="4436"/>
                      <a:pt x="977" y="3585"/>
                    </a:cubicBezTo>
                    <a:lnTo>
                      <a:pt x="977" y="2834"/>
                    </a:lnTo>
                    <a:cubicBezTo>
                      <a:pt x="1097" y="3084"/>
                      <a:pt x="1255" y="3318"/>
                      <a:pt x="1392" y="3558"/>
                    </a:cubicBezTo>
                    <a:cubicBezTo>
                      <a:pt x="1571" y="3885"/>
                      <a:pt x="1729" y="4228"/>
                      <a:pt x="1866" y="4577"/>
                    </a:cubicBezTo>
                    <a:cubicBezTo>
                      <a:pt x="1964" y="4801"/>
                      <a:pt x="2029" y="5040"/>
                      <a:pt x="2056" y="5286"/>
                    </a:cubicBezTo>
                    <a:cubicBezTo>
                      <a:pt x="2056" y="5296"/>
                      <a:pt x="2056" y="5302"/>
                      <a:pt x="2056" y="5307"/>
                    </a:cubicBezTo>
                    <a:cubicBezTo>
                      <a:pt x="2084" y="5520"/>
                      <a:pt x="2089" y="5732"/>
                      <a:pt x="2078" y="5939"/>
                    </a:cubicBezTo>
                    <a:cubicBezTo>
                      <a:pt x="2056" y="6277"/>
                      <a:pt x="2051" y="6610"/>
                      <a:pt x="2127" y="6937"/>
                    </a:cubicBezTo>
                    <a:cubicBezTo>
                      <a:pt x="2258" y="7509"/>
                      <a:pt x="2530" y="8059"/>
                      <a:pt x="2634" y="8642"/>
                    </a:cubicBezTo>
                    <a:cubicBezTo>
                      <a:pt x="2416" y="8871"/>
                      <a:pt x="2203" y="9247"/>
                      <a:pt x="2187" y="9568"/>
                    </a:cubicBezTo>
                    <a:cubicBezTo>
                      <a:pt x="2187" y="9584"/>
                      <a:pt x="2198" y="9593"/>
                      <a:pt x="2209" y="9593"/>
                    </a:cubicBezTo>
                    <a:cubicBezTo>
                      <a:pt x="2216" y="9593"/>
                      <a:pt x="2223" y="9588"/>
                      <a:pt x="2225" y="9579"/>
                    </a:cubicBezTo>
                    <a:cubicBezTo>
                      <a:pt x="2302" y="9400"/>
                      <a:pt x="2394" y="9231"/>
                      <a:pt x="2498" y="9073"/>
                    </a:cubicBezTo>
                    <a:cubicBezTo>
                      <a:pt x="2563" y="8985"/>
                      <a:pt x="2612" y="8893"/>
                      <a:pt x="2661" y="8800"/>
                    </a:cubicBezTo>
                    <a:cubicBezTo>
                      <a:pt x="2667" y="8844"/>
                      <a:pt x="2672" y="8893"/>
                      <a:pt x="2672" y="8942"/>
                    </a:cubicBezTo>
                    <a:cubicBezTo>
                      <a:pt x="2688" y="9247"/>
                      <a:pt x="2737" y="10081"/>
                      <a:pt x="2405" y="10239"/>
                    </a:cubicBezTo>
                    <a:cubicBezTo>
                      <a:pt x="2372" y="10255"/>
                      <a:pt x="2378" y="10310"/>
                      <a:pt x="2421" y="10315"/>
                    </a:cubicBezTo>
                    <a:cubicBezTo>
                      <a:pt x="2436" y="10317"/>
                      <a:pt x="2449" y="10318"/>
                      <a:pt x="2463" y="10318"/>
                    </a:cubicBezTo>
                    <a:cubicBezTo>
                      <a:pt x="2804" y="10318"/>
                      <a:pt x="2825" y="9598"/>
                      <a:pt x="2841" y="9378"/>
                    </a:cubicBezTo>
                    <a:cubicBezTo>
                      <a:pt x="2890" y="8691"/>
                      <a:pt x="2650" y="8092"/>
                      <a:pt x="2438" y="7449"/>
                    </a:cubicBezTo>
                    <a:cubicBezTo>
                      <a:pt x="2274" y="6964"/>
                      <a:pt x="2198" y="6457"/>
                      <a:pt x="2220" y="5950"/>
                    </a:cubicBezTo>
                    <a:cubicBezTo>
                      <a:pt x="2225" y="5771"/>
                      <a:pt x="2231" y="5585"/>
                      <a:pt x="2220" y="5411"/>
                    </a:cubicBezTo>
                    <a:lnTo>
                      <a:pt x="2220" y="5411"/>
                    </a:lnTo>
                    <a:cubicBezTo>
                      <a:pt x="2356" y="5482"/>
                      <a:pt x="2481" y="5574"/>
                      <a:pt x="2590" y="5683"/>
                    </a:cubicBezTo>
                    <a:cubicBezTo>
                      <a:pt x="2737" y="5847"/>
                      <a:pt x="2836" y="6054"/>
                      <a:pt x="2863" y="6277"/>
                    </a:cubicBezTo>
                    <a:cubicBezTo>
                      <a:pt x="2863" y="6284"/>
                      <a:pt x="2868" y="6287"/>
                      <a:pt x="2873" y="6287"/>
                    </a:cubicBezTo>
                    <a:cubicBezTo>
                      <a:pt x="2881" y="6287"/>
                      <a:pt x="2890" y="6281"/>
                      <a:pt x="2890" y="6272"/>
                    </a:cubicBezTo>
                    <a:cubicBezTo>
                      <a:pt x="2830" y="5809"/>
                      <a:pt x="2585" y="5542"/>
                      <a:pt x="2214" y="5302"/>
                    </a:cubicBezTo>
                    <a:cubicBezTo>
                      <a:pt x="2198" y="5160"/>
                      <a:pt x="2165" y="5019"/>
                      <a:pt x="2122" y="4882"/>
                    </a:cubicBezTo>
                    <a:cubicBezTo>
                      <a:pt x="1838" y="4038"/>
                      <a:pt x="1386" y="3302"/>
                      <a:pt x="988" y="2517"/>
                    </a:cubicBezTo>
                    <a:cubicBezTo>
                      <a:pt x="983" y="2507"/>
                      <a:pt x="977" y="2501"/>
                      <a:pt x="967" y="2490"/>
                    </a:cubicBezTo>
                    <a:cubicBezTo>
                      <a:pt x="972" y="2060"/>
                      <a:pt x="999" y="1629"/>
                      <a:pt x="1048" y="1204"/>
                    </a:cubicBezTo>
                    <a:cubicBezTo>
                      <a:pt x="1184" y="1444"/>
                      <a:pt x="1359" y="1667"/>
                      <a:pt x="1560" y="1858"/>
                    </a:cubicBezTo>
                    <a:cubicBezTo>
                      <a:pt x="1555" y="1864"/>
                      <a:pt x="1555" y="1869"/>
                      <a:pt x="1555" y="1874"/>
                    </a:cubicBezTo>
                    <a:cubicBezTo>
                      <a:pt x="1517" y="2250"/>
                      <a:pt x="1522" y="2632"/>
                      <a:pt x="1571" y="3002"/>
                    </a:cubicBezTo>
                    <a:cubicBezTo>
                      <a:pt x="1574" y="3024"/>
                      <a:pt x="1592" y="3035"/>
                      <a:pt x="1610" y="3035"/>
                    </a:cubicBezTo>
                    <a:cubicBezTo>
                      <a:pt x="1627" y="3035"/>
                      <a:pt x="1645" y="3024"/>
                      <a:pt x="1648" y="3002"/>
                    </a:cubicBezTo>
                    <a:cubicBezTo>
                      <a:pt x="1697" y="2670"/>
                      <a:pt x="1718" y="2332"/>
                      <a:pt x="1708" y="2000"/>
                    </a:cubicBezTo>
                    <a:lnTo>
                      <a:pt x="1708" y="2000"/>
                    </a:lnTo>
                    <a:cubicBezTo>
                      <a:pt x="1718" y="2005"/>
                      <a:pt x="1729" y="2016"/>
                      <a:pt x="1740" y="2027"/>
                    </a:cubicBezTo>
                    <a:cubicBezTo>
                      <a:pt x="1920" y="2180"/>
                      <a:pt x="2084" y="2349"/>
                      <a:pt x="2236" y="2523"/>
                    </a:cubicBezTo>
                    <a:cubicBezTo>
                      <a:pt x="2198" y="2986"/>
                      <a:pt x="2220" y="3526"/>
                      <a:pt x="2411" y="3940"/>
                    </a:cubicBezTo>
                    <a:cubicBezTo>
                      <a:pt x="2413" y="3944"/>
                      <a:pt x="2415" y="3946"/>
                      <a:pt x="2418" y="3946"/>
                    </a:cubicBezTo>
                    <a:cubicBezTo>
                      <a:pt x="2423" y="3946"/>
                      <a:pt x="2427" y="3941"/>
                      <a:pt x="2427" y="3934"/>
                    </a:cubicBezTo>
                    <a:cubicBezTo>
                      <a:pt x="2345" y="3531"/>
                      <a:pt x="2411" y="3111"/>
                      <a:pt x="2378" y="2703"/>
                    </a:cubicBezTo>
                    <a:lnTo>
                      <a:pt x="2378" y="2703"/>
                    </a:lnTo>
                    <a:cubicBezTo>
                      <a:pt x="2667" y="3090"/>
                      <a:pt x="2863" y="3531"/>
                      <a:pt x="2955" y="4000"/>
                    </a:cubicBezTo>
                    <a:cubicBezTo>
                      <a:pt x="2963" y="4032"/>
                      <a:pt x="2991" y="4048"/>
                      <a:pt x="3017" y="4048"/>
                    </a:cubicBezTo>
                    <a:cubicBezTo>
                      <a:pt x="3044" y="4048"/>
                      <a:pt x="3070" y="4030"/>
                      <a:pt x="3070" y="3994"/>
                    </a:cubicBezTo>
                    <a:cubicBezTo>
                      <a:pt x="3097" y="3351"/>
                      <a:pt x="2694" y="2725"/>
                      <a:pt x="2263" y="2272"/>
                    </a:cubicBezTo>
                    <a:cubicBezTo>
                      <a:pt x="2018" y="2016"/>
                      <a:pt x="1697" y="1809"/>
                      <a:pt x="1473" y="1537"/>
                    </a:cubicBezTo>
                    <a:cubicBezTo>
                      <a:pt x="1304" y="1324"/>
                      <a:pt x="1212" y="1090"/>
                      <a:pt x="1103" y="856"/>
                    </a:cubicBezTo>
                    <a:lnTo>
                      <a:pt x="1103" y="856"/>
                    </a:lnTo>
                    <a:cubicBezTo>
                      <a:pt x="1179" y="915"/>
                      <a:pt x="1261" y="970"/>
                      <a:pt x="1343" y="1024"/>
                    </a:cubicBezTo>
                    <a:cubicBezTo>
                      <a:pt x="1348" y="1046"/>
                      <a:pt x="1364" y="1068"/>
                      <a:pt x="1386" y="1073"/>
                    </a:cubicBezTo>
                    <a:lnTo>
                      <a:pt x="1435" y="1084"/>
                    </a:lnTo>
                    <a:cubicBezTo>
                      <a:pt x="1838" y="1324"/>
                      <a:pt x="2280" y="1504"/>
                      <a:pt x="2590" y="1869"/>
                    </a:cubicBezTo>
                    <a:cubicBezTo>
                      <a:pt x="2599" y="1879"/>
                      <a:pt x="2609" y="1883"/>
                      <a:pt x="2618" y="1883"/>
                    </a:cubicBezTo>
                    <a:cubicBezTo>
                      <a:pt x="2645" y="1883"/>
                      <a:pt x="2669" y="1850"/>
                      <a:pt x="2645" y="1825"/>
                    </a:cubicBezTo>
                    <a:cubicBezTo>
                      <a:pt x="2394" y="1509"/>
                      <a:pt x="2056" y="1324"/>
                      <a:pt x="1718" y="1128"/>
                    </a:cubicBezTo>
                    <a:lnTo>
                      <a:pt x="1718" y="1128"/>
                    </a:lnTo>
                    <a:cubicBezTo>
                      <a:pt x="2002" y="1155"/>
                      <a:pt x="2285" y="1155"/>
                      <a:pt x="2519" y="1340"/>
                    </a:cubicBezTo>
                    <a:cubicBezTo>
                      <a:pt x="2527" y="1346"/>
                      <a:pt x="2535" y="1348"/>
                      <a:pt x="2542" y="1348"/>
                    </a:cubicBezTo>
                    <a:cubicBezTo>
                      <a:pt x="2575" y="1348"/>
                      <a:pt x="2606" y="1307"/>
                      <a:pt x="2579" y="1281"/>
                    </a:cubicBezTo>
                    <a:cubicBezTo>
                      <a:pt x="2263" y="986"/>
                      <a:pt x="1817" y="1014"/>
                      <a:pt x="1419" y="926"/>
                    </a:cubicBezTo>
                    <a:cubicBezTo>
                      <a:pt x="1413" y="924"/>
                      <a:pt x="1408" y="922"/>
                      <a:pt x="1403" y="922"/>
                    </a:cubicBezTo>
                    <a:cubicBezTo>
                      <a:pt x="1398" y="922"/>
                      <a:pt x="1394" y="924"/>
                      <a:pt x="1392" y="926"/>
                    </a:cubicBezTo>
                    <a:cubicBezTo>
                      <a:pt x="1283" y="856"/>
                      <a:pt x="1184" y="779"/>
                      <a:pt x="1092" y="692"/>
                    </a:cubicBezTo>
                    <a:cubicBezTo>
                      <a:pt x="1086" y="687"/>
                      <a:pt x="1076" y="681"/>
                      <a:pt x="1065" y="681"/>
                    </a:cubicBezTo>
                    <a:cubicBezTo>
                      <a:pt x="1092" y="490"/>
                      <a:pt x="1103" y="300"/>
                      <a:pt x="1103" y="109"/>
                    </a:cubicBezTo>
                    <a:cubicBezTo>
                      <a:pt x="1106" y="42"/>
                      <a:pt x="1051" y="1"/>
                      <a:pt x="99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9" name="Google Shape;6009;p67"/>
              <p:cNvSpPr/>
              <p:nvPr/>
            </p:nvSpPr>
            <p:spPr>
              <a:xfrm>
                <a:off x="4906830" y="3546656"/>
                <a:ext cx="45870" cy="41902"/>
              </a:xfrm>
              <a:custGeom>
                <a:rect b="b" l="l" r="r" t="t"/>
                <a:pathLst>
                  <a:path extrusionOk="0" h="1658" w="1815">
                    <a:moveTo>
                      <a:pt x="1008" y="1"/>
                    </a:moveTo>
                    <a:cubicBezTo>
                      <a:pt x="1008" y="1"/>
                      <a:pt x="246" y="693"/>
                      <a:pt x="0" y="1014"/>
                    </a:cubicBezTo>
                    <a:lnTo>
                      <a:pt x="175" y="1199"/>
                    </a:lnTo>
                    <a:cubicBezTo>
                      <a:pt x="175" y="1199"/>
                      <a:pt x="474" y="960"/>
                      <a:pt x="616" y="921"/>
                    </a:cubicBezTo>
                    <a:cubicBezTo>
                      <a:pt x="622" y="920"/>
                      <a:pt x="627" y="919"/>
                      <a:pt x="631" y="919"/>
                    </a:cubicBezTo>
                    <a:cubicBezTo>
                      <a:pt x="731" y="919"/>
                      <a:pt x="494" y="1378"/>
                      <a:pt x="442" y="1477"/>
                    </a:cubicBezTo>
                    <a:cubicBezTo>
                      <a:pt x="382" y="1581"/>
                      <a:pt x="485" y="1613"/>
                      <a:pt x="518" y="1624"/>
                    </a:cubicBezTo>
                    <a:cubicBezTo>
                      <a:pt x="551" y="1637"/>
                      <a:pt x="585" y="1658"/>
                      <a:pt x="624" y="1658"/>
                    </a:cubicBezTo>
                    <a:cubicBezTo>
                      <a:pt x="680" y="1658"/>
                      <a:pt x="745" y="1613"/>
                      <a:pt x="823" y="1434"/>
                    </a:cubicBezTo>
                    <a:cubicBezTo>
                      <a:pt x="923" y="1196"/>
                      <a:pt x="974" y="1099"/>
                      <a:pt x="1048" y="1099"/>
                    </a:cubicBezTo>
                    <a:cubicBezTo>
                      <a:pt x="1068" y="1099"/>
                      <a:pt x="1088" y="1105"/>
                      <a:pt x="1112" y="1118"/>
                    </a:cubicBezTo>
                    <a:cubicBezTo>
                      <a:pt x="1254" y="1194"/>
                      <a:pt x="1330" y="1592"/>
                      <a:pt x="1330" y="1592"/>
                    </a:cubicBezTo>
                    <a:lnTo>
                      <a:pt x="1608" y="1472"/>
                    </a:lnTo>
                    <a:cubicBezTo>
                      <a:pt x="1608" y="1472"/>
                      <a:pt x="1308" y="867"/>
                      <a:pt x="1559" y="475"/>
                    </a:cubicBezTo>
                    <a:cubicBezTo>
                      <a:pt x="1815" y="82"/>
                      <a:pt x="1008" y="1"/>
                      <a:pt x="10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0" name="Google Shape;6010;p67"/>
              <p:cNvSpPr/>
              <p:nvPr/>
            </p:nvSpPr>
            <p:spPr>
              <a:xfrm>
                <a:off x="4938193" y="3484991"/>
                <a:ext cx="70662" cy="34800"/>
              </a:xfrm>
              <a:custGeom>
                <a:rect b="b" l="l" r="r" t="t"/>
                <a:pathLst>
                  <a:path extrusionOk="0" h="1377" w="2796">
                    <a:moveTo>
                      <a:pt x="1463" y="0"/>
                    </a:moveTo>
                    <a:cubicBezTo>
                      <a:pt x="906" y="0"/>
                      <a:pt x="154" y="379"/>
                      <a:pt x="29" y="893"/>
                    </a:cubicBezTo>
                    <a:cubicBezTo>
                      <a:pt x="1" y="996"/>
                      <a:pt x="98" y="1067"/>
                      <a:pt x="189" y="1067"/>
                    </a:cubicBezTo>
                    <a:cubicBezTo>
                      <a:pt x="203" y="1067"/>
                      <a:pt x="217" y="1066"/>
                      <a:pt x="231" y="1062"/>
                    </a:cubicBezTo>
                    <a:cubicBezTo>
                      <a:pt x="421" y="1013"/>
                      <a:pt x="552" y="871"/>
                      <a:pt x="705" y="751"/>
                    </a:cubicBezTo>
                    <a:cubicBezTo>
                      <a:pt x="890" y="610"/>
                      <a:pt x="1097" y="506"/>
                      <a:pt x="1315" y="430"/>
                    </a:cubicBezTo>
                    <a:cubicBezTo>
                      <a:pt x="1438" y="393"/>
                      <a:pt x="1548" y="368"/>
                      <a:pt x="1654" y="368"/>
                    </a:cubicBezTo>
                    <a:cubicBezTo>
                      <a:pt x="1735" y="368"/>
                      <a:pt x="1814" y="383"/>
                      <a:pt x="1893" y="419"/>
                    </a:cubicBezTo>
                    <a:cubicBezTo>
                      <a:pt x="1800" y="544"/>
                      <a:pt x="1756" y="697"/>
                      <a:pt x="1773" y="849"/>
                    </a:cubicBezTo>
                    <a:cubicBezTo>
                      <a:pt x="1773" y="881"/>
                      <a:pt x="1798" y="897"/>
                      <a:pt x="1823" y="897"/>
                    </a:cubicBezTo>
                    <a:cubicBezTo>
                      <a:pt x="1846" y="897"/>
                      <a:pt x="1868" y="883"/>
                      <a:pt x="1871" y="855"/>
                    </a:cubicBezTo>
                    <a:cubicBezTo>
                      <a:pt x="1882" y="730"/>
                      <a:pt x="1931" y="604"/>
                      <a:pt x="2018" y="512"/>
                    </a:cubicBezTo>
                    <a:lnTo>
                      <a:pt x="2029" y="495"/>
                    </a:lnTo>
                    <a:cubicBezTo>
                      <a:pt x="2045" y="512"/>
                      <a:pt x="2056" y="522"/>
                      <a:pt x="2072" y="539"/>
                    </a:cubicBezTo>
                    <a:cubicBezTo>
                      <a:pt x="2105" y="566"/>
                      <a:pt x="2132" y="593"/>
                      <a:pt x="2160" y="631"/>
                    </a:cubicBezTo>
                    <a:cubicBezTo>
                      <a:pt x="1963" y="795"/>
                      <a:pt x="1942" y="1029"/>
                      <a:pt x="1936" y="1274"/>
                    </a:cubicBezTo>
                    <a:cubicBezTo>
                      <a:pt x="1936" y="1302"/>
                      <a:pt x="1955" y="1314"/>
                      <a:pt x="1976" y="1314"/>
                    </a:cubicBezTo>
                    <a:cubicBezTo>
                      <a:pt x="2001" y="1314"/>
                      <a:pt x="2029" y="1296"/>
                      <a:pt x="2029" y="1264"/>
                    </a:cubicBezTo>
                    <a:cubicBezTo>
                      <a:pt x="2023" y="1165"/>
                      <a:pt x="2034" y="1067"/>
                      <a:pt x="2051" y="964"/>
                    </a:cubicBezTo>
                    <a:cubicBezTo>
                      <a:pt x="2072" y="866"/>
                      <a:pt x="2127" y="768"/>
                      <a:pt x="2203" y="691"/>
                    </a:cubicBezTo>
                    <a:cubicBezTo>
                      <a:pt x="2296" y="882"/>
                      <a:pt x="2328" y="1095"/>
                      <a:pt x="2301" y="1307"/>
                    </a:cubicBezTo>
                    <a:cubicBezTo>
                      <a:pt x="2295" y="1351"/>
                      <a:pt x="2330" y="1376"/>
                      <a:pt x="2364" y="1376"/>
                    </a:cubicBezTo>
                    <a:cubicBezTo>
                      <a:pt x="2391" y="1376"/>
                      <a:pt x="2417" y="1362"/>
                      <a:pt x="2427" y="1329"/>
                    </a:cubicBezTo>
                    <a:cubicBezTo>
                      <a:pt x="2481" y="1138"/>
                      <a:pt x="2487" y="937"/>
                      <a:pt x="2437" y="740"/>
                    </a:cubicBezTo>
                    <a:lnTo>
                      <a:pt x="2437" y="740"/>
                    </a:lnTo>
                    <a:cubicBezTo>
                      <a:pt x="2481" y="757"/>
                      <a:pt x="2519" y="773"/>
                      <a:pt x="2557" y="789"/>
                    </a:cubicBezTo>
                    <a:cubicBezTo>
                      <a:pt x="2634" y="822"/>
                      <a:pt x="2704" y="871"/>
                      <a:pt x="2754" y="937"/>
                    </a:cubicBezTo>
                    <a:cubicBezTo>
                      <a:pt x="2758" y="939"/>
                      <a:pt x="2763" y="940"/>
                      <a:pt x="2768" y="940"/>
                    </a:cubicBezTo>
                    <a:cubicBezTo>
                      <a:pt x="2784" y="940"/>
                      <a:pt x="2796" y="926"/>
                      <a:pt x="2792" y="909"/>
                    </a:cubicBezTo>
                    <a:cubicBezTo>
                      <a:pt x="2737" y="762"/>
                      <a:pt x="2574" y="593"/>
                      <a:pt x="2405" y="582"/>
                    </a:cubicBezTo>
                    <a:lnTo>
                      <a:pt x="2378" y="582"/>
                    </a:lnTo>
                    <a:cubicBezTo>
                      <a:pt x="2318" y="452"/>
                      <a:pt x="2236" y="332"/>
                      <a:pt x="2127" y="239"/>
                    </a:cubicBezTo>
                    <a:cubicBezTo>
                      <a:pt x="2196" y="218"/>
                      <a:pt x="2268" y="207"/>
                      <a:pt x="2340" y="207"/>
                    </a:cubicBezTo>
                    <a:cubicBezTo>
                      <a:pt x="2432" y="207"/>
                      <a:pt x="2523" y="224"/>
                      <a:pt x="2612" y="261"/>
                    </a:cubicBezTo>
                    <a:cubicBezTo>
                      <a:pt x="2616" y="262"/>
                      <a:pt x="2619" y="262"/>
                      <a:pt x="2623" y="262"/>
                    </a:cubicBezTo>
                    <a:cubicBezTo>
                      <a:pt x="2654" y="262"/>
                      <a:pt x="2669" y="221"/>
                      <a:pt x="2639" y="201"/>
                    </a:cubicBezTo>
                    <a:cubicBezTo>
                      <a:pt x="2509" y="127"/>
                      <a:pt x="2362" y="88"/>
                      <a:pt x="2213" y="88"/>
                    </a:cubicBezTo>
                    <a:cubicBezTo>
                      <a:pt x="2144" y="88"/>
                      <a:pt x="2075" y="96"/>
                      <a:pt x="2007" y="114"/>
                    </a:cubicBezTo>
                    <a:cubicBezTo>
                      <a:pt x="1991" y="119"/>
                      <a:pt x="1980" y="125"/>
                      <a:pt x="1969" y="136"/>
                    </a:cubicBezTo>
                    <a:cubicBezTo>
                      <a:pt x="1876" y="87"/>
                      <a:pt x="1778" y="48"/>
                      <a:pt x="1675" y="21"/>
                    </a:cubicBezTo>
                    <a:cubicBezTo>
                      <a:pt x="1609" y="7"/>
                      <a:pt x="1538" y="0"/>
                      <a:pt x="146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1" name="Google Shape;6011;p67"/>
              <p:cNvSpPr/>
              <p:nvPr/>
            </p:nvSpPr>
            <p:spPr>
              <a:xfrm>
                <a:off x="4903671" y="3485219"/>
                <a:ext cx="80164" cy="84739"/>
              </a:xfrm>
              <a:custGeom>
                <a:rect b="b" l="l" r="r" t="t"/>
                <a:pathLst>
                  <a:path extrusionOk="0" h="3353" w="3172">
                    <a:moveTo>
                      <a:pt x="1276" y="0"/>
                    </a:moveTo>
                    <a:cubicBezTo>
                      <a:pt x="1226" y="0"/>
                      <a:pt x="1184" y="5"/>
                      <a:pt x="1155" y="12"/>
                    </a:cubicBezTo>
                    <a:cubicBezTo>
                      <a:pt x="1155" y="12"/>
                      <a:pt x="0" y="230"/>
                      <a:pt x="136" y="1238"/>
                    </a:cubicBezTo>
                    <a:cubicBezTo>
                      <a:pt x="278" y="2241"/>
                      <a:pt x="578" y="2497"/>
                      <a:pt x="1052" y="2715"/>
                    </a:cubicBezTo>
                    <a:cubicBezTo>
                      <a:pt x="1390" y="2872"/>
                      <a:pt x="1972" y="3352"/>
                      <a:pt x="2398" y="3352"/>
                    </a:cubicBezTo>
                    <a:cubicBezTo>
                      <a:pt x="2563" y="3352"/>
                      <a:pt x="2705" y="3281"/>
                      <a:pt x="2801" y="3091"/>
                    </a:cubicBezTo>
                    <a:cubicBezTo>
                      <a:pt x="3150" y="2410"/>
                      <a:pt x="3171" y="1838"/>
                      <a:pt x="2725" y="1304"/>
                    </a:cubicBezTo>
                    <a:cubicBezTo>
                      <a:pt x="2272" y="775"/>
                      <a:pt x="1820" y="661"/>
                      <a:pt x="1880" y="350"/>
                    </a:cubicBezTo>
                    <a:cubicBezTo>
                      <a:pt x="1929" y="93"/>
                      <a:pt x="1514" y="0"/>
                      <a:pt x="127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012" name="Google Shape;6012;p67"/>
          <p:cNvSpPr/>
          <p:nvPr/>
        </p:nvSpPr>
        <p:spPr>
          <a:xfrm>
            <a:off x="5890180" y="1558993"/>
            <a:ext cx="451013" cy="1136125"/>
          </a:xfrm>
          <a:custGeom>
            <a:rect b="b" l="l" r="r" t="t"/>
            <a:pathLst>
              <a:path extrusionOk="0" h="44955" w="17846">
                <a:moveTo>
                  <a:pt x="8915" y="1"/>
                </a:moveTo>
                <a:cubicBezTo>
                  <a:pt x="6365" y="17"/>
                  <a:pt x="6904" y="2693"/>
                  <a:pt x="6904" y="2693"/>
                </a:cubicBezTo>
                <a:cubicBezTo>
                  <a:pt x="6474" y="2916"/>
                  <a:pt x="6812" y="3559"/>
                  <a:pt x="6844" y="3897"/>
                </a:cubicBezTo>
                <a:cubicBezTo>
                  <a:pt x="6871" y="4240"/>
                  <a:pt x="7084" y="4256"/>
                  <a:pt x="7084" y="4256"/>
                </a:cubicBezTo>
                <a:cubicBezTo>
                  <a:pt x="7198" y="4769"/>
                  <a:pt x="7678" y="5575"/>
                  <a:pt x="7678" y="5575"/>
                </a:cubicBezTo>
                <a:cubicBezTo>
                  <a:pt x="7874" y="7831"/>
                  <a:pt x="5422" y="7766"/>
                  <a:pt x="4234" y="8474"/>
                </a:cubicBezTo>
                <a:cubicBezTo>
                  <a:pt x="3041" y="9182"/>
                  <a:pt x="3362" y="11215"/>
                  <a:pt x="3362" y="12888"/>
                </a:cubicBezTo>
                <a:cubicBezTo>
                  <a:pt x="3362" y="14566"/>
                  <a:pt x="2817" y="16081"/>
                  <a:pt x="2332" y="18173"/>
                </a:cubicBezTo>
                <a:cubicBezTo>
                  <a:pt x="1935" y="19901"/>
                  <a:pt x="1755" y="21137"/>
                  <a:pt x="1700" y="21524"/>
                </a:cubicBezTo>
                <a:cubicBezTo>
                  <a:pt x="1542" y="21552"/>
                  <a:pt x="1177" y="21677"/>
                  <a:pt x="774" y="22260"/>
                </a:cubicBezTo>
                <a:cubicBezTo>
                  <a:pt x="540" y="22603"/>
                  <a:pt x="469" y="22936"/>
                  <a:pt x="300" y="23110"/>
                </a:cubicBezTo>
                <a:cubicBezTo>
                  <a:pt x="205" y="23205"/>
                  <a:pt x="280" y="23371"/>
                  <a:pt x="441" y="23371"/>
                </a:cubicBezTo>
                <a:cubicBezTo>
                  <a:pt x="568" y="23371"/>
                  <a:pt x="749" y="23268"/>
                  <a:pt x="943" y="22946"/>
                </a:cubicBezTo>
                <a:lnTo>
                  <a:pt x="943" y="22946"/>
                </a:lnTo>
                <a:lnTo>
                  <a:pt x="147" y="24805"/>
                </a:lnTo>
                <a:cubicBezTo>
                  <a:pt x="147" y="24805"/>
                  <a:pt x="0" y="25077"/>
                  <a:pt x="235" y="25104"/>
                </a:cubicBezTo>
                <a:cubicBezTo>
                  <a:pt x="241" y="25105"/>
                  <a:pt x="247" y="25106"/>
                  <a:pt x="253" y="25106"/>
                </a:cubicBezTo>
                <a:cubicBezTo>
                  <a:pt x="599" y="25106"/>
                  <a:pt x="886" y="23786"/>
                  <a:pt x="1041" y="23786"/>
                </a:cubicBezTo>
                <a:cubicBezTo>
                  <a:pt x="1155" y="23786"/>
                  <a:pt x="404" y="25306"/>
                  <a:pt x="779" y="25431"/>
                </a:cubicBezTo>
                <a:cubicBezTo>
                  <a:pt x="793" y="25435"/>
                  <a:pt x="805" y="25437"/>
                  <a:pt x="818" y="25437"/>
                </a:cubicBezTo>
                <a:cubicBezTo>
                  <a:pt x="1182" y="25437"/>
                  <a:pt x="1437" y="23862"/>
                  <a:pt x="1519" y="23862"/>
                </a:cubicBezTo>
                <a:cubicBezTo>
                  <a:pt x="1519" y="23862"/>
                  <a:pt x="1520" y="23862"/>
                  <a:pt x="1521" y="23862"/>
                </a:cubicBezTo>
                <a:cubicBezTo>
                  <a:pt x="1613" y="23889"/>
                  <a:pt x="1085" y="25268"/>
                  <a:pt x="1384" y="25371"/>
                </a:cubicBezTo>
                <a:cubicBezTo>
                  <a:pt x="1399" y="25377"/>
                  <a:pt x="1414" y="25379"/>
                  <a:pt x="1428" y="25379"/>
                </a:cubicBezTo>
                <a:cubicBezTo>
                  <a:pt x="1774" y="25379"/>
                  <a:pt x="1780" y="23840"/>
                  <a:pt x="2005" y="23840"/>
                </a:cubicBezTo>
                <a:cubicBezTo>
                  <a:pt x="2007" y="23840"/>
                  <a:pt x="2009" y="23840"/>
                  <a:pt x="2011" y="23840"/>
                </a:cubicBezTo>
                <a:cubicBezTo>
                  <a:pt x="2060" y="23846"/>
                  <a:pt x="1695" y="25012"/>
                  <a:pt x="1956" y="25012"/>
                </a:cubicBezTo>
                <a:cubicBezTo>
                  <a:pt x="2213" y="25012"/>
                  <a:pt x="2218" y="24238"/>
                  <a:pt x="2463" y="23846"/>
                </a:cubicBezTo>
                <a:cubicBezTo>
                  <a:pt x="2698" y="23486"/>
                  <a:pt x="2997" y="22434"/>
                  <a:pt x="2845" y="21906"/>
                </a:cubicBezTo>
                <a:cubicBezTo>
                  <a:pt x="3281" y="20467"/>
                  <a:pt x="4354" y="17568"/>
                  <a:pt x="4616" y="16304"/>
                </a:cubicBezTo>
                <a:cubicBezTo>
                  <a:pt x="4904" y="14887"/>
                  <a:pt x="5389" y="12119"/>
                  <a:pt x="5389" y="12119"/>
                </a:cubicBezTo>
                <a:cubicBezTo>
                  <a:pt x="5842" y="13018"/>
                  <a:pt x="6098" y="17111"/>
                  <a:pt x="5711" y="18206"/>
                </a:cubicBezTo>
                <a:cubicBezTo>
                  <a:pt x="5324" y="19307"/>
                  <a:pt x="4419" y="21944"/>
                  <a:pt x="4806" y="24396"/>
                </a:cubicBezTo>
                <a:cubicBezTo>
                  <a:pt x="5193" y="26843"/>
                  <a:pt x="5515" y="30161"/>
                  <a:pt x="5389" y="33033"/>
                </a:cubicBezTo>
                <a:cubicBezTo>
                  <a:pt x="5259" y="35899"/>
                  <a:pt x="5744" y="39026"/>
                  <a:pt x="6130" y="41184"/>
                </a:cubicBezTo>
                <a:cubicBezTo>
                  <a:pt x="6517" y="43342"/>
                  <a:pt x="6065" y="43892"/>
                  <a:pt x="5776" y="44279"/>
                </a:cubicBezTo>
                <a:cubicBezTo>
                  <a:pt x="5487" y="44666"/>
                  <a:pt x="6065" y="44955"/>
                  <a:pt x="6065" y="44955"/>
                </a:cubicBezTo>
                <a:lnTo>
                  <a:pt x="7547" y="44955"/>
                </a:lnTo>
                <a:cubicBezTo>
                  <a:pt x="8092" y="44955"/>
                  <a:pt x="7934" y="44568"/>
                  <a:pt x="7743" y="43440"/>
                </a:cubicBezTo>
                <a:cubicBezTo>
                  <a:pt x="7547" y="42312"/>
                  <a:pt x="7356" y="41408"/>
                  <a:pt x="7580" y="39925"/>
                </a:cubicBezTo>
                <a:cubicBezTo>
                  <a:pt x="7874" y="38062"/>
                  <a:pt x="7972" y="36171"/>
                  <a:pt x="7869" y="34286"/>
                </a:cubicBezTo>
                <a:cubicBezTo>
                  <a:pt x="7743" y="32030"/>
                  <a:pt x="7771" y="31583"/>
                  <a:pt x="8190" y="29905"/>
                </a:cubicBezTo>
                <a:cubicBezTo>
                  <a:pt x="8566" y="28412"/>
                  <a:pt x="8860" y="24396"/>
                  <a:pt x="8920" y="23535"/>
                </a:cubicBezTo>
                <a:cubicBezTo>
                  <a:pt x="8980" y="24396"/>
                  <a:pt x="9280" y="28412"/>
                  <a:pt x="9650" y="29905"/>
                </a:cubicBezTo>
                <a:cubicBezTo>
                  <a:pt x="10070" y="31583"/>
                  <a:pt x="10103" y="32030"/>
                  <a:pt x="9972" y="34286"/>
                </a:cubicBezTo>
                <a:cubicBezTo>
                  <a:pt x="9874" y="36171"/>
                  <a:pt x="9966" y="38062"/>
                  <a:pt x="10266" y="39925"/>
                </a:cubicBezTo>
                <a:cubicBezTo>
                  <a:pt x="10490" y="41408"/>
                  <a:pt x="10293" y="42312"/>
                  <a:pt x="10103" y="43440"/>
                </a:cubicBezTo>
                <a:cubicBezTo>
                  <a:pt x="9907" y="44568"/>
                  <a:pt x="9749" y="44955"/>
                  <a:pt x="10293" y="44955"/>
                </a:cubicBezTo>
                <a:lnTo>
                  <a:pt x="11776" y="44955"/>
                </a:lnTo>
                <a:cubicBezTo>
                  <a:pt x="11776" y="44955"/>
                  <a:pt x="12359" y="44666"/>
                  <a:pt x="12070" y="44279"/>
                </a:cubicBezTo>
                <a:cubicBezTo>
                  <a:pt x="11776" y="43892"/>
                  <a:pt x="11329" y="43342"/>
                  <a:pt x="11716" y="41184"/>
                </a:cubicBezTo>
                <a:cubicBezTo>
                  <a:pt x="12102" y="39026"/>
                  <a:pt x="12582" y="35899"/>
                  <a:pt x="12457" y="33033"/>
                </a:cubicBezTo>
                <a:cubicBezTo>
                  <a:pt x="12326" y="30166"/>
                  <a:pt x="12653" y="26848"/>
                  <a:pt x="13034" y="24396"/>
                </a:cubicBezTo>
                <a:cubicBezTo>
                  <a:pt x="13421" y="21944"/>
                  <a:pt x="12522" y="19301"/>
                  <a:pt x="12135" y="18206"/>
                </a:cubicBezTo>
                <a:cubicBezTo>
                  <a:pt x="11748" y="17111"/>
                  <a:pt x="12004" y="13018"/>
                  <a:pt x="12457" y="12119"/>
                </a:cubicBezTo>
                <a:cubicBezTo>
                  <a:pt x="12457" y="12119"/>
                  <a:pt x="12936" y="14887"/>
                  <a:pt x="13230" y="16304"/>
                </a:cubicBezTo>
                <a:cubicBezTo>
                  <a:pt x="13487" y="17568"/>
                  <a:pt x="14560" y="20462"/>
                  <a:pt x="15001" y="21900"/>
                </a:cubicBezTo>
                <a:cubicBezTo>
                  <a:pt x="14843" y="22434"/>
                  <a:pt x="15148" y="23480"/>
                  <a:pt x="15377" y="23846"/>
                </a:cubicBezTo>
                <a:cubicBezTo>
                  <a:pt x="15623" y="24238"/>
                  <a:pt x="15628" y="25006"/>
                  <a:pt x="15890" y="25006"/>
                </a:cubicBezTo>
                <a:cubicBezTo>
                  <a:pt x="16146" y="25006"/>
                  <a:pt x="15781" y="23846"/>
                  <a:pt x="15835" y="23840"/>
                </a:cubicBezTo>
                <a:cubicBezTo>
                  <a:pt x="15837" y="23840"/>
                  <a:pt x="15839" y="23840"/>
                  <a:pt x="15841" y="23840"/>
                </a:cubicBezTo>
                <a:cubicBezTo>
                  <a:pt x="16060" y="23840"/>
                  <a:pt x="16072" y="25379"/>
                  <a:pt x="16418" y="25379"/>
                </a:cubicBezTo>
                <a:cubicBezTo>
                  <a:pt x="16432" y="25379"/>
                  <a:pt x="16447" y="25377"/>
                  <a:pt x="16462" y="25371"/>
                </a:cubicBezTo>
                <a:cubicBezTo>
                  <a:pt x="16756" y="25268"/>
                  <a:pt x="16227" y="23889"/>
                  <a:pt x="16320" y="23862"/>
                </a:cubicBezTo>
                <a:cubicBezTo>
                  <a:pt x="16321" y="23862"/>
                  <a:pt x="16321" y="23862"/>
                  <a:pt x="16322" y="23862"/>
                </a:cubicBezTo>
                <a:cubicBezTo>
                  <a:pt x="16413" y="23862"/>
                  <a:pt x="16659" y="25432"/>
                  <a:pt x="17021" y="25432"/>
                </a:cubicBezTo>
                <a:cubicBezTo>
                  <a:pt x="17034" y="25432"/>
                  <a:pt x="17047" y="25430"/>
                  <a:pt x="17061" y="25426"/>
                </a:cubicBezTo>
                <a:cubicBezTo>
                  <a:pt x="17437" y="25306"/>
                  <a:pt x="16685" y="23786"/>
                  <a:pt x="16805" y="23786"/>
                </a:cubicBezTo>
                <a:cubicBezTo>
                  <a:pt x="16955" y="23786"/>
                  <a:pt x="17247" y="25106"/>
                  <a:pt x="17588" y="25106"/>
                </a:cubicBezTo>
                <a:cubicBezTo>
                  <a:pt x="17594" y="25106"/>
                  <a:pt x="17600" y="25105"/>
                  <a:pt x="17606" y="25104"/>
                </a:cubicBezTo>
                <a:cubicBezTo>
                  <a:pt x="17846" y="25077"/>
                  <a:pt x="17699" y="24805"/>
                  <a:pt x="17699" y="24805"/>
                </a:cubicBezTo>
                <a:lnTo>
                  <a:pt x="16908" y="22946"/>
                </a:lnTo>
                <a:lnTo>
                  <a:pt x="16908" y="22946"/>
                </a:lnTo>
                <a:cubicBezTo>
                  <a:pt x="17100" y="23268"/>
                  <a:pt x="17281" y="23371"/>
                  <a:pt x="17408" y="23371"/>
                </a:cubicBezTo>
                <a:cubicBezTo>
                  <a:pt x="17570" y="23371"/>
                  <a:pt x="17646" y="23205"/>
                  <a:pt x="17551" y="23110"/>
                </a:cubicBezTo>
                <a:cubicBezTo>
                  <a:pt x="17383" y="22936"/>
                  <a:pt x="17306" y="22598"/>
                  <a:pt x="17072" y="22260"/>
                </a:cubicBezTo>
                <a:cubicBezTo>
                  <a:pt x="16669" y="21677"/>
                  <a:pt x="16309" y="21552"/>
                  <a:pt x="16146" y="21524"/>
                </a:cubicBezTo>
                <a:cubicBezTo>
                  <a:pt x="16097" y="21137"/>
                  <a:pt x="15917" y="19901"/>
                  <a:pt x="15519" y="18173"/>
                </a:cubicBezTo>
                <a:cubicBezTo>
                  <a:pt x="15034" y="16081"/>
                  <a:pt x="14489" y="14566"/>
                  <a:pt x="14489" y="12888"/>
                </a:cubicBezTo>
                <a:cubicBezTo>
                  <a:pt x="14489" y="11215"/>
                  <a:pt x="14811" y="9182"/>
                  <a:pt x="13617" y="8474"/>
                </a:cubicBezTo>
                <a:cubicBezTo>
                  <a:pt x="12424" y="7766"/>
                  <a:pt x="9977" y="7831"/>
                  <a:pt x="10168" y="5575"/>
                </a:cubicBezTo>
                <a:cubicBezTo>
                  <a:pt x="10168" y="5575"/>
                  <a:pt x="10653" y="4769"/>
                  <a:pt x="10767" y="4256"/>
                </a:cubicBezTo>
                <a:cubicBezTo>
                  <a:pt x="10767" y="4256"/>
                  <a:pt x="10975" y="4240"/>
                  <a:pt x="11007" y="3897"/>
                </a:cubicBezTo>
                <a:cubicBezTo>
                  <a:pt x="11040" y="3559"/>
                  <a:pt x="11378" y="2916"/>
                  <a:pt x="10942" y="2693"/>
                </a:cubicBezTo>
                <a:cubicBezTo>
                  <a:pt x="10942" y="2693"/>
                  <a:pt x="11487" y="17"/>
                  <a:pt x="8937" y="1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016" name="Shape 6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7" name="Google Shape;6017;p68"/>
          <p:cNvSpPr/>
          <p:nvPr/>
        </p:nvSpPr>
        <p:spPr>
          <a:xfrm>
            <a:off x="5983275" y="1620325"/>
            <a:ext cx="178725" cy="170600"/>
          </a:xfrm>
          <a:custGeom>
            <a:rect b="b" l="l" r="r" t="t"/>
            <a:pathLst>
              <a:path extrusionOk="0" h="6824" w="7149">
                <a:moveTo>
                  <a:pt x="3571" y="0"/>
                </a:moveTo>
                <a:lnTo>
                  <a:pt x="0" y="2109"/>
                </a:lnTo>
                <a:cubicBezTo>
                  <a:pt x="0" y="2109"/>
                  <a:pt x="799" y="5114"/>
                  <a:pt x="246" y="6823"/>
                </a:cubicBezTo>
                <a:lnTo>
                  <a:pt x="7149" y="6823"/>
                </a:lnTo>
                <a:cubicBezTo>
                  <a:pt x="7149" y="6823"/>
                  <a:pt x="6872" y="5077"/>
                  <a:pt x="7149" y="2188"/>
                </a:cubicBezTo>
                <a:lnTo>
                  <a:pt x="3571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8" name="Google Shape;6018;p68"/>
          <p:cNvGrpSpPr/>
          <p:nvPr/>
        </p:nvGrpSpPr>
        <p:grpSpPr>
          <a:xfrm>
            <a:off x="5881075" y="1606500"/>
            <a:ext cx="389275" cy="1299125"/>
            <a:chOff x="5881075" y="1606500"/>
            <a:chExt cx="389275" cy="1299125"/>
          </a:xfrm>
        </p:grpSpPr>
        <p:sp>
          <p:nvSpPr>
            <p:cNvPr id="6019" name="Google Shape;6019;p68"/>
            <p:cNvSpPr/>
            <p:nvPr/>
          </p:nvSpPr>
          <p:spPr>
            <a:xfrm>
              <a:off x="5881075" y="1721575"/>
              <a:ext cx="389275" cy="1184050"/>
            </a:xfrm>
            <a:custGeom>
              <a:rect b="b" l="l" r="r" t="t"/>
              <a:pathLst>
                <a:path extrusionOk="0" h="47362" w="15571">
                  <a:moveTo>
                    <a:pt x="9374" y="1"/>
                  </a:moveTo>
                  <a:lnTo>
                    <a:pt x="7788" y="38"/>
                  </a:lnTo>
                  <a:lnTo>
                    <a:pt x="6202" y="7"/>
                  </a:lnTo>
                  <a:lnTo>
                    <a:pt x="6202" y="7"/>
                  </a:lnTo>
                  <a:cubicBezTo>
                    <a:pt x="6202" y="7"/>
                    <a:pt x="6270" y="1525"/>
                    <a:pt x="6202" y="1771"/>
                  </a:cubicBezTo>
                  <a:cubicBezTo>
                    <a:pt x="6129" y="2017"/>
                    <a:pt x="5957" y="2367"/>
                    <a:pt x="5287" y="2576"/>
                  </a:cubicBezTo>
                  <a:cubicBezTo>
                    <a:pt x="4617" y="2792"/>
                    <a:pt x="3910" y="2718"/>
                    <a:pt x="3098" y="3216"/>
                  </a:cubicBezTo>
                  <a:cubicBezTo>
                    <a:pt x="2293" y="3707"/>
                    <a:pt x="2078" y="5680"/>
                    <a:pt x="2078" y="6947"/>
                  </a:cubicBezTo>
                  <a:cubicBezTo>
                    <a:pt x="2078" y="8213"/>
                    <a:pt x="1974" y="11034"/>
                    <a:pt x="1728" y="12128"/>
                  </a:cubicBezTo>
                  <a:cubicBezTo>
                    <a:pt x="1482" y="13216"/>
                    <a:pt x="812" y="16179"/>
                    <a:pt x="775" y="17058"/>
                  </a:cubicBezTo>
                  <a:cubicBezTo>
                    <a:pt x="738" y="17937"/>
                    <a:pt x="425" y="19173"/>
                    <a:pt x="351" y="19701"/>
                  </a:cubicBezTo>
                  <a:cubicBezTo>
                    <a:pt x="283" y="20230"/>
                    <a:pt x="0" y="22234"/>
                    <a:pt x="209" y="22658"/>
                  </a:cubicBezTo>
                  <a:cubicBezTo>
                    <a:pt x="682" y="23602"/>
                    <a:pt x="1024" y="23870"/>
                    <a:pt x="1191" y="23870"/>
                  </a:cubicBezTo>
                  <a:cubicBezTo>
                    <a:pt x="1277" y="23870"/>
                    <a:pt x="1316" y="23800"/>
                    <a:pt x="1304" y="23715"/>
                  </a:cubicBezTo>
                  <a:cubicBezTo>
                    <a:pt x="1267" y="23469"/>
                    <a:pt x="984" y="22977"/>
                    <a:pt x="916" y="22486"/>
                  </a:cubicBezTo>
                  <a:cubicBezTo>
                    <a:pt x="867" y="22089"/>
                    <a:pt x="945" y="21530"/>
                    <a:pt x="1032" y="21530"/>
                  </a:cubicBezTo>
                  <a:cubicBezTo>
                    <a:pt x="1053" y="21530"/>
                    <a:pt x="1074" y="21562"/>
                    <a:pt x="1095" y="21637"/>
                  </a:cubicBezTo>
                  <a:cubicBezTo>
                    <a:pt x="1187" y="21980"/>
                    <a:pt x="1308" y="22847"/>
                    <a:pt x="1484" y="22847"/>
                  </a:cubicBezTo>
                  <a:cubicBezTo>
                    <a:pt x="1507" y="22847"/>
                    <a:pt x="1531" y="22832"/>
                    <a:pt x="1556" y="22799"/>
                  </a:cubicBezTo>
                  <a:cubicBezTo>
                    <a:pt x="1771" y="22522"/>
                    <a:pt x="1838" y="21391"/>
                    <a:pt x="1838" y="20832"/>
                  </a:cubicBezTo>
                  <a:cubicBezTo>
                    <a:pt x="1838" y="20267"/>
                    <a:pt x="1556" y="19701"/>
                    <a:pt x="1592" y="19142"/>
                  </a:cubicBezTo>
                  <a:cubicBezTo>
                    <a:pt x="1629" y="18576"/>
                    <a:pt x="2932" y="15226"/>
                    <a:pt x="3178" y="13819"/>
                  </a:cubicBezTo>
                  <a:cubicBezTo>
                    <a:pt x="3424" y="12411"/>
                    <a:pt x="3775" y="8569"/>
                    <a:pt x="3775" y="8569"/>
                  </a:cubicBezTo>
                  <a:cubicBezTo>
                    <a:pt x="3916" y="9448"/>
                    <a:pt x="4481" y="10579"/>
                    <a:pt x="4518" y="12233"/>
                  </a:cubicBezTo>
                  <a:cubicBezTo>
                    <a:pt x="4549" y="13886"/>
                    <a:pt x="3105" y="16603"/>
                    <a:pt x="2828" y="18890"/>
                  </a:cubicBezTo>
                  <a:cubicBezTo>
                    <a:pt x="2545" y="21182"/>
                    <a:pt x="3357" y="27981"/>
                    <a:pt x="3670" y="30556"/>
                  </a:cubicBezTo>
                  <a:cubicBezTo>
                    <a:pt x="3990" y="33126"/>
                    <a:pt x="3320" y="35806"/>
                    <a:pt x="3566" y="37355"/>
                  </a:cubicBezTo>
                  <a:cubicBezTo>
                    <a:pt x="3811" y="38903"/>
                    <a:pt x="4623" y="42671"/>
                    <a:pt x="4623" y="43200"/>
                  </a:cubicBezTo>
                  <a:cubicBezTo>
                    <a:pt x="4623" y="43729"/>
                    <a:pt x="4586" y="44190"/>
                    <a:pt x="4727" y="44540"/>
                  </a:cubicBezTo>
                  <a:cubicBezTo>
                    <a:pt x="4869" y="44890"/>
                    <a:pt x="4414" y="45456"/>
                    <a:pt x="4266" y="46058"/>
                  </a:cubicBezTo>
                  <a:cubicBezTo>
                    <a:pt x="4125" y="46654"/>
                    <a:pt x="4512" y="47361"/>
                    <a:pt x="5145" y="47361"/>
                  </a:cubicBezTo>
                  <a:cubicBezTo>
                    <a:pt x="5785" y="47361"/>
                    <a:pt x="6375" y="46833"/>
                    <a:pt x="6276" y="46378"/>
                  </a:cubicBezTo>
                  <a:cubicBezTo>
                    <a:pt x="6172" y="45917"/>
                    <a:pt x="6172" y="44792"/>
                    <a:pt x="6239" y="44190"/>
                  </a:cubicBezTo>
                  <a:cubicBezTo>
                    <a:pt x="6313" y="43593"/>
                    <a:pt x="5957" y="43268"/>
                    <a:pt x="5957" y="42702"/>
                  </a:cubicBezTo>
                  <a:cubicBezTo>
                    <a:pt x="5957" y="42143"/>
                    <a:pt x="6166" y="37981"/>
                    <a:pt x="6190" y="34662"/>
                  </a:cubicBezTo>
                  <a:cubicBezTo>
                    <a:pt x="6202" y="33249"/>
                    <a:pt x="6565" y="32173"/>
                    <a:pt x="6946" y="28977"/>
                  </a:cubicBezTo>
                  <a:cubicBezTo>
                    <a:pt x="7321" y="25780"/>
                    <a:pt x="7788" y="21176"/>
                    <a:pt x="7788" y="21176"/>
                  </a:cubicBezTo>
                  <a:cubicBezTo>
                    <a:pt x="7788" y="21176"/>
                    <a:pt x="8256" y="25780"/>
                    <a:pt x="8637" y="28977"/>
                  </a:cubicBezTo>
                  <a:cubicBezTo>
                    <a:pt x="9012" y="32167"/>
                    <a:pt x="9374" y="33249"/>
                    <a:pt x="9387" y="34662"/>
                  </a:cubicBezTo>
                  <a:cubicBezTo>
                    <a:pt x="9411" y="37981"/>
                    <a:pt x="9620" y="42143"/>
                    <a:pt x="9620" y="42702"/>
                  </a:cubicBezTo>
                  <a:cubicBezTo>
                    <a:pt x="9620" y="43268"/>
                    <a:pt x="9270" y="43587"/>
                    <a:pt x="9337" y="44184"/>
                  </a:cubicBezTo>
                  <a:cubicBezTo>
                    <a:pt x="9411" y="44786"/>
                    <a:pt x="9411" y="45911"/>
                    <a:pt x="9300" y="46366"/>
                  </a:cubicBezTo>
                  <a:cubicBezTo>
                    <a:pt x="9196" y="46827"/>
                    <a:pt x="9798" y="47355"/>
                    <a:pt x="10431" y="47355"/>
                  </a:cubicBezTo>
                  <a:cubicBezTo>
                    <a:pt x="11065" y="47355"/>
                    <a:pt x="11452" y="46648"/>
                    <a:pt x="11310" y="46046"/>
                  </a:cubicBezTo>
                  <a:cubicBezTo>
                    <a:pt x="11169" y="45450"/>
                    <a:pt x="10714" y="44884"/>
                    <a:pt x="10849" y="44534"/>
                  </a:cubicBezTo>
                  <a:cubicBezTo>
                    <a:pt x="10985" y="44184"/>
                    <a:pt x="10954" y="43723"/>
                    <a:pt x="10954" y="43194"/>
                  </a:cubicBezTo>
                  <a:cubicBezTo>
                    <a:pt x="10954" y="42665"/>
                    <a:pt x="11765" y="38891"/>
                    <a:pt x="12011" y="37348"/>
                  </a:cubicBezTo>
                  <a:cubicBezTo>
                    <a:pt x="12257" y="35799"/>
                    <a:pt x="11587" y="33119"/>
                    <a:pt x="11907" y="30544"/>
                  </a:cubicBezTo>
                  <a:cubicBezTo>
                    <a:pt x="12226" y="27975"/>
                    <a:pt x="13032" y="21170"/>
                    <a:pt x="12755" y="18884"/>
                  </a:cubicBezTo>
                  <a:cubicBezTo>
                    <a:pt x="12472" y="16597"/>
                    <a:pt x="11028" y="13880"/>
                    <a:pt x="11065" y="12227"/>
                  </a:cubicBezTo>
                  <a:cubicBezTo>
                    <a:pt x="11095" y="10573"/>
                    <a:pt x="11661" y="9442"/>
                    <a:pt x="11802" y="8563"/>
                  </a:cubicBezTo>
                  <a:cubicBezTo>
                    <a:pt x="11802" y="8563"/>
                    <a:pt x="12153" y="12405"/>
                    <a:pt x="12398" y="13813"/>
                  </a:cubicBezTo>
                  <a:cubicBezTo>
                    <a:pt x="12650" y="15220"/>
                    <a:pt x="13954" y="18570"/>
                    <a:pt x="13984" y="19129"/>
                  </a:cubicBezTo>
                  <a:cubicBezTo>
                    <a:pt x="14021" y="19695"/>
                    <a:pt x="13738" y="20260"/>
                    <a:pt x="13738" y="20820"/>
                  </a:cubicBezTo>
                  <a:cubicBezTo>
                    <a:pt x="13738" y="21385"/>
                    <a:pt x="13812" y="22510"/>
                    <a:pt x="14021" y="22793"/>
                  </a:cubicBezTo>
                  <a:cubicBezTo>
                    <a:pt x="14045" y="22826"/>
                    <a:pt x="14069" y="22840"/>
                    <a:pt x="14091" y="22840"/>
                  </a:cubicBezTo>
                  <a:cubicBezTo>
                    <a:pt x="14262" y="22840"/>
                    <a:pt x="14384" y="21974"/>
                    <a:pt x="14482" y="21631"/>
                  </a:cubicBezTo>
                  <a:cubicBezTo>
                    <a:pt x="14504" y="21556"/>
                    <a:pt x="14526" y="21523"/>
                    <a:pt x="14548" y="21523"/>
                  </a:cubicBezTo>
                  <a:cubicBezTo>
                    <a:pt x="14638" y="21523"/>
                    <a:pt x="14715" y="22083"/>
                    <a:pt x="14660" y="22479"/>
                  </a:cubicBezTo>
                  <a:cubicBezTo>
                    <a:pt x="14587" y="22971"/>
                    <a:pt x="14304" y="23463"/>
                    <a:pt x="14273" y="23709"/>
                  </a:cubicBezTo>
                  <a:cubicBezTo>
                    <a:pt x="14261" y="23792"/>
                    <a:pt x="14300" y="23861"/>
                    <a:pt x="14385" y="23861"/>
                  </a:cubicBezTo>
                  <a:cubicBezTo>
                    <a:pt x="14552" y="23861"/>
                    <a:pt x="14893" y="23596"/>
                    <a:pt x="15361" y="22652"/>
                  </a:cubicBezTo>
                  <a:cubicBezTo>
                    <a:pt x="15570" y="22234"/>
                    <a:pt x="15294" y="20230"/>
                    <a:pt x="15220" y="19701"/>
                  </a:cubicBezTo>
                  <a:cubicBezTo>
                    <a:pt x="15152" y="19173"/>
                    <a:pt x="14839" y="17937"/>
                    <a:pt x="14796" y="17058"/>
                  </a:cubicBezTo>
                  <a:cubicBezTo>
                    <a:pt x="14759" y="16173"/>
                    <a:pt x="14095" y="13216"/>
                    <a:pt x="13849" y="12122"/>
                  </a:cubicBezTo>
                  <a:cubicBezTo>
                    <a:pt x="13597" y="11034"/>
                    <a:pt x="13493" y="8213"/>
                    <a:pt x="13493" y="6947"/>
                  </a:cubicBezTo>
                  <a:cubicBezTo>
                    <a:pt x="13493" y="5674"/>
                    <a:pt x="13284" y="3701"/>
                    <a:pt x="12472" y="3209"/>
                  </a:cubicBezTo>
                  <a:cubicBezTo>
                    <a:pt x="11661" y="2718"/>
                    <a:pt x="10960" y="2785"/>
                    <a:pt x="10290" y="2576"/>
                  </a:cubicBezTo>
                  <a:cubicBezTo>
                    <a:pt x="9620" y="2367"/>
                    <a:pt x="9442" y="2011"/>
                    <a:pt x="9374" y="1765"/>
                  </a:cubicBezTo>
                  <a:cubicBezTo>
                    <a:pt x="9300" y="1519"/>
                    <a:pt x="9374" y="1"/>
                    <a:pt x="9374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20" name="Google Shape;6020;p68"/>
            <p:cNvGrpSpPr/>
            <p:nvPr/>
          </p:nvGrpSpPr>
          <p:grpSpPr>
            <a:xfrm>
              <a:off x="5888300" y="1606500"/>
              <a:ext cx="375575" cy="1290700"/>
              <a:chOff x="5888300" y="1606500"/>
              <a:chExt cx="375575" cy="1290700"/>
            </a:xfrm>
          </p:grpSpPr>
          <p:sp>
            <p:nvSpPr>
              <p:cNvPr id="6021" name="Google Shape;6021;p68"/>
              <p:cNvSpPr/>
              <p:nvPr/>
            </p:nvSpPr>
            <p:spPr>
              <a:xfrm>
                <a:off x="5979725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517" y="1"/>
                    </a:moveTo>
                    <a:cubicBezTo>
                      <a:pt x="465" y="1"/>
                      <a:pt x="423" y="10"/>
                      <a:pt x="394" y="28"/>
                    </a:cubicBezTo>
                    <a:cubicBezTo>
                      <a:pt x="1" y="286"/>
                      <a:pt x="2060" y="9297"/>
                      <a:pt x="2392" y="9648"/>
                    </a:cubicBezTo>
                    <a:cubicBezTo>
                      <a:pt x="2400" y="9656"/>
                      <a:pt x="2408" y="9660"/>
                      <a:pt x="2416" y="9660"/>
                    </a:cubicBezTo>
                    <a:cubicBezTo>
                      <a:pt x="2756" y="9660"/>
                      <a:pt x="3395" y="2872"/>
                      <a:pt x="3455" y="1780"/>
                    </a:cubicBezTo>
                    <a:cubicBezTo>
                      <a:pt x="3478" y="1370"/>
                      <a:pt x="1171" y="1"/>
                      <a:pt x="51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2" name="Google Shape;6022;p68"/>
              <p:cNvSpPr/>
              <p:nvPr/>
            </p:nvSpPr>
            <p:spPr>
              <a:xfrm>
                <a:off x="5961200" y="2207325"/>
                <a:ext cx="76950" cy="326275"/>
              </a:xfrm>
              <a:custGeom>
                <a:rect b="b" l="l" r="r" t="t"/>
                <a:pathLst>
                  <a:path extrusionOk="0" h="13051" w="3078">
                    <a:moveTo>
                      <a:pt x="501" y="0"/>
                    </a:moveTo>
                    <a:cubicBezTo>
                      <a:pt x="302" y="0"/>
                      <a:pt x="0" y="270"/>
                      <a:pt x="22" y="499"/>
                    </a:cubicBezTo>
                    <a:cubicBezTo>
                      <a:pt x="53" y="812"/>
                      <a:pt x="754" y="12601"/>
                      <a:pt x="1104" y="12952"/>
                    </a:cubicBezTo>
                    <a:cubicBezTo>
                      <a:pt x="1176" y="13023"/>
                      <a:pt x="1239" y="13051"/>
                      <a:pt x="1298" y="13051"/>
                    </a:cubicBezTo>
                    <a:cubicBezTo>
                      <a:pt x="1506" y="13051"/>
                      <a:pt x="1663" y="12710"/>
                      <a:pt x="1929" y="12710"/>
                    </a:cubicBezTo>
                    <a:cubicBezTo>
                      <a:pt x="1960" y="12710"/>
                      <a:pt x="1992" y="12714"/>
                      <a:pt x="2026" y="12724"/>
                    </a:cubicBezTo>
                    <a:cubicBezTo>
                      <a:pt x="2341" y="12823"/>
                      <a:pt x="2379" y="13015"/>
                      <a:pt x="2536" y="13015"/>
                    </a:cubicBezTo>
                    <a:cubicBezTo>
                      <a:pt x="2585" y="13015"/>
                      <a:pt x="2644" y="12997"/>
                      <a:pt x="2727" y="12952"/>
                    </a:cubicBezTo>
                    <a:cubicBezTo>
                      <a:pt x="3077" y="12761"/>
                      <a:pt x="2506" y="9608"/>
                      <a:pt x="2254" y="8588"/>
                    </a:cubicBezTo>
                    <a:cubicBezTo>
                      <a:pt x="1996" y="7567"/>
                      <a:pt x="754" y="689"/>
                      <a:pt x="662" y="148"/>
                    </a:cubicBezTo>
                    <a:cubicBezTo>
                      <a:pt x="642" y="43"/>
                      <a:pt x="580" y="0"/>
                      <a:pt x="50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3" name="Google Shape;6023;p68"/>
              <p:cNvSpPr/>
              <p:nvPr/>
            </p:nvSpPr>
            <p:spPr>
              <a:xfrm>
                <a:off x="5978500" y="2551650"/>
                <a:ext cx="47050" cy="246275"/>
              </a:xfrm>
              <a:custGeom>
                <a:rect b="b" l="l" r="r" t="t"/>
                <a:pathLst>
                  <a:path extrusionOk="0" h="9851" w="1882">
                    <a:moveTo>
                      <a:pt x="193" y="0"/>
                    </a:moveTo>
                    <a:cubicBezTo>
                      <a:pt x="192" y="0"/>
                      <a:pt x="192" y="1"/>
                      <a:pt x="191" y="2"/>
                    </a:cubicBezTo>
                    <a:cubicBezTo>
                      <a:pt x="130" y="199"/>
                      <a:pt x="0" y="2289"/>
                      <a:pt x="283" y="3918"/>
                    </a:cubicBezTo>
                    <a:cubicBezTo>
                      <a:pt x="572" y="5547"/>
                      <a:pt x="922" y="9180"/>
                      <a:pt x="1021" y="9530"/>
                    </a:cubicBezTo>
                    <a:cubicBezTo>
                      <a:pt x="1072" y="9726"/>
                      <a:pt x="1295" y="9851"/>
                      <a:pt x="1492" y="9851"/>
                    </a:cubicBezTo>
                    <a:cubicBezTo>
                      <a:pt x="1647" y="9851"/>
                      <a:pt x="1787" y="9773"/>
                      <a:pt x="1814" y="9591"/>
                    </a:cubicBezTo>
                    <a:cubicBezTo>
                      <a:pt x="1881" y="9180"/>
                      <a:pt x="1881" y="7778"/>
                      <a:pt x="1752" y="7458"/>
                    </a:cubicBezTo>
                    <a:cubicBezTo>
                      <a:pt x="1625" y="7142"/>
                      <a:pt x="269" y="0"/>
                      <a:pt x="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4" name="Google Shape;6024;p68"/>
              <p:cNvSpPr/>
              <p:nvPr/>
            </p:nvSpPr>
            <p:spPr>
              <a:xfrm>
                <a:off x="6000925" y="2557375"/>
                <a:ext cx="28425" cy="133200"/>
              </a:xfrm>
              <a:custGeom>
                <a:rect b="b" l="l" r="r" t="t"/>
                <a:pathLst>
                  <a:path extrusionOk="0" h="5328" w="1137">
                    <a:moveTo>
                      <a:pt x="855" y="0"/>
                    </a:moveTo>
                    <a:cubicBezTo>
                      <a:pt x="853" y="0"/>
                      <a:pt x="851" y="0"/>
                      <a:pt x="849" y="1"/>
                    </a:cubicBezTo>
                    <a:cubicBezTo>
                      <a:pt x="566" y="62"/>
                      <a:pt x="136" y="972"/>
                      <a:pt x="87" y="1402"/>
                    </a:cubicBezTo>
                    <a:cubicBezTo>
                      <a:pt x="0" y="2240"/>
                      <a:pt x="722" y="5327"/>
                      <a:pt x="891" y="5327"/>
                    </a:cubicBezTo>
                    <a:cubicBezTo>
                      <a:pt x="902" y="5327"/>
                      <a:pt x="911" y="5314"/>
                      <a:pt x="917" y="5287"/>
                    </a:cubicBezTo>
                    <a:cubicBezTo>
                      <a:pt x="1008" y="4841"/>
                      <a:pt x="1136" y="0"/>
                      <a:pt x="8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5" name="Google Shape;6025;p68"/>
              <p:cNvSpPr/>
              <p:nvPr/>
            </p:nvSpPr>
            <p:spPr>
              <a:xfrm>
                <a:off x="5963800" y="1958025"/>
                <a:ext cx="108925" cy="269175"/>
              </a:xfrm>
              <a:custGeom>
                <a:rect b="b" l="l" r="r" t="t"/>
                <a:pathLst>
                  <a:path extrusionOk="0" h="10767" w="4357">
                    <a:moveTo>
                      <a:pt x="1207" y="1"/>
                    </a:moveTo>
                    <a:cubicBezTo>
                      <a:pt x="991" y="1"/>
                      <a:pt x="1846" y="1795"/>
                      <a:pt x="1609" y="3174"/>
                    </a:cubicBezTo>
                    <a:cubicBezTo>
                      <a:pt x="1351" y="4631"/>
                      <a:pt x="48" y="8362"/>
                      <a:pt x="17" y="8842"/>
                    </a:cubicBezTo>
                    <a:cubicBezTo>
                      <a:pt x="1" y="9093"/>
                      <a:pt x="238" y="9133"/>
                      <a:pt x="535" y="9133"/>
                    </a:cubicBezTo>
                    <a:cubicBezTo>
                      <a:pt x="675" y="9133"/>
                      <a:pt x="830" y="9124"/>
                      <a:pt x="977" y="9124"/>
                    </a:cubicBezTo>
                    <a:cubicBezTo>
                      <a:pt x="1113" y="9124"/>
                      <a:pt x="1243" y="9132"/>
                      <a:pt x="1351" y="9161"/>
                    </a:cubicBezTo>
                    <a:cubicBezTo>
                      <a:pt x="1812" y="9286"/>
                      <a:pt x="3602" y="10766"/>
                      <a:pt x="4102" y="10766"/>
                    </a:cubicBezTo>
                    <a:cubicBezTo>
                      <a:pt x="4121" y="10766"/>
                      <a:pt x="4138" y="10764"/>
                      <a:pt x="4154" y="10759"/>
                    </a:cubicBezTo>
                    <a:cubicBezTo>
                      <a:pt x="4356" y="10692"/>
                      <a:pt x="2660" y="8915"/>
                      <a:pt x="2211" y="8338"/>
                    </a:cubicBezTo>
                    <a:cubicBezTo>
                      <a:pt x="1769" y="7760"/>
                      <a:pt x="2119" y="2474"/>
                      <a:pt x="2310" y="1871"/>
                    </a:cubicBezTo>
                    <a:cubicBezTo>
                      <a:pt x="2500" y="1263"/>
                      <a:pt x="2912" y="1042"/>
                      <a:pt x="2973" y="912"/>
                    </a:cubicBezTo>
                    <a:cubicBezTo>
                      <a:pt x="3041" y="789"/>
                      <a:pt x="1892" y="439"/>
                      <a:pt x="1258" y="21"/>
                    </a:cubicBezTo>
                    <a:cubicBezTo>
                      <a:pt x="1237" y="7"/>
                      <a:pt x="1220" y="1"/>
                      <a:pt x="1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6" name="Google Shape;6026;p68"/>
              <p:cNvSpPr/>
              <p:nvPr/>
            </p:nvSpPr>
            <p:spPr>
              <a:xfrm>
                <a:off x="6018925" y="2116700"/>
                <a:ext cx="55950" cy="86200"/>
              </a:xfrm>
              <a:custGeom>
                <a:rect b="b" l="l" r="r" t="t"/>
                <a:pathLst>
                  <a:path extrusionOk="0" h="3448" w="2238">
                    <a:moveTo>
                      <a:pt x="287" y="0"/>
                    </a:moveTo>
                    <a:cubicBezTo>
                      <a:pt x="191" y="0"/>
                      <a:pt x="124" y="31"/>
                      <a:pt x="105" y="104"/>
                    </a:cubicBezTo>
                    <a:cubicBezTo>
                      <a:pt x="0" y="485"/>
                      <a:pt x="172" y="1345"/>
                      <a:pt x="350" y="1732"/>
                    </a:cubicBezTo>
                    <a:cubicBezTo>
                      <a:pt x="510" y="2086"/>
                      <a:pt x="1900" y="3448"/>
                      <a:pt x="2107" y="3448"/>
                    </a:cubicBezTo>
                    <a:cubicBezTo>
                      <a:pt x="2123" y="3448"/>
                      <a:pt x="2132" y="3440"/>
                      <a:pt x="2133" y="3423"/>
                    </a:cubicBezTo>
                    <a:cubicBezTo>
                      <a:pt x="2237" y="1413"/>
                      <a:pt x="2028" y="1253"/>
                      <a:pt x="1819" y="872"/>
                    </a:cubicBezTo>
                    <a:cubicBezTo>
                      <a:pt x="1650" y="563"/>
                      <a:pt x="698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7" name="Google Shape;6027;p68"/>
              <p:cNvSpPr/>
              <p:nvPr/>
            </p:nvSpPr>
            <p:spPr>
              <a:xfrm>
                <a:off x="6022450" y="2062450"/>
                <a:ext cx="49800" cy="65975"/>
              </a:xfrm>
              <a:custGeom>
                <a:rect b="b" l="l" r="r" t="t"/>
                <a:pathLst>
                  <a:path extrusionOk="0" h="2639" w="1992">
                    <a:moveTo>
                      <a:pt x="363" y="1"/>
                    </a:moveTo>
                    <a:cubicBezTo>
                      <a:pt x="247" y="1"/>
                      <a:pt x="165" y="24"/>
                      <a:pt x="142" y="79"/>
                    </a:cubicBezTo>
                    <a:cubicBezTo>
                      <a:pt x="37" y="331"/>
                      <a:pt x="0" y="1671"/>
                      <a:pt x="209" y="1671"/>
                    </a:cubicBezTo>
                    <a:cubicBezTo>
                      <a:pt x="408" y="1671"/>
                      <a:pt x="1585" y="2639"/>
                      <a:pt x="1763" y="2639"/>
                    </a:cubicBezTo>
                    <a:cubicBezTo>
                      <a:pt x="1773" y="2639"/>
                      <a:pt x="1780" y="2636"/>
                      <a:pt x="1783" y="2630"/>
                    </a:cubicBezTo>
                    <a:cubicBezTo>
                      <a:pt x="1924" y="2372"/>
                      <a:pt x="1992" y="749"/>
                      <a:pt x="1783" y="491"/>
                    </a:cubicBezTo>
                    <a:cubicBezTo>
                      <a:pt x="1620" y="294"/>
                      <a:pt x="776" y="1"/>
                      <a:pt x="36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8" name="Google Shape;6028;p68"/>
              <p:cNvSpPr/>
              <p:nvPr/>
            </p:nvSpPr>
            <p:spPr>
              <a:xfrm>
                <a:off x="5979275" y="1827925"/>
                <a:ext cx="93900" cy="138525"/>
              </a:xfrm>
              <a:custGeom>
                <a:rect b="b" l="l" r="r" t="t"/>
                <a:pathLst>
                  <a:path extrusionOk="0" h="5541" w="3756">
                    <a:moveTo>
                      <a:pt x="2674" y="0"/>
                    </a:moveTo>
                    <a:cubicBezTo>
                      <a:pt x="2250" y="0"/>
                      <a:pt x="701" y="609"/>
                      <a:pt x="351" y="2041"/>
                    </a:cubicBezTo>
                    <a:cubicBezTo>
                      <a:pt x="0" y="3473"/>
                      <a:pt x="99" y="4936"/>
                      <a:pt x="1850" y="5446"/>
                    </a:cubicBezTo>
                    <a:cubicBezTo>
                      <a:pt x="2072" y="5511"/>
                      <a:pt x="2267" y="5541"/>
                      <a:pt x="2441" y="5541"/>
                    </a:cubicBezTo>
                    <a:cubicBezTo>
                      <a:pt x="3639" y="5541"/>
                      <a:pt x="3756" y="4110"/>
                      <a:pt x="3756" y="2773"/>
                    </a:cubicBezTo>
                    <a:cubicBezTo>
                      <a:pt x="3756" y="1242"/>
                      <a:pt x="3633" y="0"/>
                      <a:pt x="26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9" name="Google Shape;6029;p68"/>
              <p:cNvSpPr/>
              <p:nvPr/>
            </p:nvSpPr>
            <p:spPr>
              <a:xfrm>
                <a:off x="6026750" y="2017050"/>
                <a:ext cx="43825" cy="44200"/>
              </a:xfrm>
              <a:custGeom>
                <a:rect b="b" l="l" r="r" t="t"/>
                <a:pathLst>
                  <a:path extrusionOk="0" h="1768" w="1753">
                    <a:moveTo>
                      <a:pt x="720" y="1"/>
                    </a:moveTo>
                    <a:cubicBezTo>
                      <a:pt x="488" y="1"/>
                      <a:pt x="281" y="46"/>
                      <a:pt x="210" y="174"/>
                    </a:cubicBezTo>
                    <a:cubicBezTo>
                      <a:pt x="37" y="494"/>
                      <a:pt x="1" y="1262"/>
                      <a:pt x="210" y="1354"/>
                    </a:cubicBezTo>
                    <a:cubicBezTo>
                      <a:pt x="384" y="1434"/>
                      <a:pt x="1038" y="1768"/>
                      <a:pt x="1388" y="1768"/>
                    </a:cubicBezTo>
                    <a:cubicBezTo>
                      <a:pt x="1470" y="1768"/>
                      <a:pt x="1536" y="1749"/>
                      <a:pt x="1574" y="1705"/>
                    </a:cubicBezTo>
                    <a:cubicBezTo>
                      <a:pt x="1715" y="1545"/>
                      <a:pt x="1752" y="303"/>
                      <a:pt x="1574" y="174"/>
                    </a:cubicBezTo>
                    <a:cubicBezTo>
                      <a:pt x="1471" y="101"/>
                      <a:pt x="1067" y="1"/>
                      <a:pt x="7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0" name="Google Shape;6030;p68"/>
              <p:cNvSpPr/>
              <p:nvPr/>
            </p:nvSpPr>
            <p:spPr>
              <a:xfrm>
                <a:off x="6030275" y="1978675"/>
                <a:ext cx="37050" cy="33225"/>
              </a:xfrm>
              <a:custGeom>
                <a:rect b="b" l="l" r="r" t="t"/>
                <a:pathLst>
                  <a:path extrusionOk="0" h="1329" w="1482">
                    <a:moveTo>
                      <a:pt x="1107" y="1"/>
                    </a:moveTo>
                    <a:cubicBezTo>
                      <a:pt x="886" y="1"/>
                      <a:pt x="451" y="431"/>
                      <a:pt x="278" y="658"/>
                    </a:cubicBezTo>
                    <a:cubicBezTo>
                      <a:pt x="69" y="947"/>
                      <a:pt x="1" y="1328"/>
                      <a:pt x="247" y="1328"/>
                    </a:cubicBezTo>
                    <a:cubicBezTo>
                      <a:pt x="418" y="1328"/>
                      <a:pt x="769" y="1247"/>
                      <a:pt x="1033" y="1247"/>
                    </a:cubicBezTo>
                    <a:cubicBezTo>
                      <a:pt x="1139" y="1247"/>
                      <a:pt x="1232" y="1260"/>
                      <a:pt x="1292" y="1297"/>
                    </a:cubicBezTo>
                    <a:cubicBezTo>
                      <a:pt x="1304" y="1305"/>
                      <a:pt x="1314" y="1308"/>
                      <a:pt x="1324" y="1308"/>
                    </a:cubicBezTo>
                    <a:cubicBezTo>
                      <a:pt x="1481" y="1308"/>
                      <a:pt x="1323" y="359"/>
                      <a:pt x="1224" y="86"/>
                    </a:cubicBezTo>
                    <a:cubicBezTo>
                      <a:pt x="1202" y="26"/>
                      <a:pt x="1161" y="1"/>
                      <a:pt x="11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1" name="Google Shape;6031;p68"/>
              <p:cNvSpPr/>
              <p:nvPr/>
            </p:nvSpPr>
            <p:spPr>
              <a:xfrm>
                <a:off x="5958675" y="1795100"/>
                <a:ext cx="102375" cy="25225"/>
              </a:xfrm>
              <a:custGeom>
                <a:rect b="b" l="l" r="r" t="t"/>
                <a:pathLst>
                  <a:path extrusionOk="0" h="1009" w="4095">
                    <a:moveTo>
                      <a:pt x="2378" y="0"/>
                    </a:moveTo>
                    <a:cubicBezTo>
                      <a:pt x="1883" y="0"/>
                      <a:pt x="586" y="250"/>
                      <a:pt x="283" y="521"/>
                    </a:cubicBezTo>
                    <a:cubicBezTo>
                      <a:pt x="1" y="773"/>
                      <a:pt x="1752" y="521"/>
                      <a:pt x="2385" y="803"/>
                    </a:cubicBezTo>
                    <a:cubicBezTo>
                      <a:pt x="2696" y="944"/>
                      <a:pt x="2976" y="1009"/>
                      <a:pt x="3219" y="1009"/>
                    </a:cubicBezTo>
                    <a:cubicBezTo>
                      <a:pt x="3476" y="1009"/>
                      <a:pt x="3690" y="936"/>
                      <a:pt x="3855" y="803"/>
                    </a:cubicBezTo>
                    <a:cubicBezTo>
                      <a:pt x="4094" y="607"/>
                      <a:pt x="2834" y="72"/>
                      <a:pt x="2515" y="10"/>
                    </a:cubicBezTo>
                    <a:cubicBezTo>
                      <a:pt x="2482" y="3"/>
                      <a:pt x="2435" y="0"/>
                      <a:pt x="237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2" name="Google Shape;6032;p68"/>
              <p:cNvSpPr/>
              <p:nvPr/>
            </p:nvSpPr>
            <p:spPr>
              <a:xfrm>
                <a:off x="5943475" y="1817525"/>
                <a:ext cx="78075" cy="87500"/>
              </a:xfrm>
              <a:custGeom>
                <a:rect b="b" l="l" r="r" t="t"/>
                <a:pathLst>
                  <a:path extrusionOk="0" h="3500" w="3123">
                    <a:moveTo>
                      <a:pt x="2275" y="0"/>
                    </a:moveTo>
                    <a:cubicBezTo>
                      <a:pt x="1715" y="0"/>
                      <a:pt x="998" y="125"/>
                      <a:pt x="633" y="416"/>
                    </a:cubicBezTo>
                    <a:cubicBezTo>
                      <a:pt x="0" y="927"/>
                      <a:pt x="0" y="3250"/>
                      <a:pt x="0" y="3478"/>
                    </a:cubicBezTo>
                    <a:cubicBezTo>
                      <a:pt x="0" y="3493"/>
                      <a:pt x="3" y="3500"/>
                      <a:pt x="9" y="3500"/>
                    </a:cubicBezTo>
                    <a:cubicBezTo>
                      <a:pt x="93" y="3500"/>
                      <a:pt x="731" y="2181"/>
                      <a:pt x="1561" y="1529"/>
                    </a:cubicBezTo>
                    <a:cubicBezTo>
                      <a:pt x="2453" y="828"/>
                      <a:pt x="3123" y="478"/>
                      <a:pt x="3055" y="195"/>
                    </a:cubicBezTo>
                    <a:cubicBezTo>
                      <a:pt x="3029" y="71"/>
                      <a:pt x="2696" y="0"/>
                      <a:pt x="227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3" name="Google Shape;6033;p68"/>
              <p:cNvSpPr/>
              <p:nvPr/>
            </p:nvSpPr>
            <p:spPr>
              <a:xfrm>
                <a:off x="5934700" y="1873700"/>
                <a:ext cx="50775" cy="163500"/>
              </a:xfrm>
              <a:custGeom>
                <a:rect b="b" l="l" r="r" t="t"/>
                <a:pathLst>
                  <a:path extrusionOk="0" h="6540" w="2031">
                    <a:moveTo>
                      <a:pt x="1704" y="1"/>
                    </a:moveTo>
                    <a:cubicBezTo>
                      <a:pt x="1622" y="1"/>
                      <a:pt x="1495" y="82"/>
                      <a:pt x="1304" y="272"/>
                    </a:cubicBezTo>
                    <a:cubicBezTo>
                      <a:pt x="1033" y="542"/>
                      <a:pt x="535" y="1673"/>
                      <a:pt x="351" y="3044"/>
                    </a:cubicBezTo>
                    <a:cubicBezTo>
                      <a:pt x="167" y="4415"/>
                      <a:pt x="1" y="6166"/>
                      <a:pt x="253" y="6517"/>
                    </a:cubicBezTo>
                    <a:cubicBezTo>
                      <a:pt x="264" y="6532"/>
                      <a:pt x="277" y="6540"/>
                      <a:pt x="291" y="6540"/>
                    </a:cubicBezTo>
                    <a:cubicBezTo>
                      <a:pt x="597" y="6540"/>
                      <a:pt x="1497" y="3091"/>
                      <a:pt x="1562" y="2122"/>
                    </a:cubicBezTo>
                    <a:cubicBezTo>
                      <a:pt x="1611" y="1310"/>
                      <a:pt x="2031" y="1"/>
                      <a:pt x="17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4" name="Google Shape;6034;p68"/>
              <p:cNvSpPr/>
              <p:nvPr/>
            </p:nvSpPr>
            <p:spPr>
              <a:xfrm>
                <a:off x="5915500" y="2038075"/>
                <a:ext cx="42750" cy="146800"/>
              </a:xfrm>
              <a:custGeom>
                <a:rect b="b" l="l" r="r" t="t"/>
                <a:pathLst>
                  <a:path extrusionOk="0" h="5872" w="1710">
                    <a:moveTo>
                      <a:pt x="1450" y="0"/>
                    </a:moveTo>
                    <a:cubicBezTo>
                      <a:pt x="942" y="0"/>
                      <a:pt x="1" y="5871"/>
                      <a:pt x="94" y="5871"/>
                    </a:cubicBezTo>
                    <a:cubicBezTo>
                      <a:pt x="95" y="5871"/>
                      <a:pt x="97" y="5870"/>
                      <a:pt x="99" y="5867"/>
                    </a:cubicBezTo>
                    <a:cubicBezTo>
                      <a:pt x="228" y="5677"/>
                      <a:pt x="1439" y="1435"/>
                      <a:pt x="1469" y="1054"/>
                    </a:cubicBezTo>
                    <a:cubicBezTo>
                      <a:pt x="1500" y="673"/>
                      <a:pt x="1709" y="83"/>
                      <a:pt x="1469" y="3"/>
                    </a:cubicBezTo>
                    <a:cubicBezTo>
                      <a:pt x="1463" y="1"/>
                      <a:pt x="1456" y="0"/>
                      <a:pt x="14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5" name="Google Shape;6035;p68"/>
              <p:cNvSpPr/>
              <p:nvPr/>
            </p:nvSpPr>
            <p:spPr>
              <a:xfrm>
                <a:off x="5904425" y="2034950"/>
                <a:ext cx="31075" cy="149500"/>
              </a:xfrm>
              <a:custGeom>
                <a:rect b="b" l="l" r="r" t="t"/>
                <a:pathLst>
                  <a:path extrusionOk="0" h="5980" w="1243">
                    <a:moveTo>
                      <a:pt x="982" y="0"/>
                    </a:moveTo>
                    <a:cubicBezTo>
                      <a:pt x="951" y="0"/>
                      <a:pt x="929" y="21"/>
                      <a:pt x="923" y="67"/>
                    </a:cubicBezTo>
                    <a:cubicBezTo>
                      <a:pt x="831" y="829"/>
                      <a:pt x="1" y="5414"/>
                      <a:pt x="1" y="5642"/>
                    </a:cubicBezTo>
                    <a:cubicBezTo>
                      <a:pt x="1" y="5802"/>
                      <a:pt x="69" y="5979"/>
                      <a:pt x="153" y="5979"/>
                    </a:cubicBezTo>
                    <a:cubicBezTo>
                      <a:pt x="185" y="5979"/>
                      <a:pt x="219" y="5954"/>
                      <a:pt x="253" y="5894"/>
                    </a:cubicBezTo>
                    <a:cubicBezTo>
                      <a:pt x="382" y="5672"/>
                      <a:pt x="1242" y="927"/>
                      <a:pt x="1242" y="509"/>
                    </a:cubicBezTo>
                    <a:cubicBezTo>
                      <a:pt x="1242" y="199"/>
                      <a:pt x="1075" y="0"/>
                      <a:pt x="9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6" name="Google Shape;6036;p68"/>
              <p:cNvSpPr/>
              <p:nvPr/>
            </p:nvSpPr>
            <p:spPr>
              <a:xfrm>
                <a:off x="5889625" y="2199400"/>
                <a:ext cx="30975" cy="54575"/>
              </a:xfrm>
              <a:custGeom>
                <a:rect b="b" l="l" r="r" t="t"/>
                <a:pathLst>
                  <a:path extrusionOk="0" h="2183" w="1239">
                    <a:moveTo>
                      <a:pt x="608" y="1"/>
                    </a:moveTo>
                    <a:cubicBezTo>
                      <a:pt x="582" y="1"/>
                      <a:pt x="556" y="13"/>
                      <a:pt x="531" y="41"/>
                    </a:cubicBezTo>
                    <a:cubicBezTo>
                      <a:pt x="287" y="303"/>
                      <a:pt x="0" y="2183"/>
                      <a:pt x="187" y="2183"/>
                    </a:cubicBezTo>
                    <a:cubicBezTo>
                      <a:pt x="202" y="2183"/>
                      <a:pt x="221" y="2170"/>
                      <a:pt x="242" y="2143"/>
                    </a:cubicBezTo>
                    <a:cubicBezTo>
                      <a:pt x="666" y="1608"/>
                      <a:pt x="1238" y="1762"/>
                      <a:pt x="1220" y="1596"/>
                    </a:cubicBezTo>
                    <a:cubicBezTo>
                      <a:pt x="1175" y="1140"/>
                      <a:pt x="859" y="1"/>
                      <a:pt x="6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7" name="Google Shape;6037;p68"/>
              <p:cNvSpPr/>
              <p:nvPr/>
            </p:nvSpPr>
            <p:spPr>
              <a:xfrm>
                <a:off x="5888300" y="2260125"/>
                <a:ext cx="23150" cy="47750"/>
              </a:xfrm>
              <a:custGeom>
                <a:rect b="b" l="l" r="r" t="t"/>
                <a:pathLst>
                  <a:path extrusionOk="0" h="1910" w="926">
                    <a:moveTo>
                      <a:pt x="253" y="1"/>
                    </a:moveTo>
                    <a:cubicBezTo>
                      <a:pt x="243" y="1"/>
                      <a:pt x="233" y="1"/>
                      <a:pt x="222" y="3"/>
                    </a:cubicBezTo>
                    <a:cubicBezTo>
                      <a:pt x="0" y="34"/>
                      <a:pt x="80" y="575"/>
                      <a:pt x="129" y="858"/>
                    </a:cubicBezTo>
                    <a:cubicBezTo>
                      <a:pt x="179" y="1146"/>
                      <a:pt x="461" y="1890"/>
                      <a:pt x="701" y="1909"/>
                    </a:cubicBezTo>
                    <a:cubicBezTo>
                      <a:pt x="705" y="1909"/>
                      <a:pt x="708" y="1909"/>
                      <a:pt x="712" y="1909"/>
                    </a:cubicBezTo>
                    <a:cubicBezTo>
                      <a:pt x="925" y="1909"/>
                      <a:pt x="436" y="1142"/>
                      <a:pt x="412" y="882"/>
                    </a:cubicBezTo>
                    <a:cubicBezTo>
                      <a:pt x="394" y="633"/>
                      <a:pt x="525" y="1"/>
                      <a:pt x="25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8" name="Google Shape;6038;p68"/>
              <p:cNvSpPr/>
              <p:nvPr/>
            </p:nvSpPr>
            <p:spPr>
              <a:xfrm>
                <a:off x="59134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132" y="1"/>
                    </a:moveTo>
                    <a:cubicBezTo>
                      <a:pt x="121" y="1"/>
                      <a:pt x="111" y="9"/>
                      <a:pt x="102" y="26"/>
                    </a:cubicBezTo>
                    <a:cubicBezTo>
                      <a:pt x="0" y="213"/>
                      <a:pt x="38" y="1067"/>
                      <a:pt x="162" y="1067"/>
                    </a:cubicBezTo>
                    <a:cubicBezTo>
                      <a:pt x="181" y="1067"/>
                      <a:pt x="202" y="1047"/>
                      <a:pt x="225" y="1003"/>
                    </a:cubicBezTo>
                    <a:cubicBezTo>
                      <a:pt x="375" y="703"/>
                      <a:pt x="233" y="1"/>
                      <a:pt x="1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9" name="Google Shape;6039;p68"/>
              <p:cNvSpPr/>
              <p:nvPr/>
            </p:nvSpPr>
            <p:spPr>
              <a:xfrm>
                <a:off x="6045250" y="1772400"/>
                <a:ext cx="30850" cy="22675"/>
              </a:xfrm>
              <a:custGeom>
                <a:rect b="b" l="l" r="r" t="t"/>
                <a:pathLst>
                  <a:path extrusionOk="0" h="907" w="1234">
                    <a:moveTo>
                      <a:pt x="147" y="0"/>
                    </a:moveTo>
                    <a:cubicBezTo>
                      <a:pt x="45" y="0"/>
                      <a:pt x="0" y="46"/>
                      <a:pt x="41" y="181"/>
                    </a:cubicBezTo>
                    <a:cubicBezTo>
                      <a:pt x="115" y="427"/>
                      <a:pt x="1234" y="906"/>
                      <a:pt x="1234" y="906"/>
                    </a:cubicBezTo>
                    <a:lnTo>
                      <a:pt x="1234" y="181"/>
                    </a:lnTo>
                    <a:cubicBezTo>
                      <a:pt x="787" y="181"/>
                      <a:pt x="351" y="0"/>
                      <a:pt x="14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0" name="Google Shape;6040;p68"/>
              <p:cNvSpPr/>
              <p:nvPr/>
            </p:nvSpPr>
            <p:spPr>
              <a:xfrm>
                <a:off x="6030950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207" y="1"/>
                    </a:moveTo>
                    <a:cubicBezTo>
                      <a:pt x="1" y="1"/>
                      <a:pt x="291" y="283"/>
                      <a:pt x="576" y="509"/>
                    </a:cubicBezTo>
                    <a:cubicBezTo>
                      <a:pt x="915" y="778"/>
                      <a:pt x="1237" y="1523"/>
                      <a:pt x="1569" y="1523"/>
                    </a:cubicBezTo>
                    <a:cubicBezTo>
                      <a:pt x="1586" y="1523"/>
                      <a:pt x="1604" y="1521"/>
                      <a:pt x="1621" y="1517"/>
                    </a:cubicBezTo>
                    <a:cubicBezTo>
                      <a:pt x="1904" y="1456"/>
                      <a:pt x="1166" y="282"/>
                      <a:pt x="429" y="48"/>
                    </a:cubicBezTo>
                    <a:cubicBezTo>
                      <a:pt x="326" y="15"/>
                      <a:pt x="254" y="1"/>
                      <a:pt x="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1" name="Google Shape;6041;p68"/>
              <p:cNvSpPr/>
              <p:nvPr/>
            </p:nvSpPr>
            <p:spPr>
              <a:xfrm>
                <a:off x="5984025" y="1878975"/>
                <a:ext cx="83350" cy="75625"/>
              </a:xfrm>
              <a:custGeom>
                <a:rect b="b" l="l" r="r" t="t"/>
                <a:pathLst>
                  <a:path extrusionOk="0" h="3025" w="3334">
                    <a:moveTo>
                      <a:pt x="890" y="1"/>
                    </a:moveTo>
                    <a:cubicBezTo>
                      <a:pt x="805" y="1"/>
                      <a:pt x="724" y="10"/>
                      <a:pt x="646" y="30"/>
                    </a:cubicBezTo>
                    <a:cubicBezTo>
                      <a:pt x="7" y="196"/>
                      <a:pt x="1" y="2464"/>
                      <a:pt x="1556" y="2943"/>
                    </a:cubicBezTo>
                    <a:cubicBezTo>
                      <a:pt x="1738" y="2999"/>
                      <a:pt x="1903" y="3024"/>
                      <a:pt x="2052" y="3024"/>
                    </a:cubicBezTo>
                    <a:cubicBezTo>
                      <a:pt x="3083" y="3024"/>
                      <a:pt x="3333" y="1826"/>
                      <a:pt x="3086" y="1370"/>
                    </a:cubicBezTo>
                    <a:cubicBezTo>
                      <a:pt x="2824" y="890"/>
                      <a:pt x="1717" y="1"/>
                      <a:pt x="89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2" name="Google Shape;6042;p68"/>
              <p:cNvSpPr/>
              <p:nvPr/>
            </p:nvSpPr>
            <p:spPr>
              <a:xfrm>
                <a:off x="6002000" y="2800350"/>
                <a:ext cx="24325" cy="31775"/>
              </a:xfrm>
              <a:custGeom>
                <a:rect b="b" l="l" r="r" t="t"/>
                <a:pathLst>
                  <a:path extrusionOk="0" h="1271" w="973">
                    <a:moveTo>
                      <a:pt x="742" y="1"/>
                    </a:moveTo>
                    <a:cubicBezTo>
                      <a:pt x="590" y="1"/>
                      <a:pt x="368" y="72"/>
                      <a:pt x="222" y="92"/>
                    </a:cubicBezTo>
                    <a:cubicBezTo>
                      <a:pt x="1" y="123"/>
                      <a:pt x="161" y="1076"/>
                      <a:pt x="351" y="1235"/>
                    </a:cubicBezTo>
                    <a:cubicBezTo>
                      <a:pt x="380" y="1259"/>
                      <a:pt x="410" y="1270"/>
                      <a:pt x="440" y="1270"/>
                    </a:cubicBezTo>
                    <a:cubicBezTo>
                      <a:pt x="610" y="1270"/>
                      <a:pt x="795" y="927"/>
                      <a:pt x="874" y="713"/>
                    </a:cubicBezTo>
                    <a:cubicBezTo>
                      <a:pt x="972" y="455"/>
                      <a:pt x="954" y="184"/>
                      <a:pt x="904" y="74"/>
                    </a:cubicBezTo>
                    <a:cubicBezTo>
                      <a:pt x="882" y="19"/>
                      <a:pt x="821" y="1"/>
                      <a:pt x="74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3" name="Google Shape;6043;p68"/>
              <p:cNvSpPr/>
              <p:nvPr/>
            </p:nvSpPr>
            <p:spPr>
              <a:xfrm>
                <a:off x="6021550" y="2827575"/>
                <a:ext cx="11975" cy="54225"/>
              </a:xfrm>
              <a:custGeom>
                <a:rect b="b" l="l" r="r" t="t"/>
                <a:pathLst>
                  <a:path extrusionOk="0" h="2169" w="479">
                    <a:moveTo>
                      <a:pt x="315" y="1"/>
                    </a:moveTo>
                    <a:cubicBezTo>
                      <a:pt x="313" y="1"/>
                      <a:pt x="310" y="2"/>
                      <a:pt x="307" y="5"/>
                    </a:cubicBezTo>
                    <a:cubicBezTo>
                      <a:pt x="1" y="281"/>
                      <a:pt x="129" y="2168"/>
                      <a:pt x="291" y="2168"/>
                    </a:cubicBezTo>
                    <a:cubicBezTo>
                      <a:pt x="298" y="2168"/>
                      <a:pt x="306" y="2164"/>
                      <a:pt x="313" y="2156"/>
                    </a:cubicBezTo>
                    <a:cubicBezTo>
                      <a:pt x="479" y="1972"/>
                      <a:pt x="467" y="1861"/>
                      <a:pt x="381" y="1425"/>
                    </a:cubicBezTo>
                    <a:cubicBezTo>
                      <a:pt x="292" y="1010"/>
                      <a:pt x="386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4" name="Google Shape;6044;p68"/>
              <p:cNvSpPr/>
              <p:nvPr/>
            </p:nvSpPr>
            <p:spPr>
              <a:xfrm>
                <a:off x="6013675" y="2835800"/>
                <a:ext cx="10650" cy="54575"/>
              </a:xfrm>
              <a:custGeom>
                <a:rect b="b" l="l" r="r" t="t"/>
                <a:pathLst>
                  <a:path extrusionOk="0" h="2183" w="426">
                    <a:moveTo>
                      <a:pt x="207" y="0"/>
                    </a:moveTo>
                    <a:cubicBezTo>
                      <a:pt x="206" y="0"/>
                      <a:pt x="205" y="1"/>
                      <a:pt x="204" y="2"/>
                    </a:cubicBezTo>
                    <a:cubicBezTo>
                      <a:pt x="1" y="223"/>
                      <a:pt x="134" y="2183"/>
                      <a:pt x="266" y="2183"/>
                    </a:cubicBezTo>
                    <a:cubicBezTo>
                      <a:pt x="270" y="2183"/>
                      <a:pt x="274" y="2181"/>
                      <a:pt x="278" y="2178"/>
                    </a:cubicBezTo>
                    <a:cubicBezTo>
                      <a:pt x="413" y="2061"/>
                      <a:pt x="425" y="1969"/>
                      <a:pt x="327" y="1514"/>
                    </a:cubicBezTo>
                    <a:cubicBezTo>
                      <a:pt x="237" y="1069"/>
                      <a:pt x="246" y="0"/>
                      <a:pt x="20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5" name="Google Shape;6045;p68"/>
              <p:cNvSpPr/>
              <p:nvPr/>
            </p:nvSpPr>
            <p:spPr>
              <a:xfrm>
                <a:off x="6006475" y="2839675"/>
                <a:ext cx="11075" cy="56625"/>
              </a:xfrm>
              <a:custGeom>
                <a:rect b="b" l="l" r="r" t="t"/>
                <a:pathLst>
                  <a:path extrusionOk="0" h="2265" w="443">
                    <a:moveTo>
                      <a:pt x="252" y="0"/>
                    </a:moveTo>
                    <a:cubicBezTo>
                      <a:pt x="92" y="50"/>
                      <a:pt x="0" y="879"/>
                      <a:pt x="135" y="1734"/>
                    </a:cubicBezTo>
                    <a:cubicBezTo>
                      <a:pt x="217" y="2222"/>
                      <a:pt x="286" y="2264"/>
                      <a:pt x="342" y="2264"/>
                    </a:cubicBezTo>
                    <a:cubicBezTo>
                      <a:pt x="353" y="2264"/>
                      <a:pt x="365" y="2262"/>
                      <a:pt x="375" y="2262"/>
                    </a:cubicBezTo>
                    <a:cubicBezTo>
                      <a:pt x="443" y="2262"/>
                      <a:pt x="252" y="1513"/>
                      <a:pt x="252" y="990"/>
                    </a:cubicBez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6" name="Google Shape;6046;p68"/>
              <p:cNvSpPr/>
              <p:nvPr/>
            </p:nvSpPr>
            <p:spPr>
              <a:xfrm>
                <a:off x="5996425" y="2846600"/>
                <a:ext cx="9950" cy="50600"/>
              </a:xfrm>
              <a:custGeom>
                <a:rect b="b" l="l" r="r" t="t"/>
                <a:pathLst>
                  <a:path extrusionOk="0" h="2024" w="398">
                    <a:moveTo>
                      <a:pt x="331" y="1"/>
                    </a:moveTo>
                    <a:cubicBezTo>
                      <a:pt x="293" y="1"/>
                      <a:pt x="0" y="1214"/>
                      <a:pt x="95" y="1776"/>
                    </a:cubicBezTo>
                    <a:cubicBezTo>
                      <a:pt x="124" y="1947"/>
                      <a:pt x="199" y="2024"/>
                      <a:pt x="264" y="2024"/>
                    </a:cubicBezTo>
                    <a:cubicBezTo>
                      <a:pt x="337" y="2024"/>
                      <a:pt x="398" y="1927"/>
                      <a:pt x="365" y="1758"/>
                    </a:cubicBezTo>
                    <a:cubicBezTo>
                      <a:pt x="304" y="1438"/>
                      <a:pt x="353" y="117"/>
                      <a:pt x="335" y="6"/>
                    </a:cubicBezTo>
                    <a:cubicBezTo>
                      <a:pt x="334" y="3"/>
                      <a:pt x="333" y="1"/>
                      <a:pt x="3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7" name="Google Shape;6047;p68"/>
              <p:cNvSpPr/>
              <p:nvPr/>
            </p:nvSpPr>
            <p:spPr>
              <a:xfrm>
                <a:off x="5991150" y="2857400"/>
                <a:ext cx="6425" cy="29150"/>
              </a:xfrm>
              <a:custGeom>
                <a:rect b="b" l="l" r="r" t="t"/>
                <a:pathLst>
                  <a:path extrusionOk="0" h="1166" w="257">
                    <a:moveTo>
                      <a:pt x="256" y="1"/>
                    </a:moveTo>
                    <a:cubicBezTo>
                      <a:pt x="238" y="1"/>
                      <a:pt x="28" y="667"/>
                      <a:pt x="5" y="1056"/>
                    </a:cubicBezTo>
                    <a:cubicBezTo>
                      <a:pt x="0" y="1127"/>
                      <a:pt x="13" y="1165"/>
                      <a:pt x="36" y="1165"/>
                    </a:cubicBezTo>
                    <a:cubicBezTo>
                      <a:pt x="104" y="1165"/>
                      <a:pt x="257" y="817"/>
                      <a:pt x="257" y="4"/>
                    </a:cubicBezTo>
                    <a:cubicBezTo>
                      <a:pt x="257" y="2"/>
                      <a:pt x="256" y="1"/>
                      <a:pt x="2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8" name="Google Shape;6048;p68"/>
              <p:cNvSpPr/>
              <p:nvPr/>
            </p:nvSpPr>
            <p:spPr>
              <a:xfrm>
                <a:off x="6085650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2960" y="1"/>
                    </a:moveTo>
                    <a:cubicBezTo>
                      <a:pt x="2303" y="1"/>
                      <a:pt x="1" y="1370"/>
                      <a:pt x="23" y="1780"/>
                    </a:cubicBezTo>
                    <a:cubicBezTo>
                      <a:pt x="77" y="2872"/>
                      <a:pt x="723" y="9660"/>
                      <a:pt x="1062" y="9660"/>
                    </a:cubicBezTo>
                    <a:cubicBezTo>
                      <a:pt x="1071" y="9660"/>
                      <a:pt x="1079" y="9656"/>
                      <a:pt x="1087" y="9648"/>
                    </a:cubicBezTo>
                    <a:cubicBezTo>
                      <a:pt x="1412" y="9297"/>
                      <a:pt x="3478" y="286"/>
                      <a:pt x="3084" y="28"/>
                    </a:cubicBezTo>
                    <a:cubicBezTo>
                      <a:pt x="3055" y="10"/>
                      <a:pt x="3013" y="1"/>
                      <a:pt x="29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9" name="Google Shape;6049;p68"/>
              <p:cNvSpPr/>
              <p:nvPr/>
            </p:nvSpPr>
            <p:spPr>
              <a:xfrm>
                <a:off x="6114025" y="2207325"/>
                <a:ext cx="77075" cy="326275"/>
              </a:xfrm>
              <a:custGeom>
                <a:rect b="b" l="l" r="r" t="t"/>
                <a:pathLst>
                  <a:path extrusionOk="0" h="13051" w="3083">
                    <a:moveTo>
                      <a:pt x="2581" y="0"/>
                    </a:moveTo>
                    <a:cubicBezTo>
                      <a:pt x="2502" y="0"/>
                      <a:pt x="2440" y="43"/>
                      <a:pt x="2423" y="148"/>
                    </a:cubicBezTo>
                    <a:cubicBezTo>
                      <a:pt x="2324" y="689"/>
                      <a:pt x="1083" y="7567"/>
                      <a:pt x="831" y="8588"/>
                    </a:cubicBezTo>
                    <a:cubicBezTo>
                      <a:pt x="579" y="9608"/>
                      <a:pt x="1" y="12761"/>
                      <a:pt x="351" y="12952"/>
                    </a:cubicBezTo>
                    <a:cubicBezTo>
                      <a:pt x="434" y="12997"/>
                      <a:pt x="494" y="13015"/>
                      <a:pt x="542" y="13015"/>
                    </a:cubicBezTo>
                    <a:cubicBezTo>
                      <a:pt x="699" y="13015"/>
                      <a:pt x="737" y="12823"/>
                      <a:pt x="1052" y="12724"/>
                    </a:cubicBezTo>
                    <a:cubicBezTo>
                      <a:pt x="1086" y="12714"/>
                      <a:pt x="1118" y="12710"/>
                      <a:pt x="1149" y="12710"/>
                    </a:cubicBezTo>
                    <a:cubicBezTo>
                      <a:pt x="1415" y="12710"/>
                      <a:pt x="1572" y="13051"/>
                      <a:pt x="1780" y="13051"/>
                    </a:cubicBezTo>
                    <a:cubicBezTo>
                      <a:pt x="1839" y="13051"/>
                      <a:pt x="1903" y="13023"/>
                      <a:pt x="1974" y="12952"/>
                    </a:cubicBezTo>
                    <a:cubicBezTo>
                      <a:pt x="2324" y="12601"/>
                      <a:pt x="3025" y="812"/>
                      <a:pt x="3056" y="499"/>
                    </a:cubicBezTo>
                    <a:cubicBezTo>
                      <a:pt x="3082" y="270"/>
                      <a:pt x="2778" y="0"/>
                      <a:pt x="25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0" name="Google Shape;6050;p68"/>
              <p:cNvSpPr/>
              <p:nvPr/>
            </p:nvSpPr>
            <p:spPr>
              <a:xfrm>
                <a:off x="6126800" y="2551650"/>
                <a:ext cx="47025" cy="246275"/>
              </a:xfrm>
              <a:custGeom>
                <a:rect b="b" l="l" r="r" t="t"/>
                <a:pathLst>
                  <a:path extrusionOk="0" h="9851" w="1881">
                    <a:moveTo>
                      <a:pt x="1688" y="0"/>
                    </a:moveTo>
                    <a:cubicBezTo>
                      <a:pt x="1606" y="0"/>
                      <a:pt x="251" y="7142"/>
                      <a:pt x="129" y="7458"/>
                    </a:cubicBezTo>
                    <a:cubicBezTo>
                      <a:pt x="0" y="7778"/>
                      <a:pt x="0" y="9180"/>
                      <a:pt x="62" y="9591"/>
                    </a:cubicBezTo>
                    <a:cubicBezTo>
                      <a:pt x="91" y="9773"/>
                      <a:pt x="231" y="9851"/>
                      <a:pt x="386" y="9851"/>
                    </a:cubicBezTo>
                    <a:cubicBezTo>
                      <a:pt x="583" y="9851"/>
                      <a:pt x="806" y="9726"/>
                      <a:pt x="861" y="9530"/>
                    </a:cubicBezTo>
                    <a:cubicBezTo>
                      <a:pt x="953" y="9180"/>
                      <a:pt x="1303" y="5547"/>
                      <a:pt x="1592" y="3918"/>
                    </a:cubicBezTo>
                    <a:cubicBezTo>
                      <a:pt x="1881" y="2289"/>
                      <a:pt x="1752" y="199"/>
                      <a:pt x="1690" y="2"/>
                    </a:cubicBezTo>
                    <a:cubicBezTo>
                      <a:pt x="1690" y="1"/>
                      <a:pt x="1689" y="0"/>
                      <a:pt x="168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1" name="Google Shape;6051;p68"/>
              <p:cNvSpPr/>
              <p:nvPr/>
            </p:nvSpPr>
            <p:spPr>
              <a:xfrm>
                <a:off x="6122850" y="2557375"/>
                <a:ext cx="28550" cy="133200"/>
              </a:xfrm>
              <a:custGeom>
                <a:rect b="b" l="l" r="r" t="t"/>
                <a:pathLst>
                  <a:path extrusionOk="0" h="5328" w="1142">
                    <a:moveTo>
                      <a:pt x="281" y="0"/>
                    </a:moveTo>
                    <a:cubicBezTo>
                      <a:pt x="0" y="0"/>
                      <a:pt x="128" y="4841"/>
                      <a:pt x="220" y="5287"/>
                    </a:cubicBezTo>
                    <a:cubicBezTo>
                      <a:pt x="226" y="5314"/>
                      <a:pt x="234" y="5327"/>
                      <a:pt x="245" y="5327"/>
                    </a:cubicBezTo>
                    <a:cubicBezTo>
                      <a:pt x="415" y="5327"/>
                      <a:pt x="1142" y="2240"/>
                      <a:pt x="1049" y="1402"/>
                    </a:cubicBezTo>
                    <a:cubicBezTo>
                      <a:pt x="1006" y="972"/>
                      <a:pt x="570" y="62"/>
                      <a:pt x="287" y="1"/>
                    </a:cubicBezTo>
                    <a:cubicBezTo>
                      <a:pt x="285" y="0"/>
                      <a:pt x="283" y="0"/>
                      <a:pt x="2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2" name="Google Shape;6052;p68"/>
              <p:cNvSpPr/>
              <p:nvPr/>
            </p:nvSpPr>
            <p:spPr>
              <a:xfrm>
                <a:off x="6079450" y="1958025"/>
                <a:ext cx="109075" cy="269175"/>
              </a:xfrm>
              <a:custGeom>
                <a:rect b="b" l="l" r="r" t="t"/>
                <a:pathLst>
                  <a:path extrusionOk="0" h="10767" w="4363">
                    <a:moveTo>
                      <a:pt x="3156" y="1"/>
                    </a:moveTo>
                    <a:cubicBezTo>
                      <a:pt x="3143" y="1"/>
                      <a:pt x="3126" y="7"/>
                      <a:pt x="3105" y="21"/>
                    </a:cubicBezTo>
                    <a:cubicBezTo>
                      <a:pt x="2466" y="439"/>
                      <a:pt x="1322" y="789"/>
                      <a:pt x="1384" y="912"/>
                    </a:cubicBezTo>
                    <a:cubicBezTo>
                      <a:pt x="1445" y="1042"/>
                      <a:pt x="1863" y="1263"/>
                      <a:pt x="2054" y="1871"/>
                    </a:cubicBezTo>
                    <a:cubicBezTo>
                      <a:pt x="2244" y="2474"/>
                      <a:pt x="2595" y="7760"/>
                      <a:pt x="2146" y="8338"/>
                    </a:cubicBezTo>
                    <a:cubicBezTo>
                      <a:pt x="1704" y="8915"/>
                      <a:pt x="1" y="10692"/>
                      <a:pt x="204" y="10759"/>
                    </a:cubicBezTo>
                    <a:cubicBezTo>
                      <a:pt x="219" y="10764"/>
                      <a:pt x="237" y="10766"/>
                      <a:pt x="256" y="10766"/>
                    </a:cubicBezTo>
                    <a:cubicBezTo>
                      <a:pt x="762" y="10766"/>
                      <a:pt x="2551" y="9286"/>
                      <a:pt x="3007" y="9161"/>
                    </a:cubicBezTo>
                    <a:cubicBezTo>
                      <a:pt x="3116" y="9132"/>
                      <a:pt x="3247" y="9124"/>
                      <a:pt x="3384" y="9124"/>
                    </a:cubicBezTo>
                    <a:cubicBezTo>
                      <a:pt x="3532" y="9124"/>
                      <a:pt x="3687" y="9133"/>
                      <a:pt x="3828" y="9133"/>
                    </a:cubicBezTo>
                    <a:cubicBezTo>
                      <a:pt x="4126" y="9133"/>
                      <a:pt x="4363" y="9093"/>
                      <a:pt x="4347" y="8842"/>
                    </a:cubicBezTo>
                    <a:cubicBezTo>
                      <a:pt x="4316" y="8362"/>
                      <a:pt x="3007" y="4631"/>
                      <a:pt x="2755" y="3174"/>
                    </a:cubicBezTo>
                    <a:cubicBezTo>
                      <a:pt x="2511" y="1795"/>
                      <a:pt x="3366" y="1"/>
                      <a:pt x="31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3" name="Google Shape;6053;p68"/>
              <p:cNvSpPr/>
              <p:nvPr/>
            </p:nvSpPr>
            <p:spPr>
              <a:xfrm>
                <a:off x="6076700" y="2116700"/>
                <a:ext cx="56725" cy="86200"/>
              </a:xfrm>
              <a:custGeom>
                <a:rect b="b" l="l" r="r" t="t"/>
                <a:pathLst>
                  <a:path extrusionOk="0" h="3448" w="2269">
                    <a:moveTo>
                      <a:pt x="1973" y="0"/>
                    </a:moveTo>
                    <a:cubicBezTo>
                      <a:pt x="1558" y="0"/>
                      <a:pt x="594" y="563"/>
                      <a:pt x="424" y="872"/>
                    </a:cubicBezTo>
                    <a:cubicBezTo>
                      <a:pt x="209" y="1253"/>
                      <a:pt x="0" y="1413"/>
                      <a:pt x="105" y="3423"/>
                    </a:cubicBezTo>
                    <a:cubicBezTo>
                      <a:pt x="106" y="3440"/>
                      <a:pt x="115" y="3448"/>
                      <a:pt x="131" y="3448"/>
                    </a:cubicBezTo>
                    <a:cubicBezTo>
                      <a:pt x="340" y="3448"/>
                      <a:pt x="1746" y="2086"/>
                      <a:pt x="1912" y="1732"/>
                    </a:cubicBezTo>
                    <a:cubicBezTo>
                      <a:pt x="2090" y="1345"/>
                      <a:pt x="2268" y="485"/>
                      <a:pt x="2158" y="104"/>
                    </a:cubicBezTo>
                    <a:cubicBezTo>
                      <a:pt x="2138" y="31"/>
                      <a:pt x="2071" y="0"/>
                      <a:pt x="19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4" name="Google Shape;6054;p68"/>
              <p:cNvSpPr/>
              <p:nvPr/>
            </p:nvSpPr>
            <p:spPr>
              <a:xfrm>
                <a:off x="6079300" y="2062450"/>
                <a:ext cx="50425" cy="65975"/>
              </a:xfrm>
              <a:custGeom>
                <a:rect b="b" l="l" r="r" t="t"/>
                <a:pathLst>
                  <a:path extrusionOk="0" h="2639" w="2017">
                    <a:moveTo>
                      <a:pt x="1652" y="1"/>
                    </a:moveTo>
                    <a:cubicBezTo>
                      <a:pt x="1234" y="1"/>
                      <a:pt x="379" y="294"/>
                      <a:pt x="216" y="491"/>
                    </a:cubicBezTo>
                    <a:cubicBezTo>
                      <a:pt x="1" y="749"/>
                      <a:pt x="74" y="2372"/>
                      <a:pt x="216" y="2630"/>
                    </a:cubicBezTo>
                    <a:cubicBezTo>
                      <a:pt x="219" y="2636"/>
                      <a:pt x="226" y="2639"/>
                      <a:pt x="235" y="2639"/>
                    </a:cubicBezTo>
                    <a:cubicBezTo>
                      <a:pt x="410" y="2639"/>
                      <a:pt x="1610" y="1671"/>
                      <a:pt x="1808" y="1671"/>
                    </a:cubicBezTo>
                    <a:cubicBezTo>
                      <a:pt x="2017" y="1671"/>
                      <a:pt x="1986" y="331"/>
                      <a:pt x="1875" y="79"/>
                    </a:cubicBezTo>
                    <a:cubicBezTo>
                      <a:pt x="1853" y="24"/>
                      <a:pt x="1770" y="1"/>
                      <a:pt x="16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5" name="Google Shape;6055;p68"/>
              <p:cNvSpPr/>
              <p:nvPr/>
            </p:nvSpPr>
            <p:spPr>
              <a:xfrm>
                <a:off x="6079000" y="1827925"/>
                <a:ext cx="93925" cy="138525"/>
              </a:xfrm>
              <a:custGeom>
                <a:rect b="b" l="l" r="r" t="t"/>
                <a:pathLst>
                  <a:path extrusionOk="0" h="5541" w="3757">
                    <a:moveTo>
                      <a:pt x="1082" y="0"/>
                    </a:moveTo>
                    <a:cubicBezTo>
                      <a:pt x="130" y="0"/>
                      <a:pt x="0" y="1242"/>
                      <a:pt x="0" y="2773"/>
                    </a:cubicBezTo>
                    <a:cubicBezTo>
                      <a:pt x="0" y="4110"/>
                      <a:pt x="122" y="5541"/>
                      <a:pt x="1321" y="5541"/>
                    </a:cubicBezTo>
                    <a:cubicBezTo>
                      <a:pt x="1495" y="5541"/>
                      <a:pt x="1691" y="5511"/>
                      <a:pt x="1912" y="5446"/>
                    </a:cubicBezTo>
                    <a:cubicBezTo>
                      <a:pt x="3664" y="4936"/>
                      <a:pt x="3756" y="3473"/>
                      <a:pt x="3406" y="2041"/>
                    </a:cubicBezTo>
                    <a:cubicBezTo>
                      <a:pt x="3055" y="609"/>
                      <a:pt x="1506" y="0"/>
                      <a:pt x="10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6" name="Google Shape;6056;p68"/>
              <p:cNvSpPr/>
              <p:nvPr/>
            </p:nvSpPr>
            <p:spPr>
              <a:xfrm>
                <a:off x="6081000" y="2017050"/>
                <a:ext cx="44425" cy="44200"/>
              </a:xfrm>
              <a:custGeom>
                <a:rect b="b" l="l" r="r" t="t"/>
                <a:pathLst>
                  <a:path extrusionOk="0" h="1768" w="1777">
                    <a:moveTo>
                      <a:pt x="1049" y="1"/>
                    </a:moveTo>
                    <a:cubicBezTo>
                      <a:pt x="698" y="1"/>
                      <a:pt x="285" y="101"/>
                      <a:pt x="179" y="174"/>
                    </a:cubicBezTo>
                    <a:cubicBezTo>
                      <a:pt x="0" y="303"/>
                      <a:pt x="37" y="1545"/>
                      <a:pt x="179" y="1705"/>
                    </a:cubicBezTo>
                    <a:cubicBezTo>
                      <a:pt x="218" y="1749"/>
                      <a:pt x="285" y="1768"/>
                      <a:pt x="370" y="1768"/>
                    </a:cubicBezTo>
                    <a:cubicBezTo>
                      <a:pt x="727" y="1768"/>
                      <a:pt x="1392" y="1434"/>
                      <a:pt x="1562" y="1354"/>
                    </a:cubicBezTo>
                    <a:cubicBezTo>
                      <a:pt x="1777" y="1262"/>
                      <a:pt x="1740" y="494"/>
                      <a:pt x="1562" y="174"/>
                    </a:cubicBezTo>
                    <a:cubicBezTo>
                      <a:pt x="1492" y="46"/>
                      <a:pt x="1284" y="1"/>
                      <a:pt x="104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7" name="Google Shape;6057;p68"/>
              <p:cNvSpPr/>
              <p:nvPr/>
            </p:nvSpPr>
            <p:spPr>
              <a:xfrm>
                <a:off x="6084275" y="1978675"/>
                <a:ext cx="37625" cy="33225"/>
              </a:xfrm>
              <a:custGeom>
                <a:rect b="b" l="l" r="r" t="t"/>
                <a:pathLst>
                  <a:path extrusionOk="0" h="1329" w="1505">
                    <a:moveTo>
                      <a:pt x="383" y="1"/>
                    </a:moveTo>
                    <a:cubicBezTo>
                      <a:pt x="328" y="1"/>
                      <a:pt x="286" y="26"/>
                      <a:pt x="263" y="86"/>
                    </a:cubicBezTo>
                    <a:cubicBezTo>
                      <a:pt x="164" y="359"/>
                      <a:pt x="0" y="1308"/>
                      <a:pt x="157" y="1308"/>
                    </a:cubicBezTo>
                    <a:cubicBezTo>
                      <a:pt x="166" y="1308"/>
                      <a:pt x="177" y="1305"/>
                      <a:pt x="189" y="1297"/>
                    </a:cubicBezTo>
                    <a:cubicBezTo>
                      <a:pt x="251" y="1260"/>
                      <a:pt x="345" y="1247"/>
                      <a:pt x="453" y="1247"/>
                    </a:cubicBezTo>
                    <a:cubicBezTo>
                      <a:pt x="721" y="1247"/>
                      <a:pt x="1077" y="1328"/>
                      <a:pt x="1252" y="1328"/>
                    </a:cubicBezTo>
                    <a:cubicBezTo>
                      <a:pt x="1504" y="1328"/>
                      <a:pt x="1431" y="947"/>
                      <a:pt x="1222" y="658"/>
                    </a:cubicBezTo>
                    <a:cubicBezTo>
                      <a:pt x="1049" y="431"/>
                      <a:pt x="609" y="1"/>
                      <a:pt x="38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8" name="Google Shape;6058;p68"/>
              <p:cNvSpPr/>
              <p:nvPr/>
            </p:nvSpPr>
            <p:spPr>
              <a:xfrm>
                <a:off x="6091150" y="1795100"/>
                <a:ext cx="102500" cy="25225"/>
              </a:xfrm>
              <a:custGeom>
                <a:rect b="b" l="l" r="r" t="t"/>
                <a:pathLst>
                  <a:path extrusionOk="0" h="1009" w="4100">
                    <a:moveTo>
                      <a:pt x="1722" y="0"/>
                    </a:moveTo>
                    <a:cubicBezTo>
                      <a:pt x="1665" y="0"/>
                      <a:pt x="1619" y="3"/>
                      <a:pt x="1586" y="10"/>
                    </a:cubicBezTo>
                    <a:cubicBezTo>
                      <a:pt x="1266" y="72"/>
                      <a:pt x="0" y="607"/>
                      <a:pt x="246" y="803"/>
                    </a:cubicBezTo>
                    <a:cubicBezTo>
                      <a:pt x="410" y="936"/>
                      <a:pt x="625" y="1009"/>
                      <a:pt x="881" y="1009"/>
                    </a:cubicBezTo>
                    <a:cubicBezTo>
                      <a:pt x="1122" y="1009"/>
                      <a:pt x="1401" y="944"/>
                      <a:pt x="1709" y="803"/>
                    </a:cubicBezTo>
                    <a:cubicBezTo>
                      <a:pt x="2348" y="521"/>
                      <a:pt x="4100" y="773"/>
                      <a:pt x="3811" y="521"/>
                    </a:cubicBezTo>
                    <a:cubicBezTo>
                      <a:pt x="3513" y="250"/>
                      <a:pt x="2217" y="0"/>
                      <a:pt x="172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9" name="Google Shape;6059;p68"/>
              <p:cNvSpPr/>
              <p:nvPr/>
            </p:nvSpPr>
            <p:spPr>
              <a:xfrm>
                <a:off x="6130775" y="1817525"/>
                <a:ext cx="78100" cy="87500"/>
              </a:xfrm>
              <a:custGeom>
                <a:rect b="b" l="l" r="r" t="t"/>
                <a:pathLst>
                  <a:path extrusionOk="0" h="3500" w="3124">
                    <a:moveTo>
                      <a:pt x="845" y="0"/>
                    </a:moveTo>
                    <a:cubicBezTo>
                      <a:pt x="424" y="0"/>
                      <a:pt x="91" y="71"/>
                      <a:pt x="62" y="195"/>
                    </a:cubicBezTo>
                    <a:cubicBezTo>
                      <a:pt x="1" y="478"/>
                      <a:pt x="671" y="828"/>
                      <a:pt x="1562" y="1529"/>
                    </a:cubicBezTo>
                    <a:cubicBezTo>
                      <a:pt x="2392" y="2181"/>
                      <a:pt x="3030" y="3500"/>
                      <a:pt x="3114" y="3500"/>
                    </a:cubicBezTo>
                    <a:cubicBezTo>
                      <a:pt x="3120" y="3500"/>
                      <a:pt x="3123" y="3493"/>
                      <a:pt x="3123" y="3478"/>
                    </a:cubicBezTo>
                    <a:cubicBezTo>
                      <a:pt x="3123" y="3250"/>
                      <a:pt x="3123" y="927"/>
                      <a:pt x="2484" y="416"/>
                    </a:cubicBezTo>
                    <a:cubicBezTo>
                      <a:pt x="2119" y="125"/>
                      <a:pt x="1404" y="0"/>
                      <a:pt x="84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0" name="Google Shape;6060;p68"/>
              <p:cNvSpPr/>
              <p:nvPr/>
            </p:nvSpPr>
            <p:spPr>
              <a:xfrm>
                <a:off x="6166800" y="1873700"/>
                <a:ext cx="50825" cy="163500"/>
              </a:xfrm>
              <a:custGeom>
                <a:rect b="b" l="l" r="r" t="t"/>
                <a:pathLst>
                  <a:path extrusionOk="0" h="6540" w="2033">
                    <a:moveTo>
                      <a:pt x="326" y="1"/>
                    </a:moveTo>
                    <a:cubicBezTo>
                      <a:pt x="1" y="1"/>
                      <a:pt x="417" y="1310"/>
                      <a:pt x="472" y="2122"/>
                    </a:cubicBezTo>
                    <a:cubicBezTo>
                      <a:pt x="530" y="3091"/>
                      <a:pt x="1436" y="6540"/>
                      <a:pt x="1737" y="6540"/>
                    </a:cubicBezTo>
                    <a:cubicBezTo>
                      <a:pt x="1751" y="6540"/>
                      <a:pt x="1763" y="6532"/>
                      <a:pt x="1775" y="6517"/>
                    </a:cubicBezTo>
                    <a:cubicBezTo>
                      <a:pt x="2033" y="6166"/>
                      <a:pt x="1873" y="4415"/>
                      <a:pt x="1682" y="3044"/>
                    </a:cubicBezTo>
                    <a:cubicBezTo>
                      <a:pt x="1492" y="1673"/>
                      <a:pt x="994" y="542"/>
                      <a:pt x="724" y="272"/>
                    </a:cubicBezTo>
                    <a:cubicBezTo>
                      <a:pt x="534" y="82"/>
                      <a:pt x="407" y="1"/>
                      <a:pt x="3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1" name="Google Shape;6061;p68"/>
              <p:cNvSpPr/>
              <p:nvPr/>
            </p:nvSpPr>
            <p:spPr>
              <a:xfrm>
                <a:off x="6194100" y="2038075"/>
                <a:ext cx="42575" cy="146800"/>
              </a:xfrm>
              <a:custGeom>
                <a:rect b="b" l="l" r="r" t="t"/>
                <a:pathLst>
                  <a:path extrusionOk="0" h="5872" w="1703">
                    <a:moveTo>
                      <a:pt x="260" y="0"/>
                    </a:moveTo>
                    <a:cubicBezTo>
                      <a:pt x="253" y="0"/>
                      <a:pt x="247" y="1"/>
                      <a:pt x="240" y="3"/>
                    </a:cubicBezTo>
                    <a:cubicBezTo>
                      <a:pt x="0" y="83"/>
                      <a:pt x="203" y="673"/>
                      <a:pt x="240" y="1054"/>
                    </a:cubicBezTo>
                    <a:cubicBezTo>
                      <a:pt x="271" y="1435"/>
                      <a:pt x="1482" y="5677"/>
                      <a:pt x="1605" y="5867"/>
                    </a:cubicBezTo>
                    <a:cubicBezTo>
                      <a:pt x="1607" y="5870"/>
                      <a:pt x="1608" y="5871"/>
                      <a:pt x="1610" y="5871"/>
                    </a:cubicBezTo>
                    <a:cubicBezTo>
                      <a:pt x="1703" y="5871"/>
                      <a:pt x="767" y="0"/>
                      <a:pt x="26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2" name="Google Shape;6062;p68"/>
              <p:cNvSpPr/>
              <p:nvPr/>
            </p:nvSpPr>
            <p:spPr>
              <a:xfrm>
                <a:off x="6216675" y="2034950"/>
                <a:ext cx="31225" cy="149500"/>
              </a:xfrm>
              <a:custGeom>
                <a:rect b="b" l="l" r="r" t="t"/>
                <a:pathLst>
                  <a:path extrusionOk="0" h="5980" w="1249">
                    <a:moveTo>
                      <a:pt x="264" y="0"/>
                    </a:moveTo>
                    <a:cubicBezTo>
                      <a:pt x="172" y="0"/>
                      <a:pt x="1" y="199"/>
                      <a:pt x="1" y="509"/>
                    </a:cubicBezTo>
                    <a:cubicBezTo>
                      <a:pt x="1" y="927"/>
                      <a:pt x="861" y="5672"/>
                      <a:pt x="991" y="5894"/>
                    </a:cubicBezTo>
                    <a:cubicBezTo>
                      <a:pt x="1026" y="5954"/>
                      <a:pt x="1061" y="5979"/>
                      <a:pt x="1094" y="5979"/>
                    </a:cubicBezTo>
                    <a:cubicBezTo>
                      <a:pt x="1181" y="5979"/>
                      <a:pt x="1249" y="5802"/>
                      <a:pt x="1249" y="5642"/>
                    </a:cubicBezTo>
                    <a:cubicBezTo>
                      <a:pt x="1249" y="5414"/>
                      <a:pt x="419" y="829"/>
                      <a:pt x="321" y="67"/>
                    </a:cubicBezTo>
                    <a:cubicBezTo>
                      <a:pt x="316" y="21"/>
                      <a:pt x="294" y="0"/>
                      <a:pt x="26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3" name="Google Shape;6063;p68"/>
              <p:cNvSpPr/>
              <p:nvPr/>
            </p:nvSpPr>
            <p:spPr>
              <a:xfrm>
                <a:off x="6231750" y="2199400"/>
                <a:ext cx="30825" cy="54575"/>
              </a:xfrm>
              <a:custGeom>
                <a:rect b="b" l="l" r="r" t="t"/>
                <a:pathLst>
                  <a:path extrusionOk="0" h="2183" w="1233">
                    <a:moveTo>
                      <a:pt x="629" y="1"/>
                    </a:moveTo>
                    <a:cubicBezTo>
                      <a:pt x="373" y="1"/>
                      <a:pt x="57" y="1140"/>
                      <a:pt x="13" y="1596"/>
                    </a:cubicBezTo>
                    <a:cubicBezTo>
                      <a:pt x="0" y="1762"/>
                      <a:pt x="566" y="1608"/>
                      <a:pt x="996" y="2143"/>
                    </a:cubicBezTo>
                    <a:cubicBezTo>
                      <a:pt x="1017" y="2170"/>
                      <a:pt x="1035" y="2183"/>
                      <a:pt x="1050" y="2183"/>
                    </a:cubicBezTo>
                    <a:cubicBezTo>
                      <a:pt x="1233" y="2183"/>
                      <a:pt x="952" y="303"/>
                      <a:pt x="707" y="41"/>
                    </a:cubicBezTo>
                    <a:cubicBezTo>
                      <a:pt x="682" y="13"/>
                      <a:pt x="656" y="1"/>
                      <a:pt x="62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4" name="Google Shape;6064;p68"/>
              <p:cNvSpPr/>
              <p:nvPr/>
            </p:nvSpPr>
            <p:spPr>
              <a:xfrm>
                <a:off x="6240875" y="2260125"/>
                <a:ext cx="23000" cy="47750"/>
              </a:xfrm>
              <a:custGeom>
                <a:rect b="b" l="l" r="r" t="t"/>
                <a:pathLst>
                  <a:path extrusionOk="0" h="1910" w="920">
                    <a:moveTo>
                      <a:pt x="668" y="1"/>
                    </a:moveTo>
                    <a:cubicBezTo>
                      <a:pt x="401" y="1"/>
                      <a:pt x="532" y="633"/>
                      <a:pt x="508" y="882"/>
                    </a:cubicBezTo>
                    <a:cubicBezTo>
                      <a:pt x="484" y="1142"/>
                      <a:pt x="1" y="1909"/>
                      <a:pt x="215" y="1909"/>
                    </a:cubicBezTo>
                    <a:cubicBezTo>
                      <a:pt x="218" y="1909"/>
                      <a:pt x="222" y="1909"/>
                      <a:pt x="225" y="1909"/>
                    </a:cubicBezTo>
                    <a:cubicBezTo>
                      <a:pt x="459" y="1890"/>
                      <a:pt x="748" y="1146"/>
                      <a:pt x="797" y="858"/>
                    </a:cubicBezTo>
                    <a:cubicBezTo>
                      <a:pt x="846" y="575"/>
                      <a:pt x="920" y="34"/>
                      <a:pt x="699" y="3"/>
                    </a:cubicBezTo>
                    <a:cubicBezTo>
                      <a:pt x="688" y="1"/>
                      <a:pt x="678" y="1"/>
                      <a:pt x="6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5" name="Google Shape;6065;p68"/>
              <p:cNvSpPr/>
              <p:nvPr/>
            </p:nvSpPr>
            <p:spPr>
              <a:xfrm>
                <a:off x="62295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237" y="1"/>
                    </a:moveTo>
                    <a:cubicBezTo>
                      <a:pt x="137" y="1"/>
                      <a:pt x="1" y="703"/>
                      <a:pt x="151" y="1003"/>
                    </a:cubicBezTo>
                    <a:cubicBezTo>
                      <a:pt x="173" y="1047"/>
                      <a:pt x="193" y="1067"/>
                      <a:pt x="211" y="1067"/>
                    </a:cubicBezTo>
                    <a:cubicBezTo>
                      <a:pt x="333" y="1067"/>
                      <a:pt x="374" y="213"/>
                      <a:pt x="268" y="26"/>
                    </a:cubicBezTo>
                    <a:cubicBezTo>
                      <a:pt x="258" y="9"/>
                      <a:pt x="248" y="1"/>
                      <a:pt x="23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6" name="Google Shape;6066;p68"/>
              <p:cNvSpPr/>
              <p:nvPr/>
            </p:nvSpPr>
            <p:spPr>
              <a:xfrm>
                <a:off x="6076225" y="1772400"/>
                <a:ext cx="30875" cy="22675"/>
              </a:xfrm>
              <a:custGeom>
                <a:rect b="b" l="l" r="r" t="t"/>
                <a:pathLst>
                  <a:path extrusionOk="0" h="907" w="1235">
                    <a:moveTo>
                      <a:pt x="1086" y="0"/>
                    </a:moveTo>
                    <a:cubicBezTo>
                      <a:pt x="880" y="0"/>
                      <a:pt x="443" y="181"/>
                      <a:pt x="1" y="181"/>
                    </a:cubicBezTo>
                    <a:lnTo>
                      <a:pt x="1" y="906"/>
                    </a:lnTo>
                    <a:cubicBezTo>
                      <a:pt x="1" y="906"/>
                      <a:pt x="1120" y="427"/>
                      <a:pt x="1193" y="181"/>
                    </a:cubicBezTo>
                    <a:cubicBezTo>
                      <a:pt x="1234" y="46"/>
                      <a:pt x="1189" y="0"/>
                      <a:pt x="108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7" name="Google Shape;6067;p68"/>
              <p:cNvSpPr/>
              <p:nvPr/>
            </p:nvSpPr>
            <p:spPr>
              <a:xfrm>
                <a:off x="6073775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1697" y="1"/>
                    </a:moveTo>
                    <a:cubicBezTo>
                      <a:pt x="1651" y="1"/>
                      <a:pt x="1579" y="15"/>
                      <a:pt x="1476" y="48"/>
                    </a:cubicBezTo>
                    <a:cubicBezTo>
                      <a:pt x="732" y="282"/>
                      <a:pt x="0" y="1456"/>
                      <a:pt x="277" y="1517"/>
                    </a:cubicBezTo>
                    <a:cubicBezTo>
                      <a:pt x="295" y="1521"/>
                      <a:pt x="313" y="1523"/>
                      <a:pt x="330" y="1523"/>
                    </a:cubicBezTo>
                    <a:cubicBezTo>
                      <a:pt x="667" y="1523"/>
                      <a:pt x="989" y="778"/>
                      <a:pt x="1322" y="509"/>
                    </a:cubicBezTo>
                    <a:cubicBezTo>
                      <a:pt x="1613" y="283"/>
                      <a:pt x="1903" y="1"/>
                      <a:pt x="169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8" name="Google Shape;6068;p68"/>
              <p:cNvSpPr/>
              <p:nvPr/>
            </p:nvSpPr>
            <p:spPr>
              <a:xfrm>
                <a:off x="6084825" y="1878975"/>
                <a:ext cx="83325" cy="75625"/>
              </a:xfrm>
              <a:custGeom>
                <a:rect b="b" l="l" r="r" t="t"/>
                <a:pathLst>
                  <a:path extrusionOk="0" h="3025" w="3333">
                    <a:moveTo>
                      <a:pt x="2444" y="1"/>
                    </a:moveTo>
                    <a:cubicBezTo>
                      <a:pt x="1617" y="1"/>
                      <a:pt x="515" y="890"/>
                      <a:pt x="253" y="1370"/>
                    </a:cubicBezTo>
                    <a:cubicBezTo>
                      <a:pt x="1" y="1826"/>
                      <a:pt x="255" y="3024"/>
                      <a:pt x="1287" y="3024"/>
                    </a:cubicBezTo>
                    <a:cubicBezTo>
                      <a:pt x="1436" y="3024"/>
                      <a:pt x="1601" y="2999"/>
                      <a:pt x="1784" y="2943"/>
                    </a:cubicBezTo>
                    <a:cubicBezTo>
                      <a:pt x="3333" y="2464"/>
                      <a:pt x="3326" y="196"/>
                      <a:pt x="2687" y="30"/>
                    </a:cubicBezTo>
                    <a:cubicBezTo>
                      <a:pt x="2610" y="10"/>
                      <a:pt x="2528" y="1"/>
                      <a:pt x="2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9" name="Google Shape;6069;p68"/>
              <p:cNvSpPr/>
              <p:nvPr/>
            </p:nvSpPr>
            <p:spPr>
              <a:xfrm>
                <a:off x="6126025" y="2800350"/>
                <a:ext cx="24300" cy="31775"/>
              </a:xfrm>
              <a:custGeom>
                <a:rect b="b" l="l" r="r" t="t"/>
                <a:pathLst>
                  <a:path extrusionOk="0" h="1271" w="972">
                    <a:moveTo>
                      <a:pt x="224" y="1"/>
                    </a:moveTo>
                    <a:cubicBezTo>
                      <a:pt x="145" y="1"/>
                      <a:pt x="85" y="19"/>
                      <a:pt x="62" y="74"/>
                    </a:cubicBezTo>
                    <a:cubicBezTo>
                      <a:pt x="13" y="184"/>
                      <a:pt x="0" y="455"/>
                      <a:pt x="93" y="713"/>
                    </a:cubicBezTo>
                    <a:cubicBezTo>
                      <a:pt x="176" y="927"/>
                      <a:pt x="362" y="1270"/>
                      <a:pt x="533" y="1270"/>
                    </a:cubicBezTo>
                    <a:cubicBezTo>
                      <a:pt x="563" y="1270"/>
                      <a:pt x="593" y="1259"/>
                      <a:pt x="621" y="1235"/>
                    </a:cubicBezTo>
                    <a:cubicBezTo>
                      <a:pt x="812" y="1076"/>
                      <a:pt x="972" y="123"/>
                      <a:pt x="750" y="92"/>
                    </a:cubicBezTo>
                    <a:cubicBezTo>
                      <a:pt x="600" y="72"/>
                      <a:pt x="377" y="1"/>
                      <a:pt x="22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0" name="Google Shape;6070;p68"/>
              <p:cNvSpPr/>
              <p:nvPr/>
            </p:nvSpPr>
            <p:spPr>
              <a:xfrm>
                <a:off x="6118800" y="2827575"/>
                <a:ext cx="11825" cy="54225"/>
              </a:xfrm>
              <a:custGeom>
                <a:rect b="b" l="l" r="r" t="t"/>
                <a:pathLst>
                  <a:path extrusionOk="0" h="2169" w="473">
                    <a:moveTo>
                      <a:pt x="164" y="1"/>
                    </a:moveTo>
                    <a:cubicBezTo>
                      <a:pt x="93" y="1"/>
                      <a:pt x="182" y="1010"/>
                      <a:pt x="99" y="1425"/>
                    </a:cubicBezTo>
                    <a:cubicBezTo>
                      <a:pt x="7" y="1861"/>
                      <a:pt x="0" y="1972"/>
                      <a:pt x="166" y="2156"/>
                    </a:cubicBezTo>
                    <a:cubicBezTo>
                      <a:pt x="174" y="2164"/>
                      <a:pt x="181" y="2168"/>
                      <a:pt x="188" y="2168"/>
                    </a:cubicBezTo>
                    <a:cubicBezTo>
                      <a:pt x="345" y="2168"/>
                      <a:pt x="473" y="281"/>
                      <a:pt x="173" y="5"/>
                    </a:cubicBezTo>
                    <a:cubicBezTo>
                      <a:pt x="169" y="2"/>
                      <a:pt x="167" y="1"/>
                      <a:pt x="1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1" name="Google Shape;6071;p68"/>
              <p:cNvSpPr/>
              <p:nvPr/>
            </p:nvSpPr>
            <p:spPr>
              <a:xfrm>
                <a:off x="6128025" y="2835800"/>
                <a:ext cx="10475" cy="54575"/>
              </a:xfrm>
              <a:custGeom>
                <a:rect b="b" l="l" r="r" t="t"/>
                <a:pathLst>
                  <a:path extrusionOk="0" h="2183" w="419">
                    <a:moveTo>
                      <a:pt x="218" y="0"/>
                    </a:moveTo>
                    <a:cubicBezTo>
                      <a:pt x="173" y="0"/>
                      <a:pt x="183" y="1069"/>
                      <a:pt x="92" y="1514"/>
                    </a:cubicBezTo>
                    <a:cubicBezTo>
                      <a:pt x="0" y="1969"/>
                      <a:pt x="6" y="2061"/>
                      <a:pt x="142" y="2178"/>
                    </a:cubicBezTo>
                    <a:cubicBezTo>
                      <a:pt x="146" y="2181"/>
                      <a:pt x="150" y="2183"/>
                      <a:pt x="154" y="2183"/>
                    </a:cubicBezTo>
                    <a:cubicBezTo>
                      <a:pt x="291" y="2183"/>
                      <a:pt x="419" y="223"/>
                      <a:pt x="222" y="2"/>
                    </a:cubicBezTo>
                    <a:cubicBezTo>
                      <a:pt x="220" y="1"/>
                      <a:pt x="219" y="0"/>
                      <a:pt x="21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2" name="Google Shape;6072;p68"/>
              <p:cNvSpPr/>
              <p:nvPr/>
            </p:nvSpPr>
            <p:spPr>
              <a:xfrm>
                <a:off x="6134625" y="2839675"/>
                <a:ext cx="11100" cy="56625"/>
              </a:xfrm>
              <a:custGeom>
                <a:rect b="b" l="l" r="r" t="t"/>
                <a:pathLst>
                  <a:path extrusionOk="0" h="2265" w="444">
                    <a:moveTo>
                      <a:pt x="197" y="0"/>
                    </a:moveTo>
                    <a:lnTo>
                      <a:pt x="191" y="990"/>
                    </a:lnTo>
                    <a:cubicBezTo>
                      <a:pt x="191" y="1513"/>
                      <a:pt x="1" y="2262"/>
                      <a:pt x="68" y="2262"/>
                    </a:cubicBezTo>
                    <a:cubicBezTo>
                      <a:pt x="79" y="2262"/>
                      <a:pt x="90" y="2264"/>
                      <a:pt x="102" y="2264"/>
                    </a:cubicBezTo>
                    <a:cubicBezTo>
                      <a:pt x="158" y="2264"/>
                      <a:pt x="227" y="2222"/>
                      <a:pt x="308" y="1734"/>
                    </a:cubicBezTo>
                    <a:cubicBezTo>
                      <a:pt x="443" y="879"/>
                      <a:pt x="357" y="50"/>
                      <a:pt x="19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3" name="Google Shape;6073;p68"/>
              <p:cNvSpPr/>
              <p:nvPr/>
            </p:nvSpPr>
            <p:spPr>
              <a:xfrm>
                <a:off x="6145800" y="2846600"/>
                <a:ext cx="10125" cy="50600"/>
              </a:xfrm>
              <a:custGeom>
                <a:rect b="b" l="l" r="r" t="t"/>
                <a:pathLst>
                  <a:path extrusionOk="0" h="2024" w="405">
                    <a:moveTo>
                      <a:pt x="72" y="1"/>
                    </a:moveTo>
                    <a:cubicBezTo>
                      <a:pt x="71" y="1"/>
                      <a:pt x="70" y="3"/>
                      <a:pt x="70" y="6"/>
                    </a:cubicBezTo>
                    <a:cubicBezTo>
                      <a:pt x="58" y="117"/>
                      <a:pt x="101" y="1438"/>
                      <a:pt x="33" y="1758"/>
                    </a:cubicBezTo>
                    <a:cubicBezTo>
                      <a:pt x="0" y="1927"/>
                      <a:pt x="61" y="2024"/>
                      <a:pt x="135" y="2024"/>
                    </a:cubicBezTo>
                    <a:cubicBezTo>
                      <a:pt x="201" y="2024"/>
                      <a:pt x="278" y="1947"/>
                      <a:pt x="310" y="1776"/>
                    </a:cubicBezTo>
                    <a:cubicBezTo>
                      <a:pt x="404" y="1214"/>
                      <a:pt x="105" y="1"/>
                      <a:pt x="7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4" name="Google Shape;6074;p68"/>
              <p:cNvSpPr/>
              <p:nvPr/>
            </p:nvSpPr>
            <p:spPr>
              <a:xfrm>
                <a:off x="6154600" y="2857400"/>
                <a:ext cx="6550" cy="29150"/>
              </a:xfrm>
              <a:custGeom>
                <a:rect b="b" l="l" r="r" t="t"/>
                <a:pathLst>
                  <a:path extrusionOk="0" h="1166" w="262">
                    <a:moveTo>
                      <a:pt x="2" y="1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817"/>
                      <a:pt x="153" y="1165"/>
                      <a:pt x="224" y="1165"/>
                    </a:cubicBezTo>
                    <a:cubicBezTo>
                      <a:pt x="247" y="1165"/>
                      <a:pt x="262" y="1127"/>
                      <a:pt x="259" y="1056"/>
                    </a:cubicBezTo>
                    <a:cubicBezTo>
                      <a:pt x="235" y="667"/>
                      <a:pt x="20" y="1"/>
                      <a:pt x="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5" name="Google Shape;6075;p68"/>
              <p:cNvSpPr/>
              <p:nvPr/>
            </p:nvSpPr>
            <p:spPr>
              <a:xfrm>
                <a:off x="6011075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1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6" name="Google Shape;6076;p68"/>
              <p:cNvSpPr/>
              <p:nvPr/>
            </p:nvSpPr>
            <p:spPr>
              <a:xfrm>
                <a:off x="6015808" y="1651250"/>
                <a:ext cx="62900" cy="64500"/>
              </a:xfrm>
              <a:custGeom>
                <a:rect b="b" l="l" r="r" t="t"/>
                <a:pathLst>
                  <a:path extrusionOk="0" h="2580" w="2516">
                    <a:moveTo>
                      <a:pt x="1430" y="0"/>
                    </a:moveTo>
                    <a:cubicBezTo>
                      <a:pt x="830" y="0"/>
                      <a:pt x="1" y="463"/>
                      <a:pt x="87" y="1142"/>
                    </a:cubicBezTo>
                    <a:cubicBezTo>
                      <a:pt x="92" y="1175"/>
                      <a:pt x="109" y="1189"/>
                      <a:pt x="138" y="1189"/>
                    </a:cubicBezTo>
                    <a:cubicBezTo>
                      <a:pt x="290" y="1189"/>
                      <a:pt x="768" y="783"/>
                      <a:pt x="1344" y="783"/>
                    </a:cubicBezTo>
                    <a:cubicBezTo>
                      <a:pt x="1392" y="783"/>
                      <a:pt x="1440" y="786"/>
                      <a:pt x="1489" y="792"/>
                    </a:cubicBezTo>
                    <a:cubicBezTo>
                      <a:pt x="2186" y="881"/>
                      <a:pt x="2046" y="2580"/>
                      <a:pt x="2215" y="2580"/>
                    </a:cubicBezTo>
                    <a:cubicBezTo>
                      <a:pt x="2221" y="2580"/>
                      <a:pt x="2227" y="2578"/>
                      <a:pt x="2233" y="2574"/>
                    </a:cubicBezTo>
                    <a:cubicBezTo>
                      <a:pt x="2515" y="2421"/>
                      <a:pt x="2509" y="386"/>
                      <a:pt x="1759" y="60"/>
                    </a:cubicBezTo>
                    <a:cubicBezTo>
                      <a:pt x="1666" y="20"/>
                      <a:pt x="1553" y="0"/>
                      <a:pt x="14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7" name="Google Shape;6077;p68"/>
              <p:cNvSpPr/>
              <p:nvPr/>
            </p:nvSpPr>
            <p:spPr>
              <a:xfrm>
                <a:off x="6023758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794" y="413"/>
                    </a:moveTo>
                    <a:cubicBezTo>
                      <a:pt x="1037" y="413"/>
                      <a:pt x="1293" y="571"/>
                      <a:pt x="1282" y="686"/>
                    </a:cubicBezTo>
                    <a:cubicBezTo>
                      <a:pt x="1268" y="839"/>
                      <a:pt x="1067" y="903"/>
                      <a:pt x="861" y="903"/>
                    </a:cubicBezTo>
                    <a:cubicBezTo>
                      <a:pt x="614" y="903"/>
                      <a:pt x="358" y="811"/>
                      <a:pt x="409" y="674"/>
                    </a:cubicBezTo>
                    <a:cubicBezTo>
                      <a:pt x="479" y="481"/>
                      <a:pt x="634" y="413"/>
                      <a:pt x="794" y="413"/>
                    </a:cubicBezTo>
                    <a:close/>
                    <a:moveTo>
                      <a:pt x="950" y="0"/>
                    </a:moveTo>
                    <a:cubicBezTo>
                      <a:pt x="364" y="0"/>
                      <a:pt x="1" y="366"/>
                      <a:pt x="58" y="723"/>
                    </a:cubicBezTo>
                    <a:cubicBezTo>
                      <a:pt x="110" y="1067"/>
                      <a:pt x="445" y="1325"/>
                      <a:pt x="941" y="1325"/>
                    </a:cubicBezTo>
                    <a:cubicBezTo>
                      <a:pt x="1039" y="1325"/>
                      <a:pt x="1142" y="1316"/>
                      <a:pt x="1251" y="1294"/>
                    </a:cubicBezTo>
                    <a:cubicBezTo>
                      <a:pt x="1915" y="1165"/>
                      <a:pt x="1607" y="108"/>
                      <a:pt x="1269" y="34"/>
                    </a:cubicBezTo>
                    <a:cubicBezTo>
                      <a:pt x="1157" y="11"/>
                      <a:pt x="1050" y="0"/>
                      <a:pt x="9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8" name="Google Shape;6078;p68"/>
              <p:cNvSpPr/>
              <p:nvPr/>
            </p:nvSpPr>
            <p:spPr>
              <a:xfrm>
                <a:off x="6027375" y="1711375"/>
                <a:ext cx="33525" cy="26800"/>
              </a:xfrm>
              <a:custGeom>
                <a:rect b="b" l="l" r="r" t="t"/>
                <a:pathLst>
                  <a:path extrusionOk="0" h="1072" w="1341">
                    <a:moveTo>
                      <a:pt x="19" y="1"/>
                    </a:moveTo>
                    <a:cubicBezTo>
                      <a:pt x="7" y="1"/>
                      <a:pt x="0" y="5"/>
                      <a:pt x="0" y="16"/>
                    </a:cubicBezTo>
                    <a:cubicBezTo>
                      <a:pt x="0" y="160"/>
                      <a:pt x="354" y="1072"/>
                      <a:pt x="544" y="1072"/>
                    </a:cubicBezTo>
                    <a:cubicBezTo>
                      <a:pt x="556" y="1072"/>
                      <a:pt x="567" y="1068"/>
                      <a:pt x="578" y="1060"/>
                    </a:cubicBezTo>
                    <a:cubicBezTo>
                      <a:pt x="748" y="943"/>
                      <a:pt x="1341" y="133"/>
                      <a:pt x="1236" y="133"/>
                    </a:cubicBezTo>
                    <a:cubicBezTo>
                      <a:pt x="1231" y="133"/>
                      <a:pt x="1225" y="135"/>
                      <a:pt x="1217" y="138"/>
                    </a:cubicBezTo>
                    <a:cubicBezTo>
                      <a:pt x="1100" y="194"/>
                      <a:pt x="976" y="215"/>
                      <a:pt x="855" y="215"/>
                    </a:cubicBezTo>
                    <a:cubicBezTo>
                      <a:pt x="469" y="215"/>
                      <a:pt x="106" y="1"/>
                      <a:pt x="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9" name="Google Shape;6079;p68"/>
              <p:cNvSpPr/>
              <p:nvPr/>
            </p:nvSpPr>
            <p:spPr>
              <a:xfrm>
                <a:off x="6074233" y="1651250"/>
                <a:ext cx="62875" cy="64500"/>
              </a:xfrm>
              <a:custGeom>
                <a:rect b="b" l="l" r="r" t="t"/>
                <a:pathLst>
                  <a:path extrusionOk="0" h="2580" w="2515">
                    <a:moveTo>
                      <a:pt x="1085" y="0"/>
                    </a:moveTo>
                    <a:cubicBezTo>
                      <a:pt x="963" y="0"/>
                      <a:pt x="850" y="20"/>
                      <a:pt x="756" y="60"/>
                    </a:cubicBezTo>
                    <a:cubicBezTo>
                      <a:pt x="6" y="386"/>
                      <a:pt x="0" y="2421"/>
                      <a:pt x="283" y="2574"/>
                    </a:cubicBezTo>
                    <a:cubicBezTo>
                      <a:pt x="289" y="2578"/>
                      <a:pt x="295" y="2580"/>
                      <a:pt x="300" y="2580"/>
                    </a:cubicBezTo>
                    <a:cubicBezTo>
                      <a:pt x="470" y="2580"/>
                      <a:pt x="330" y="881"/>
                      <a:pt x="1027" y="792"/>
                    </a:cubicBezTo>
                    <a:cubicBezTo>
                      <a:pt x="1076" y="786"/>
                      <a:pt x="1124" y="783"/>
                      <a:pt x="1171" y="783"/>
                    </a:cubicBezTo>
                    <a:cubicBezTo>
                      <a:pt x="1748" y="783"/>
                      <a:pt x="2230" y="1189"/>
                      <a:pt x="2380" y="1189"/>
                    </a:cubicBezTo>
                    <a:cubicBezTo>
                      <a:pt x="2408" y="1189"/>
                      <a:pt x="2425" y="1175"/>
                      <a:pt x="2428" y="1142"/>
                    </a:cubicBezTo>
                    <a:cubicBezTo>
                      <a:pt x="2515" y="463"/>
                      <a:pt x="1686" y="0"/>
                      <a:pt x="108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0" name="Google Shape;6080;p68"/>
              <p:cNvSpPr/>
              <p:nvPr/>
            </p:nvSpPr>
            <p:spPr>
              <a:xfrm>
                <a:off x="6081283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1119" y="413"/>
                    </a:moveTo>
                    <a:cubicBezTo>
                      <a:pt x="1279" y="413"/>
                      <a:pt x="1434" y="481"/>
                      <a:pt x="1507" y="674"/>
                    </a:cubicBezTo>
                    <a:cubicBezTo>
                      <a:pt x="1561" y="811"/>
                      <a:pt x="1305" y="903"/>
                      <a:pt x="1056" y="903"/>
                    </a:cubicBezTo>
                    <a:cubicBezTo>
                      <a:pt x="850" y="903"/>
                      <a:pt x="648" y="839"/>
                      <a:pt x="634" y="686"/>
                    </a:cubicBezTo>
                    <a:cubicBezTo>
                      <a:pt x="623" y="571"/>
                      <a:pt x="876" y="413"/>
                      <a:pt x="1119" y="413"/>
                    </a:cubicBezTo>
                    <a:close/>
                    <a:moveTo>
                      <a:pt x="966" y="0"/>
                    </a:moveTo>
                    <a:cubicBezTo>
                      <a:pt x="866" y="0"/>
                      <a:pt x="759" y="11"/>
                      <a:pt x="646" y="34"/>
                    </a:cubicBezTo>
                    <a:cubicBezTo>
                      <a:pt x="308" y="108"/>
                      <a:pt x="1" y="1165"/>
                      <a:pt x="665" y="1294"/>
                    </a:cubicBezTo>
                    <a:cubicBezTo>
                      <a:pt x="774" y="1316"/>
                      <a:pt x="877" y="1325"/>
                      <a:pt x="974" y="1325"/>
                    </a:cubicBezTo>
                    <a:cubicBezTo>
                      <a:pt x="1471" y="1325"/>
                      <a:pt x="1806" y="1067"/>
                      <a:pt x="1857" y="723"/>
                    </a:cubicBezTo>
                    <a:cubicBezTo>
                      <a:pt x="1915" y="366"/>
                      <a:pt x="1552" y="0"/>
                      <a:pt x="9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1" name="Google Shape;6081;p68"/>
              <p:cNvSpPr/>
              <p:nvPr/>
            </p:nvSpPr>
            <p:spPr>
              <a:xfrm>
                <a:off x="6092650" y="1711375"/>
                <a:ext cx="33400" cy="26800"/>
              </a:xfrm>
              <a:custGeom>
                <a:rect b="b" l="l" r="r" t="t"/>
                <a:pathLst>
                  <a:path extrusionOk="0" h="1072" w="1336">
                    <a:moveTo>
                      <a:pt x="1316" y="1"/>
                    </a:moveTo>
                    <a:cubicBezTo>
                      <a:pt x="1230" y="1"/>
                      <a:pt x="867" y="215"/>
                      <a:pt x="483" y="215"/>
                    </a:cubicBezTo>
                    <a:cubicBezTo>
                      <a:pt x="363" y="215"/>
                      <a:pt x="241" y="194"/>
                      <a:pt x="124" y="138"/>
                    </a:cubicBezTo>
                    <a:cubicBezTo>
                      <a:pt x="117" y="135"/>
                      <a:pt x="111" y="133"/>
                      <a:pt x="106" y="133"/>
                    </a:cubicBezTo>
                    <a:cubicBezTo>
                      <a:pt x="1" y="133"/>
                      <a:pt x="593" y="943"/>
                      <a:pt x="764" y="1060"/>
                    </a:cubicBezTo>
                    <a:cubicBezTo>
                      <a:pt x="774" y="1068"/>
                      <a:pt x="785" y="1072"/>
                      <a:pt x="797" y="1072"/>
                    </a:cubicBezTo>
                    <a:cubicBezTo>
                      <a:pt x="982" y="1072"/>
                      <a:pt x="1335" y="160"/>
                      <a:pt x="1335" y="16"/>
                    </a:cubicBezTo>
                    <a:cubicBezTo>
                      <a:pt x="1335" y="5"/>
                      <a:pt x="1329" y="1"/>
                      <a:pt x="13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2" name="Google Shape;6082;p68"/>
              <p:cNvSpPr/>
              <p:nvPr/>
            </p:nvSpPr>
            <p:spPr>
              <a:xfrm>
                <a:off x="6048100" y="1722500"/>
                <a:ext cx="55825" cy="37375"/>
              </a:xfrm>
              <a:custGeom>
                <a:rect b="b" l="l" r="r" t="t"/>
                <a:pathLst>
                  <a:path extrusionOk="0" h="1495" w="2233">
                    <a:moveTo>
                      <a:pt x="1120" y="486"/>
                    </a:moveTo>
                    <a:cubicBezTo>
                      <a:pt x="1452" y="486"/>
                      <a:pt x="1728" y="640"/>
                      <a:pt x="1747" y="751"/>
                    </a:cubicBezTo>
                    <a:cubicBezTo>
                      <a:pt x="1765" y="855"/>
                      <a:pt x="1568" y="1009"/>
                      <a:pt x="1120" y="1009"/>
                    </a:cubicBezTo>
                    <a:cubicBezTo>
                      <a:pt x="665" y="1009"/>
                      <a:pt x="474" y="855"/>
                      <a:pt x="493" y="751"/>
                    </a:cubicBezTo>
                    <a:cubicBezTo>
                      <a:pt x="511" y="640"/>
                      <a:pt x="788" y="486"/>
                      <a:pt x="1120" y="486"/>
                    </a:cubicBezTo>
                    <a:close/>
                    <a:moveTo>
                      <a:pt x="1120" y="1"/>
                    </a:moveTo>
                    <a:cubicBezTo>
                      <a:pt x="542" y="1"/>
                      <a:pt x="69" y="450"/>
                      <a:pt x="38" y="751"/>
                    </a:cubicBezTo>
                    <a:cubicBezTo>
                      <a:pt x="1" y="1052"/>
                      <a:pt x="339" y="1494"/>
                      <a:pt x="1120" y="1494"/>
                    </a:cubicBezTo>
                    <a:cubicBezTo>
                      <a:pt x="1900" y="1494"/>
                      <a:pt x="2232" y="1046"/>
                      <a:pt x="2201" y="751"/>
                    </a:cubicBezTo>
                    <a:cubicBezTo>
                      <a:pt x="2171" y="450"/>
                      <a:pt x="1691" y="1"/>
                      <a:pt x="11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083" name="Google Shape;6083;p68"/>
          <p:cNvSpPr/>
          <p:nvPr/>
        </p:nvSpPr>
        <p:spPr>
          <a:xfrm>
            <a:off x="5970050" y="1548975"/>
            <a:ext cx="193800" cy="222875"/>
          </a:xfrm>
          <a:custGeom>
            <a:rect b="b" l="l" r="r" t="t"/>
            <a:pathLst>
              <a:path extrusionOk="0" h="8915" w="7752">
                <a:moveTo>
                  <a:pt x="3746" y="0"/>
                </a:moveTo>
                <a:cubicBezTo>
                  <a:pt x="3376" y="0"/>
                  <a:pt x="2959" y="59"/>
                  <a:pt x="2502" y="217"/>
                </a:cubicBezTo>
                <a:cubicBezTo>
                  <a:pt x="670" y="850"/>
                  <a:pt x="0" y="3457"/>
                  <a:pt x="738" y="5885"/>
                </a:cubicBezTo>
                <a:cubicBezTo>
                  <a:pt x="1482" y="8319"/>
                  <a:pt x="2889" y="8915"/>
                  <a:pt x="2889" y="8915"/>
                </a:cubicBezTo>
                <a:cubicBezTo>
                  <a:pt x="1869" y="7612"/>
                  <a:pt x="1832" y="5522"/>
                  <a:pt x="1832" y="5522"/>
                </a:cubicBezTo>
                <a:lnTo>
                  <a:pt x="1832" y="5522"/>
                </a:lnTo>
                <a:cubicBezTo>
                  <a:pt x="2047" y="6456"/>
                  <a:pt x="2643" y="6905"/>
                  <a:pt x="2643" y="6905"/>
                </a:cubicBezTo>
                <a:cubicBezTo>
                  <a:pt x="2182" y="6413"/>
                  <a:pt x="2115" y="4932"/>
                  <a:pt x="2643" y="4686"/>
                </a:cubicBezTo>
                <a:cubicBezTo>
                  <a:pt x="3172" y="4440"/>
                  <a:pt x="4229" y="3770"/>
                  <a:pt x="4229" y="3770"/>
                </a:cubicBezTo>
                <a:lnTo>
                  <a:pt x="4229" y="3770"/>
                </a:lnTo>
                <a:cubicBezTo>
                  <a:pt x="3947" y="4299"/>
                  <a:pt x="3277" y="4618"/>
                  <a:pt x="3277" y="4618"/>
                </a:cubicBezTo>
                <a:cubicBezTo>
                  <a:pt x="4832" y="4372"/>
                  <a:pt x="5287" y="3457"/>
                  <a:pt x="5287" y="3457"/>
                </a:cubicBezTo>
                <a:cubicBezTo>
                  <a:pt x="5287" y="3457"/>
                  <a:pt x="6381" y="4372"/>
                  <a:pt x="5993" y="6487"/>
                </a:cubicBezTo>
                <a:cubicBezTo>
                  <a:pt x="6270" y="6100"/>
                  <a:pt x="6436" y="5651"/>
                  <a:pt x="6479" y="5178"/>
                </a:cubicBezTo>
                <a:cubicBezTo>
                  <a:pt x="6479" y="5135"/>
                  <a:pt x="6485" y="5085"/>
                  <a:pt x="6485" y="5036"/>
                </a:cubicBezTo>
                <a:cubicBezTo>
                  <a:pt x="6485" y="4952"/>
                  <a:pt x="6489" y="4913"/>
                  <a:pt x="6493" y="4913"/>
                </a:cubicBezTo>
                <a:lnTo>
                  <a:pt x="6493" y="4913"/>
                </a:lnTo>
                <a:cubicBezTo>
                  <a:pt x="6534" y="4913"/>
                  <a:pt x="6671" y="7775"/>
                  <a:pt x="5569" y="8915"/>
                </a:cubicBezTo>
                <a:cubicBezTo>
                  <a:pt x="5569" y="8915"/>
                  <a:pt x="7610" y="7716"/>
                  <a:pt x="7684" y="5036"/>
                </a:cubicBezTo>
                <a:cubicBezTo>
                  <a:pt x="7751" y="2362"/>
                  <a:pt x="7186" y="605"/>
                  <a:pt x="5532" y="537"/>
                </a:cubicBezTo>
                <a:cubicBezTo>
                  <a:pt x="5532" y="537"/>
                  <a:pt x="4857" y="0"/>
                  <a:pt x="3746" y="0"/>
                </a:cubicBezTo>
                <a:close/>
              </a:path>
            </a:pathLst>
          </a:custGeom>
          <a:solidFill>
            <a:srgbClr val="E6EB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4" name="Google Shape;6084;p68"/>
          <p:cNvSpPr/>
          <p:nvPr/>
        </p:nvSpPr>
        <p:spPr>
          <a:xfrm>
            <a:off x="6763600" y="2567675"/>
            <a:ext cx="30300" cy="306750"/>
          </a:xfrm>
          <a:custGeom>
            <a:rect b="b" l="l" r="r" t="t"/>
            <a:pathLst>
              <a:path extrusionOk="0" h="12270" w="1212">
                <a:moveTo>
                  <a:pt x="103" y="0"/>
                </a:moveTo>
                <a:cubicBezTo>
                  <a:pt x="99" y="0"/>
                  <a:pt x="96" y="0"/>
                  <a:pt x="92" y="1"/>
                </a:cubicBezTo>
                <a:cubicBezTo>
                  <a:pt x="37" y="7"/>
                  <a:pt x="0" y="50"/>
                  <a:pt x="0" y="99"/>
                </a:cubicBezTo>
                <a:cubicBezTo>
                  <a:pt x="6" y="148"/>
                  <a:pt x="295" y="5336"/>
                  <a:pt x="578" y="7371"/>
                </a:cubicBezTo>
                <a:cubicBezTo>
                  <a:pt x="867" y="9442"/>
                  <a:pt x="1021" y="10966"/>
                  <a:pt x="910" y="12165"/>
                </a:cubicBezTo>
                <a:cubicBezTo>
                  <a:pt x="904" y="12214"/>
                  <a:pt x="941" y="12263"/>
                  <a:pt x="996" y="12270"/>
                </a:cubicBezTo>
                <a:lnTo>
                  <a:pt x="1008" y="12270"/>
                </a:lnTo>
                <a:cubicBezTo>
                  <a:pt x="1051" y="12270"/>
                  <a:pt x="1094" y="12233"/>
                  <a:pt x="1100" y="12184"/>
                </a:cubicBezTo>
                <a:cubicBezTo>
                  <a:pt x="1211" y="10966"/>
                  <a:pt x="1057" y="9430"/>
                  <a:pt x="762" y="7346"/>
                </a:cubicBezTo>
                <a:cubicBezTo>
                  <a:pt x="486" y="5318"/>
                  <a:pt x="191" y="142"/>
                  <a:pt x="191" y="93"/>
                </a:cubicBezTo>
                <a:cubicBezTo>
                  <a:pt x="191" y="41"/>
                  <a:pt x="153" y="0"/>
                  <a:pt x="103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5" name="Google Shape;6085;p68"/>
          <p:cNvSpPr/>
          <p:nvPr/>
        </p:nvSpPr>
        <p:spPr>
          <a:xfrm>
            <a:off x="6763450" y="2788650"/>
            <a:ext cx="24700" cy="100375"/>
          </a:xfrm>
          <a:custGeom>
            <a:rect b="b" l="l" r="r" t="t"/>
            <a:pathLst>
              <a:path extrusionOk="0" h="4015" w="988">
                <a:moveTo>
                  <a:pt x="884" y="0"/>
                </a:moveTo>
                <a:cubicBezTo>
                  <a:pt x="842" y="0"/>
                  <a:pt x="801" y="26"/>
                  <a:pt x="793" y="81"/>
                </a:cubicBezTo>
                <a:cubicBezTo>
                  <a:pt x="787" y="111"/>
                  <a:pt x="289" y="3351"/>
                  <a:pt x="25" y="3873"/>
                </a:cubicBezTo>
                <a:cubicBezTo>
                  <a:pt x="0" y="3916"/>
                  <a:pt x="18" y="3978"/>
                  <a:pt x="62" y="4002"/>
                </a:cubicBezTo>
                <a:cubicBezTo>
                  <a:pt x="74" y="4008"/>
                  <a:pt x="92" y="4015"/>
                  <a:pt x="105" y="4015"/>
                </a:cubicBezTo>
                <a:cubicBezTo>
                  <a:pt x="141" y="4015"/>
                  <a:pt x="178" y="3990"/>
                  <a:pt x="191" y="3959"/>
                </a:cubicBezTo>
                <a:cubicBezTo>
                  <a:pt x="473" y="3412"/>
                  <a:pt x="959" y="247"/>
                  <a:pt x="977" y="111"/>
                </a:cubicBezTo>
                <a:cubicBezTo>
                  <a:pt x="988" y="40"/>
                  <a:pt x="935" y="0"/>
                  <a:pt x="884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6" name="Google Shape;6086;p68"/>
          <p:cNvSpPr/>
          <p:nvPr/>
        </p:nvSpPr>
        <p:spPr>
          <a:xfrm>
            <a:off x="6887450" y="2573550"/>
            <a:ext cx="22075" cy="300725"/>
          </a:xfrm>
          <a:custGeom>
            <a:rect b="b" l="l" r="r" t="t"/>
            <a:pathLst>
              <a:path extrusionOk="0" h="12029" w="883">
                <a:moveTo>
                  <a:pt x="782" y="1"/>
                </a:moveTo>
                <a:cubicBezTo>
                  <a:pt x="737" y="1"/>
                  <a:pt x="692" y="30"/>
                  <a:pt x="689" y="92"/>
                </a:cubicBezTo>
                <a:cubicBezTo>
                  <a:pt x="683" y="171"/>
                  <a:pt x="308" y="7867"/>
                  <a:pt x="209" y="8967"/>
                </a:cubicBezTo>
                <a:cubicBezTo>
                  <a:pt x="111" y="10129"/>
                  <a:pt x="0" y="11592"/>
                  <a:pt x="31" y="11942"/>
                </a:cubicBezTo>
                <a:cubicBezTo>
                  <a:pt x="37" y="11992"/>
                  <a:pt x="80" y="12028"/>
                  <a:pt x="130" y="12028"/>
                </a:cubicBezTo>
                <a:lnTo>
                  <a:pt x="136" y="12028"/>
                </a:lnTo>
                <a:cubicBezTo>
                  <a:pt x="191" y="12022"/>
                  <a:pt x="228" y="11973"/>
                  <a:pt x="222" y="11924"/>
                </a:cubicBezTo>
                <a:cubicBezTo>
                  <a:pt x="197" y="11660"/>
                  <a:pt x="259" y="10615"/>
                  <a:pt x="400" y="8980"/>
                </a:cubicBezTo>
                <a:cubicBezTo>
                  <a:pt x="498" y="7879"/>
                  <a:pt x="873" y="178"/>
                  <a:pt x="879" y="104"/>
                </a:cubicBezTo>
                <a:cubicBezTo>
                  <a:pt x="883" y="36"/>
                  <a:pt x="832" y="1"/>
                  <a:pt x="78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7" name="Google Shape;6087;p68"/>
          <p:cNvSpPr/>
          <p:nvPr/>
        </p:nvSpPr>
        <p:spPr>
          <a:xfrm>
            <a:off x="6892675" y="2795550"/>
            <a:ext cx="23075" cy="88700"/>
          </a:xfrm>
          <a:custGeom>
            <a:rect b="b" l="l" r="r" t="t"/>
            <a:pathLst>
              <a:path extrusionOk="0" h="3548" w="923">
                <a:moveTo>
                  <a:pt x="99" y="1"/>
                </a:moveTo>
                <a:cubicBezTo>
                  <a:pt x="95" y="1"/>
                  <a:pt x="91" y="1"/>
                  <a:pt x="87" y="1"/>
                </a:cubicBezTo>
                <a:cubicBezTo>
                  <a:pt x="37" y="7"/>
                  <a:pt x="0" y="50"/>
                  <a:pt x="0" y="106"/>
                </a:cubicBezTo>
                <a:cubicBezTo>
                  <a:pt x="13" y="204"/>
                  <a:pt x="246" y="2478"/>
                  <a:pt x="726" y="3493"/>
                </a:cubicBezTo>
                <a:cubicBezTo>
                  <a:pt x="744" y="3523"/>
                  <a:pt x="775" y="3542"/>
                  <a:pt x="812" y="3548"/>
                </a:cubicBezTo>
                <a:cubicBezTo>
                  <a:pt x="830" y="3548"/>
                  <a:pt x="843" y="3542"/>
                  <a:pt x="855" y="3536"/>
                </a:cubicBezTo>
                <a:cubicBezTo>
                  <a:pt x="904" y="3511"/>
                  <a:pt x="922" y="3456"/>
                  <a:pt x="898" y="3407"/>
                </a:cubicBezTo>
                <a:cubicBezTo>
                  <a:pt x="437" y="2429"/>
                  <a:pt x="191" y="106"/>
                  <a:pt x="191" y="87"/>
                </a:cubicBezTo>
                <a:cubicBezTo>
                  <a:pt x="191" y="36"/>
                  <a:pt x="149" y="1"/>
                  <a:pt x="99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8" name="Google Shape;6088;p68"/>
          <p:cNvGrpSpPr/>
          <p:nvPr/>
        </p:nvGrpSpPr>
        <p:grpSpPr>
          <a:xfrm>
            <a:off x="5099200" y="3022588"/>
            <a:ext cx="435225" cy="1370250"/>
            <a:chOff x="5099200" y="2992450"/>
            <a:chExt cx="435225" cy="1370250"/>
          </a:xfrm>
        </p:grpSpPr>
        <p:grpSp>
          <p:nvGrpSpPr>
            <p:cNvPr id="6089" name="Google Shape;6089;p68"/>
            <p:cNvGrpSpPr/>
            <p:nvPr/>
          </p:nvGrpSpPr>
          <p:grpSpPr>
            <a:xfrm>
              <a:off x="5099200" y="3018075"/>
              <a:ext cx="435225" cy="1344625"/>
              <a:chOff x="5099200" y="3018075"/>
              <a:chExt cx="435225" cy="1344625"/>
            </a:xfrm>
          </p:grpSpPr>
          <p:sp>
            <p:nvSpPr>
              <p:cNvPr id="6090" name="Google Shape;6090;p68"/>
              <p:cNvSpPr/>
              <p:nvPr/>
            </p:nvSpPr>
            <p:spPr>
              <a:xfrm>
                <a:off x="5099200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6" y="1"/>
                    </a:moveTo>
                    <a:cubicBezTo>
                      <a:pt x="7156" y="1"/>
                      <a:pt x="6910" y="1765"/>
                      <a:pt x="6842" y="2010"/>
                    </a:cubicBezTo>
                    <a:cubicBezTo>
                      <a:pt x="6774" y="2256"/>
                      <a:pt x="6326" y="2453"/>
                      <a:pt x="5674" y="2662"/>
                    </a:cubicBezTo>
                    <a:cubicBezTo>
                      <a:pt x="5017" y="2877"/>
                      <a:pt x="3412" y="2711"/>
                      <a:pt x="2619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6" y="10727"/>
                      <a:pt x="1156" y="11814"/>
                    </a:cubicBezTo>
                    <a:cubicBezTo>
                      <a:pt x="910" y="12902"/>
                      <a:pt x="867" y="16179"/>
                      <a:pt x="831" y="17058"/>
                    </a:cubicBezTo>
                    <a:cubicBezTo>
                      <a:pt x="800" y="17937"/>
                      <a:pt x="665" y="19172"/>
                      <a:pt x="597" y="19701"/>
                    </a:cubicBezTo>
                    <a:cubicBezTo>
                      <a:pt x="523" y="20229"/>
                      <a:pt x="1" y="21569"/>
                      <a:pt x="474" y="22387"/>
                    </a:cubicBezTo>
                    <a:cubicBezTo>
                      <a:pt x="1073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6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64" y="22299"/>
                      <a:pt x="1842" y="22299"/>
                    </a:cubicBezTo>
                    <a:cubicBezTo>
                      <a:pt x="1885" y="22299"/>
                      <a:pt x="1934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41" y="19602"/>
                      <a:pt x="2140" y="19301"/>
                      <a:pt x="2195" y="18717"/>
                    </a:cubicBezTo>
                    <a:cubicBezTo>
                      <a:pt x="2250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1" y="46605"/>
                      <a:pt x="7377" y="46144"/>
                    </a:cubicBezTo>
                    <a:cubicBezTo>
                      <a:pt x="7279" y="45689"/>
                      <a:pt x="7211" y="44300"/>
                      <a:pt x="7328" y="43611"/>
                    </a:cubicBezTo>
                    <a:cubicBezTo>
                      <a:pt x="7444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1" y="34656"/>
                    </a:cubicBezTo>
                    <a:cubicBezTo>
                      <a:pt x="7414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5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2" y="42923"/>
                      <a:pt x="10069" y="43611"/>
                    </a:cubicBezTo>
                    <a:cubicBezTo>
                      <a:pt x="10186" y="44300"/>
                      <a:pt x="10124" y="45695"/>
                      <a:pt x="10020" y="46144"/>
                    </a:cubicBezTo>
                    <a:cubicBezTo>
                      <a:pt x="9915" y="46599"/>
                      <a:pt x="10635" y="47595"/>
                      <a:pt x="11255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897" y="38823"/>
                      <a:pt x="13143" y="37280"/>
                    </a:cubicBezTo>
                    <a:cubicBezTo>
                      <a:pt x="13388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11" y="22245"/>
                    </a:cubicBezTo>
                    <a:cubicBezTo>
                      <a:pt x="15469" y="22282"/>
                      <a:pt x="15518" y="22299"/>
                      <a:pt x="15561" y="22299"/>
                    </a:cubicBezTo>
                    <a:cubicBezTo>
                      <a:pt x="15839" y="22299"/>
                      <a:pt x="15824" y="21599"/>
                      <a:pt x="15958" y="21274"/>
                    </a:cubicBezTo>
                    <a:cubicBezTo>
                      <a:pt x="15988" y="21202"/>
                      <a:pt x="16019" y="21170"/>
                      <a:pt x="16049" y="21170"/>
                    </a:cubicBezTo>
                    <a:cubicBezTo>
                      <a:pt x="16183" y="21170"/>
                      <a:pt x="16296" y="21806"/>
                      <a:pt x="16240" y="22209"/>
                    </a:cubicBezTo>
                    <a:cubicBezTo>
                      <a:pt x="16167" y="22700"/>
                      <a:pt x="15527" y="23327"/>
                      <a:pt x="15644" y="23659"/>
                    </a:cubicBezTo>
                    <a:cubicBezTo>
                      <a:pt x="15665" y="23714"/>
                      <a:pt x="15705" y="23748"/>
                      <a:pt x="15765" y="23748"/>
                    </a:cubicBezTo>
                    <a:cubicBezTo>
                      <a:pt x="15950" y="23748"/>
                      <a:pt x="16329" y="23420"/>
                      <a:pt x="16929" y="22387"/>
                    </a:cubicBezTo>
                    <a:cubicBezTo>
                      <a:pt x="17408" y="21575"/>
                      <a:pt x="16886" y="20229"/>
                      <a:pt x="16818" y="19701"/>
                    </a:cubicBezTo>
                    <a:cubicBezTo>
                      <a:pt x="16751" y="19178"/>
                      <a:pt x="16615" y="17937"/>
                      <a:pt x="16579" y="17058"/>
                    </a:cubicBezTo>
                    <a:cubicBezTo>
                      <a:pt x="16542" y="16185"/>
                      <a:pt x="16505" y="12902"/>
                      <a:pt x="16259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4003" y="2711"/>
                      <a:pt x="12393" y="2871"/>
                      <a:pt x="11741" y="2662"/>
                    </a:cubicBezTo>
                    <a:cubicBezTo>
                      <a:pt x="11083" y="2453"/>
                      <a:pt x="10641" y="2256"/>
                      <a:pt x="10573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56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1" name="Google Shape;6091;p68"/>
              <p:cNvSpPr/>
              <p:nvPr/>
            </p:nvSpPr>
            <p:spPr>
              <a:xfrm>
                <a:off x="5241650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07" y="1"/>
                    </a:moveTo>
                    <a:cubicBezTo>
                      <a:pt x="56" y="1"/>
                      <a:pt x="1" y="1316"/>
                      <a:pt x="216" y="3916"/>
                    </a:cubicBezTo>
                    <a:cubicBezTo>
                      <a:pt x="437" y="6510"/>
                      <a:pt x="1968" y="8047"/>
                      <a:pt x="3007" y="8047"/>
                    </a:cubicBezTo>
                    <a:cubicBezTo>
                      <a:pt x="4045" y="8047"/>
                      <a:pt x="5576" y="6510"/>
                      <a:pt x="5797" y="3916"/>
                    </a:cubicBezTo>
                    <a:cubicBezTo>
                      <a:pt x="6018" y="1316"/>
                      <a:pt x="5963" y="1"/>
                      <a:pt x="3007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92" name="Google Shape;6092;p68"/>
            <p:cNvGrpSpPr/>
            <p:nvPr/>
          </p:nvGrpSpPr>
          <p:grpSpPr>
            <a:xfrm>
              <a:off x="5110575" y="3060800"/>
              <a:ext cx="411850" cy="1291550"/>
              <a:chOff x="5110575" y="3060800"/>
              <a:chExt cx="411850" cy="1291550"/>
            </a:xfrm>
          </p:grpSpPr>
          <p:sp>
            <p:nvSpPr>
              <p:cNvPr id="6093" name="Google Shape;6093;p68"/>
              <p:cNvSpPr/>
              <p:nvPr/>
            </p:nvSpPr>
            <p:spPr>
              <a:xfrm>
                <a:off x="5216600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574" y="1"/>
                    </a:moveTo>
                    <a:cubicBezTo>
                      <a:pt x="433" y="1"/>
                      <a:pt x="342" y="91"/>
                      <a:pt x="339" y="299"/>
                    </a:cubicBezTo>
                    <a:cubicBezTo>
                      <a:pt x="321" y="1805"/>
                      <a:pt x="689" y="7675"/>
                      <a:pt x="640" y="9015"/>
                    </a:cubicBezTo>
                    <a:cubicBezTo>
                      <a:pt x="591" y="10355"/>
                      <a:pt x="1" y="12340"/>
                      <a:pt x="118" y="12998"/>
                    </a:cubicBezTo>
                    <a:cubicBezTo>
                      <a:pt x="197" y="13425"/>
                      <a:pt x="862" y="13748"/>
                      <a:pt x="1421" y="13748"/>
                    </a:cubicBezTo>
                    <a:cubicBezTo>
                      <a:pt x="1724" y="13748"/>
                      <a:pt x="1996" y="13653"/>
                      <a:pt x="2128" y="13428"/>
                    </a:cubicBezTo>
                    <a:cubicBezTo>
                      <a:pt x="2509" y="12789"/>
                      <a:pt x="1802" y="8646"/>
                      <a:pt x="1679" y="7011"/>
                    </a:cubicBezTo>
                    <a:cubicBezTo>
                      <a:pt x="1562" y="5376"/>
                      <a:pt x="2374" y="2567"/>
                      <a:pt x="2257" y="1953"/>
                    </a:cubicBezTo>
                    <a:cubicBezTo>
                      <a:pt x="2072" y="1002"/>
                      <a:pt x="1044" y="1"/>
                      <a:pt x="5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4" name="Google Shape;6094;p68"/>
              <p:cNvSpPr/>
              <p:nvPr/>
            </p:nvSpPr>
            <p:spPr>
              <a:xfrm>
                <a:off x="5217525" y="4046725"/>
                <a:ext cx="53050" cy="217175"/>
              </a:xfrm>
              <a:custGeom>
                <a:rect b="b" l="l" r="r" t="t"/>
                <a:pathLst>
                  <a:path extrusionOk="0" h="8687" w="2122">
                    <a:moveTo>
                      <a:pt x="673" y="1579"/>
                    </a:moveTo>
                    <a:cubicBezTo>
                      <a:pt x="782" y="1579"/>
                      <a:pt x="1616" y="6491"/>
                      <a:pt x="1415" y="6645"/>
                    </a:cubicBezTo>
                    <a:lnTo>
                      <a:pt x="1415" y="6652"/>
                    </a:lnTo>
                    <a:cubicBezTo>
                      <a:pt x="1411" y="6654"/>
                      <a:pt x="1407" y="6656"/>
                      <a:pt x="1403" y="6656"/>
                    </a:cubicBezTo>
                    <a:cubicBezTo>
                      <a:pt x="1182" y="6656"/>
                      <a:pt x="544" y="2372"/>
                      <a:pt x="665" y="1599"/>
                    </a:cubicBezTo>
                    <a:cubicBezTo>
                      <a:pt x="667" y="1586"/>
                      <a:pt x="670" y="1579"/>
                      <a:pt x="673" y="1579"/>
                    </a:cubicBezTo>
                    <a:close/>
                    <a:moveTo>
                      <a:pt x="68" y="1"/>
                    </a:moveTo>
                    <a:lnTo>
                      <a:pt x="68" y="1"/>
                    </a:lnTo>
                    <a:cubicBezTo>
                      <a:pt x="1" y="241"/>
                      <a:pt x="173" y="984"/>
                      <a:pt x="161" y="1845"/>
                    </a:cubicBezTo>
                    <a:cubicBezTo>
                      <a:pt x="148" y="2705"/>
                      <a:pt x="1015" y="8336"/>
                      <a:pt x="1126" y="8563"/>
                    </a:cubicBezTo>
                    <a:cubicBezTo>
                      <a:pt x="1168" y="8648"/>
                      <a:pt x="1257" y="8686"/>
                      <a:pt x="1359" y="8686"/>
                    </a:cubicBezTo>
                    <a:cubicBezTo>
                      <a:pt x="1539" y="8686"/>
                      <a:pt x="1757" y="8565"/>
                      <a:pt x="1820" y="8360"/>
                    </a:cubicBezTo>
                    <a:cubicBezTo>
                      <a:pt x="1919" y="8047"/>
                      <a:pt x="1722" y="2742"/>
                      <a:pt x="1734" y="1962"/>
                    </a:cubicBezTo>
                    <a:cubicBezTo>
                      <a:pt x="1753" y="1181"/>
                      <a:pt x="2121" y="351"/>
                      <a:pt x="1974" y="155"/>
                    </a:cubicBezTo>
                    <a:cubicBezTo>
                      <a:pt x="1945" y="118"/>
                      <a:pt x="1916" y="103"/>
                      <a:pt x="1884" y="103"/>
                    </a:cubicBezTo>
                    <a:cubicBezTo>
                      <a:pt x="1749" y="103"/>
                      <a:pt x="1558" y="368"/>
                      <a:pt x="1126" y="413"/>
                    </a:cubicBezTo>
                    <a:cubicBezTo>
                      <a:pt x="1099" y="415"/>
                      <a:pt x="1072" y="416"/>
                      <a:pt x="1045" y="416"/>
                    </a:cubicBezTo>
                    <a:cubicBezTo>
                      <a:pt x="545" y="416"/>
                      <a:pt x="68" y="1"/>
                      <a:pt x="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5" name="Google Shape;6095;p68"/>
              <p:cNvSpPr/>
              <p:nvPr/>
            </p:nvSpPr>
            <p:spPr>
              <a:xfrm>
                <a:off x="5242000" y="4261550"/>
                <a:ext cx="31650" cy="24500"/>
              </a:xfrm>
              <a:custGeom>
                <a:rect b="b" l="l" r="r" t="t"/>
                <a:pathLst>
                  <a:path extrusionOk="0" h="980" w="1266">
                    <a:moveTo>
                      <a:pt x="977" y="1"/>
                    </a:moveTo>
                    <a:cubicBezTo>
                      <a:pt x="873" y="1"/>
                      <a:pt x="617" y="265"/>
                      <a:pt x="413" y="265"/>
                    </a:cubicBezTo>
                    <a:cubicBezTo>
                      <a:pt x="389" y="265"/>
                      <a:pt x="366" y="261"/>
                      <a:pt x="343" y="253"/>
                    </a:cubicBezTo>
                    <a:cubicBezTo>
                      <a:pt x="281" y="230"/>
                      <a:pt x="236" y="221"/>
                      <a:pt x="203" y="221"/>
                    </a:cubicBezTo>
                    <a:cubicBezTo>
                      <a:pt x="117" y="221"/>
                      <a:pt x="105" y="284"/>
                      <a:pt x="61" y="364"/>
                    </a:cubicBezTo>
                    <a:cubicBezTo>
                      <a:pt x="1" y="471"/>
                      <a:pt x="5" y="980"/>
                      <a:pt x="180" y="980"/>
                    </a:cubicBezTo>
                    <a:cubicBezTo>
                      <a:pt x="185" y="980"/>
                      <a:pt x="190" y="979"/>
                      <a:pt x="196" y="978"/>
                    </a:cubicBezTo>
                    <a:cubicBezTo>
                      <a:pt x="365" y="950"/>
                      <a:pt x="556" y="740"/>
                      <a:pt x="772" y="740"/>
                    </a:cubicBezTo>
                    <a:cubicBezTo>
                      <a:pt x="791" y="740"/>
                      <a:pt x="810" y="741"/>
                      <a:pt x="829" y="745"/>
                    </a:cubicBezTo>
                    <a:cubicBezTo>
                      <a:pt x="895" y="757"/>
                      <a:pt x="948" y="764"/>
                      <a:pt x="992" y="764"/>
                    </a:cubicBezTo>
                    <a:cubicBezTo>
                      <a:pt x="1103" y="764"/>
                      <a:pt x="1154" y="720"/>
                      <a:pt x="1198" y="610"/>
                    </a:cubicBezTo>
                    <a:cubicBezTo>
                      <a:pt x="1265" y="450"/>
                      <a:pt x="1124" y="19"/>
                      <a:pt x="983" y="1"/>
                    </a:cubicBezTo>
                    <a:cubicBezTo>
                      <a:pt x="981" y="1"/>
                      <a:pt x="979" y="1"/>
                      <a:pt x="97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6" name="Google Shape;6096;p68"/>
              <p:cNvSpPr/>
              <p:nvPr/>
            </p:nvSpPr>
            <p:spPr>
              <a:xfrm>
                <a:off x="526377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264" y="0"/>
                    </a:moveTo>
                    <a:cubicBezTo>
                      <a:pt x="200" y="0"/>
                      <a:pt x="120" y="19"/>
                      <a:pt x="75" y="43"/>
                    </a:cubicBezTo>
                    <a:cubicBezTo>
                      <a:pt x="1" y="92"/>
                      <a:pt x="99" y="332"/>
                      <a:pt x="112" y="394"/>
                    </a:cubicBezTo>
                    <a:cubicBezTo>
                      <a:pt x="124" y="461"/>
                      <a:pt x="148" y="996"/>
                      <a:pt x="148" y="1076"/>
                    </a:cubicBezTo>
                    <a:cubicBezTo>
                      <a:pt x="148" y="1109"/>
                      <a:pt x="181" y="1124"/>
                      <a:pt x="223" y="1124"/>
                    </a:cubicBezTo>
                    <a:cubicBezTo>
                      <a:pt x="282" y="1124"/>
                      <a:pt x="359" y="1097"/>
                      <a:pt x="394" y="1058"/>
                    </a:cubicBezTo>
                    <a:cubicBezTo>
                      <a:pt x="456" y="984"/>
                      <a:pt x="296" y="510"/>
                      <a:pt x="271" y="394"/>
                    </a:cubicBezTo>
                    <a:cubicBezTo>
                      <a:pt x="247" y="283"/>
                      <a:pt x="388" y="99"/>
                      <a:pt x="364" y="37"/>
                    </a:cubicBezTo>
                    <a:cubicBezTo>
                      <a:pt x="353" y="11"/>
                      <a:pt x="313" y="0"/>
                      <a:pt x="2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7" name="Google Shape;6097;p68"/>
              <p:cNvSpPr/>
              <p:nvPr/>
            </p:nvSpPr>
            <p:spPr>
              <a:xfrm>
                <a:off x="5257325" y="4284950"/>
                <a:ext cx="8800" cy="28100"/>
              </a:xfrm>
              <a:custGeom>
                <a:rect b="b" l="l" r="r" t="t"/>
                <a:pathLst>
                  <a:path extrusionOk="0" h="1124" w="352">
                    <a:moveTo>
                      <a:pt x="174" y="0"/>
                    </a:moveTo>
                    <a:cubicBezTo>
                      <a:pt x="130" y="0"/>
                      <a:pt x="61" y="35"/>
                      <a:pt x="44" y="79"/>
                    </a:cubicBezTo>
                    <a:cubicBezTo>
                      <a:pt x="13" y="141"/>
                      <a:pt x="105" y="448"/>
                      <a:pt x="87" y="626"/>
                    </a:cubicBezTo>
                    <a:cubicBezTo>
                      <a:pt x="75" y="805"/>
                      <a:pt x="1" y="1001"/>
                      <a:pt x="32" y="1069"/>
                    </a:cubicBezTo>
                    <a:cubicBezTo>
                      <a:pt x="48" y="1105"/>
                      <a:pt x="121" y="1124"/>
                      <a:pt x="190" y="1124"/>
                    </a:cubicBezTo>
                    <a:cubicBezTo>
                      <a:pt x="249" y="1124"/>
                      <a:pt x="306" y="1110"/>
                      <a:pt x="320" y="1081"/>
                    </a:cubicBezTo>
                    <a:cubicBezTo>
                      <a:pt x="351" y="1020"/>
                      <a:pt x="247" y="688"/>
                      <a:pt x="259" y="552"/>
                    </a:cubicBezTo>
                    <a:cubicBezTo>
                      <a:pt x="265" y="368"/>
                      <a:pt x="253" y="190"/>
                      <a:pt x="210" y="18"/>
                    </a:cubicBezTo>
                    <a:cubicBezTo>
                      <a:pt x="205" y="6"/>
                      <a:pt x="191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8" name="Google Shape;6098;p68"/>
              <p:cNvSpPr/>
              <p:nvPr/>
            </p:nvSpPr>
            <p:spPr>
              <a:xfrm>
                <a:off x="5249500" y="4286900"/>
                <a:ext cx="7400" cy="26500"/>
              </a:xfrm>
              <a:custGeom>
                <a:rect b="b" l="l" r="r" t="t"/>
                <a:pathLst>
                  <a:path extrusionOk="0" h="1060" w="296">
                    <a:moveTo>
                      <a:pt x="212" y="0"/>
                    </a:moveTo>
                    <a:cubicBezTo>
                      <a:pt x="172" y="0"/>
                      <a:pt x="129" y="14"/>
                      <a:pt x="129" y="38"/>
                    </a:cubicBezTo>
                    <a:cubicBezTo>
                      <a:pt x="129" y="81"/>
                      <a:pt x="203" y="419"/>
                      <a:pt x="142" y="585"/>
                    </a:cubicBezTo>
                    <a:cubicBezTo>
                      <a:pt x="80" y="751"/>
                      <a:pt x="0" y="929"/>
                      <a:pt x="31" y="1003"/>
                    </a:cubicBezTo>
                    <a:cubicBezTo>
                      <a:pt x="44" y="1039"/>
                      <a:pt x="101" y="1059"/>
                      <a:pt x="155" y="1059"/>
                    </a:cubicBezTo>
                    <a:cubicBezTo>
                      <a:pt x="202" y="1059"/>
                      <a:pt x="247" y="1044"/>
                      <a:pt x="258" y="1009"/>
                    </a:cubicBezTo>
                    <a:cubicBezTo>
                      <a:pt x="283" y="936"/>
                      <a:pt x="228" y="591"/>
                      <a:pt x="258" y="511"/>
                    </a:cubicBezTo>
                    <a:cubicBezTo>
                      <a:pt x="289" y="352"/>
                      <a:pt x="295" y="192"/>
                      <a:pt x="283" y="32"/>
                    </a:cubicBezTo>
                    <a:cubicBezTo>
                      <a:pt x="277" y="10"/>
                      <a:pt x="246" y="0"/>
                      <a:pt x="2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9" name="Google Shape;6099;p68"/>
              <p:cNvSpPr/>
              <p:nvPr/>
            </p:nvSpPr>
            <p:spPr>
              <a:xfrm>
                <a:off x="5268560" y="4334400"/>
                <a:ext cx="8025" cy="10275"/>
              </a:xfrm>
              <a:custGeom>
                <a:rect b="b" l="l" r="r" t="t"/>
                <a:pathLst>
                  <a:path extrusionOk="0" h="411" w="321">
                    <a:moveTo>
                      <a:pt x="256" y="0"/>
                    </a:moveTo>
                    <a:cubicBezTo>
                      <a:pt x="255" y="0"/>
                      <a:pt x="254" y="0"/>
                      <a:pt x="253" y="1"/>
                    </a:cubicBezTo>
                    <a:cubicBezTo>
                      <a:pt x="210" y="7"/>
                      <a:pt x="56" y="31"/>
                      <a:pt x="38" y="74"/>
                    </a:cubicBezTo>
                    <a:cubicBezTo>
                      <a:pt x="7" y="179"/>
                      <a:pt x="1" y="345"/>
                      <a:pt x="81" y="400"/>
                    </a:cubicBezTo>
                    <a:cubicBezTo>
                      <a:pt x="92" y="407"/>
                      <a:pt x="104" y="410"/>
                      <a:pt x="116" y="410"/>
                    </a:cubicBezTo>
                    <a:cubicBezTo>
                      <a:pt x="191" y="410"/>
                      <a:pt x="292" y="299"/>
                      <a:pt x="302" y="210"/>
                    </a:cubicBezTo>
                    <a:cubicBezTo>
                      <a:pt x="320" y="114"/>
                      <a:pt x="291" y="0"/>
                      <a:pt x="25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0" name="Google Shape;6100;p68"/>
              <p:cNvSpPr/>
              <p:nvPr/>
            </p:nvSpPr>
            <p:spPr>
              <a:xfrm>
                <a:off x="5257960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89" y="0"/>
                    </a:moveTo>
                    <a:cubicBezTo>
                      <a:pt x="125" y="0"/>
                      <a:pt x="63" y="40"/>
                      <a:pt x="44" y="109"/>
                    </a:cubicBezTo>
                    <a:cubicBezTo>
                      <a:pt x="13" y="220"/>
                      <a:pt x="1" y="472"/>
                      <a:pt x="105" y="496"/>
                    </a:cubicBezTo>
                    <a:cubicBezTo>
                      <a:pt x="123" y="503"/>
                      <a:pt x="141" y="506"/>
                      <a:pt x="160" y="506"/>
                    </a:cubicBezTo>
                    <a:cubicBezTo>
                      <a:pt x="225" y="506"/>
                      <a:pt x="290" y="466"/>
                      <a:pt x="314" y="404"/>
                    </a:cubicBezTo>
                    <a:cubicBezTo>
                      <a:pt x="339" y="287"/>
                      <a:pt x="333" y="164"/>
                      <a:pt x="302" y="48"/>
                    </a:cubicBezTo>
                    <a:cubicBezTo>
                      <a:pt x="269" y="15"/>
                      <a:pt x="229" y="0"/>
                      <a:pt x="1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1" name="Google Shape;6101;p68"/>
              <p:cNvSpPr/>
              <p:nvPr/>
            </p:nvSpPr>
            <p:spPr>
              <a:xfrm>
                <a:off x="5248435" y="4338725"/>
                <a:ext cx="7400" cy="13625"/>
              </a:xfrm>
              <a:custGeom>
                <a:rect b="b" l="l" r="r" t="t"/>
                <a:pathLst>
                  <a:path extrusionOk="0" h="545" w="296">
                    <a:moveTo>
                      <a:pt x="137" y="1"/>
                    </a:moveTo>
                    <a:cubicBezTo>
                      <a:pt x="88" y="1"/>
                      <a:pt x="40" y="32"/>
                      <a:pt x="25" y="86"/>
                    </a:cubicBezTo>
                    <a:cubicBezTo>
                      <a:pt x="1" y="172"/>
                      <a:pt x="1" y="498"/>
                      <a:pt x="87" y="522"/>
                    </a:cubicBezTo>
                    <a:cubicBezTo>
                      <a:pt x="124" y="533"/>
                      <a:pt x="161" y="545"/>
                      <a:pt x="193" y="545"/>
                    </a:cubicBezTo>
                    <a:cubicBezTo>
                      <a:pt x="236" y="545"/>
                      <a:pt x="269" y="524"/>
                      <a:pt x="283" y="455"/>
                    </a:cubicBezTo>
                    <a:cubicBezTo>
                      <a:pt x="296" y="313"/>
                      <a:pt x="277" y="178"/>
                      <a:pt x="228" y="49"/>
                    </a:cubicBezTo>
                    <a:cubicBezTo>
                      <a:pt x="205" y="16"/>
                      <a:pt x="171" y="1"/>
                      <a:pt x="13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2" name="Google Shape;6102;p68"/>
              <p:cNvSpPr/>
              <p:nvPr/>
            </p:nvSpPr>
            <p:spPr>
              <a:xfrm>
                <a:off x="523906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50" y="1"/>
                    </a:moveTo>
                    <a:cubicBezTo>
                      <a:pt x="109" y="1"/>
                      <a:pt x="68" y="24"/>
                      <a:pt x="50" y="64"/>
                    </a:cubicBezTo>
                    <a:cubicBezTo>
                      <a:pt x="25" y="125"/>
                      <a:pt x="1" y="396"/>
                      <a:pt x="62" y="457"/>
                    </a:cubicBezTo>
                    <a:cubicBezTo>
                      <a:pt x="98" y="490"/>
                      <a:pt x="132" y="505"/>
                      <a:pt x="161" y="505"/>
                    </a:cubicBezTo>
                    <a:cubicBezTo>
                      <a:pt x="188" y="505"/>
                      <a:pt x="211" y="493"/>
                      <a:pt x="228" y="470"/>
                    </a:cubicBezTo>
                    <a:cubicBezTo>
                      <a:pt x="265" y="427"/>
                      <a:pt x="290" y="89"/>
                      <a:pt x="228" y="33"/>
                    </a:cubicBezTo>
                    <a:cubicBezTo>
                      <a:pt x="206" y="11"/>
                      <a:pt x="178" y="1"/>
                      <a:pt x="15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3" name="Google Shape;6103;p68"/>
              <p:cNvSpPr/>
              <p:nvPr/>
            </p:nvSpPr>
            <p:spPr>
              <a:xfrm>
                <a:off x="5232935" y="4334100"/>
                <a:ext cx="6250" cy="9100"/>
              </a:xfrm>
              <a:custGeom>
                <a:rect b="b" l="l" r="r" t="t"/>
                <a:pathLst>
                  <a:path extrusionOk="0" h="364" w="250">
                    <a:moveTo>
                      <a:pt x="93" y="0"/>
                    </a:moveTo>
                    <a:cubicBezTo>
                      <a:pt x="51" y="0"/>
                      <a:pt x="1" y="90"/>
                      <a:pt x="6" y="166"/>
                    </a:cubicBezTo>
                    <a:cubicBezTo>
                      <a:pt x="12" y="258"/>
                      <a:pt x="31" y="351"/>
                      <a:pt x="92" y="363"/>
                    </a:cubicBezTo>
                    <a:cubicBezTo>
                      <a:pt x="93" y="363"/>
                      <a:pt x="94" y="363"/>
                      <a:pt x="95" y="363"/>
                    </a:cubicBezTo>
                    <a:cubicBezTo>
                      <a:pt x="156" y="363"/>
                      <a:pt x="250" y="164"/>
                      <a:pt x="117" y="13"/>
                    </a:cubicBezTo>
                    <a:cubicBezTo>
                      <a:pt x="109" y="4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4" name="Google Shape;6104;p68"/>
              <p:cNvSpPr/>
              <p:nvPr/>
            </p:nvSpPr>
            <p:spPr>
              <a:xfrm>
                <a:off x="5243500" y="4289900"/>
                <a:ext cx="8325" cy="22800"/>
              </a:xfrm>
              <a:custGeom>
                <a:rect b="b" l="l" r="r" t="t"/>
                <a:pathLst>
                  <a:path extrusionOk="0" h="912" w="333">
                    <a:moveTo>
                      <a:pt x="276" y="1"/>
                    </a:moveTo>
                    <a:cubicBezTo>
                      <a:pt x="238" y="1"/>
                      <a:pt x="179" y="55"/>
                      <a:pt x="179" y="84"/>
                    </a:cubicBezTo>
                    <a:cubicBezTo>
                      <a:pt x="179" y="232"/>
                      <a:pt x="160" y="379"/>
                      <a:pt x="130" y="527"/>
                    </a:cubicBezTo>
                    <a:cubicBezTo>
                      <a:pt x="99" y="625"/>
                      <a:pt x="1" y="852"/>
                      <a:pt x="13" y="883"/>
                    </a:cubicBezTo>
                    <a:cubicBezTo>
                      <a:pt x="21" y="899"/>
                      <a:pt x="48" y="912"/>
                      <a:pt x="82" y="912"/>
                    </a:cubicBezTo>
                    <a:cubicBezTo>
                      <a:pt x="102" y="912"/>
                      <a:pt x="125" y="907"/>
                      <a:pt x="148" y="895"/>
                    </a:cubicBezTo>
                    <a:cubicBezTo>
                      <a:pt x="191" y="871"/>
                      <a:pt x="265" y="447"/>
                      <a:pt x="302" y="361"/>
                    </a:cubicBezTo>
                    <a:cubicBezTo>
                      <a:pt x="332" y="250"/>
                      <a:pt x="332" y="127"/>
                      <a:pt x="302" y="16"/>
                    </a:cubicBezTo>
                    <a:cubicBezTo>
                      <a:pt x="296" y="5"/>
                      <a:pt x="287" y="1"/>
                      <a:pt x="27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5" name="Google Shape;6105;p68"/>
              <p:cNvSpPr/>
              <p:nvPr/>
            </p:nvSpPr>
            <p:spPr>
              <a:xfrm>
                <a:off x="5262900" y="4293900"/>
                <a:ext cx="9600" cy="17075"/>
              </a:xfrm>
              <a:custGeom>
                <a:rect b="b" l="l" r="r" t="t"/>
                <a:pathLst>
                  <a:path extrusionOk="0" h="683" w="384">
                    <a:moveTo>
                      <a:pt x="339" y="0"/>
                    </a:moveTo>
                    <a:cubicBezTo>
                      <a:pt x="325" y="0"/>
                      <a:pt x="305" y="19"/>
                      <a:pt x="279" y="72"/>
                    </a:cubicBezTo>
                    <a:cubicBezTo>
                      <a:pt x="224" y="201"/>
                      <a:pt x="27" y="569"/>
                      <a:pt x="15" y="612"/>
                    </a:cubicBezTo>
                    <a:cubicBezTo>
                      <a:pt x="1" y="640"/>
                      <a:pt x="82" y="683"/>
                      <a:pt x="130" y="683"/>
                    </a:cubicBezTo>
                    <a:cubicBezTo>
                      <a:pt x="146" y="683"/>
                      <a:pt x="158" y="678"/>
                      <a:pt x="162" y="668"/>
                    </a:cubicBezTo>
                    <a:cubicBezTo>
                      <a:pt x="181" y="619"/>
                      <a:pt x="384" y="121"/>
                      <a:pt x="371" y="65"/>
                    </a:cubicBezTo>
                    <a:cubicBezTo>
                      <a:pt x="368" y="34"/>
                      <a:pt x="358" y="0"/>
                      <a:pt x="33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6" name="Google Shape;6106;p68"/>
              <p:cNvSpPr/>
              <p:nvPr/>
            </p:nvSpPr>
            <p:spPr>
              <a:xfrm>
                <a:off x="5268110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152" y="0"/>
                    </a:moveTo>
                    <a:cubicBezTo>
                      <a:pt x="94" y="0"/>
                      <a:pt x="30" y="23"/>
                      <a:pt x="19" y="64"/>
                    </a:cubicBezTo>
                    <a:cubicBezTo>
                      <a:pt x="7" y="162"/>
                      <a:pt x="13" y="267"/>
                      <a:pt x="43" y="365"/>
                    </a:cubicBezTo>
                    <a:cubicBezTo>
                      <a:pt x="80" y="469"/>
                      <a:pt x="0" y="685"/>
                      <a:pt x="7" y="764"/>
                    </a:cubicBezTo>
                    <a:cubicBezTo>
                      <a:pt x="9" y="797"/>
                      <a:pt x="42" y="811"/>
                      <a:pt x="86" y="811"/>
                    </a:cubicBezTo>
                    <a:cubicBezTo>
                      <a:pt x="152" y="811"/>
                      <a:pt x="242" y="779"/>
                      <a:pt x="289" y="728"/>
                    </a:cubicBezTo>
                    <a:cubicBezTo>
                      <a:pt x="369" y="642"/>
                      <a:pt x="271" y="586"/>
                      <a:pt x="259" y="476"/>
                    </a:cubicBezTo>
                    <a:cubicBezTo>
                      <a:pt x="240" y="365"/>
                      <a:pt x="296" y="82"/>
                      <a:pt x="246" y="33"/>
                    </a:cubicBezTo>
                    <a:cubicBezTo>
                      <a:pt x="229" y="11"/>
                      <a:pt x="192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7" name="Google Shape;6107;p68"/>
              <p:cNvSpPr/>
              <p:nvPr/>
            </p:nvSpPr>
            <p:spPr>
              <a:xfrm>
                <a:off x="5258285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79" y="0"/>
                    </a:moveTo>
                    <a:cubicBezTo>
                      <a:pt x="124" y="0"/>
                      <a:pt x="63" y="26"/>
                      <a:pt x="55" y="66"/>
                    </a:cubicBezTo>
                    <a:cubicBezTo>
                      <a:pt x="37" y="140"/>
                      <a:pt x="117" y="380"/>
                      <a:pt x="92" y="503"/>
                    </a:cubicBezTo>
                    <a:cubicBezTo>
                      <a:pt x="68" y="626"/>
                      <a:pt x="0" y="724"/>
                      <a:pt x="43" y="792"/>
                    </a:cubicBezTo>
                    <a:cubicBezTo>
                      <a:pt x="64" y="821"/>
                      <a:pt x="105" y="835"/>
                      <a:pt x="146" y="835"/>
                    </a:cubicBezTo>
                    <a:cubicBezTo>
                      <a:pt x="201" y="835"/>
                      <a:pt x="257" y="810"/>
                      <a:pt x="271" y="761"/>
                    </a:cubicBezTo>
                    <a:cubicBezTo>
                      <a:pt x="295" y="675"/>
                      <a:pt x="221" y="583"/>
                      <a:pt x="240" y="466"/>
                    </a:cubicBezTo>
                    <a:cubicBezTo>
                      <a:pt x="252" y="349"/>
                      <a:pt x="295" y="91"/>
                      <a:pt x="264" y="36"/>
                    </a:cubicBezTo>
                    <a:cubicBezTo>
                      <a:pt x="250" y="11"/>
                      <a:pt x="216" y="0"/>
                      <a:pt x="17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8" name="Google Shape;6108;p68"/>
              <p:cNvSpPr/>
              <p:nvPr/>
            </p:nvSpPr>
            <p:spPr>
              <a:xfrm>
                <a:off x="5249985" y="4316575"/>
                <a:ext cx="6150" cy="19075"/>
              </a:xfrm>
              <a:custGeom>
                <a:rect b="b" l="l" r="r" t="t"/>
                <a:pathLst>
                  <a:path extrusionOk="0" h="763" w="246">
                    <a:moveTo>
                      <a:pt x="129" y="1"/>
                    </a:moveTo>
                    <a:cubicBezTo>
                      <a:pt x="92" y="1"/>
                      <a:pt x="62" y="25"/>
                      <a:pt x="43" y="62"/>
                    </a:cubicBezTo>
                    <a:cubicBezTo>
                      <a:pt x="31" y="93"/>
                      <a:pt x="25" y="130"/>
                      <a:pt x="31" y="166"/>
                    </a:cubicBezTo>
                    <a:cubicBezTo>
                      <a:pt x="37" y="277"/>
                      <a:pt x="80" y="388"/>
                      <a:pt x="55" y="492"/>
                    </a:cubicBezTo>
                    <a:cubicBezTo>
                      <a:pt x="43" y="541"/>
                      <a:pt x="19" y="584"/>
                      <a:pt x="12" y="634"/>
                    </a:cubicBezTo>
                    <a:cubicBezTo>
                      <a:pt x="0" y="683"/>
                      <a:pt x="25" y="732"/>
                      <a:pt x="68" y="757"/>
                    </a:cubicBezTo>
                    <a:cubicBezTo>
                      <a:pt x="79" y="761"/>
                      <a:pt x="90" y="763"/>
                      <a:pt x="101" y="763"/>
                    </a:cubicBezTo>
                    <a:cubicBezTo>
                      <a:pt x="138" y="763"/>
                      <a:pt x="170" y="739"/>
                      <a:pt x="185" y="701"/>
                    </a:cubicBezTo>
                    <a:cubicBezTo>
                      <a:pt x="203" y="652"/>
                      <a:pt x="209" y="603"/>
                      <a:pt x="191" y="554"/>
                    </a:cubicBezTo>
                    <a:cubicBezTo>
                      <a:pt x="178" y="511"/>
                      <a:pt x="172" y="462"/>
                      <a:pt x="166" y="412"/>
                    </a:cubicBezTo>
                    <a:cubicBezTo>
                      <a:pt x="166" y="302"/>
                      <a:pt x="246" y="203"/>
                      <a:pt x="228" y="99"/>
                    </a:cubicBezTo>
                    <a:cubicBezTo>
                      <a:pt x="221" y="44"/>
                      <a:pt x="185" y="7"/>
                      <a:pt x="12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9" name="Google Shape;6109;p68"/>
              <p:cNvSpPr/>
              <p:nvPr/>
            </p:nvSpPr>
            <p:spPr>
              <a:xfrm>
                <a:off x="5241360" y="4316300"/>
                <a:ext cx="5875" cy="18300"/>
              </a:xfrm>
              <a:custGeom>
                <a:rect b="b" l="l" r="r" t="t"/>
                <a:pathLst>
                  <a:path extrusionOk="0" h="732" w="235">
                    <a:moveTo>
                      <a:pt x="116" y="0"/>
                    </a:moveTo>
                    <a:cubicBezTo>
                      <a:pt x="105" y="0"/>
                      <a:pt x="93" y="2"/>
                      <a:pt x="81" y="5"/>
                    </a:cubicBezTo>
                    <a:cubicBezTo>
                      <a:pt x="38" y="36"/>
                      <a:pt x="19" y="85"/>
                      <a:pt x="26" y="134"/>
                    </a:cubicBezTo>
                    <a:cubicBezTo>
                      <a:pt x="26" y="233"/>
                      <a:pt x="69" y="331"/>
                      <a:pt x="50" y="423"/>
                    </a:cubicBezTo>
                    <a:cubicBezTo>
                      <a:pt x="44" y="485"/>
                      <a:pt x="13" y="540"/>
                      <a:pt x="7" y="595"/>
                    </a:cubicBezTo>
                    <a:cubicBezTo>
                      <a:pt x="1" y="657"/>
                      <a:pt x="32" y="725"/>
                      <a:pt x="87" y="731"/>
                    </a:cubicBezTo>
                    <a:cubicBezTo>
                      <a:pt x="91" y="731"/>
                      <a:pt x="94" y="731"/>
                      <a:pt x="98" y="731"/>
                    </a:cubicBezTo>
                    <a:cubicBezTo>
                      <a:pt x="137" y="731"/>
                      <a:pt x="175" y="702"/>
                      <a:pt x="191" y="663"/>
                    </a:cubicBezTo>
                    <a:cubicBezTo>
                      <a:pt x="204" y="620"/>
                      <a:pt x="204" y="571"/>
                      <a:pt x="191" y="528"/>
                    </a:cubicBezTo>
                    <a:cubicBezTo>
                      <a:pt x="179" y="485"/>
                      <a:pt x="173" y="442"/>
                      <a:pt x="173" y="399"/>
                    </a:cubicBezTo>
                    <a:cubicBezTo>
                      <a:pt x="173" y="343"/>
                      <a:pt x="185" y="294"/>
                      <a:pt x="204" y="245"/>
                    </a:cubicBezTo>
                    <a:cubicBezTo>
                      <a:pt x="228" y="196"/>
                      <a:pt x="235" y="134"/>
                      <a:pt x="216" y="79"/>
                    </a:cubicBezTo>
                    <a:cubicBezTo>
                      <a:pt x="201" y="30"/>
                      <a:pt x="162" y="0"/>
                      <a:pt x="11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0" name="Google Shape;6110;p68"/>
              <p:cNvSpPr/>
              <p:nvPr/>
            </p:nvSpPr>
            <p:spPr>
              <a:xfrm>
                <a:off x="5233685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197" y="0"/>
                    </a:moveTo>
                    <a:cubicBezTo>
                      <a:pt x="154" y="0"/>
                      <a:pt x="111" y="25"/>
                      <a:pt x="93" y="62"/>
                    </a:cubicBezTo>
                    <a:cubicBezTo>
                      <a:pt x="74" y="99"/>
                      <a:pt x="68" y="142"/>
                      <a:pt x="74" y="185"/>
                    </a:cubicBezTo>
                    <a:cubicBezTo>
                      <a:pt x="80" y="228"/>
                      <a:pt x="93" y="265"/>
                      <a:pt x="93" y="308"/>
                    </a:cubicBezTo>
                    <a:cubicBezTo>
                      <a:pt x="93" y="369"/>
                      <a:pt x="80" y="425"/>
                      <a:pt x="56" y="474"/>
                    </a:cubicBezTo>
                    <a:cubicBezTo>
                      <a:pt x="31" y="517"/>
                      <a:pt x="1" y="566"/>
                      <a:pt x="25" y="609"/>
                    </a:cubicBezTo>
                    <a:cubicBezTo>
                      <a:pt x="39" y="632"/>
                      <a:pt x="63" y="644"/>
                      <a:pt x="89" y="644"/>
                    </a:cubicBezTo>
                    <a:cubicBezTo>
                      <a:pt x="98" y="644"/>
                      <a:pt x="108" y="643"/>
                      <a:pt x="117" y="640"/>
                    </a:cubicBezTo>
                    <a:cubicBezTo>
                      <a:pt x="148" y="621"/>
                      <a:pt x="173" y="597"/>
                      <a:pt x="185" y="560"/>
                    </a:cubicBezTo>
                    <a:cubicBezTo>
                      <a:pt x="191" y="529"/>
                      <a:pt x="197" y="492"/>
                      <a:pt x="197" y="455"/>
                    </a:cubicBezTo>
                    <a:cubicBezTo>
                      <a:pt x="191" y="332"/>
                      <a:pt x="210" y="209"/>
                      <a:pt x="253" y="93"/>
                    </a:cubicBezTo>
                    <a:cubicBezTo>
                      <a:pt x="265" y="56"/>
                      <a:pt x="240" y="7"/>
                      <a:pt x="19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1" name="Google Shape;6111;p68"/>
              <p:cNvSpPr/>
              <p:nvPr/>
            </p:nvSpPr>
            <p:spPr>
              <a:xfrm>
                <a:off x="5218150" y="4017250"/>
                <a:ext cx="47200" cy="32750"/>
              </a:xfrm>
              <a:custGeom>
                <a:rect b="b" l="l" r="r" t="t"/>
                <a:pathLst>
                  <a:path extrusionOk="0" h="1310" w="1888">
                    <a:moveTo>
                      <a:pt x="532" y="0"/>
                    </a:moveTo>
                    <a:cubicBezTo>
                      <a:pt x="468" y="0"/>
                      <a:pt x="404" y="8"/>
                      <a:pt x="345" y="30"/>
                    </a:cubicBezTo>
                    <a:cubicBezTo>
                      <a:pt x="203" y="86"/>
                      <a:pt x="99" y="209"/>
                      <a:pt x="62" y="356"/>
                    </a:cubicBezTo>
                    <a:cubicBezTo>
                      <a:pt x="0" y="639"/>
                      <a:pt x="111" y="928"/>
                      <a:pt x="338" y="1094"/>
                    </a:cubicBezTo>
                    <a:cubicBezTo>
                      <a:pt x="531" y="1236"/>
                      <a:pt x="765" y="1310"/>
                      <a:pt x="1002" y="1310"/>
                    </a:cubicBezTo>
                    <a:cubicBezTo>
                      <a:pt x="1082" y="1310"/>
                      <a:pt x="1163" y="1301"/>
                      <a:pt x="1242" y="1284"/>
                    </a:cubicBezTo>
                    <a:cubicBezTo>
                      <a:pt x="1549" y="1204"/>
                      <a:pt x="1795" y="989"/>
                      <a:pt x="1857" y="731"/>
                    </a:cubicBezTo>
                    <a:cubicBezTo>
                      <a:pt x="1887" y="627"/>
                      <a:pt x="1875" y="516"/>
                      <a:pt x="1832" y="424"/>
                    </a:cubicBezTo>
                    <a:cubicBezTo>
                      <a:pt x="1758" y="295"/>
                      <a:pt x="1605" y="203"/>
                      <a:pt x="1439" y="153"/>
                    </a:cubicBezTo>
                    <a:cubicBezTo>
                      <a:pt x="1273" y="117"/>
                      <a:pt x="1107" y="80"/>
                      <a:pt x="941" y="61"/>
                    </a:cubicBezTo>
                    <a:cubicBezTo>
                      <a:pt x="808" y="36"/>
                      <a:pt x="667" y="0"/>
                      <a:pt x="5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2" name="Google Shape;6112;p68"/>
              <p:cNvSpPr/>
              <p:nvPr/>
            </p:nvSpPr>
            <p:spPr>
              <a:xfrm>
                <a:off x="5214600" y="3595400"/>
                <a:ext cx="203950" cy="107425"/>
              </a:xfrm>
              <a:custGeom>
                <a:rect b="b" l="l" r="r" t="t"/>
                <a:pathLst>
                  <a:path extrusionOk="0" h="4297" w="8158">
                    <a:moveTo>
                      <a:pt x="1562" y="1"/>
                    </a:moveTo>
                    <a:cubicBezTo>
                      <a:pt x="1311" y="1"/>
                      <a:pt x="1065" y="35"/>
                      <a:pt x="837" y="130"/>
                    </a:cubicBezTo>
                    <a:cubicBezTo>
                      <a:pt x="345" y="339"/>
                      <a:pt x="1" y="948"/>
                      <a:pt x="284" y="1378"/>
                    </a:cubicBezTo>
                    <a:cubicBezTo>
                      <a:pt x="462" y="1654"/>
                      <a:pt x="812" y="1765"/>
                      <a:pt x="1083" y="1962"/>
                    </a:cubicBezTo>
                    <a:cubicBezTo>
                      <a:pt x="1507" y="2269"/>
                      <a:pt x="1728" y="2761"/>
                      <a:pt x="1974" y="3210"/>
                    </a:cubicBezTo>
                    <a:cubicBezTo>
                      <a:pt x="2220" y="3664"/>
                      <a:pt x="2552" y="4132"/>
                      <a:pt x="3068" y="4267"/>
                    </a:cubicBezTo>
                    <a:cubicBezTo>
                      <a:pt x="3141" y="4287"/>
                      <a:pt x="3218" y="4297"/>
                      <a:pt x="3295" y="4297"/>
                    </a:cubicBezTo>
                    <a:cubicBezTo>
                      <a:pt x="3616" y="4297"/>
                      <a:pt x="3941" y="4128"/>
                      <a:pt x="3990" y="3830"/>
                    </a:cubicBezTo>
                    <a:cubicBezTo>
                      <a:pt x="4058" y="3468"/>
                      <a:pt x="3701" y="3179"/>
                      <a:pt x="3431" y="2921"/>
                    </a:cubicBezTo>
                    <a:cubicBezTo>
                      <a:pt x="3093" y="2601"/>
                      <a:pt x="2841" y="2202"/>
                      <a:pt x="2687" y="1759"/>
                    </a:cubicBezTo>
                    <a:cubicBezTo>
                      <a:pt x="2656" y="1667"/>
                      <a:pt x="2632" y="1550"/>
                      <a:pt x="2712" y="1482"/>
                    </a:cubicBezTo>
                    <a:cubicBezTo>
                      <a:pt x="2740" y="1457"/>
                      <a:pt x="2772" y="1446"/>
                      <a:pt x="2806" y="1446"/>
                    </a:cubicBezTo>
                    <a:cubicBezTo>
                      <a:pt x="2913" y="1446"/>
                      <a:pt x="3035" y="1552"/>
                      <a:pt x="3105" y="1654"/>
                    </a:cubicBezTo>
                    <a:cubicBezTo>
                      <a:pt x="3393" y="2077"/>
                      <a:pt x="3730" y="2964"/>
                      <a:pt x="4085" y="2964"/>
                    </a:cubicBezTo>
                    <a:cubicBezTo>
                      <a:pt x="4086" y="2964"/>
                      <a:pt x="4087" y="2964"/>
                      <a:pt x="4089" y="2964"/>
                    </a:cubicBezTo>
                    <a:cubicBezTo>
                      <a:pt x="4451" y="2958"/>
                      <a:pt x="4765" y="2079"/>
                      <a:pt x="5060" y="1654"/>
                    </a:cubicBezTo>
                    <a:cubicBezTo>
                      <a:pt x="5130" y="1552"/>
                      <a:pt x="5249" y="1446"/>
                      <a:pt x="5356" y="1446"/>
                    </a:cubicBezTo>
                    <a:cubicBezTo>
                      <a:pt x="5390" y="1446"/>
                      <a:pt x="5423" y="1457"/>
                      <a:pt x="5453" y="1482"/>
                    </a:cubicBezTo>
                    <a:cubicBezTo>
                      <a:pt x="5527" y="1550"/>
                      <a:pt x="5508" y="1667"/>
                      <a:pt x="5472" y="1759"/>
                    </a:cubicBezTo>
                    <a:cubicBezTo>
                      <a:pt x="5318" y="2202"/>
                      <a:pt x="5066" y="2601"/>
                      <a:pt x="4728" y="2921"/>
                    </a:cubicBezTo>
                    <a:cubicBezTo>
                      <a:pt x="4457" y="3185"/>
                      <a:pt x="4107" y="3468"/>
                      <a:pt x="4168" y="3830"/>
                    </a:cubicBezTo>
                    <a:cubicBezTo>
                      <a:pt x="4218" y="4124"/>
                      <a:pt x="4549" y="4296"/>
                      <a:pt x="4873" y="4296"/>
                    </a:cubicBezTo>
                    <a:cubicBezTo>
                      <a:pt x="4949" y="4296"/>
                      <a:pt x="5025" y="4287"/>
                      <a:pt x="5097" y="4267"/>
                    </a:cubicBezTo>
                    <a:cubicBezTo>
                      <a:pt x="5607" y="4132"/>
                      <a:pt x="5939" y="3664"/>
                      <a:pt x="6191" y="3210"/>
                    </a:cubicBezTo>
                    <a:cubicBezTo>
                      <a:pt x="6437" y="2761"/>
                      <a:pt x="6652" y="2263"/>
                      <a:pt x="7082" y="1962"/>
                    </a:cubicBezTo>
                    <a:cubicBezTo>
                      <a:pt x="7352" y="1765"/>
                      <a:pt x="7697" y="1654"/>
                      <a:pt x="7875" y="1378"/>
                    </a:cubicBezTo>
                    <a:cubicBezTo>
                      <a:pt x="8158" y="948"/>
                      <a:pt x="7813" y="339"/>
                      <a:pt x="7328" y="130"/>
                    </a:cubicBezTo>
                    <a:cubicBezTo>
                      <a:pt x="7097" y="35"/>
                      <a:pt x="6850" y="1"/>
                      <a:pt x="6598" y="1"/>
                    </a:cubicBezTo>
                    <a:cubicBezTo>
                      <a:pt x="6315" y="1"/>
                      <a:pt x="6025" y="44"/>
                      <a:pt x="5748" y="93"/>
                    </a:cubicBezTo>
                    <a:cubicBezTo>
                      <a:pt x="5189" y="185"/>
                      <a:pt x="4636" y="290"/>
                      <a:pt x="4082" y="401"/>
                    </a:cubicBezTo>
                    <a:cubicBezTo>
                      <a:pt x="3523" y="290"/>
                      <a:pt x="2970" y="185"/>
                      <a:pt x="2417" y="93"/>
                    </a:cubicBezTo>
                    <a:cubicBezTo>
                      <a:pt x="2136" y="44"/>
                      <a:pt x="1845" y="1"/>
                      <a:pt x="156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3" name="Google Shape;6113;p68"/>
              <p:cNvSpPr/>
              <p:nvPr/>
            </p:nvSpPr>
            <p:spPr>
              <a:xfrm>
                <a:off x="5147300" y="3277175"/>
                <a:ext cx="57200" cy="177000"/>
              </a:xfrm>
              <a:custGeom>
                <a:rect b="b" l="l" r="r" t="t"/>
                <a:pathLst>
                  <a:path extrusionOk="0" h="7080" w="2288">
                    <a:moveTo>
                      <a:pt x="1357" y="1"/>
                    </a:moveTo>
                    <a:cubicBezTo>
                      <a:pt x="1056" y="1"/>
                      <a:pt x="778" y="99"/>
                      <a:pt x="769" y="320"/>
                    </a:cubicBezTo>
                    <a:cubicBezTo>
                      <a:pt x="744" y="762"/>
                      <a:pt x="886" y="2176"/>
                      <a:pt x="861" y="3135"/>
                    </a:cubicBezTo>
                    <a:cubicBezTo>
                      <a:pt x="843" y="4100"/>
                      <a:pt x="480" y="5514"/>
                      <a:pt x="394" y="5919"/>
                    </a:cubicBezTo>
                    <a:cubicBezTo>
                      <a:pt x="308" y="6319"/>
                      <a:pt x="1" y="6583"/>
                      <a:pt x="50" y="6835"/>
                    </a:cubicBezTo>
                    <a:cubicBezTo>
                      <a:pt x="75" y="6978"/>
                      <a:pt x="453" y="7079"/>
                      <a:pt x="793" y="7079"/>
                    </a:cubicBezTo>
                    <a:cubicBezTo>
                      <a:pt x="1039" y="7079"/>
                      <a:pt x="1265" y="7026"/>
                      <a:pt x="1322" y="6897"/>
                    </a:cubicBezTo>
                    <a:cubicBezTo>
                      <a:pt x="1451" y="6589"/>
                      <a:pt x="1199" y="5766"/>
                      <a:pt x="1193" y="5249"/>
                    </a:cubicBezTo>
                    <a:cubicBezTo>
                      <a:pt x="1193" y="4733"/>
                      <a:pt x="1685" y="1660"/>
                      <a:pt x="1857" y="1395"/>
                    </a:cubicBezTo>
                    <a:cubicBezTo>
                      <a:pt x="1986" y="1199"/>
                      <a:pt x="2287" y="621"/>
                      <a:pt x="2091" y="277"/>
                    </a:cubicBezTo>
                    <a:cubicBezTo>
                      <a:pt x="1989" y="101"/>
                      <a:pt x="1661" y="1"/>
                      <a:pt x="135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4" name="Google Shape;6114;p68"/>
              <p:cNvSpPr/>
              <p:nvPr/>
            </p:nvSpPr>
            <p:spPr>
              <a:xfrm>
                <a:off x="5122100" y="3459325"/>
                <a:ext cx="59350" cy="189300"/>
              </a:xfrm>
              <a:custGeom>
                <a:rect b="b" l="l" r="r" t="t"/>
                <a:pathLst>
                  <a:path extrusionOk="0" h="7572" w="2374">
                    <a:moveTo>
                      <a:pt x="1433" y="749"/>
                    </a:moveTo>
                    <a:cubicBezTo>
                      <a:pt x="1568" y="749"/>
                      <a:pt x="1728" y="875"/>
                      <a:pt x="1716" y="1006"/>
                    </a:cubicBezTo>
                    <a:cubicBezTo>
                      <a:pt x="1697" y="1203"/>
                      <a:pt x="929" y="3791"/>
                      <a:pt x="849" y="4682"/>
                    </a:cubicBezTo>
                    <a:lnTo>
                      <a:pt x="843" y="4682"/>
                    </a:lnTo>
                    <a:cubicBezTo>
                      <a:pt x="843" y="4682"/>
                      <a:pt x="990" y="1578"/>
                      <a:pt x="1273" y="859"/>
                    </a:cubicBezTo>
                    <a:cubicBezTo>
                      <a:pt x="1304" y="781"/>
                      <a:pt x="1365" y="749"/>
                      <a:pt x="1433" y="749"/>
                    </a:cubicBezTo>
                    <a:close/>
                    <a:moveTo>
                      <a:pt x="1236" y="0"/>
                    </a:moveTo>
                    <a:cubicBezTo>
                      <a:pt x="1064" y="0"/>
                      <a:pt x="934" y="43"/>
                      <a:pt x="904" y="121"/>
                    </a:cubicBezTo>
                    <a:cubicBezTo>
                      <a:pt x="585" y="889"/>
                      <a:pt x="1" y="7220"/>
                      <a:pt x="68" y="7442"/>
                    </a:cubicBezTo>
                    <a:cubicBezTo>
                      <a:pt x="98" y="7533"/>
                      <a:pt x="197" y="7572"/>
                      <a:pt x="313" y="7572"/>
                    </a:cubicBezTo>
                    <a:cubicBezTo>
                      <a:pt x="485" y="7572"/>
                      <a:pt x="693" y="7487"/>
                      <a:pt x="763" y="7362"/>
                    </a:cubicBezTo>
                    <a:cubicBezTo>
                      <a:pt x="880" y="7153"/>
                      <a:pt x="1291" y="5100"/>
                      <a:pt x="1580" y="3588"/>
                    </a:cubicBezTo>
                    <a:cubicBezTo>
                      <a:pt x="1869" y="2076"/>
                      <a:pt x="2373" y="551"/>
                      <a:pt x="2072" y="299"/>
                    </a:cubicBezTo>
                    <a:cubicBezTo>
                      <a:pt x="1824" y="91"/>
                      <a:pt x="1486" y="0"/>
                      <a:pt x="12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5" name="Google Shape;6115;p68"/>
              <p:cNvSpPr/>
              <p:nvPr/>
            </p:nvSpPr>
            <p:spPr>
              <a:xfrm>
                <a:off x="5133025" y="3652625"/>
                <a:ext cx="16450" cy="38000"/>
              </a:xfrm>
              <a:custGeom>
                <a:rect b="b" l="l" r="r" t="t"/>
                <a:pathLst>
                  <a:path extrusionOk="0" h="1520" w="658">
                    <a:moveTo>
                      <a:pt x="218" y="0"/>
                    </a:moveTo>
                    <a:cubicBezTo>
                      <a:pt x="147" y="0"/>
                      <a:pt x="80" y="42"/>
                      <a:pt x="49" y="109"/>
                    </a:cubicBezTo>
                    <a:cubicBezTo>
                      <a:pt x="12" y="189"/>
                      <a:pt x="0" y="275"/>
                      <a:pt x="18" y="367"/>
                    </a:cubicBezTo>
                    <a:cubicBezTo>
                      <a:pt x="37" y="570"/>
                      <a:pt x="117" y="767"/>
                      <a:pt x="117" y="970"/>
                    </a:cubicBezTo>
                    <a:cubicBezTo>
                      <a:pt x="117" y="1056"/>
                      <a:pt x="98" y="1142"/>
                      <a:pt x="98" y="1228"/>
                    </a:cubicBezTo>
                    <a:cubicBezTo>
                      <a:pt x="98" y="1314"/>
                      <a:pt x="129" y="1394"/>
                      <a:pt x="184" y="1455"/>
                    </a:cubicBezTo>
                    <a:cubicBezTo>
                      <a:pt x="233" y="1498"/>
                      <a:pt x="292" y="1519"/>
                      <a:pt x="350" y="1519"/>
                    </a:cubicBezTo>
                    <a:cubicBezTo>
                      <a:pt x="411" y="1519"/>
                      <a:pt x="473" y="1496"/>
                      <a:pt x="523" y="1449"/>
                    </a:cubicBezTo>
                    <a:cubicBezTo>
                      <a:pt x="609" y="1363"/>
                      <a:pt x="658" y="1234"/>
                      <a:pt x="652" y="1111"/>
                    </a:cubicBezTo>
                    <a:cubicBezTo>
                      <a:pt x="645" y="982"/>
                      <a:pt x="621" y="853"/>
                      <a:pt x="578" y="736"/>
                    </a:cubicBezTo>
                    <a:cubicBezTo>
                      <a:pt x="523" y="564"/>
                      <a:pt x="473" y="398"/>
                      <a:pt x="424" y="232"/>
                    </a:cubicBezTo>
                    <a:cubicBezTo>
                      <a:pt x="393" y="140"/>
                      <a:pt x="350" y="29"/>
                      <a:pt x="258" y="5"/>
                    </a:cubicBezTo>
                    <a:cubicBezTo>
                      <a:pt x="245" y="2"/>
                      <a:pt x="232" y="0"/>
                      <a:pt x="21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6" name="Google Shape;6116;p68"/>
              <p:cNvSpPr/>
              <p:nvPr/>
            </p:nvSpPr>
            <p:spPr>
              <a:xfrm>
                <a:off x="5138400" y="3692475"/>
                <a:ext cx="9850" cy="15900"/>
              </a:xfrm>
              <a:custGeom>
                <a:rect b="b" l="l" r="r" t="t"/>
                <a:pathLst>
                  <a:path extrusionOk="0" h="636" w="394">
                    <a:moveTo>
                      <a:pt x="213" y="0"/>
                    </a:moveTo>
                    <a:cubicBezTo>
                      <a:pt x="197" y="0"/>
                      <a:pt x="181" y="3"/>
                      <a:pt x="166" y="9"/>
                    </a:cubicBezTo>
                    <a:cubicBezTo>
                      <a:pt x="111" y="21"/>
                      <a:pt x="68" y="46"/>
                      <a:pt x="25" y="83"/>
                    </a:cubicBezTo>
                    <a:cubicBezTo>
                      <a:pt x="0" y="267"/>
                      <a:pt x="92" y="587"/>
                      <a:pt x="258" y="636"/>
                    </a:cubicBezTo>
                    <a:cubicBezTo>
                      <a:pt x="357" y="501"/>
                      <a:pt x="394" y="322"/>
                      <a:pt x="363" y="156"/>
                    </a:cubicBezTo>
                    <a:cubicBezTo>
                      <a:pt x="363" y="113"/>
                      <a:pt x="338" y="70"/>
                      <a:pt x="314" y="40"/>
                    </a:cubicBezTo>
                    <a:cubicBezTo>
                      <a:pt x="284" y="14"/>
                      <a:pt x="248" y="0"/>
                      <a:pt x="21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7" name="Google Shape;6117;p68"/>
              <p:cNvSpPr/>
              <p:nvPr/>
            </p:nvSpPr>
            <p:spPr>
              <a:xfrm>
                <a:off x="5142075" y="3714950"/>
                <a:ext cx="5875" cy="10650"/>
              </a:xfrm>
              <a:custGeom>
                <a:rect b="b" l="l" r="r" t="t"/>
                <a:pathLst>
                  <a:path extrusionOk="0" h="426" w="235">
                    <a:moveTo>
                      <a:pt x="96" y="0"/>
                    </a:moveTo>
                    <a:cubicBezTo>
                      <a:pt x="68" y="0"/>
                      <a:pt x="40" y="11"/>
                      <a:pt x="19" y="32"/>
                    </a:cubicBezTo>
                    <a:cubicBezTo>
                      <a:pt x="1" y="142"/>
                      <a:pt x="7" y="259"/>
                      <a:pt x="44" y="364"/>
                    </a:cubicBezTo>
                    <a:cubicBezTo>
                      <a:pt x="50" y="395"/>
                      <a:pt x="81" y="425"/>
                      <a:pt x="99" y="425"/>
                    </a:cubicBezTo>
                    <a:cubicBezTo>
                      <a:pt x="118" y="425"/>
                      <a:pt x="136" y="401"/>
                      <a:pt x="142" y="382"/>
                    </a:cubicBezTo>
                    <a:cubicBezTo>
                      <a:pt x="179" y="333"/>
                      <a:pt x="204" y="272"/>
                      <a:pt x="216" y="210"/>
                    </a:cubicBezTo>
                    <a:cubicBezTo>
                      <a:pt x="234" y="149"/>
                      <a:pt x="222" y="87"/>
                      <a:pt x="179" y="38"/>
                    </a:cubicBezTo>
                    <a:cubicBezTo>
                      <a:pt x="157" y="13"/>
                      <a:pt x="126" y="0"/>
                      <a:pt x="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8" name="Google Shape;6118;p68"/>
              <p:cNvSpPr/>
              <p:nvPr/>
            </p:nvSpPr>
            <p:spPr>
              <a:xfrm>
                <a:off x="51144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370" y="1"/>
                    </a:moveTo>
                    <a:cubicBezTo>
                      <a:pt x="366" y="1"/>
                      <a:pt x="361" y="1"/>
                      <a:pt x="357" y="2"/>
                    </a:cubicBezTo>
                    <a:cubicBezTo>
                      <a:pt x="258" y="14"/>
                      <a:pt x="209" y="118"/>
                      <a:pt x="179" y="211"/>
                    </a:cubicBezTo>
                    <a:cubicBezTo>
                      <a:pt x="93" y="493"/>
                      <a:pt x="37" y="788"/>
                      <a:pt x="13" y="1083"/>
                    </a:cubicBezTo>
                    <a:cubicBezTo>
                      <a:pt x="0" y="1163"/>
                      <a:pt x="0" y="1249"/>
                      <a:pt x="19" y="1335"/>
                    </a:cubicBezTo>
                    <a:cubicBezTo>
                      <a:pt x="36" y="1454"/>
                      <a:pt x="131" y="1518"/>
                      <a:pt x="227" y="1518"/>
                    </a:cubicBezTo>
                    <a:cubicBezTo>
                      <a:pt x="304" y="1518"/>
                      <a:pt x="382" y="1476"/>
                      <a:pt x="418" y="1385"/>
                    </a:cubicBezTo>
                    <a:cubicBezTo>
                      <a:pt x="467" y="1299"/>
                      <a:pt x="492" y="1200"/>
                      <a:pt x="504" y="1102"/>
                    </a:cubicBezTo>
                    <a:cubicBezTo>
                      <a:pt x="554" y="831"/>
                      <a:pt x="578" y="561"/>
                      <a:pt x="566" y="284"/>
                    </a:cubicBezTo>
                    <a:cubicBezTo>
                      <a:pt x="560" y="217"/>
                      <a:pt x="547" y="149"/>
                      <a:pt x="517" y="94"/>
                    </a:cubicBezTo>
                    <a:cubicBezTo>
                      <a:pt x="488" y="37"/>
                      <a:pt x="428" y="1"/>
                      <a:pt x="3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9" name="Google Shape;6119;p68"/>
              <p:cNvSpPr/>
              <p:nvPr/>
            </p:nvSpPr>
            <p:spPr>
              <a:xfrm>
                <a:off x="5110575" y="3696375"/>
                <a:ext cx="12025" cy="27425"/>
              </a:xfrm>
              <a:custGeom>
                <a:rect b="b" l="l" r="r" t="t"/>
                <a:pathLst>
                  <a:path extrusionOk="0" h="1097" w="481">
                    <a:moveTo>
                      <a:pt x="253" y="0"/>
                    </a:moveTo>
                    <a:cubicBezTo>
                      <a:pt x="191" y="0"/>
                      <a:pt x="136" y="31"/>
                      <a:pt x="105" y="86"/>
                    </a:cubicBezTo>
                    <a:cubicBezTo>
                      <a:pt x="74" y="136"/>
                      <a:pt x="56" y="197"/>
                      <a:pt x="56" y="259"/>
                    </a:cubicBezTo>
                    <a:cubicBezTo>
                      <a:pt x="44" y="369"/>
                      <a:pt x="62" y="480"/>
                      <a:pt x="44" y="590"/>
                    </a:cubicBezTo>
                    <a:cubicBezTo>
                      <a:pt x="25" y="683"/>
                      <a:pt x="13" y="781"/>
                      <a:pt x="7" y="873"/>
                    </a:cubicBezTo>
                    <a:cubicBezTo>
                      <a:pt x="1" y="972"/>
                      <a:pt x="56" y="1058"/>
                      <a:pt x="142" y="1094"/>
                    </a:cubicBezTo>
                    <a:cubicBezTo>
                      <a:pt x="153" y="1096"/>
                      <a:pt x="164" y="1097"/>
                      <a:pt x="174" y="1097"/>
                    </a:cubicBezTo>
                    <a:cubicBezTo>
                      <a:pt x="248" y="1097"/>
                      <a:pt x="313" y="1061"/>
                      <a:pt x="345" y="996"/>
                    </a:cubicBezTo>
                    <a:cubicBezTo>
                      <a:pt x="382" y="922"/>
                      <a:pt x="406" y="849"/>
                      <a:pt x="419" y="769"/>
                    </a:cubicBezTo>
                    <a:cubicBezTo>
                      <a:pt x="449" y="578"/>
                      <a:pt x="480" y="381"/>
                      <a:pt x="431" y="203"/>
                    </a:cubicBezTo>
                    <a:cubicBezTo>
                      <a:pt x="406" y="105"/>
                      <a:pt x="345" y="7"/>
                      <a:pt x="25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0" name="Google Shape;6120;p68"/>
              <p:cNvSpPr/>
              <p:nvPr/>
            </p:nvSpPr>
            <p:spPr>
              <a:xfrm>
                <a:off x="5116275" y="3726575"/>
                <a:ext cx="12150" cy="19075"/>
              </a:xfrm>
              <a:custGeom>
                <a:rect b="b" l="l" r="r" t="t"/>
                <a:pathLst>
                  <a:path extrusionOk="0" h="763" w="486">
                    <a:moveTo>
                      <a:pt x="120" y="0"/>
                    </a:moveTo>
                    <a:cubicBezTo>
                      <a:pt x="65" y="0"/>
                      <a:pt x="12" y="60"/>
                      <a:pt x="6" y="120"/>
                    </a:cubicBezTo>
                    <a:cubicBezTo>
                      <a:pt x="0" y="188"/>
                      <a:pt x="25" y="255"/>
                      <a:pt x="74" y="311"/>
                    </a:cubicBezTo>
                    <a:cubicBezTo>
                      <a:pt x="117" y="360"/>
                      <a:pt x="154" y="421"/>
                      <a:pt x="191" y="483"/>
                    </a:cubicBezTo>
                    <a:cubicBezTo>
                      <a:pt x="221" y="544"/>
                      <a:pt x="227" y="624"/>
                      <a:pt x="271" y="686"/>
                    </a:cubicBezTo>
                    <a:cubicBezTo>
                      <a:pt x="296" y="728"/>
                      <a:pt x="346" y="762"/>
                      <a:pt x="392" y="762"/>
                    </a:cubicBezTo>
                    <a:cubicBezTo>
                      <a:pt x="412" y="762"/>
                      <a:pt x="432" y="756"/>
                      <a:pt x="449" y="741"/>
                    </a:cubicBezTo>
                    <a:cubicBezTo>
                      <a:pt x="473" y="710"/>
                      <a:pt x="486" y="667"/>
                      <a:pt x="473" y="624"/>
                    </a:cubicBezTo>
                    <a:cubicBezTo>
                      <a:pt x="461" y="587"/>
                      <a:pt x="443" y="550"/>
                      <a:pt x="424" y="513"/>
                    </a:cubicBezTo>
                    <a:cubicBezTo>
                      <a:pt x="357" y="397"/>
                      <a:pt x="295" y="274"/>
                      <a:pt x="252" y="145"/>
                    </a:cubicBezTo>
                    <a:cubicBezTo>
                      <a:pt x="227" y="89"/>
                      <a:pt x="203" y="16"/>
                      <a:pt x="141" y="3"/>
                    </a:cubicBezTo>
                    <a:cubicBezTo>
                      <a:pt x="134" y="1"/>
                      <a:pt x="127" y="0"/>
                      <a:pt x="12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1" name="Google Shape;6121;p68"/>
              <p:cNvSpPr/>
              <p:nvPr/>
            </p:nvSpPr>
            <p:spPr>
              <a:xfrm>
                <a:off x="5128550" y="3745675"/>
                <a:ext cx="7550" cy="13725"/>
              </a:xfrm>
              <a:custGeom>
                <a:rect b="b" l="l" r="r" t="t"/>
                <a:pathLst>
                  <a:path extrusionOk="0" h="549" w="302">
                    <a:moveTo>
                      <a:pt x="102" y="0"/>
                    </a:moveTo>
                    <a:cubicBezTo>
                      <a:pt x="97" y="0"/>
                      <a:pt x="92" y="1"/>
                      <a:pt x="87" y="1"/>
                    </a:cubicBezTo>
                    <a:cubicBezTo>
                      <a:pt x="1" y="198"/>
                      <a:pt x="99" y="487"/>
                      <a:pt x="271" y="549"/>
                    </a:cubicBezTo>
                    <a:cubicBezTo>
                      <a:pt x="296" y="432"/>
                      <a:pt x="302" y="321"/>
                      <a:pt x="284" y="204"/>
                    </a:cubicBezTo>
                    <a:cubicBezTo>
                      <a:pt x="260" y="100"/>
                      <a:pt x="188" y="0"/>
                      <a:pt x="1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2" name="Google Shape;6122;p68"/>
              <p:cNvSpPr/>
              <p:nvPr/>
            </p:nvSpPr>
            <p:spPr>
              <a:xfrm>
                <a:off x="5222800" y="3273175"/>
                <a:ext cx="93725" cy="201525"/>
              </a:xfrm>
              <a:custGeom>
                <a:rect b="b" l="l" r="r" t="t"/>
                <a:pathLst>
                  <a:path extrusionOk="0" h="8061" w="3749">
                    <a:moveTo>
                      <a:pt x="3127" y="0"/>
                    </a:moveTo>
                    <a:lnTo>
                      <a:pt x="3127" y="0"/>
                    </a:lnTo>
                    <a:cubicBezTo>
                      <a:pt x="3127" y="0"/>
                      <a:pt x="3201" y="4543"/>
                      <a:pt x="3127" y="4610"/>
                    </a:cubicBezTo>
                    <a:cubicBezTo>
                      <a:pt x="3048" y="4684"/>
                      <a:pt x="2654" y="4936"/>
                      <a:pt x="2150" y="5772"/>
                    </a:cubicBezTo>
                    <a:cubicBezTo>
                      <a:pt x="1665" y="6571"/>
                      <a:pt x="1492" y="7395"/>
                      <a:pt x="1210" y="7450"/>
                    </a:cubicBezTo>
                    <a:cubicBezTo>
                      <a:pt x="1200" y="7452"/>
                      <a:pt x="1190" y="7453"/>
                      <a:pt x="1180" y="7453"/>
                    </a:cubicBezTo>
                    <a:cubicBezTo>
                      <a:pt x="907" y="7453"/>
                      <a:pt x="313" y="6850"/>
                      <a:pt x="134" y="6850"/>
                    </a:cubicBezTo>
                    <a:cubicBezTo>
                      <a:pt x="114" y="6850"/>
                      <a:pt x="100" y="6857"/>
                      <a:pt x="91" y="6872"/>
                    </a:cubicBezTo>
                    <a:cubicBezTo>
                      <a:pt x="1" y="7029"/>
                      <a:pt x="669" y="8060"/>
                      <a:pt x="1215" y="8060"/>
                    </a:cubicBezTo>
                    <a:cubicBezTo>
                      <a:pt x="1228" y="8060"/>
                      <a:pt x="1240" y="8060"/>
                      <a:pt x="1253" y="8059"/>
                    </a:cubicBezTo>
                    <a:cubicBezTo>
                      <a:pt x="1806" y="8009"/>
                      <a:pt x="2150" y="7026"/>
                      <a:pt x="2451" y="6252"/>
                    </a:cubicBezTo>
                    <a:cubicBezTo>
                      <a:pt x="2753" y="5483"/>
                      <a:pt x="3748" y="5065"/>
                      <a:pt x="3748" y="5065"/>
                    </a:cubicBezTo>
                    <a:lnTo>
                      <a:pt x="3748" y="25"/>
                    </a:lnTo>
                    <a:cubicBezTo>
                      <a:pt x="3429" y="25"/>
                      <a:pt x="3128" y="0"/>
                      <a:pt x="31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3" name="Google Shape;6123;p68"/>
              <p:cNvSpPr/>
              <p:nvPr/>
            </p:nvSpPr>
            <p:spPr>
              <a:xfrm>
                <a:off x="5228100" y="3274500"/>
                <a:ext cx="76125" cy="17600"/>
              </a:xfrm>
              <a:custGeom>
                <a:rect b="b" l="l" r="r" t="t"/>
                <a:pathLst>
                  <a:path extrusionOk="0" h="704" w="3045">
                    <a:moveTo>
                      <a:pt x="502" y="0"/>
                    </a:moveTo>
                    <a:cubicBezTo>
                      <a:pt x="143" y="0"/>
                      <a:pt x="0" y="171"/>
                      <a:pt x="76" y="292"/>
                    </a:cubicBezTo>
                    <a:cubicBezTo>
                      <a:pt x="155" y="413"/>
                      <a:pt x="1637" y="703"/>
                      <a:pt x="2617" y="703"/>
                    </a:cubicBezTo>
                    <a:cubicBezTo>
                      <a:pt x="2775" y="703"/>
                      <a:pt x="2921" y="696"/>
                      <a:pt x="3045" y="679"/>
                    </a:cubicBezTo>
                    <a:lnTo>
                      <a:pt x="3002" y="230"/>
                    </a:lnTo>
                    <a:cubicBezTo>
                      <a:pt x="3002" y="230"/>
                      <a:pt x="1317" y="126"/>
                      <a:pt x="770" y="27"/>
                    </a:cubicBezTo>
                    <a:cubicBezTo>
                      <a:pt x="670" y="8"/>
                      <a:pt x="581" y="0"/>
                      <a:pt x="5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4" name="Google Shape;6124;p68"/>
              <p:cNvSpPr/>
              <p:nvPr/>
            </p:nvSpPr>
            <p:spPr>
              <a:xfrm>
                <a:off x="5277625" y="3243725"/>
                <a:ext cx="34750" cy="10350"/>
              </a:xfrm>
              <a:custGeom>
                <a:rect b="b" l="l" r="r" t="t"/>
                <a:pathLst>
                  <a:path extrusionOk="0" h="414" w="1390">
                    <a:moveTo>
                      <a:pt x="246" y="1"/>
                    </a:moveTo>
                    <a:cubicBezTo>
                      <a:pt x="64" y="1"/>
                      <a:pt x="1" y="127"/>
                      <a:pt x="43" y="207"/>
                    </a:cubicBezTo>
                    <a:cubicBezTo>
                      <a:pt x="82" y="284"/>
                      <a:pt x="642" y="413"/>
                      <a:pt x="1073" y="413"/>
                    </a:cubicBezTo>
                    <a:cubicBezTo>
                      <a:pt x="1193" y="413"/>
                      <a:pt x="1303" y="403"/>
                      <a:pt x="1389" y="379"/>
                    </a:cubicBezTo>
                    <a:lnTo>
                      <a:pt x="1340" y="72"/>
                    </a:lnTo>
                    <a:cubicBezTo>
                      <a:pt x="1340" y="72"/>
                      <a:pt x="590" y="60"/>
                      <a:pt x="338" y="10"/>
                    </a:cubicBezTo>
                    <a:cubicBezTo>
                      <a:pt x="305" y="4"/>
                      <a:pt x="274" y="1"/>
                      <a:pt x="24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5" name="Google Shape;6125;p68"/>
              <p:cNvSpPr/>
              <p:nvPr/>
            </p:nvSpPr>
            <p:spPr>
              <a:xfrm>
                <a:off x="5289300" y="3228050"/>
                <a:ext cx="27075" cy="9525"/>
              </a:xfrm>
              <a:custGeom>
                <a:rect b="b" l="l" r="r" t="t"/>
                <a:pathLst>
                  <a:path extrusionOk="0" h="381" w="1083">
                    <a:moveTo>
                      <a:pt x="182" y="0"/>
                    </a:moveTo>
                    <a:cubicBezTo>
                      <a:pt x="45" y="0"/>
                      <a:pt x="0" y="115"/>
                      <a:pt x="37" y="189"/>
                    </a:cubicBezTo>
                    <a:cubicBezTo>
                      <a:pt x="67" y="253"/>
                      <a:pt x="525" y="381"/>
                      <a:pt x="863" y="381"/>
                    </a:cubicBezTo>
                    <a:cubicBezTo>
                      <a:pt x="946" y="381"/>
                      <a:pt x="1022" y="373"/>
                      <a:pt x="1082" y="355"/>
                    </a:cubicBezTo>
                    <a:lnTo>
                      <a:pt x="1039" y="78"/>
                    </a:lnTo>
                    <a:cubicBezTo>
                      <a:pt x="1039" y="78"/>
                      <a:pt x="455" y="60"/>
                      <a:pt x="258" y="10"/>
                    </a:cubicBezTo>
                    <a:cubicBezTo>
                      <a:pt x="231" y="3"/>
                      <a:pt x="205" y="0"/>
                      <a:pt x="18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6" name="Google Shape;6126;p68"/>
              <p:cNvSpPr/>
              <p:nvPr/>
            </p:nvSpPr>
            <p:spPr>
              <a:xfrm>
                <a:off x="5289400" y="3427625"/>
                <a:ext cx="24975" cy="8775"/>
              </a:xfrm>
              <a:custGeom>
                <a:rect b="b" l="l" r="r" t="t"/>
                <a:pathLst>
                  <a:path extrusionOk="0" h="351" w="999">
                    <a:moveTo>
                      <a:pt x="166" y="0"/>
                    </a:moveTo>
                    <a:cubicBezTo>
                      <a:pt x="31" y="0"/>
                      <a:pt x="1" y="132"/>
                      <a:pt x="39" y="209"/>
                    </a:cubicBezTo>
                    <a:cubicBezTo>
                      <a:pt x="73" y="272"/>
                      <a:pt x="394" y="351"/>
                      <a:pt x="674" y="351"/>
                    </a:cubicBezTo>
                    <a:cubicBezTo>
                      <a:pt x="800" y="351"/>
                      <a:pt x="918" y="335"/>
                      <a:pt x="998" y="295"/>
                    </a:cubicBezTo>
                    <a:lnTo>
                      <a:pt x="931" y="12"/>
                    </a:lnTo>
                    <a:cubicBezTo>
                      <a:pt x="931" y="12"/>
                      <a:pt x="724" y="24"/>
                      <a:pt x="524" y="24"/>
                    </a:cubicBezTo>
                    <a:cubicBezTo>
                      <a:pt x="404" y="24"/>
                      <a:pt x="287" y="20"/>
                      <a:pt x="218" y="6"/>
                    </a:cubicBezTo>
                    <a:cubicBezTo>
                      <a:pt x="199" y="2"/>
                      <a:pt x="182" y="0"/>
                      <a:pt x="16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7" name="Google Shape;6127;p68"/>
              <p:cNvSpPr/>
              <p:nvPr/>
            </p:nvSpPr>
            <p:spPr>
              <a:xfrm>
                <a:off x="5289250" y="3446250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4" y="352"/>
                      <a:pt x="688" y="352"/>
                    </a:cubicBezTo>
                    <a:cubicBezTo>
                      <a:pt x="811" y="352"/>
                      <a:pt x="926" y="337"/>
                      <a:pt x="1004" y="300"/>
                    </a:cubicBezTo>
                    <a:lnTo>
                      <a:pt x="937" y="11"/>
                    </a:lnTo>
                    <a:cubicBezTo>
                      <a:pt x="937" y="11"/>
                      <a:pt x="730" y="23"/>
                      <a:pt x="530" y="23"/>
                    </a:cubicBezTo>
                    <a:cubicBezTo>
                      <a:pt x="410" y="23"/>
                      <a:pt x="293" y="18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8" name="Google Shape;6128;p68"/>
              <p:cNvSpPr/>
              <p:nvPr/>
            </p:nvSpPr>
            <p:spPr>
              <a:xfrm>
                <a:off x="5289275" y="3464950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171" y="1"/>
                    </a:moveTo>
                    <a:cubicBezTo>
                      <a:pt x="35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5"/>
                      <a:pt x="1003" y="295"/>
                    </a:cubicBezTo>
                    <a:lnTo>
                      <a:pt x="929" y="13"/>
                    </a:lnTo>
                    <a:cubicBezTo>
                      <a:pt x="929" y="13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7"/>
                    </a:cubicBezTo>
                    <a:cubicBezTo>
                      <a:pt x="204" y="3"/>
                      <a:pt x="187" y="1"/>
                      <a:pt x="17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9" name="Google Shape;6129;p68"/>
              <p:cNvSpPr/>
              <p:nvPr/>
            </p:nvSpPr>
            <p:spPr>
              <a:xfrm>
                <a:off x="5289275" y="34835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1"/>
                    </a:moveTo>
                    <a:cubicBezTo>
                      <a:pt x="30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6"/>
                    </a:cubicBezTo>
                    <a:cubicBezTo>
                      <a:pt x="203" y="2"/>
                      <a:pt x="186" y="1"/>
                      <a:pt x="1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0" name="Google Shape;6130;p68"/>
              <p:cNvSpPr/>
              <p:nvPr/>
            </p:nvSpPr>
            <p:spPr>
              <a:xfrm>
                <a:off x="5289275" y="35021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2"/>
                      <a:pt x="44" y="209"/>
                    </a:cubicBezTo>
                    <a:cubicBezTo>
                      <a:pt x="74" y="269"/>
                      <a:pt x="399" y="350"/>
                      <a:pt x="683" y="350"/>
                    </a:cubicBezTo>
                    <a:cubicBezTo>
                      <a:pt x="807" y="350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3" y="24"/>
                      <a:pt x="525" y="24"/>
                    </a:cubicBezTo>
                    <a:cubicBezTo>
                      <a:pt x="406" y="24"/>
                      <a:pt x="289" y="20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1" name="Google Shape;6131;p68"/>
              <p:cNvSpPr/>
              <p:nvPr/>
            </p:nvSpPr>
            <p:spPr>
              <a:xfrm>
                <a:off x="5289250" y="3520775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1" y="352"/>
                      <a:pt x="685" y="352"/>
                    </a:cubicBezTo>
                    <a:cubicBezTo>
                      <a:pt x="809" y="352"/>
                      <a:pt x="924" y="337"/>
                      <a:pt x="1004" y="300"/>
                    </a:cubicBezTo>
                    <a:lnTo>
                      <a:pt x="930" y="11"/>
                    </a:lnTo>
                    <a:cubicBezTo>
                      <a:pt x="930" y="11"/>
                      <a:pt x="724" y="23"/>
                      <a:pt x="526" y="23"/>
                    </a:cubicBezTo>
                    <a:cubicBezTo>
                      <a:pt x="407" y="23"/>
                      <a:pt x="290" y="19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2" name="Google Shape;6132;p68"/>
              <p:cNvSpPr/>
              <p:nvPr/>
            </p:nvSpPr>
            <p:spPr>
              <a:xfrm>
                <a:off x="5289275" y="353950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1"/>
                      <a:pt x="44" y="209"/>
                    </a:cubicBezTo>
                    <a:cubicBezTo>
                      <a:pt x="74" y="268"/>
                      <a:pt x="399" y="349"/>
                      <a:pt x="683" y="349"/>
                    </a:cubicBezTo>
                    <a:cubicBezTo>
                      <a:pt x="807" y="349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9" y="21"/>
                      <a:pt x="534" y="21"/>
                    </a:cubicBezTo>
                    <a:cubicBezTo>
                      <a:pt x="412" y="21"/>
                      <a:pt x="291" y="18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3" name="Google Shape;6133;p68"/>
              <p:cNvSpPr/>
              <p:nvPr/>
            </p:nvSpPr>
            <p:spPr>
              <a:xfrm>
                <a:off x="52892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176" y="0"/>
                    </a:moveTo>
                    <a:cubicBezTo>
                      <a:pt x="32" y="0"/>
                      <a:pt x="0" y="129"/>
                      <a:pt x="39" y="207"/>
                    </a:cubicBezTo>
                    <a:cubicBezTo>
                      <a:pt x="73" y="267"/>
                      <a:pt x="400" y="348"/>
                      <a:pt x="682" y="348"/>
                    </a:cubicBezTo>
                    <a:cubicBezTo>
                      <a:pt x="805" y="348"/>
                      <a:pt x="920" y="333"/>
                      <a:pt x="998" y="293"/>
                    </a:cubicBezTo>
                    <a:lnTo>
                      <a:pt x="930" y="11"/>
                    </a:lnTo>
                    <a:cubicBezTo>
                      <a:pt x="930" y="11"/>
                      <a:pt x="730" y="20"/>
                      <a:pt x="535" y="20"/>
                    </a:cubicBezTo>
                    <a:cubicBezTo>
                      <a:pt x="413" y="20"/>
                      <a:pt x="292" y="16"/>
                      <a:pt x="224" y="4"/>
                    </a:cubicBezTo>
                    <a:cubicBezTo>
                      <a:pt x="207" y="2"/>
                      <a:pt x="191" y="0"/>
                      <a:pt x="17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4" name="Google Shape;6134;p68"/>
              <p:cNvSpPr/>
              <p:nvPr/>
            </p:nvSpPr>
            <p:spPr>
              <a:xfrm>
                <a:off x="5289225" y="3576725"/>
                <a:ext cx="25000" cy="8800"/>
              </a:xfrm>
              <a:custGeom>
                <a:rect b="b" l="l" r="r" t="t"/>
                <a:pathLst>
                  <a:path extrusionOk="0" h="352" w="1000">
                    <a:moveTo>
                      <a:pt x="174" y="0"/>
                    </a:moveTo>
                    <a:cubicBezTo>
                      <a:pt x="33" y="0"/>
                      <a:pt x="1" y="135"/>
                      <a:pt x="40" y="213"/>
                    </a:cubicBezTo>
                    <a:cubicBezTo>
                      <a:pt x="74" y="273"/>
                      <a:pt x="402" y="351"/>
                      <a:pt x="684" y="351"/>
                    </a:cubicBezTo>
                    <a:cubicBezTo>
                      <a:pt x="807" y="351"/>
                      <a:pt x="921" y="336"/>
                      <a:pt x="999" y="299"/>
                    </a:cubicBezTo>
                    <a:lnTo>
                      <a:pt x="931" y="10"/>
                    </a:lnTo>
                    <a:cubicBezTo>
                      <a:pt x="931" y="10"/>
                      <a:pt x="731" y="20"/>
                      <a:pt x="534" y="20"/>
                    </a:cubicBezTo>
                    <a:cubicBezTo>
                      <a:pt x="411" y="20"/>
                      <a:pt x="289" y="16"/>
                      <a:pt x="218" y="4"/>
                    </a:cubicBezTo>
                    <a:cubicBezTo>
                      <a:pt x="203" y="1"/>
                      <a:pt x="188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5" name="Google Shape;6135;p68"/>
              <p:cNvSpPr/>
              <p:nvPr/>
            </p:nvSpPr>
            <p:spPr>
              <a:xfrm>
                <a:off x="5218050" y="3291300"/>
                <a:ext cx="87550" cy="17825"/>
              </a:xfrm>
              <a:custGeom>
                <a:rect b="b" l="l" r="r" t="t"/>
                <a:pathLst>
                  <a:path extrusionOk="0" h="713" w="3502">
                    <a:moveTo>
                      <a:pt x="319" y="0"/>
                    </a:moveTo>
                    <a:cubicBezTo>
                      <a:pt x="0" y="0"/>
                      <a:pt x="47" y="333"/>
                      <a:pt x="318" y="474"/>
                    </a:cubicBezTo>
                    <a:cubicBezTo>
                      <a:pt x="569" y="597"/>
                      <a:pt x="2156" y="712"/>
                      <a:pt x="3021" y="712"/>
                    </a:cubicBezTo>
                    <a:cubicBezTo>
                      <a:pt x="3237" y="712"/>
                      <a:pt x="3408" y="705"/>
                      <a:pt x="3502" y="689"/>
                    </a:cubicBezTo>
                    <a:lnTo>
                      <a:pt x="3447" y="302"/>
                    </a:lnTo>
                    <a:cubicBezTo>
                      <a:pt x="3447" y="302"/>
                      <a:pt x="1344" y="222"/>
                      <a:pt x="465" y="19"/>
                    </a:cubicBezTo>
                    <a:cubicBezTo>
                      <a:pt x="410" y="6"/>
                      <a:pt x="361" y="0"/>
                      <a:pt x="31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6" name="Google Shape;6136;p68"/>
              <p:cNvSpPr/>
              <p:nvPr/>
            </p:nvSpPr>
            <p:spPr>
              <a:xfrm>
                <a:off x="5216250" y="3341450"/>
                <a:ext cx="89975" cy="14725"/>
              </a:xfrm>
              <a:custGeom>
                <a:rect b="b" l="l" r="r" t="t"/>
                <a:pathLst>
                  <a:path extrusionOk="0" h="589" w="3599">
                    <a:moveTo>
                      <a:pt x="365" y="1"/>
                    </a:moveTo>
                    <a:cubicBezTo>
                      <a:pt x="0" y="1"/>
                      <a:pt x="67" y="373"/>
                      <a:pt x="365" y="502"/>
                    </a:cubicBezTo>
                    <a:cubicBezTo>
                      <a:pt x="504" y="563"/>
                      <a:pt x="1027" y="588"/>
                      <a:pt x="1618" y="588"/>
                    </a:cubicBezTo>
                    <a:cubicBezTo>
                      <a:pt x="2412" y="588"/>
                      <a:pt x="3327" y="542"/>
                      <a:pt x="3598" y="472"/>
                    </a:cubicBezTo>
                    <a:lnTo>
                      <a:pt x="3512" y="60"/>
                    </a:lnTo>
                    <a:cubicBezTo>
                      <a:pt x="3512" y="60"/>
                      <a:pt x="2829" y="89"/>
                      <a:pt x="2072" y="89"/>
                    </a:cubicBezTo>
                    <a:cubicBezTo>
                      <a:pt x="1492" y="89"/>
                      <a:pt x="868" y="72"/>
                      <a:pt x="476" y="11"/>
                    </a:cubicBezTo>
                    <a:cubicBezTo>
                      <a:pt x="435" y="4"/>
                      <a:pt x="398" y="1"/>
                      <a:pt x="3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7" name="Google Shape;6137;p68"/>
              <p:cNvSpPr/>
              <p:nvPr/>
            </p:nvSpPr>
            <p:spPr>
              <a:xfrm>
                <a:off x="5211750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96" y="0"/>
                    </a:moveTo>
                    <a:cubicBezTo>
                      <a:pt x="89" y="0"/>
                      <a:pt x="0" y="328"/>
                      <a:pt x="379" y="517"/>
                    </a:cubicBezTo>
                    <a:cubicBezTo>
                      <a:pt x="712" y="683"/>
                      <a:pt x="2324" y="802"/>
                      <a:pt x="3264" y="802"/>
                    </a:cubicBezTo>
                    <a:cubicBezTo>
                      <a:pt x="3541" y="802"/>
                      <a:pt x="3760" y="792"/>
                      <a:pt x="3871" y="769"/>
                    </a:cubicBezTo>
                    <a:lnTo>
                      <a:pt x="3797" y="290"/>
                    </a:lnTo>
                    <a:cubicBezTo>
                      <a:pt x="3797" y="290"/>
                      <a:pt x="3661" y="293"/>
                      <a:pt x="3439" y="293"/>
                    </a:cubicBezTo>
                    <a:cubicBezTo>
                      <a:pt x="2787" y="293"/>
                      <a:pt x="1391" y="263"/>
                      <a:pt x="533" y="19"/>
                    </a:cubicBezTo>
                    <a:cubicBezTo>
                      <a:pt x="484" y="6"/>
                      <a:pt x="438" y="0"/>
                      <a:pt x="3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8" name="Google Shape;6138;p68"/>
              <p:cNvSpPr/>
              <p:nvPr/>
            </p:nvSpPr>
            <p:spPr>
              <a:xfrm>
                <a:off x="52193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3495" y="1"/>
                    </a:moveTo>
                    <a:cubicBezTo>
                      <a:pt x="3495" y="1"/>
                      <a:pt x="2474" y="131"/>
                      <a:pt x="1499" y="131"/>
                    </a:cubicBezTo>
                    <a:cubicBezTo>
                      <a:pt x="1133" y="131"/>
                      <a:pt x="774" y="112"/>
                      <a:pt x="477" y="62"/>
                    </a:cubicBezTo>
                    <a:cubicBezTo>
                      <a:pt x="445" y="56"/>
                      <a:pt x="416" y="54"/>
                      <a:pt x="388" y="54"/>
                    </a:cubicBezTo>
                    <a:cubicBezTo>
                      <a:pt x="78" y="54"/>
                      <a:pt x="1" y="376"/>
                      <a:pt x="378" y="517"/>
                    </a:cubicBezTo>
                    <a:cubicBezTo>
                      <a:pt x="517" y="569"/>
                      <a:pt x="879" y="590"/>
                      <a:pt x="1315" y="590"/>
                    </a:cubicBezTo>
                    <a:cubicBezTo>
                      <a:pt x="2173" y="590"/>
                      <a:pt x="3316" y="508"/>
                      <a:pt x="3606" y="419"/>
                    </a:cubicBezTo>
                    <a:lnTo>
                      <a:pt x="3495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9" name="Google Shape;6139;p68"/>
              <p:cNvSpPr/>
              <p:nvPr/>
            </p:nvSpPr>
            <p:spPr>
              <a:xfrm>
                <a:off x="5220075" y="3384575"/>
                <a:ext cx="93075" cy="16425"/>
              </a:xfrm>
              <a:custGeom>
                <a:rect b="b" l="l" r="r" t="t"/>
                <a:pathLst>
                  <a:path extrusionOk="0" h="657" w="3723">
                    <a:moveTo>
                      <a:pt x="3599" y="1"/>
                    </a:moveTo>
                    <a:cubicBezTo>
                      <a:pt x="3599" y="1"/>
                      <a:pt x="2129" y="243"/>
                      <a:pt x="1003" y="243"/>
                    </a:cubicBezTo>
                    <a:cubicBezTo>
                      <a:pt x="822" y="243"/>
                      <a:pt x="650" y="236"/>
                      <a:pt x="495" y="222"/>
                    </a:cubicBezTo>
                    <a:cubicBezTo>
                      <a:pt x="474" y="220"/>
                      <a:pt x="454" y="219"/>
                      <a:pt x="435" y="219"/>
                    </a:cubicBezTo>
                    <a:cubicBezTo>
                      <a:pt x="85" y="219"/>
                      <a:pt x="1" y="523"/>
                      <a:pt x="403" y="628"/>
                    </a:cubicBezTo>
                    <a:cubicBezTo>
                      <a:pt x="481" y="648"/>
                      <a:pt x="625" y="656"/>
                      <a:pt x="812" y="656"/>
                    </a:cubicBezTo>
                    <a:cubicBezTo>
                      <a:pt x="1654" y="656"/>
                      <a:pt x="3355" y="479"/>
                      <a:pt x="3722" y="363"/>
                    </a:cubicBezTo>
                    <a:lnTo>
                      <a:pt x="359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0" name="Google Shape;6140;p68"/>
              <p:cNvSpPr/>
              <p:nvPr/>
            </p:nvSpPr>
            <p:spPr>
              <a:xfrm>
                <a:off x="5223625" y="3408850"/>
                <a:ext cx="66300" cy="13425"/>
              </a:xfrm>
              <a:custGeom>
                <a:rect b="b" l="l" r="r" t="t"/>
                <a:pathLst>
                  <a:path extrusionOk="0" h="537" w="2652">
                    <a:moveTo>
                      <a:pt x="2560" y="1"/>
                    </a:moveTo>
                    <a:cubicBezTo>
                      <a:pt x="2560" y="1"/>
                      <a:pt x="1673" y="155"/>
                      <a:pt x="904" y="155"/>
                    </a:cubicBezTo>
                    <a:cubicBezTo>
                      <a:pt x="702" y="155"/>
                      <a:pt x="508" y="144"/>
                      <a:pt x="341" y="118"/>
                    </a:cubicBezTo>
                    <a:cubicBezTo>
                      <a:pt x="320" y="114"/>
                      <a:pt x="300" y="112"/>
                      <a:pt x="281" y="112"/>
                    </a:cubicBezTo>
                    <a:cubicBezTo>
                      <a:pt x="43" y="112"/>
                      <a:pt x="1" y="384"/>
                      <a:pt x="285" y="493"/>
                    </a:cubicBezTo>
                    <a:cubicBezTo>
                      <a:pt x="367" y="523"/>
                      <a:pt x="549" y="536"/>
                      <a:pt x="778" y="536"/>
                    </a:cubicBezTo>
                    <a:cubicBezTo>
                      <a:pt x="1416" y="536"/>
                      <a:pt x="2421" y="437"/>
                      <a:pt x="2652" y="351"/>
                    </a:cubicBezTo>
                    <a:lnTo>
                      <a:pt x="256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1" name="Google Shape;6141;p68"/>
              <p:cNvSpPr/>
              <p:nvPr/>
            </p:nvSpPr>
            <p:spPr>
              <a:xfrm>
                <a:off x="5227675" y="3429900"/>
                <a:ext cx="49350" cy="11475"/>
              </a:xfrm>
              <a:custGeom>
                <a:rect b="b" l="l" r="r" t="t"/>
                <a:pathLst>
                  <a:path extrusionOk="0" h="459" w="1974">
                    <a:moveTo>
                      <a:pt x="1894" y="1"/>
                    </a:moveTo>
                    <a:cubicBezTo>
                      <a:pt x="1894" y="1"/>
                      <a:pt x="1363" y="98"/>
                      <a:pt x="840" y="98"/>
                    </a:cubicBezTo>
                    <a:cubicBezTo>
                      <a:pt x="629" y="98"/>
                      <a:pt x="419" y="82"/>
                      <a:pt x="246" y="38"/>
                    </a:cubicBezTo>
                    <a:cubicBezTo>
                      <a:pt x="230" y="34"/>
                      <a:pt x="214" y="32"/>
                      <a:pt x="200" y="32"/>
                    </a:cubicBezTo>
                    <a:cubicBezTo>
                      <a:pt x="25" y="32"/>
                      <a:pt x="0" y="287"/>
                      <a:pt x="216" y="401"/>
                    </a:cubicBezTo>
                    <a:cubicBezTo>
                      <a:pt x="297" y="441"/>
                      <a:pt x="509" y="458"/>
                      <a:pt x="760" y="458"/>
                    </a:cubicBezTo>
                    <a:cubicBezTo>
                      <a:pt x="1224" y="458"/>
                      <a:pt x="1822" y="401"/>
                      <a:pt x="1974" y="333"/>
                    </a:cubicBezTo>
                    <a:lnTo>
                      <a:pt x="189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2" name="Google Shape;6142;p68"/>
              <p:cNvSpPr/>
              <p:nvPr/>
            </p:nvSpPr>
            <p:spPr>
              <a:xfrm>
                <a:off x="5300975" y="3223375"/>
                <a:ext cx="15550" cy="51050"/>
              </a:xfrm>
              <a:custGeom>
                <a:rect b="b" l="l" r="r" t="t"/>
                <a:pathLst>
                  <a:path extrusionOk="0" h="2042" w="622">
                    <a:moveTo>
                      <a:pt x="222" y="1"/>
                    </a:moveTo>
                    <a:cubicBezTo>
                      <a:pt x="222" y="1"/>
                      <a:pt x="0" y="1187"/>
                      <a:pt x="0" y="1992"/>
                    </a:cubicBezTo>
                    <a:cubicBezTo>
                      <a:pt x="0" y="1992"/>
                      <a:pt x="270" y="2042"/>
                      <a:pt x="461" y="2042"/>
                    </a:cubicBezTo>
                    <a:cubicBezTo>
                      <a:pt x="531" y="2042"/>
                      <a:pt x="590" y="2035"/>
                      <a:pt x="621" y="2017"/>
                    </a:cubicBezTo>
                    <a:lnTo>
                      <a:pt x="621" y="99"/>
                    </a:lnTo>
                    <a:cubicBezTo>
                      <a:pt x="621" y="99"/>
                      <a:pt x="320" y="62"/>
                      <a:pt x="22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3" name="Google Shape;6143;p68"/>
              <p:cNvSpPr/>
              <p:nvPr/>
            </p:nvSpPr>
            <p:spPr>
              <a:xfrm>
                <a:off x="5165450" y="3253825"/>
                <a:ext cx="49025" cy="26900"/>
              </a:xfrm>
              <a:custGeom>
                <a:rect b="b" l="l" r="r" t="t"/>
                <a:pathLst>
                  <a:path extrusionOk="0" h="1076" w="1961">
                    <a:moveTo>
                      <a:pt x="1050" y="0"/>
                    </a:moveTo>
                    <a:cubicBezTo>
                      <a:pt x="747" y="0"/>
                      <a:pt x="446" y="143"/>
                      <a:pt x="221" y="362"/>
                    </a:cubicBezTo>
                    <a:cubicBezTo>
                      <a:pt x="92" y="479"/>
                      <a:pt x="12" y="639"/>
                      <a:pt x="0" y="811"/>
                    </a:cubicBezTo>
                    <a:cubicBezTo>
                      <a:pt x="221" y="674"/>
                      <a:pt x="469" y="606"/>
                      <a:pt x="715" y="606"/>
                    </a:cubicBezTo>
                    <a:cubicBezTo>
                      <a:pt x="1052" y="606"/>
                      <a:pt x="1386" y="732"/>
                      <a:pt x="1641" y="977"/>
                    </a:cubicBezTo>
                    <a:cubicBezTo>
                      <a:pt x="1688" y="1024"/>
                      <a:pt x="1746" y="1076"/>
                      <a:pt x="1809" y="1076"/>
                    </a:cubicBezTo>
                    <a:cubicBezTo>
                      <a:pt x="1813" y="1076"/>
                      <a:pt x="1816" y="1076"/>
                      <a:pt x="1819" y="1075"/>
                    </a:cubicBezTo>
                    <a:cubicBezTo>
                      <a:pt x="1918" y="1069"/>
                      <a:pt x="1961" y="940"/>
                      <a:pt x="1955" y="836"/>
                    </a:cubicBezTo>
                    <a:cubicBezTo>
                      <a:pt x="1930" y="442"/>
                      <a:pt x="1647" y="110"/>
                      <a:pt x="1260" y="24"/>
                    </a:cubicBezTo>
                    <a:cubicBezTo>
                      <a:pt x="1191" y="8"/>
                      <a:pt x="1120" y="0"/>
                      <a:pt x="105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4" name="Google Shape;6144;p68"/>
              <p:cNvSpPr/>
              <p:nvPr/>
            </p:nvSpPr>
            <p:spPr>
              <a:xfrm>
                <a:off x="5209375" y="3247925"/>
                <a:ext cx="96225" cy="29275"/>
              </a:xfrm>
              <a:custGeom>
                <a:rect b="b" l="l" r="r" t="t"/>
                <a:pathLst>
                  <a:path extrusionOk="0" h="1171" w="3849">
                    <a:moveTo>
                      <a:pt x="442" y="1"/>
                    </a:moveTo>
                    <a:cubicBezTo>
                      <a:pt x="344" y="1"/>
                      <a:pt x="259" y="14"/>
                      <a:pt x="192" y="45"/>
                    </a:cubicBezTo>
                    <a:cubicBezTo>
                      <a:pt x="1" y="131"/>
                      <a:pt x="155" y="500"/>
                      <a:pt x="782" y="611"/>
                    </a:cubicBezTo>
                    <a:cubicBezTo>
                      <a:pt x="1409" y="728"/>
                      <a:pt x="2730" y="1121"/>
                      <a:pt x="3849" y="1170"/>
                    </a:cubicBezTo>
                    <a:lnTo>
                      <a:pt x="3794" y="346"/>
                    </a:lnTo>
                    <a:cubicBezTo>
                      <a:pt x="3794" y="346"/>
                      <a:pt x="3557" y="453"/>
                      <a:pt x="3050" y="453"/>
                    </a:cubicBezTo>
                    <a:cubicBezTo>
                      <a:pt x="2879" y="453"/>
                      <a:pt x="2676" y="441"/>
                      <a:pt x="2441" y="408"/>
                    </a:cubicBezTo>
                    <a:cubicBezTo>
                      <a:pt x="1670" y="296"/>
                      <a:pt x="904" y="1"/>
                      <a:pt x="4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5" name="Google Shape;6145;p68"/>
              <p:cNvSpPr/>
              <p:nvPr/>
            </p:nvSpPr>
            <p:spPr>
              <a:xfrm>
                <a:off x="5303575" y="3408850"/>
                <a:ext cx="12950" cy="181050"/>
              </a:xfrm>
              <a:custGeom>
                <a:rect b="b" l="l" r="r" t="t"/>
                <a:pathLst>
                  <a:path extrusionOk="0" h="7242" w="518">
                    <a:moveTo>
                      <a:pt x="1" y="345"/>
                    </a:move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close/>
                    <a:moveTo>
                      <a:pt x="517" y="1"/>
                    </a:moveTo>
                    <a:cubicBezTo>
                      <a:pt x="207" y="1"/>
                      <a:pt x="4" y="345"/>
                      <a:pt x="1" y="345"/>
                    </a:cubicBez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50" y="985"/>
                      <a:pt x="1" y="7106"/>
                      <a:pt x="1" y="7106"/>
                    </a:cubicBezTo>
                    <a:cubicBezTo>
                      <a:pt x="8" y="7106"/>
                      <a:pt x="15" y="7106"/>
                      <a:pt x="22" y="7106"/>
                    </a:cubicBezTo>
                    <a:cubicBezTo>
                      <a:pt x="194" y="7106"/>
                      <a:pt x="517" y="7242"/>
                      <a:pt x="517" y="7242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6" name="Google Shape;6146;p68"/>
              <p:cNvSpPr/>
              <p:nvPr/>
            </p:nvSpPr>
            <p:spPr>
              <a:xfrm>
                <a:off x="5353675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1931" y="1"/>
                    </a:moveTo>
                    <a:cubicBezTo>
                      <a:pt x="1462" y="1"/>
                      <a:pt x="437" y="1002"/>
                      <a:pt x="253" y="1953"/>
                    </a:cubicBezTo>
                    <a:cubicBezTo>
                      <a:pt x="130" y="2567"/>
                      <a:pt x="941" y="5376"/>
                      <a:pt x="824" y="7011"/>
                    </a:cubicBezTo>
                    <a:cubicBezTo>
                      <a:pt x="708" y="8646"/>
                      <a:pt x="1" y="12789"/>
                      <a:pt x="376" y="13428"/>
                    </a:cubicBezTo>
                    <a:cubicBezTo>
                      <a:pt x="510" y="13653"/>
                      <a:pt x="783" y="13748"/>
                      <a:pt x="1087" y="13748"/>
                    </a:cubicBezTo>
                    <a:cubicBezTo>
                      <a:pt x="1647" y="13748"/>
                      <a:pt x="2310" y="13425"/>
                      <a:pt x="2386" y="12998"/>
                    </a:cubicBezTo>
                    <a:cubicBezTo>
                      <a:pt x="2509" y="12340"/>
                      <a:pt x="1912" y="10355"/>
                      <a:pt x="1863" y="9015"/>
                    </a:cubicBezTo>
                    <a:cubicBezTo>
                      <a:pt x="1820" y="7675"/>
                      <a:pt x="2183" y="1805"/>
                      <a:pt x="2164" y="299"/>
                    </a:cubicBezTo>
                    <a:cubicBezTo>
                      <a:pt x="2162" y="91"/>
                      <a:pt x="2071" y="1"/>
                      <a:pt x="193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7" name="Google Shape;6147;p68"/>
              <p:cNvSpPr/>
              <p:nvPr/>
            </p:nvSpPr>
            <p:spPr>
              <a:xfrm>
                <a:off x="5362300" y="4046725"/>
                <a:ext cx="53025" cy="217175"/>
              </a:xfrm>
              <a:custGeom>
                <a:rect b="b" l="l" r="r" t="t"/>
                <a:pathLst>
                  <a:path extrusionOk="0" h="8687" w="2121">
                    <a:moveTo>
                      <a:pt x="1454" y="1579"/>
                    </a:moveTo>
                    <a:cubicBezTo>
                      <a:pt x="1458" y="1579"/>
                      <a:pt x="1461" y="1586"/>
                      <a:pt x="1463" y="1599"/>
                    </a:cubicBezTo>
                    <a:cubicBezTo>
                      <a:pt x="1578" y="2371"/>
                      <a:pt x="940" y="6650"/>
                      <a:pt x="719" y="6650"/>
                    </a:cubicBezTo>
                    <a:cubicBezTo>
                      <a:pt x="715" y="6650"/>
                      <a:pt x="711" y="6649"/>
                      <a:pt x="707" y="6645"/>
                    </a:cubicBezTo>
                    <a:cubicBezTo>
                      <a:pt x="505" y="6491"/>
                      <a:pt x="1340" y="1579"/>
                      <a:pt x="1454" y="1579"/>
                    </a:cubicBezTo>
                    <a:close/>
                    <a:moveTo>
                      <a:pt x="2059" y="1"/>
                    </a:moveTo>
                    <a:cubicBezTo>
                      <a:pt x="2059" y="1"/>
                      <a:pt x="1577" y="416"/>
                      <a:pt x="1076" y="416"/>
                    </a:cubicBezTo>
                    <a:cubicBezTo>
                      <a:pt x="1049" y="416"/>
                      <a:pt x="1023" y="415"/>
                      <a:pt x="996" y="413"/>
                    </a:cubicBezTo>
                    <a:cubicBezTo>
                      <a:pt x="568" y="373"/>
                      <a:pt x="378" y="103"/>
                      <a:pt x="242" y="103"/>
                    </a:cubicBezTo>
                    <a:cubicBezTo>
                      <a:pt x="210" y="103"/>
                      <a:pt x="182" y="118"/>
                      <a:pt x="154" y="155"/>
                    </a:cubicBezTo>
                    <a:cubicBezTo>
                      <a:pt x="0" y="345"/>
                      <a:pt x="375" y="1181"/>
                      <a:pt x="387" y="1962"/>
                    </a:cubicBezTo>
                    <a:cubicBezTo>
                      <a:pt x="400" y="2748"/>
                      <a:pt x="203" y="8047"/>
                      <a:pt x="301" y="8360"/>
                    </a:cubicBezTo>
                    <a:cubicBezTo>
                      <a:pt x="364" y="8565"/>
                      <a:pt x="585" y="8686"/>
                      <a:pt x="765" y="8686"/>
                    </a:cubicBezTo>
                    <a:cubicBezTo>
                      <a:pt x="867" y="8686"/>
                      <a:pt x="956" y="8648"/>
                      <a:pt x="996" y="8563"/>
                    </a:cubicBezTo>
                    <a:cubicBezTo>
                      <a:pt x="1106" y="8336"/>
                      <a:pt x="1973" y="2705"/>
                      <a:pt x="1961" y="1845"/>
                    </a:cubicBezTo>
                    <a:cubicBezTo>
                      <a:pt x="1949" y="984"/>
                      <a:pt x="2121" y="241"/>
                      <a:pt x="205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8" name="Google Shape;6148;p68"/>
              <p:cNvSpPr/>
              <p:nvPr/>
            </p:nvSpPr>
            <p:spPr>
              <a:xfrm>
                <a:off x="5359375" y="4261550"/>
                <a:ext cx="31475" cy="24500"/>
              </a:xfrm>
              <a:custGeom>
                <a:rect b="b" l="l" r="r" t="t"/>
                <a:pathLst>
                  <a:path extrusionOk="0" h="980" w="1259">
                    <a:moveTo>
                      <a:pt x="283" y="1"/>
                    </a:moveTo>
                    <a:cubicBezTo>
                      <a:pt x="281" y="1"/>
                      <a:pt x="279" y="1"/>
                      <a:pt x="277" y="1"/>
                    </a:cubicBezTo>
                    <a:cubicBezTo>
                      <a:pt x="135" y="19"/>
                      <a:pt x="0" y="450"/>
                      <a:pt x="62" y="610"/>
                    </a:cubicBezTo>
                    <a:cubicBezTo>
                      <a:pt x="106" y="720"/>
                      <a:pt x="159" y="764"/>
                      <a:pt x="273" y="764"/>
                    </a:cubicBezTo>
                    <a:cubicBezTo>
                      <a:pt x="317" y="764"/>
                      <a:pt x="371" y="757"/>
                      <a:pt x="437" y="745"/>
                    </a:cubicBezTo>
                    <a:cubicBezTo>
                      <a:pt x="455" y="741"/>
                      <a:pt x="474" y="740"/>
                      <a:pt x="492" y="740"/>
                    </a:cubicBezTo>
                    <a:cubicBezTo>
                      <a:pt x="704" y="740"/>
                      <a:pt x="894" y="950"/>
                      <a:pt x="1070" y="978"/>
                    </a:cubicBezTo>
                    <a:cubicBezTo>
                      <a:pt x="1075" y="979"/>
                      <a:pt x="1080" y="980"/>
                      <a:pt x="1085" y="980"/>
                    </a:cubicBezTo>
                    <a:cubicBezTo>
                      <a:pt x="1254" y="980"/>
                      <a:pt x="1259" y="471"/>
                      <a:pt x="1199" y="364"/>
                    </a:cubicBezTo>
                    <a:cubicBezTo>
                      <a:pt x="1155" y="284"/>
                      <a:pt x="1142" y="221"/>
                      <a:pt x="1059" y="221"/>
                    </a:cubicBezTo>
                    <a:cubicBezTo>
                      <a:pt x="1027" y="221"/>
                      <a:pt x="983" y="230"/>
                      <a:pt x="922" y="253"/>
                    </a:cubicBezTo>
                    <a:cubicBezTo>
                      <a:pt x="899" y="261"/>
                      <a:pt x="875" y="265"/>
                      <a:pt x="851" y="265"/>
                    </a:cubicBezTo>
                    <a:cubicBezTo>
                      <a:pt x="643" y="265"/>
                      <a:pt x="392" y="1"/>
                      <a:pt x="28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9" name="Google Shape;6149;p68"/>
              <p:cNvSpPr/>
              <p:nvPr/>
            </p:nvSpPr>
            <p:spPr>
              <a:xfrm>
                <a:off x="535782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188" y="0"/>
                    </a:moveTo>
                    <a:cubicBezTo>
                      <a:pt x="139" y="0"/>
                      <a:pt x="97" y="11"/>
                      <a:pt x="87" y="37"/>
                    </a:cubicBezTo>
                    <a:cubicBezTo>
                      <a:pt x="62" y="99"/>
                      <a:pt x="210" y="283"/>
                      <a:pt x="185" y="394"/>
                    </a:cubicBezTo>
                    <a:cubicBezTo>
                      <a:pt x="154" y="510"/>
                      <a:pt x="1" y="984"/>
                      <a:pt x="56" y="1058"/>
                    </a:cubicBezTo>
                    <a:cubicBezTo>
                      <a:pt x="92" y="1097"/>
                      <a:pt x="171" y="1124"/>
                      <a:pt x="231" y="1124"/>
                    </a:cubicBezTo>
                    <a:cubicBezTo>
                      <a:pt x="274" y="1124"/>
                      <a:pt x="308" y="1109"/>
                      <a:pt x="308" y="1076"/>
                    </a:cubicBezTo>
                    <a:cubicBezTo>
                      <a:pt x="308" y="996"/>
                      <a:pt x="333" y="461"/>
                      <a:pt x="345" y="394"/>
                    </a:cubicBezTo>
                    <a:cubicBezTo>
                      <a:pt x="357" y="332"/>
                      <a:pt x="456" y="92"/>
                      <a:pt x="382" y="43"/>
                    </a:cubicBezTo>
                    <a:cubicBezTo>
                      <a:pt x="336" y="19"/>
                      <a:pt x="255" y="0"/>
                      <a:pt x="18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0" name="Google Shape;6150;p68"/>
              <p:cNvSpPr/>
              <p:nvPr/>
            </p:nvSpPr>
            <p:spPr>
              <a:xfrm>
                <a:off x="5366900" y="4284950"/>
                <a:ext cx="8625" cy="28100"/>
              </a:xfrm>
              <a:custGeom>
                <a:rect b="b" l="l" r="r" t="t"/>
                <a:pathLst>
                  <a:path extrusionOk="0" h="1124" w="345">
                    <a:moveTo>
                      <a:pt x="174" y="0"/>
                    </a:moveTo>
                    <a:cubicBezTo>
                      <a:pt x="157" y="0"/>
                      <a:pt x="143" y="6"/>
                      <a:pt x="136" y="18"/>
                    </a:cubicBezTo>
                    <a:cubicBezTo>
                      <a:pt x="99" y="190"/>
                      <a:pt x="80" y="368"/>
                      <a:pt x="93" y="552"/>
                    </a:cubicBezTo>
                    <a:cubicBezTo>
                      <a:pt x="105" y="688"/>
                      <a:pt x="0" y="1020"/>
                      <a:pt x="25" y="1081"/>
                    </a:cubicBezTo>
                    <a:cubicBezTo>
                      <a:pt x="39" y="1110"/>
                      <a:pt x="97" y="1124"/>
                      <a:pt x="158" y="1124"/>
                    </a:cubicBezTo>
                    <a:cubicBezTo>
                      <a:pt x="228" y="1124"/>
                      <a:pt x="301" y="1105"/>
                      <a:pt x="314" y="1069"/>
                    </a:cubicBezTo>
                    <a:cubicBezTo>
                      <a:pt x="345" y="1001"/>
                      <a:pt x="277" y="805"/>
                      <a:pt x="259" y="626"/>
                    </a:cubicBezTo>
                    <a:cubicBezTo>
                      <a:pt x="246" y="448"/>
                      <a:pt x="332" y="141"/>
                      <a:pt x="308" y="79"/>
                    </a:cubicBezTo>
                    <a:cubicBezTo>
                      <a:pt x="286" y="35"/>
                      <a:pt x="219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1" name="Google Shape;6151;p68"/>
              <p:cNvSpPr/>
              <p:nvPr/>
            </p:nvSpPr>
            <p:spPr>
              <a:xfrm>
                <a:off x="5376125" y="4286900"/>
                <a:ext cx="7250" cy="26500"/>
              </a:xfrm>
              <a:custGeom>
                <a:rect b="b" l="l" r="r" t="t"/>
                <a:pathLst>
                  <a:path extrusionOk="0" h="1060" w="290">
                    <a:moveTo>
                      <a:pt x="83" y="0"/>
                    </a:moveTo>
                    <a:cubicBezTo>
                      <a:pt x="50" y="0"/>
                      <a:pt x="18" y="10"/>
                      <a:pt x="13" y="32"/>
                    </a:cubicBezTo>
                    <a:cubicBezTo>
                      <a:pt x="0" y="192"/>
                      <a:pt x="6" y="352"/>
                      <a:pt x="31" y="511"/>
                    </a:cubicBezTo>
                    <a:cubicBezTo>
                      <a:pt x="62" y="591"/>
                      <a:pt x="6" y="936"/>
                      <a:pt x="31" y="1009"/>
                    </a:cubicBezTo>
                    <a:cubicBezTo>
                      <a:pt x="45" y="1044"/>
                      <a:pt x="91" y="1059"/>
                      <a:pt x="138" y="1059"/>
                    </a:cubicBezTo>
                    <a:cubicBezTo>
                      <a:pt x="192" y="1059"/>
                      <a:pt x="248" y="1039"/>
                      <a:pt x="265" y="1003"/>
                    </a:cubicBezTo>
                    <a:cubicBezTo>
                      <a:pt x="289" y="929"/>
                      <a:pt x="215" y="751"/>
                      <a:pt x="154" y="585"/>
                    </a:cubicBezTo>
                    <a:cubicBezTo>
                      <a:pt x="86" y="419"/>
                      <a:pt x="166" y="81"/>
                      <a:pt x="166" y="38"/>
                    </a:cubicBezTo>
                    <a:cubicBezTo>
                      <a:pt x="166" y="14"/>
                      <a:pt x="124" y="0"/>
                      <a:pt x="8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2" name="Google Shape;6152;p68"/>
              <p:cNvSpPr/>
              <p:nvPr/>
            </p:nvSpPr>
            <p:spPr>
              <a:xfrm>
                <a:off x="5357710" y="4334400"/>
                <a:ext cx="8000" cy="10275"/>
              </a:xfrm>
              <a:custGeom>
                <a:rect b="b" l="l" r="r" t="t"/>
                <a:pathLst>
                  <a:path extrusionOk="0" h="411" w="320">
                    <a:moveTo>
                      <a:pt x="65" y="0"/>
                    </a:moveTo>
                    <a:cubicBezTo>
                      <a:pt x="29" y="0"/>
                      <a:pt x="0" y="114"/>
                      <a:pt x="12" y="210"/>
                    </a:cubicBezTo>
                    <a:cubicBezTo>
                      <a:pt x="28" y="299"/>
                      <a:pt x="125" y="410"/>
                      <a:pt x="202" y="410"/>
                    </a:cubicBezTo>
                    <a:cubicBezTo>
                      <a:pt x="215" y="410"/>
                      <a:pt x="228" y="407"/>
                      <a:pt x="240" y="400"/>
                    </a:cubicBezTo>
                    <a:cubicBezTo>
                      <a:pt x="320" y="345"/>
                      <a:pt x="307" y="179"/>
                      <a:pt x="277" y="74"/>
                    </a:cubicBezTo>
                    <a:cubicBezTo>
                      <a:pt x="264" y="31"/>
                      <a:pt x="105" y="7"/>
                      <a:pt x="68" y="1"/>
                    </a:cubicBezTo>
                    <a:cubicBezTo>
                      <a:pt x="67" y="0"/>
                      <a:pt x="66" y="0"/>
                      <a:pt x="6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3" name="Google Shape;6153;p68"/>
              <p:cNvSpPr/>
              <p:nvPr/>
            </p:nvSpPr>
            <p:spPr>
              <a:xfrm>
                <a:off x="5367685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52" y="0"/>
                    </a:moveTo>
                    <a:cubicBezTo>
                      <a:pt x="113" y="0"/>
                      <a:pt x="74" y="15"/>
                      <a:pt x="44" y="48"/>
                    </a:cubicBezTo>
                    <a:cubicBezTo>
                      <a:pt x="7" y="164"/>
                      <a:pt x="1" y="287"/>
                      <a:pt x="25" y="404"/>
                    </a:cubicBezTo>
                    <a:cubicBezTo>
                      <a:pt x="54" y="466"/>
                      <a:pt x="116" y="506"/>
                      <a:pt x="180" y="506"/>
                    </a:cubicBezTo>
                    <a:cubicBezTo>
                      <a:pt x="198" y="506"/>
                      <a:pt x="217" y="503"/>
                      <a:pt x="234" y="496"/>
                    </a:cubicBezTo>
                    <a:cubicBezTo>
                      <a:pt x="339" y="472"/>
                      <a:pt x="332" y="220"/>
                      <a:pt x="302" y="109"/>
                    </a:cubicBezTo>
                    <a:cubicBezTo>
                      <a:pt x="279" y="40"/>
                      <a:pt x="216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4" name="Google Shape;6154;p68"/>
              <p:cNvSpPr/>
              <p:nvPr/>
            </p:nvSpPr>
            <p:spPr>
              <a:xfrm>
                <a:off x="5378435" y="4338725"/>
                <a:ext cx="7250" cy="13625"/>
              </a:xfrm>
              <a:custGeom>
                <a:rect b="b" l="l" r="r" t="t"/>
                <a:pathLst>
                  <a:path extrusionOk="0" h="545" w="290">
                    <a:moveTo>
                      <a:pt x="160" y="1"/>
                    </a:moveTo>
                    <a:cubicBezTo>
                      <a:pt x="126" y="1"/>
                      <a:pt x="91" y="16"/>
                      <a:pt x="68" y="49"/>
                    </a:cubicBezTo>
                    <a:cubicBezTo>
                      <a:pt x="19" y="178"/>
                      <a:pt x="1" y="313"/>
                      <a:pt x="13" y="455"/>
                    </a:cubicBezTo>
                    <a:cubicBezTo>
                      <a:pt x="24" y="524"/>
                      <a:pt x="56" y="545"/>
                      <a:pt x="97" y="545"/>
                    </a:cubicBezTo>
                    <a:cubicBezTo>
                      <a:pt x="129" y="545"/>
                      <a:pt x="166" y="533"/>
                      <a:pt x="204" y="522"/>
                    </a:cubicBezTo>
                    <a:cubicBezTo>
                      <a:pt x="290" y="498"/>
                      <a:pt x="290" y="172"/>
                      <a:pt x="271" y="86"/>
                    </a:cubicBezTo>
                    <a:cubicBezTo>
                      <a:pt x="257" y="32"/>
                      <a:pt x="208" y="1"/>
                      <a:pt x="1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5" name="Google Shape;6155;p68"/>
              <p:cNvSpPr/>
              <p:nvPr/>
            </p:nvSpPr>
            <p:spPr>
              <a:xfrm>
                <a:off x="538781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41" y="1"/>
                    </a:moveTo>
                    <a:cubicBezTo>
                      <a:pt x="113" y="1"/>
                      <a:pt x="84" y="11"/>
                      <a:pt x="62" y="33"/>
                    </a:cubicBezTo>
                    <a:cubicBezTo>
                      <a:pt x="1" y="89"/>
                      <a:pt x="25" y="427"/>
                      <a:pt x="62" y="470"/>
                    </a:cubicBezTo>
                    <a:cubicBezTo>
                      <a:pt x="83" y="493"/>
                      <a:pt x="107" y="505"/>
                      <a:pt x="134" y="505"/>
                    </a:cubicBezTo>
                    <a:cubicBezTo>
                      <a:pt x="163" y="505"/>
                      <a:pt x="196" y="490"/>
                      <a:pt x="228" y="457"/>
                    </a:cubicBezTo>
                    <a:cubicBezTo>
                      <a:pt x="290" y="396"/>
                      <a:pt x="265" y="125"/>
                      <a:pt x="247" y="64"/>
                    </a:cubicBezTo>
                    <a:cubicBezTo>
                      <a:pt x="225" y="24"/>
                      <a:pt x="183" y="1"/>
                      <a:pt x="1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6" name="Google Shape;6156;p68"/>
              <p:cNvSpPr/>
              <p:nvPr/>
            </p:nvSpPr>
            <p:spPr>
              <a:xfrm>
                <a:off x="5394935" y="4334100"/>
                <a:ext cx="6400" cy="9100"/>
              </a:xfrm>
              <a:custGeom>
                <a:rect b="b" l="l" r="r" t="t"/>
                <a:pathLst>
                  <a:path extrusionOk="0" h="364" w="256">
                    <a:moveTo>
                      <a:pt x="164" y="0"/>
                    </a:moveTo>
                    <a:cubicBezTo>
                      <a:pt x="155" y="0"/>
                      <a:pt x="147" y="4"/>
                      <a:pt x="140" y="13"/>
                    </a:cubicBezTo>
                    <a:cubicBezTo>
                      <a:pt x="1" y="164"/>
                      <a:pt x="94" y="363"/>
                      <a:pt x="161" y="363"/>
                    </a:cubicBezTo>
                    <a:cubicBezTo>
                      <a:pt x="162" y="363"/>
                      <a:pt x="163" y="363"/>
                      <a:pt x="164" y="363"/>
                    </a:cubicBezTo>
                    <a:cubicBezTo>
                      <a:pt x="226" y="351"/>
                      <a:pt x="238" y="258"/>
                      <a:pt x="251" y="166"/>
                    </a:cubicBezTo>
                    <a:cubicBezTo>
                      <a:pt x="256" y="90"/>
                      <a:pt x="206" y="0"/>
                      <a:pt x="1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7" name="Google Shape;6157;p68"/>
              <p:cNvSpPr/>
              <p:nvPr/>
            </p:nvSpPr>
            <p:spPr>
              <a:xfrm>
                <a:off x="5381200" y="4289900"/>
                <a:ext cx="8300" cy="22800"/>
              </a:xfrm>
              <a:custGeom>
                <a:rect b="b" l="l" r="r" t="t"/>
                <a:pathLst>
                  <a:path extrusionOk="0" h="912" w="332">
                    <a:moveTo>
                      <a:pt x="53" y="1"/>
                    </a:moveTo>
                    <a:cubicBezTo>
                      <a:pt x="43" y="1"/>
                      <a:pt x="35" y="5"/>
                      <a:pt x="31" y="16"/>
                    </a:cubicBezTo>
                    <a:cubicBezTo>
                      <a:pt x="0" y="127"/>
                      <a:pt x="0" y="250"/>
                      <a:pt x="31" y="361"/>
                    </a:cubicBezTo>
                    <a:cubicBezTo>
                      <a:pt x="62" y="447"/>
                      <a:pt x="135" y="871"/>
                      <a:pt x="184" y="895"/>
                    </a:cubicBezTo>
                    <a:cubicBezTo>
                      <a:pt x="207" y="907"/>
                      <a:pt x="230" y="912"/>
                      <a:pt x="249" y="912"/>
                    </a:cubicBezTo>
                    <a:cubicBezTo>
                      <a:pt x="281" y="912"/>
                      <a:pt x="306" y="899"/>
                      <a:pt x="314" y="883"/>
                    </a:cubicBezTo>
                    <a:cubicBezTo>
                      <a:pt x="332" y="852"/>
                      <a:pt x="234" y="625"/>
                      <a:pt x="197" y="527"/>
                    </a:cubicBezTo>
                    <a:cubicBezTo>
                      <a:pt x="166" y="379"/>
                      <a:pt x="148" y="232"/>
                      <a:pt x="148" y="84"/>
                    </a:cubicBezTo>
                    <a:cubicBezTo>
                      <a:pt x="148" y="55"/>
                      <a:pt x="88" y="1"/>
                      <a:pt x="5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8" name="Google Shape;6158;p68"/>
              <p:cNvSpPr/>
              <p:nvPr/>
            </p:nvSpPr>
            <p:spPr>
              <a:xfrm>
                <a:off x="5386885" y="4293900"/>
                <a:ext cx="9500" cy="17075"/>
              </a:xfrm>
              <a:custGeom>
                <a:rect b="b" l="l" r="r" t="t"/>
                <a:pathLst>
                  <a:path extrusionOk="0" h="683" w="380">
                    <a:moveTo>
                      <a:pt x="42" y="0"/>
                    </a:moveTo>
                    <a:cubicBezTo>
                      <a:pt x="22" y="0"/>
                      <a:pt x="11" y="34"/>
                      <a:pt x="7" y="65"/>
                    </a:cubicBezTo>
                    <a:cubicBezTo>
                      <a:pt x="1" y="121"/>
                      <a:pt x="198" y="619"/>
                      <a:pt x="216" y="668"/>
                    </a:cubicBezTo>
                    <a:cubicBezTo>
                      <a:pt x="220" y="678"/>
                      <a:pt x="233" y="683"/>
                      <a:pt x="248" y="683"/>
                    </a:cubicBezTo>
                    <a:cubicBezTo>
                      <a:pt x="297" y="683"/>
                      <a:pt x="379" y="640"/>
                      <a:pt x="370" y="612"/>
                    </a:cubicBezTo>
                    <a:cubicBezTo>
                      <a:pt x="351" y="569"/>
                      <a:pt x="155" y="201"/>
                      <a:pt x="99" y="72"/>
                    </a:cubicBezTo>
                    <a:cubicBezTo>
                      <a:pt x="76" y="19"/>
                      <a:pt x="56" y="0"/>
                      <a:pt x="4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9" name="Google Shape;6159;p68"/>
              <p:cNvSpPr/>
              <p:nvPr/>
            </p:nvSpPr>
            <p:spPr>
              <a:xfrm>
                <a:off x="5356935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211" y="0"/>
                    </a:moveTo>
                    <a:cubicBezTo>
                      <a:pt x="172" y="0"/>
                      <a:pt x="134" y="11"/>
                      <a:pt x="117" y="33"/>
                    </a:cubicBezTo>
                    <a:cubicBezTo>
                      <a:pt x="74" y="82"/>
                      <a:pt x="123" y="365"/>
                      <a:pt x="111" y="476"/>
                    </a:cubicBezTo>
                    <a:cubicBezTo>
                      <a:pt x="92" y="586"/>
                      <a:pt x="0" y="642"/>
                      <a:pt x="80" y="728"/>
                    </a:cubicBezTo>
                    <a:cubicBezTo>
                      <a:pt x="124" y="779"/>
                      <a:pt x="213" y="811"/>
                      <a:pt x="278" y="811"/>
                    </a:cubicBezTo>
                    <a:cubicBezTo>
                      <a:pt x="321" y="811"/>
                      <a:pt x="354" y="797"/>
                      <a:pt x="357" y="764"/>
                    </a:cubicBezTo>
                    <a:cubicBezTo>
                      <a:pt x="369" y="685"/>
                      <a:pt x="289" y="469"/>
                      <a:pt x="320" y="365"/>
                    </a:cubicBezTo>
                    <a:cubicBezTo>
                      <a:pt x="351" y="267"/>
                      <a:pt x="357" y="162"/>
                      <a:pt x="351" y="64"/>
                    </a:cubicBezTo>
                    <a:cubicBezTo>
                      <a:pt x="336" y="23"/>
                      <a:pt x="271" y="0"/>
                      <a:pt x="21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0" name="Google Shape;6160;p68"/>
              <p:cNvSpPr/>
              <p:nvPr/>
            </p:nvSpPr>
            <p:spPr>
              <a:xfrm>
                <a:off x="5368610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12" y="0"/>
                    </a:moveTo>
                    <a:cubicBezTo>
                      <a:pt x="76" y="0"/>
                      <a:pt x="43" y="11"/>
                      <a:pt x="31" y="36"/>
                    </a:cubicBezTo>
                    <a:cubicBezTo>
                      <a:pt x="0" y="91"/>
                      <a:pt x="37" y="349"/>
                      <a:pt x="50" y="466"/>
                    </a:cubicBezTo>
                    <a:cubicBezTo>
                      <a:pt x="68" y="583"/>
                      <a:pt x="0" y="675"/>
                      <a:pt x="19" y="761"/>
                    </a:cubicBezTo>
                    <a:cubicBezTo>
                      <a:pt x="33" y="810"/>
                      <a:pt x="91" y="835"/>
                      <a:pt x="146" y="835"/>
                    </a:cubicBezTo>
                    <a:cubicBezTo>
                      <a:pt x="188" y="835"/>
                      <a:pt x="228" y="821"/>
                      <a:pt x="246" y="792"/>
                    </a:cubicBezTo>
                    <a:cubicBezTo>
                      <a:pt x="295" y="724"/>
                      <a:pt x="222" y="626"/>
                      <a:pt x="197" y="503"/>
                    </a:cubicBezTo>
                    <a:cubicBezTo>
                      <a:pt x="179" y="380"/>
                      <a:pt x="252" y="140"/>
                      <a:pt x="240" y="66"/>
                    </a:cubicBezTo>
                    <a:cubicBezTo>
                      <a:pt x="229" y="26"/>
                      <a:pt x="166" y="0"/>
                      <a:pt x="1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1" name="Google Shape;6161;p68"/>
              <p:cNvSpPr/>
              <p:nvPr/>
            </p:nvSpPr>
            <p:spPr>
              <a:xfrm>
                <a:off x="5378135" y="4316575"/>
                <a:ext cx="6175" cy="19075"/>
              </a:xfrm>
              <a:custGeom>
                <a:rect b="b" l="l" r="r" t="t"/>
                <a:pathLst>
                  <a:path extrusionOk="0" h="763" w="247">
                    <a:moveTo>
                      <a:pt x="117" y="1"/>
                    </a:moveTo>
                    <a:cubicBezTo>
                      <a:pt x="62" y="7"/>
                      <a:pt x="25" y="44"/>
                      <a:pt x="19" y="99"/>
                    </a:cubicBezTo>
                    <a:cubicBezTo>
                      <a:pt x="1" y="203"/>
                      <a:pt x="80" y="302"/>
                      <a:pt x="80" y="412"/>
                    </a:cubicBezTo>
                    <a:cubicBezTo>
                      <a:pt x="74" y="462"/>
                      <a:pt x="68" y="511"/>
                      <a:pt x="50" y="554"/>
                    </a:cubicBezTo>
                    <a:cubicBezTo>
                      <a:pt x="37" y="603"/>
                      <a:pt x="44" y="652"/>
                      <a:pt x="62" y="701"/>
                    </a:cubicBezTo>
                    <a:cubicBezTo>
                      <a:pt x="76" y="739"/>
                      <a:pt x="109" y="763"/>
                      <a:pt x="146" y="763"/>
                    </a:cubicBezTo>
                    <a:cubicBezTo>
                      <a:pt x="157" y="763"/>
                      <a:pt x="168" y="761"/>
                      <a:pt x="179" y="757"/>
                    </a:cubicBezTo>
                    <a:cubicBezTo>
                      <a:pt x="222" y="732"/>
                      <a:pt x="246" y="683"/>
                      <a:pt x="234" y="634"/>
                    </a:cubicBezTo>
                    <a:cubicBezTo>
                      <a:pt x="228" y="584"/>
                      <a:pt x="203" y="541"/>
                      <a:pt x="191" y="492"/>
                    </a:cubicBezTo>
                    <a:cubicBezTo>
                      <a:pt x="166" y="388"/>
                      <a:pt x="210" y="277"/>
                      <a:pt x="216" y="166"/>
                    </a:cubicBezTo>
                    <a:cubicBezTo>
                      <a:pt x="222" y="130"/>
                      <a:pt x="216" y="93"/>
                      <a:pt x="203" y="62"/>
                    </a:cubicBezTo>
                    <a:cubicBezTo>
                      <a:pt x="185" y="25"/>
                      <a:pt x="154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2" name="Google Shape;6162;p68"/>
              <p:cNvSpPr/>
              <p:nvPr/>
            </p:nvSpPr>
            <p:spPr>
              <a:xfrm>
                <a:off x="5387060" y="4316300"/>
                <a:ext cx="5850" cy="18300"/>
              </a:xfrm>
              <a:custGeom>
                <a:rect b="b" l="l" r="r" t="t"/>
                <a:pathLst>
                  <a:path extrusionOk="0" h="732" w="234">
                    <a:moveTo>
                      <a:pt x="115" y="0"/>
                    </a:moveTo>
                    <a:cubicBezTo>
                      <a:pt x="70" y="0"/>
                      <a:pt x="27" y="30"/>
                      <a:pt x="12" y="79"/>
                    </a:cubicBezTo>
                    <a:cubicBezTo>
                      <a:pt x="0" y="134"/>
                      <a:pt x="0" y="196"/>
                      <a:pt x="25" y="245"/>
                    </a:cubicBezTo>
                    <a:cubicBezTo>
                      <a:pt x="43" y="294"/>
                      <a:pt x="55" y="343"/>
                      <a:pt x="62" y="399"/>
                    </a:cubicBezTo>
                    <a:cubicBezTo>
                      <a:pt x="55" y="442"/>
                      <a:pt x="49" y="485"/>
                      <a:pt x="43" y="528"/>
                    </a:cubicBezTo>
                    <a:cubicBezTo>
                      <a:pt x="25" y="571"/>
                      <a:pt x="25" y="620"/>
                      <a:pt x="43" y="663"/>
                    </a:cubicBezTo>
                    <a:cubicBezTo>
                      <a:pt x="54" y="702"/>
                      <a:pt x="91" y="731"/>
                      <a:pt x="130" y="731"/>
                    </a:cubicBezTo>
                    <a:cubicBezTo>
                      <a:pt x="134" y="731"/>
                      <a:pt x="138" y="731"/>
                      <a:pt x="141" y="731"/>
                    </a:cubicBezTo>
                    <a:cubicBezTo>
                      <a:pt x="203" y="725"/>
                      <a:pt x="234" y="657"/>
                      <a:pt x="227" y="595"/>
                    </a:cubicBezTo>
                    <a:cubicBezTo>
                      <a:pt x="221" y="540"/>
                      <a:pt x="191" y="485"/>
                      <a:pt x="178" y="423"/>
                    </a:cubicBezTo>
                    <a:cubicBezTo>
                      <a:pt x="166" y="331"/>
                      <a:pt x="203" y="233"/>
                      <a:pt x="203" y="134"/>
                    </a:cubicBezTo>
                    <a:cubicBezTo>
                      <a:pt x="215" y="85"/>
                      <a:pt x="191" y="36"/>
                      <a:pt x="148" y="5"/>
                    </a:cubicBezTo>
                    <a:cubicBezTo>
                      <a:pt x="137" y="2"/>
                      <a:pt x="126" y="0"/>
                      <a:pt x="1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3" name="Google Shape;6163;p68"/>
              <p:cNvSpPr/>
              <p:nvPr/>
            </p:nvSpPr>
            <p:spPr>
              <a:xfrm>
                <a:off x="5393810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74" y="0"/>
                    </a:moveTo>
                    <a:cubicBezTo>
                      <a:pt x="31" y="7"/>
                      <a:pt x="1" y="56"/>
                      <a:pt x="19" y="93"/>
                    </a:cubicBezTo>
                    <a:cubicBezTo>
                      <a:pt x="56" y="209"/>
                      <a:pt x="74" y="332"/>
                      <a:pt x="74" y="455"/>
                    </a:cubicBezTo>
                    <a:cubicBezTo>
                      <a:pt x="74" y="492"/>
                      <a:pt x="74" y="529"/>
                      <a:pt x="87" y="560"/>
                    </a:cubicBezTo>
                    <a:cubicBezTo>
                      <a:pt x="93" y="597"/>
                      <a:pt x="117" y="621"/>
                      <a:pt x="154" y="640"/>
                    </a:cubicBezTo>
                    <a:cubicBezTo>
                      <a:pt x="162" y="643"/>
                      <a:pt x="170" y="644"/>
                      <a:pt x="179" y="644"/>
                    </a:cubicBezTo>
                    <a:cubicBezTo>
                      <a:pt x="203" y="644"/>
                      <a:pt x="228" y="632"/>
                      <a:pt x="246" y="609"/>
                    </a:cubicBezTo>
                    <a:cubicBezTo>
                      <a:pt x="265" y="566"/>
                      <a:pt x="234" y="517"/>
                      <a:pt x="209" y="474"/>
                    </a:cubicBezTo>
                    <a:cubicBezTo>
                      <a:pt x="185" y="425"/>
                      <a:pt x="173" y="369"/>
                      <a:pt x="173" y="308"/>
                    </a:cubicBezTo>
                    <a:cubicBezTo>
                      <a:pt x="179" y="265"/>
                      <a:pt x="185" y="228"/>
                      <a:pt x="191" y="185"/>
                    </a:cubicBezTo>
                    <a:cubicBezTo>
                      <a:pt x="197" y="142"/>
                      <a:pt x="191" y="99"/>
                      <a:pt x="173" y="62"/>
                    </a:cubicBezTo>
                    <a:cubicBezTo>
                      <a:pt x="154" y="25"/>
                      <a:pt x="117" y="0"/>
                      <a:pt x="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4" name="Google Shape;6164;p68"/>
              <p:cNvSpPr/>
              <p:nvPr/>
            </p:nvSpPr>
            <p:spPr>
              <a:xfrm>
                <a:off x="5367500" y="4017250"/>
                <a:ext cx="47375" cy="32750"/>
              </a:xfrm>
              <a:custGeom>
                <a:rect b="b" l="l" r="r" t="t"/>
                <a:pathLst>
                  <a:path extrusionOk="0" h="1310" w="1895">
                    <a:moveTo>
                      <a:pt x="1358" y="0"/>
                    </a:moveTo>
                    <a:cubicBezTo>
                      <a:pt x="1225" y="0"/>
                      <a:pt x="1087" y="36"/>
                      <a:pt x="954" y="61"/>
                    </a:cubicBezTo>
                    <a:cubicBezTo>
                      <a:pt x="782" y="80"/>
                      <a:pt x="616" y="117"/>
                      <a:pt x="450" y="153"/>
                    </a:cubicBezTo>
                    <a:cubicBezTo>
                      <a:pt x="290" y="203"/>
                      <a:pt x="130" y="295"/>
                      <a:pt x="62" y="424"/>
                    </a:cubicBezTo>
                    <a:cubicBezTo>
                      <a:pt x="13" y="516"/>
                      <a:pt x="1" y="627"/>
                      <a:pt x="32" y="731"/>
                    </a:cubicBezTo>
                    <a:cubicBezTo>
                      <a:pt x="99" y="989"/>
                      <a:pt x="339" y="1204"/>
                      <a:pt x="646" y="1284"/>
                    </a:cubicBezTo>
                    <a:cubicBezTo>
                      <a:pt x="726" y="1301"/>
                      <a:pt x="806" y="1310"/>
                      <a:pt x="886" y="1310"/>
                    </a:cubicBezTo>
                    <a:cubicBezTo>
                      <a:pt x="1123" y="1310"/>
                      <a:pt x="1357" y="1236"/>
                      <a:pt x="1550" y="1094"/>
                    </a:cubicBezTo>
                    <a:cubicBezTo>
                      <a:pt x="1784" y="928"/>
                      <a:pt x="1894" y="639"/>
                      <a:pt x="1833" y="356"/>
                    </a:cubicBezTo>
                    <a:cubicBezTo>
                      <a:pt x="1796" y="209"/>
                      <a:pt x="1685" y="86"/>
                      <a:pt x="1544" y="30"/>
                    </a:cubicBezTo>
                    <a:cubicBezTo>
                      <a:pt x="1484" y="8"/>
                      <a:pt x="1422" y="0"/>
                      <a:pt x="135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5" name="Google Shape;6165;p68"/>
              <p:cNvSpPr/>
              <p:nvPr/>
            </p:nvSpPr>
            <p:spPr>
              <a:xfrm>
                <a:off x="5428525" y="3277175"/>
                <a:ext cx="57025" cy="177000"/>
              </a:xfrm>
              <a:custGeom>
                <a:rect b="b" l="l" r="r" t="t"/>
                <a:pathLst>
                  <a:path extrusionOk="0" h="7080" w="2281">
                    <a:moveTo>
                      <a:pt x="926" y="1"/>
                    </a:moveTo>
                    <a:cubicBezTo>
                      <a:pt x="622" y="1"/>
                      <a:pt x="296" y="101"/>
                      <a:pt x="197" y="277"/>
                    </a:cubicBezTo>
                    <a:cubicBezTo>
                      <a:pt x="0" y="621"/>
                      <a:pt x="301" y="1199"/>
                      <a:pt x="424" y="1395"/>
                    </a:cubicBezTo>
                    <a:cubicBezTo>
                      <a:pt x="603" y="1660"/>
                      <a:pt x="1094" y="4733"/>
                      <a:pt x="1088" y="5249"/>
                    </a:cubicBezTo>
                    <a:cubicBezTo>
                      <a:pt x="1082" y="5766"/>
                      <a:pt x="830" y="6589"/>
                      <a:pt x="965" y="6897"/>
                    </a:cubicBezTo>
                    <a:cubicBezTo>
                      <a:pt x="1020" y="7026"/>
                      <a:pt x="1245" y="7079"/>
                      <a:pt x="1492" y="7079"/>
                    </a:cubicBezTo>
                    <a:cubicBezTo>
                      <a:pt x="1832" y="7079"/>
                      <a:pt x="2213" y="6978"/>
                      <a:pt x="2238" y="6835"/>
                    </a:cubicBezTo>
                    <a:cubicBezTo>
                      <a:pt x="2281" y="6583"/>
                      <a:pt x="1980" y="6319"/>
                      <a:pt x="1887" y="5919"/>
                    </a:cubicBezTo>
                    <a:cubicBezTo>
                      <a:pt x="1801" y="5514"/>
                      <a:pt x="1445" y="4100"/>
                      <a:pt x="1420" y="3135"/>
                    </a:cubicBezTo>
                    <a:cubicBezTo>
                      <a:pt x="1402" y="2176"/>
                      <a:pt x="1537" y="762"/>
                      <a:pt x="1518" y="320"/>
                    </a:cubicBezTo>
                    <a:cubicBezTo>
                      <a:pt x="1506" y="99"/>
                      <a:pt x="1227" y="1"/>
                      <a:pt x="92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6" name="Google Shape;6166;p68"/>
              <p:cNvSpPr/>
              <p:nvPr/>
            </p:nvSpPr>
            <p:spPr>
              <a:xfrm>
                <a:off x="5451425" y="3459325"/>
                <a:ext cx="59325" cy="189300"/>
              </a:xfrm>
              <a:custGeom>
                <a:rect b="b" l="l" r="r" t="t"/>
                <a:pathLst>
                  <a:path extrusionOk="0" h="7572" w="2373">
                    <a:moveTo>
                      <a:pt x="946" y="749"/>
                    </a:moveTo>
                    <a:cubicBezTo>
                      <a:pt x="1014" y="749"/>
                      <a:pt x="1076" y="781"/>
                      <a:pt x="1107" y="859"/>
                    </a:cubicBezTo>
                    <a:cubicBezTo>
                      <a:pt x="1383" y="1578"/>
                      <a:pt x="1531" y="4682"/>
                      <a:pt x="1531" y="4682"/>
                    </a:cubicBezTo>
                    <a:cubicBezTo>
                      <a:pt x="1451" y="3791"/>
                      <a:pt x="670" y="1203"/>
                      <a:pt x="658" y="1006"/>
                    </a:cubicBezTo>
                    <a:cubicBezTo>
                      <a:pt x="650" y="875"/>
                      <a:pt x="811" y="749"/>
                      <a:pt x="946" y="749"/>
                    </a:cubicBezTo>
                    <a:close/>
                    <a:moveTo>
                      <a:pt x="1138" y="0"/>
                    </a:moveTo>
                    <a:cubicBezTo>
                      <a:pt x="888" y="0"/>
                      <a:pt x="549" y="91"/>
                      <a:pt x="301" y="299"/>
                    </a:cubicBezTo>
                    <a:cubicBezTo>
                      <a:pt x="0" y="551"/>
                      <a:pt x="504" y="2076"/>
                      <a:pt x="793" y="3588"/>
                    </a:cubicBezTo>
                    <a:cubicBezTo>
                      <a:pt x="1082" y="5100"/>
                      <a:pt x="1494" y="7153"/>
                      <a:pt x="1611" y="7362"/>
                    </a:cubicBezTo>
                    <a:cubicBezTo>
                      <a:pt x="1684" y="7487"/>
                      <a:pt x="1893" y="7572"/>
                      <a:pt x="2065" y="7572"/>
                    </a:cubicBezTo>
                    <a:cubicBezTo>
                      <a:pt x="2180" y="7572"/>
                      <a:pt x="2278" y="7533"/>
                      <a:pt x="2305" y="7442"/>
                    </a:cubicBezTo>
                    <a:cubicBezTo>
                      <a:pt x="2373" y="7220"/>
                      <a:pt x="1789" y="889"/>
                      <a:pt x="1469" y="121"/>
                    </a:cubicBezTo>
                    <a:cubicBezTo>
                      <a:pt x="1439" y="43"/>
                      <a:pt x="1309" y="0"/>
                      <a:pt x="1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7" name="Google Shape;6167;p68"/>
              <p:cNvSpPr/>
              <p:nvPr/>
            </p:nvSpPr>
            <p:spPr>
              <a:xfrm>
                <a:off x="5483375" y="3652625"/>
                <a:ext cx="16475" cy="38000"/>
              </a:xfrm>
              <a:custGeom>
                <a:rect b="b" l="l" r="r" t="t"/>
                <a:pathLst>
                  <a:path extrusionOk="0" h="1520" w="659">
                    <a:moveTo>
                      <a:pt x="440" y="0"/>
                    </a:moveTo>
                    <a:cubicBezTo>
                      <a:pt x="427" y="0"/>
                      <a:pt x="414" y="2"/>
                      <a:pt x="400" y="5"/>
                    </a:cubicBezTo>
                    <a:cubicBezTo>
                      <a:pt x="308" y="29"/>
                      <a:pt x="271" y="140"/>
                      <a:pt x="240" y="232"/>
                    </a:cubicBezTo>
                    <a:cubicBezTo>
                      <a:pt x="191" y="398"/>
                      <a:pt x="136" y="564"/>
                      <a:pt x="87" y="736"/>
                    </a:cubicBezTo>
                    <a:cubicBezTo>
                      <a:pt x="44" y="853"/>
                      <a:pt x="19" y="982"/>
                      <a:pt x="7" y="1111"/>
                    </a:cubicBezTo>
                    <a:cubicBezTo>
                      <a:pt x="1" y="1234"/>
                      <a:pt x="50" y="1363"/>
                      <a:pt x="142" y="1449"/>
                    </a:cubicBezTo>
                    <a:cubicBezTo>
                      <a:pt x="189" y="1496"/>
                      <a:pt x="250" y="1519"/>
                      <a:pt x="312" y="1519"/>
                    </a:cubicBezTo>
                    <a:cubicBezTo>
                      <a:pt x="372" y="1519"/>
                      <a:pt x="432" y="1498"/>
                      <a:pt x="480" y="1455"/>
                    </a:cubicBezTo>
                    <a:cubicBezTo>
                      <a:pt x="535" y="1394"/>
                      <a:pt x="560" y="1314"/>
                      <a:pt x="560" y="1228"/>
                    </a:cubicBezTo>
                    <a:cubicBezTo>
                      <a:pt x="560" y="1142"/>
                      <a:pt x="548" y="1056"/>
                      <a:pt x="548" y="970"/>
                    </a:cubicBezTo>
                    <a:cubicBezTo>
                      <a:pt x="548" y="767"/>
                      <a:pt x="621" y="570"/>
                      <a:pt x="646" y="367"/>
                    </a:cubicBezTo>
                    <a:cubicBezTo>
                      <a:pt x="658" y="275"/>
                      <a:pt x="646" y="189"/>
                      <a:pt x="609" y="109"/>
                    </a:cubicBezTo>
                    <a:cubicBezTo>
                      <a:pt x="578" y="42"/>
                      <a:pt x="512" y="0"/>
                      <a:pt x="44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8" name="Google Shape;6168;p68"/>
              <p:cNvSpPr/>
              <p:nvPr/>
            </p:nvSpPr>
            <p:spPr>
              <a:xfrm>
                <a:off x="5484600" y="3692475"/>
                <a:ext cx="9875" cy="15900"/>
              </a:xfrm>
              <a:custGeom>
                <a:rect b="b" l="l" r="r" t="t"/>
                <a:pathLst>
                  <a:path extrusionOk="0" h="636" w="395">
                    <a:moveTo>
                      <a:pt x="186" y="0"/>
                    </a:moveTo>
                    <a:cubicBezTo>
                      <a:pt x="150" y="0"/>
                      <a:pt x="112" y="14"/>
                      <a:pt x="87" y="40"/>
                    </a:cubicBezTo>
                    <a:cubicBezTo>
                      <a:pt x="56" y="70"/>
                      <a:pt x="38" y="113"/>
                      <a:pt x="32" y="156"/>
                    </a:cubicBezTo>
                    <a:cubicBezTo>
                      <a:pt x="1" y="322"/>
                      <a:pt x="38" y="501"/>
                      <a:pt x="142" y="636"/>
                    </a:cubicBezTo>
                    <a:cubicBezTo>
                      <a:pt x="314" y="587"/>
                      <a:pt x="394" y="267"/>
                      <a:pt x="376" y="83"/>
                    </a:cubicBezTo>
                    <a:cubicBezTo>
                      <a:pt x="333" y="46"/>
                      <a:pt x="284" y="21"/>
                      <a:pt x="234" y="9"/>
                    </a:cubicBezTo>
                    <a:cubicBezTo>
                      <a:pt x="219" y="3"/>
                      <a:pt x="203" y="0"/>
                      <a:pt x="18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9" name="Google Shape;6169;p68"/>
              <p:cNvSpPr/>
              <p:nvPr/>
            </p:nvSpPr>
            <p:spPr>
              <a:xfrm>
                <a:off x="5484925" y="3714950"/>
                <a:ext cx="5850" cy="10650"/>
              </a:xfrm>
              <a:custGeom>
                <a:rect b="b" l="l" r="r" t="t"/>
                <a:pathLst>
                  <a:path extrusionOk="0" h="426" w="234">
                    <a:moveTo>
                      <a:pt x="138" y="0"/>
                    </a:moveTo>
                    <a:cubicBezTo>
                      <a:pt x="108" y="0"/>
                      <a:pt x="78" y="13"/>
                      <a:pt x="55" y="38"/>
                    </a:cubicBezTo>
                    <a:cubicBezTo>
                      <a:pt x="19" y="87"/>
                      <a:pt x="0" y="149"/>
                      <a:pt x="19" y="210"/>
                    </a:cubicBezTo>
                    <a:cubicBezTo>
                      <a:pt x="37" y="272"/>
                      <a:pt x="62" y="333"/>
                      <a:pt x="92" y="382"/>
                    </a:cubicBezTo>
                    <a:cubicBezTo>
                      <a:pt x="105" y="401"/>
                      <a:pt x="117" y="425"/>
                      <a:pt x="135" y="425"/>
                    </a:cubicBezTo>
                    <a:cubicBezTo>
                      <a:pt x="160" y="425"/>
                      <a:pt x="185" y="395"/>
                      <a:pt x="197" y="364"/>
                    </a:cubicBezTo>
                    <a:cubicBezTo>
                      <a:pt x="228" y="259"/>
                      <a:pt x="234" y="142"/>
                      <a:pt x="215" y="32"/>
                    </a:cubicBezTo>
                    <a:cubicBezTo>
                      <a:pt x="194" y="11"/>
                      <a:pt x="166" y="0"/>
                      <a:pt x="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0" name="Google Shape;6170;p68"/>
              <p:cNvSpPr/>
              <p:nvPr/>
            </p:nvSpPr>
            <p:spPr>
              <a:xfrm>
                <a:off x="55041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207" y="1"/>
                    </a:moveTo>
                    <a:cubicBezTo>
                      <a:pt x="145" y="1"/>
                      <a:pt x="90" y="37"/>
                      <a:pt x="62" y="94"/>
                    </a:cubicBezTo>
                    <a:cubicBezTo>
                      <a:pt x="31" y="149"/>
                      <a:pt x="13" y="217"/>
                      <a:pt x="13" y="284"/>
                    </a:cubicBezTo>
                    <a:cubicBezTo>
                      <a:pt x="0" y="561"/>
                      <a:pt x="19" y="831"/>
                      <a:pt x="74" y="1102"/>
                    </a:cubicBezTo>
                    <a:cubicBezTo>
                      <a:pt x="80" y="1200"/>
                      <a:pt x="111" y="1299"/>
                      <a:pt x="154" y="1385"/>
                    </a:cubicBezTo>
                    <a:cubicBezTo>
                      <a:pt x="190" y="1476"/>
                      <a:pt x="269" y="1518"/>
                      <a:pt x="348" y="1518"/>
                    </a:cubicBezTo>
                    <a:cubicBezTo>
                      <a:pt x="444" y="1518"/>
                      <a:pt x="540" y="1454"/>
                      <a:pt x="554" y="1335"/>
                    </a:cubicBezTo>
                    <a:cubicBezTo>
                      <a:pt x="572" y="1249"/>
                      <a:pt x="578" y="1163"/>
                      <a:pt x="566" y="1083"/>
                    </a:cubicBezTo>
                    <a:cubicBezTo>
                      <a:pt x="541" y="788"/>
                      <a:pt x="480" y="493"/>
                      <a:pt x="394" y="211"/>
                    </a:cubicBezTo>
                    <a:cubicBezTo>
                      <a:pt x="363" y="118"/>
                      <a:pt x="314" y="14"/>
                      <a:pt x="222" y="2"/>
                    </a:cubicBezTo>
                    <a:cubicBezTo>
                      <a:pt x="217" y="1"/>
                      <a:pt x="212" y="1"/>
                      <a:pt x="2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1" name="Google Shape;6171;p68"/>
              <p:cNvSpPr/>
              <p:nvPr/>
            </p:nvSpPr>
            <p:spPr>
              <a:xfrm>
                <a:off x="5510425" y="3696375"/>
                <a:ext cx="12000" cy="27425"/>
              </a:xfrm>
              <a:custGeom>
                <a:rect b="b" l="l" r="r" t="t"/>
                <a:pathLst>
                  <a:path extrusionOk="0" h="1097" w="480">
                    <a:moveTo>
                      <a:pt x="228" y="0"/>
                    </a:moveTo>
                    <a:cubicBezTo>
                      <a:pt x="130" y="7"/>
                      <a:pt x="68" y="105"/>
                      <a:pt x="43" y="203"/>
                    </a:cubicBezTo>
                    <a:cubicBezTo>
                      <a:pt x="0" y="381"/>
                      <a:pt x="31" y="578"/>
                      <a:pt x="62" y="769"/>
                    </a:cubicBezTo>
                    <a:cubicBezTo>
                      <a:pt x="68" y="849"/>
                      <a:pt x="93" y="922"/>
                      <a:pt x="130" y="996"/>
                    </a:cubicBezTo>
                    <a:cubicBezTo>
                      <a:pt x="167" y="1061"/>
                      <a:pt x="233" y="1097"/>
                      <a:pt x="302" y="1097"/>
                    </a:cubicBezTo>
                    <a:cubicBezTo>
                      <a:pt x="312" y="1097"/>
                      <a:pt x="322" y="1096"/>
                      <a:pt x="332" y="1094"/>
                    </a:cubicBezTo>
                    <a:cubicBezTo>
                      <a:pt x="418" y="1058"/>
                      <a:pt x="480" y="972"/>
                      <a:pt x="474" y="873"/>
                    </a:cubicBezTo>
                    <a:cubicBezTo>
                      <a:pt x="468" y="781"/>
                      <a:pt x="449" y="683"/>
                      <a:pt x="431" y="590"/>
                    </a:cubicBezTo>
                    <a:cubicBezTo>
                      <a:pt x="418" y="480"/>
                      <a:pt x="431" y="369"/>
                      <a:pt x="425" y="259"/>
                    </a:cubicBezTo>
                    <a:cubicBezTo>
                      <a:pt x="418" y="197"/>
                      <a:pt x="400" y="136"/>
                      <a:pt x="369" y="86"/>
                    </a:cubicBezTo>
                    <a:cubicBezTo>
                      <a:pt x="339" y="31"/>
                      <a:pt x="283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2" name="Google Shape;6172;p68"/>
              <p:cNvSpPr/>
              <p:nvPr/>
            </p:nvSpPr>
            <p:spPr>
              <a:xfrm>
                <a:off x="5504425" y="3726575"/>
                <a:ext cx="12175" cy="19075"/>
              </a:xfrm>
              <a:custGeom>
                <a:rect b="b" l="l" r="r" t="t"/>
                <a:pathLst>
                  <a:path extrusionOk="0" h="763" w="487">
                    <a:moveTo>
                      <a:pt x="371" y="0"/>
                    </a:moveTo>
                    <a:cubicBezTo>
                      <a:pt x="364" y="0"/>
                      <a:pt x="357" y="1"/>
                      <a:pt x="351" y="3"/>
                    </a:cubicBezTo>
                    <a:cubicBezTo>
                      <a:pt x="290" y="16"/>
                      <a:pt x="259" y="89"/>
                      <a:pt x="240" y="145"/>
                    </a:cubicBezTo>
                    <a:cubicBezTo>
                      <a:pt x="191" y="274"/>
                      <a:pt x="136" y="397"/>
                      <a:pt x="68" y="513"/>
                    </a:cubicBezTo>
                    <a:cubicBezTo>
                      <a:pt x="44" y="550"/>
                      <a:pt x="25" y="587"/>
                      <a:pt x="13" y="624"/>
                    </a:cubicBezTo>
                    <a:cubicBezTo>
                      <a:pt x="1" y="667"/>
                      <a:pt x="13" y="710"/>
                      <a:pt x="44" y="741"/>
                    </a:cubicBezTo>
                    <a:cubicBezTo>
                      <a:pt x="59" y="756"/>
                      <a:pt x="78" y="762"/>
                      <a:pt x="98" y="762"/>
                    </a:cubicBezTo>
                    <a:cubicBezTo>
                      <a:pt x="144" y="762"/>
                      <a:pt x="196" y="728"/>
                      <a:pt x="222" y="686"/>
                    </a:cubicBezTo>
                    <a:cubicBezTo>
                      <a:pt x="259" y="624"/>
                      <a:pt x="265" y="544"/>
                      <a:pt x="296" y="483"/>
                    </a:cubicBezTo>
                    <a:cubicBezTo>
                      <a:pt x="333" y="421"/>
                      <a:pt x="370" y="366"/>
                      <a:pt x="419" y="311"/>
                    </a:cubicBezTo>
                    <a:cubicBezTo>
                      <a:pt x="462" y="255"/>
                      <a:pt x="486" y="188"/>
                      <a:pt x="486" y="120"/>
                    </a:cubicBezTo>
                    <a:cubicBezTo>
                      <a:pt x="481" y="60"/>
                      <a:pt x="422" y="0"/>
                      <a:pt x="37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3" name="Google Shape;6173;p68"/>
              <p:cNvSpPr/>
              <p:nvPr/>
            </p:nvSpPr>
            <p:spPr>
              <a:xfrm>
                <a:off x="5496900" y="3745675"/>
                <a:ext cx="7400" cy="13725"/>
              </a:xfrm>
              <a:custGeom>
                <a:rect b="b" l="l" r="r" t="t"/>
                <a:pathLst>
                  <a:path extrusionOk="0" h="549" w="296">
                    <a:moveTo>
                      <a:pt x="195" y="0"/>
                    </a:moveTo>
                    <a:cubicBezTo>
                      <a:pt x="109" y="0"/>
                      <a:pt x="36" y="100"/>
                      <a:pt x="13" y="204"/>
                    </a:cubicBezTo>
                    <a:cubicBezTo>
                      <a:pt x="1" y="321"/>
                      <a:pt x="1" y="432"/>
                      <a:pt x="25" y="549"/>
                    </a:cubicBezTo>
                    <a:cubicBezTo>
                      <a:pt x="197" y="487"/>
                      <a:pt x="296" y="198"/>
                      <a:pt x="210" y="1"/>
                    </a:cubicBezTo>
                    <a:cubicBezTo>
                      <a:pt x="205" y="1"/>
                      <a:pt x="200" y="0"/>
                      <a:pt x="19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4" name="Google Shape;6174;p68"/>
              <p:cNvSpPr/>
              <p:nvPr/>
            </p:nvSpPr>
            <p:spPr>
              <a:xfrm>
                <a:off x="5316350" y="3273175"/>
                <a:ext cx="93850" cy="201525"/>
              </a:xfrm>
              <a:custGeom>
                <a:rect b="b" l="l" r="r" t="t"/>
                <a:pathLst>
                  <a:path extrusionOk="0" h="8061" w="3754">
                    <a:moveTo>
                      <a:pt x="627" y="0"/>
                    </a:moveTo>
                    <a:cubicBezTo>
                      <a:pt x="627" y="0"/>
                      <a:pt x="320" y="25"/>
                      <a:pt x="0" y="25"/>
                    </a:cubicBezTo>
                    <a:lnTo>
                      <a:pt x="0" y="5065"/>
                    </a:lnTo>
                    <a:cubicBezTo>
                      <a:pt x="0" y="5065"/>
                      <a:pt x="1002" y="5483"/>
                      <a:pt x="1303" y="6252"/>
                    </a:cubicBezTo>
                    <a:cubicBezTo>
                      <a:pt x="1598" y="7026"/>
                      <a:pt x="1942" y="8009"/>
                      <a:pt x="2496" y="8059"/>
                    </a:cubicBezTo>
                    <a:cubicBezTo>
                      <a:pt x="2508" y="8060"/>
                      <a:pt x="2520" y="8060"/>
                      <a:pt x="2533" y="8060"/>
                    </a:cubicBezTo>
                    <a:cubicBezTo>
                      <a:pt x="3080" y="8060"/>
                      <a:pt x="3754" y="7029"/>
                      <a:pt x="3657" y="6872"/>
                    </a:cubicBezTo>
                    <a:cubicBezTo>
                      <a:pt x="3649" y="6857"/>
                      <a:pt x="3634" y="6850"/>
                      <a:pt x="3615" y="6850"/>
                    </a:cubicBezTo>
                    <a:cubicBezTo>
                      <a:pt x="3437" y="6850"/>
                      <a:pt x="2847" y="7453"/>
                      <a:pt x="2575" y="7453"/>
                    </a:cubicBezTo>
                    <a:cubicBezTo>
                      <a:pt x="2564" y="7453"/>
                      <a:pt x="2554" y="7452"/>
                      <a:pt x="2545" y="7450"/>
                    </a:cubicBezTo>
                    <a:cubicBezTo>
                      <a:pt x="2256" y="7395"/>
                      <a:pt x="2090" y="6571"/>
                      <a:pt x="1604" y="5772"/>
                    </a:cubicBezTo>
                    <a:cubicBezTo>
                      <a:pt x="1100" y="4936"/>
                      <a:pt x="701" y="4684"/>
                      <a:pt x="627" y="4610"/>
                    </a:cubicBezTo>
                    <a:cubicBezTo>
                      <a:pt x="547" y="4543"/>
                      <a:pt x="627" y="0"/>
                      <a:pt x="6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5" name="Google Shape;6175;p68"/>
              <p:cNvSpPr/>
              <p:nvPr/>
            </p:nvSpPr>
            <p:spPr>
              <a:xfrm>
                <a:off x="5328625" y="3274500"/>
                <a:ext cx="76150" cy="17600"/>
              </a:xfrm>
              <a:custGeom>
                <a:rect b="b" l="l" r="r" t="t"/>
                <a:pathLst>
                  <a:path extrusionOk="0" h="704" w="3046">
                    <a:moveTo>
                      <a:pt x="2549" y="0"/>
                    </a:moveTo>
                    <a:cubicBezTo>
                      <a:pt x="2470" y="0"/>
                      <a:pt x="2381" y="8"/>
                      <a:pt x="2281" y="27"/>
                    </a:cubicBezTo>
                    <a:cubicBezTo>
                      <a:pt x="1728" y="126"/>
                      <a:pt x="50" y="230"/>
                      <a:pt x="50" y="230"/>
                    </a:cubicBezTo>
                    <a:lnTo>
                      <a:pt x="1" y="679"/>
                    </a:lnTo>
                    <a:cubicBezTo>
                      <a:pt x="126" y="696"/>
                      <a:pt x="272" y="703"/>
                      <a:pt x="431" y="703"/>
                    </a:cubicBezTo>
                    <a:cubicBezTo>
                      <a:pt x="1414" y="703"/>
                      <a:pt x="2896" y="413"/>
                      <a:pt x="2970" y="292"/>
                    </a:cubicBezTo>
                    <a:cubicBezTo>
                      <a:pt x="3045" y="171"/>
                      <a:pt x="2906" y="0"/>
                      <a:pt x="254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6" name="Google Shape;6176;p68"/>
              <p:cNvSpPr/>
              <p:nvPr/>
            </p:nvSpPr>
            <p:spPr>
              <a:xfrm>
                <a:off x="5320500" y="3243725"/>
                <a:ext cx="34725" cy="10350"/>
              </a:xfrm>
              <a:custGeom>
                <a:rect b="b" l="l" r="r" t="t"/>
                <a:pathLst>
                  <a:path extrusionOk="0" h="414" w="1389">
                    <a:moveTo>
                      <a:pt x="1149" y="1"/>
                    </a:moveTo>
                    <a:cubicBezTo>
                      <a:pt x="1121" y="1"/>
                      <a:pt x="1091" y="4"/>
                      <a:pt x="1057" y="10"/>
                    </a:cubicBezTo>
                    <a:cubicBezTo>
                      <a:pt x="805" y="60"/>
                      <a:pt x="49" y="72"/>
                      <a:pt x="49" y="72"/>
                    </a:cubicBezTo>
                    <a:lnTo>
                      <a:pt x="0" y="379"/>
                    </a:lnTo>
                    <a:cubicBezTo>
                      <a:pt x="86" y="403"/>
                      <a:pt x="196" y="413"/>
                      <a:pt x="316" y="413"/>
                    </a:cubicBezTo>
                    <a:cubicBezTo>
                      <a:pt x="747" y="413"/>
                      <a:pt x="1308" y="284"/>
                      <a:pt x="1346" y="207"/>
                    </a:cubicBezTo>
                    <a:cubicBezTo>
                      <a:pt x="1389" y="127"/>
                      <a:pt x="1330" y="1"/>
                      <a:pt x="11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7" name="Google Shape;6177;p68"/>
              <p:cNvSpPr/>
              <p:nvPr/>
            </p:nvSpPr>
            <p:spPr>
              <a:xfrm>
                <a:off x="5316650" y="3228050"/>
                <a:ext cx="26925" cy="9525"/>
              </a:xfrm>
              <a:custGeom>
                <a:rect b="b" l="l" r="r" t="t"/>
                <a:pathLst>
                  <a:path extrusionOk="0" h="381" w="1077">
                    <a:moveTo>
                      <a:pt x="894" y="0"/>
                    </a:moveTo>
                    <a:cubicBezTo>
                      <a:pt x="871" y="0"/>
                      <a:pt x="846" y="3"/>
                      <a:pt x="818" y="10"/>
                    </a:cubicBezTo>
                    <a:cubicBezTo>
                      <a:pt x="627" y="60"/>
                      <a:pt x="37" y="78"/>
                      <a:pt x="37" y="78"/>
                    </a:cubicBezTo>
                    <a:lnTo>
                      <a:pt x="0" y="355"/>
                    </a:lnTo>
                    <a:cubicBezTo>
                      <a:pt x="60" y="373"/>
                      <a:pt x="135" y="381"/>
                      <a:pt x="217" y="381"/>
                    </a:cubicBezTo>
                    <a:cubicBezTo>
                      <a:pt x="552" y="381"/>
                      <a:pt x="1011" y="253"/>
                      <a:pt x="1045" y="189"/>
                    </a:cubicBezTo>
                    <a:cubicBezTo>
                      <a:pt x="1077" y="115"/>
                      <a:pt x="1032" y="0"/>
                      <a:pt x="8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8" name="Google Shape;6178;p68"/>
              <p:cNvSpPr/>
              <p:nvPr/>
            </p:nvSpPr>
            <p:spPr>
              <a:xfrm>
                <a:off x="5318500" y="3427625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834" y="0"/>
                    </a:moveTo>
                    <a:cubicBezTo>
                      <a:pt x="818" y="0"/>
                      <a:pt x="800" y="2"/>
                      <a:pt x="781" y="6"/>
                    </a:cubicBezTo>
                    <a:cubicBezTo>
                      <a:pt x="714" y="20"/>
                      <a:pt x="598" y="24"/>
                      <a:pt x="479" y="24"/>
                    </a:cubicBezTo>
                    <a:cubicBezTo>
                      <a:pt x="280" y="24"/>
                      <a:pt x="74" y="12"/>
                      <a:pt x="74" y="12"/>
                    </a:cubicBezTo>
                    <a:lnTo>
                      <a:pt x="0" y="295"/>
                    </a:lnTo>
                    <a:cubicBezTo>
                      <a:pt x="82" y="335"/>
                      <a:pt x="201" y="351"/>
                      <a:pt x="328" y="351"/>
                    </a:cubicBezTo>
                    <a:cubicBezTo>
                      <a:pt x="610" y="351"/>
                      <a:pt x="929" y="272"/>
                      <a:pt x="959" y="209"/>
                    </a:cubicBezTo>
                    <a:cubicBezTo>
                      <a:pt x="1003" y="132"/>
                      <a:pt x="973" y="0"/>
                      <a:pt x="8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9" name="Google Shape;6179;p68"/>
              <p:cNvSpPr/>
              <p:nvPr/>
            </p:nvSpPr>
            <p:spPr>
              <a:xfrm>
                <a:off x="5318650" y="3446250"/>
                <a:ext cx="24950" cy="8800"/>
              </a:xfrm>
              <a:custGeom>
                <a:rect b="b" l="l" r="r" t="t"/>
                <a:pathLst>
                  <a:path extrusionOk="0" h="352" w="998">
                    <a:moveTo>
                      <a:pt x="821" y="1"/>
                    </a:moveTo>
                    <a:cubicBezTo>
                      <a:pt x="806" y="1"/>
                      <a:pt x="791" y="2"/>
                      <a:pt x="775" y="5"/>
                    </a:cubicBezTo>
                    <a:cubicBezTo>
                      <a:pt x="708" y="18"/>
                      <a:pt x="592" y="23"/>
                      <a:pt x="473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7" y="352"/>
                      <a:pt x="923" y="274"/>
                      <a:pt x="953" y="214"/>
                    </a:cubicBezTo>
                    <a:cubicBezTo>
                      <a:pt x="998" y="135"/>
                      <a:pt x="966" y="1"/>
                      <a:pt x="8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0" name="Google Shape;6180;p68"/>
              <p:cNvSpPr/>
              <p:nvPr/>
            </p:nvSpPr>
            <p:spPr>
              <a:xfrm>
                <a:off x="5318650" y="3464950"/>
                <a:ext cx="24950" cy="8775"/>
              </a:xfrm>
              <a:custGeom>
                <a:rect b="b" l="l" r="r" t="t"/>
                <a:pathLst>
                  <a:path extrusionOk="0" h="351" w="998">
                    <a:moveTo>
                      <a:pt x="828" y="1"/>
                    </a:moveTo>
                    <a:cubicBezTo>
                      <a:pt x="812" y="1"/>
                      <a:pt x="794" y="3"/>
                      <a:pt x="775" y="7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3"/>
                      <a:pt x="68" y="13"/>
                    </a:cubicBezTo>
                    <a:lnTo>
                      <a:pt x="0" y="295"/>
                    </a:lnTo>
                    <a:cubicBezTo>
                      <a:pt x="79" y="335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1" name="Google Shape;6181;p68"/>
              <p:cNvSpPr/>
              <p:nvPr/>
            </p:nvSpPr>
            <p:spPr>
              <a:xfrm>
                <a:off x="5318650" y="34835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28" y="1"/>
                    </a:moveTo>
                    <a:cubicBezTo>
                      <a:pt x="812" y="1"/>
                      <a:pt x="794" y="2"/>
                      <a:pt x="775" y="6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2" name="Google Shape;6182;p68"/>
              <p:cNvSpPr/>
              <p:nvPr/>
            </p:nvSpPr>
            <p:spPr>
              <a:xfrm>
                <a:off x="5318650" y="35021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2" y="20"/>
                      <a:pt x="594" y="24"/>
                      <a:pt x="474" y="24"/>
                    </a:cubicBezTo>
                    <a:cubicBezTo>
                      <a:pt x="274" y="24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3" name="Google Shape;6183;p68"/>
              <p:cNvSpPr/>
              <p:nvPr/>
            </p:nvSpPr>
            <p:spPr>
              <a:xfrm>
                <a:off x="5318650" y="352077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1"/>
                    </a:moveTo>
                    <a:cubicBezTo>
                      <a:pt x="812" y="1"/>
                      <a:pt x="797" y="2"/>
                      <a:pt x="781" y="5"/>
                    </a:cubicBezTo>
                    <a:cubicBezTo>
                      <a:pt x="712" y="19"/>
                      <a:pt x="594" y="23"/>
                      <a:pt x="474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8" y="352"/>
                      <a:pt x="925" y="274"/>
                      <a:pt x="959" y="214"/>
                    </a:cubicBezTo>
                    <a:cubicBezTo>
                      <a:pt x="998" y="135"/>
                      <a:pt x="966" y="1"/>
                      <a:pt x="82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4" name="Google Shape;6184;p68"/>
              <p:cNvSpPr/>
              <p:nvPr/>
            </p:nvSpPr>
            <p:spPr>
              <a:xfrm>
                <a:off x="5318650" y="353950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0" y="18"/>
                      <a:pt x="588" y="21"/>
                      <a:pt x="465" y="21"/>
                    </a:cubicBezTo>
                    <a:cubicBezTo>
                      <a:pt x="268" y="21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49"/>
                      <a:pt x="317" y="349"/>
                    </a:cubicBezTo>
                    <a:cubicBezTo>
                      <a:pt x="599" y="349"/>
                      <a:pt x="925" y="268"/>
                      <a:pt x="959" y="209"/>
                    </a:cubicBezTo>
                    <a:cubicBezTo>
                      <a:pt x="998" y="131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5" name="Google Shape;6185;p68"/>
              <p:cNvSpPr/>
              <p:nvPr/>
            </p:nvSpPr>
            <p:spPr>
              <a:xfrm>
                <a:off x="53186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827" y="0"/>
                    </a:moveTo>
                    <a:cubicBezTo>
                      <a:pt x="813" y="0"/>
                      <a:pt x="797" y="2"/>
                      <a:pt x="781" y="4"/>
                    </a:cubicBezTo>
                    <a:cubicBezTo>
                      <a:pt x="710" y="16"/>
                      <a:pt x="588" y="20"/>
                      <a:pt x="465" y="20"/>
                    </a:cubicBezTo>
                    <a:cubicBezTo>
                      <a:pt x="268" y="20"/>
                      <a:pt x="68" y="11"/>
                      <a:pt x="68" y="11"/>
                    </a:cubicBezTo>
                    <a:lnTo>
                      <a:pt x="0" y="293"/>
                    </a:lnTo>
                    <a:cubicBezTo>
                      <a:pt x="79" y="333"/>
                      <a:pt x="194" y="348"/>
                      <a:pt x="317" y="348"/>
                    </a:cubicBezTo>
                    <a:cubicBezTo>
                      <a:pt x="599" y="348"/>
                      <a:pt x="925" y="267"/>
                      <a:pt x="959" y="207"/>
                    </a:cubicBezTo>
                    <a:cubicBezTo>
                      <a:pt x="998" y="129"/>
                      <a:pt x="966" y="0"/>
                      <a:pt x="8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6" name="Google Shape;6186;p68"/>
              <p:cNvSpPr/>
              <p:nvPr/>
            </p:nvSpPr>
            <p:spPr>
              <a:xfrm>
                <a:off x="5318650" y="357672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0"/>
                    </a:moveTo>
                    <a:cubicBezTo>
                      <a:pt x="812" y="0"/>
                      <a:pt x="797" y="1"/>
                      <a:pt x="781" y="4"/>
                    </a:cubicBezTo>
                    <a:cubicBezTo>
                      <a:pt x="710" y="16"/>
                      <a:pt x="589" y="20"/>
                      <a:pt x="467" y="20"/>
                    </a:cubicBezTo>
                    <a:cubicBezTo>
                      <a:pt x="272" y="20"/>
                      <a:pt x="74" y="10"/>
                      <a:pt x="74" y="10"/>
                    </a:cubicBezTo>
                    <a:lnTo>
                      <a:pt x="0" y="299"/>
                    </a:lnTo>
                    <a:cubicBezTo>
                      <a:pt x="78" y="336"/>
                      <a:pt x="193" y="351"/>
                      <a:pt x="316" y="351"/>
                    </a:cubicBezTo>
                    <a:cubicBezTo>
                      <a:pt x="600" y="351"/>
                      <a:pt x="929" y="273"/>
                      <a:pt x="959" y="213"/>
                    </a:cubicBezTo>
                    <a:cubicBezTo>
                      <a:pt x="998" y="135"/>
                      <a:pt x="966" y="0"/>
                      <a:pt x="82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7" name="Google Shape;6187;p68"/>
              <p:cNvSpPr/>
              <p:nvPr/>
            </p:nvSpPr>
            <p:spPr>
              <a:xfrm>
                <a:off x="5327250" y="3291300"/>
                <a:ext cx="87575" cy="17825"/>
              </a:xfrm>
              <a:custGeom>
                <a:rect b="b" l="l" r="r" t="t"/>
                <a:pathLst>
                  <a:path extrusionOk="0" h="713" w="3503">
                    <a:moveTo>
                      <a:pt x="3184" y="0"/>
                    </a:moveTo>
                    <a:cubicBezTo>
                      <a:pt x="3141" y="0"/>
                      <a:pt x="3093" y="6"/>
                      <a:pt x="3037" y="19"/>
                    </a:cubicBezTo>
                    <a:cubicBezTo>
                      <a:pt x="2158" y="222"/>
                      <a:pt x="56" y="302"/>
                      <a:pt x="56" y="302"/>
                    </a:cubicBezTo>
                    <a:lnTo>
                      <a:pt x="1" y="689"/>
                    </a:lnTo>
                    <a:cubicBezTo>
                      <a:pt x="95" y="705"/>
                      <a:pt x="266" y="712"/>
                      <a:pt x="482" y="712"/>
                    </a:cubicBezTo>
                    <a:cubicBezTo>
                      <a:pt x="1349" y="712"/>
                      <a:pt x="2938" y="597"/>
                      <a:pt x="3185" y="474"/>
                    </a:cubicBezTo>
                    <a:cubicBezTo>
                      <a:pt x="3456" y="333"/>
                      <a:pt x="3502" y="0"/>
                      <a:pt x="31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8" name="Google Shape;6188;p68"/>
              <p:cNvSpPr/>
              <p:nvPr/>
            </p:nvSpPr>
            <p:spPr>
              <a:xfrm>
                <a:off x="5326625" y="3341450"/>
                <a:ext cx="90125" cy="14725"/>
              </a:xfrm>
              <a:custGeom>
                <a:rect b="b" l="l" r="r" t="t"/>
                <a:pathLst>
                  <a:path extrusionOk="0" h="589" w="3605">
                    <a:moveTo>
                      <a:pt x="3241" y="1"/>
                    </a:moveTo>
                    <a:cubicBezTo>
                      <a:pt x="3207" y="1"/>
                      <a:pt x="3170" y="4"/>
                      <a:pt x="3130" y="11"/>
                    </a:cubicBezTo>
                    <a:cubicBezTo>
                      <a:pt x="2735" y="72"/>
                      <a:pt x="2111" y="89"/>
                      <a:pt x="1531" y="89"/>
                    </a:cubicBezTo>
                    <a:cubicBezTo>
                      <a:pt x="775" y="89"/>
                      <a:pt x="93" y="60"/>
                      <a:pt x="93" y="60"/>
                    </a:cubicBezTo>
                    <a:lnTo>
                      <a:pt x="1" y="472"/>
                    </a:lnTo>
                    <a:cubicBezTo>
                      <a:pt x="272" y="542"/>
                      <a:pt x="1188" y="588"/>
                      <a:pt x="1981" y="588"/>
                    </a:cubicBezTo>
                    <a:cubicBezTo>
                      <a:pt x="2572" y="588"/>
                      <a:pt x="3095" y="563"/>
                      <a:pt x="3234" y="502"/>
                    </a:cubicBezTo>
                    <a:cubicBezTo>
                      <a:pt x="3533" y="373"/>
                      <a:pt x="3604" y="1"/>
                      <a:pt x="32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9" name="Google Shape;6189;p68"/>
              <p:cNvSpPr/>
              <p:nvPr/>
            </p:nvSpPr>
            <p:spPr>
              <a:xfrm>
                <a:off x="5324325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481" y="0"/>
                    </a:moveTo>
                    <a:cubicBezTo>
                      <a:pt x="3439" y="0"/>
                      <a:pt x="3394" y="6"/>
                      <a:pt x="3345" y="19"/>
                    </a:cubicBezTo>
                    <a:cubicBezTo>
                      <a:pt x="2482" y="263"/>
                      <a:pt x="1085" y="293"/>
                      <a:pt x="432" y="293"/>
                    </a:cubicBezTo>
                    <a:cubicBezTo>
                      <a:pt x="210" y="293"/>
                      <a:pt x="75" y="290"/>
                      <a:pt x="75" y="290"/>
                    </a:cubicBezTo>
                    <a:lnTo>
                      <a:pt x="1" y="769"/>
                    </a:lnTo>
                    <a:cubicBezTo>
                      <a:pt x="111" y="792"/>
                      <a:pt x="330" y="802"/>
                      <a:pt x="607" y="802"/>
                    </a:cubicBezTo>
                    <a:cubicBezTo>
                      <a:pt x="1547" y="802"/>
                      <a:pt x="3160" y="683"/>
                      <a:pt x="3492" y="517"/>
                    </a:cubicBezTo>
                    <a:cubicBezTo>
                      <a:pt x="3871" y="328"/>
                      <a:pt x="3788" y="0"/>
                      <a:pt x="348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0" name="Google Shape;6190;p68"/>
              <p:cNvSpPr/>
              <p:nvPr/>
            </p:nvSpPr>
            <p:spPr>
              <a:xfrm>
                <a:off x="53234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112" y="1"/>
                    </a:moveTo>
                    <a:lnTo>
                      <a:pt x="1" y="419"/>
                    </a:lnTo>
                    <a:cubicBezTo>
                      <a:pt x="294" y="508"/>
                      <a:pt x="1436" y="590"/>
                      <a:pt x="2292" y="590"/>
                    </a:cubicBezTo>
                    <a:cubicBezTo>
                      <a:pt x="2728" y="590"/>
                      <a:pt x="3089" y="569"/>
                      <a:pt x="3228" y="517"/>
                    </a:cubicBezTo>
                    <a:cubicBezTo>
                      <a:pt x="3606" y="376"/>
                      <a:pt x="3533" y="54"/>
                      <a:pt x="3220" y="54"/>
                    </a:cubicBezTo>
                    <a:cubicBezTo>
                      <a:pt x="3192" y="54"/>
                      <a:pt x="3162" y="56"/>
                      <a:pt x="3130" y="62"/>
                    </a:cubicBezTo>
                    <a:cubicBezTo>
                      <a:pt x="2835" y="112"/>
                      <a:pt x="2476" y="131"/>
                      <a:pt x="2110" y="131"/>
                    </a:cubicBezTo>
                    <a:cubicBezTo>
                      <a:pt x="1136" y="131"/>
                      <a:pt x="112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1" name="Google Shape;6191;p68"/>
              <p:cNvSpPr/>
              <p:nvPr/>
            </p:nvSpPr>
            <p:spPr>
              <a:xfrm>
                <a:off x="5319875" y="3384575"/>
                <a:ext cx="92900" cy="16425"/>
              </a:xfrm>
              <a:custGeom>
                <a:rect b="b" l="l" r="r" t="t"/>
                <a:pathLst>
                  <a:path extrusionOk="0" h="657" w="3716">
                    <a:moveTo>
                      <a:pt x="117" y="1"/>
                    </a:moveTo>
                    <a:lnTo>
                      <a:pt x="1" y="363"/>
                    </a:lnTo>
                    <a:cubicBezTo>
                      <a:pt x="368" y="479"/>
                      <a:pt x="2069" y="656"/>
                      <a:pt x="2907" y="656"/>
                    </a:cubicBezTo>
                    <a:cubicBezTo>
                      <a:pt x="3093" y="656"/>
                      <a:pt x="3237" y="648"/>
                      <a:pt x="3314" y="628"/>
                    </a:cubicBezTo>
                    <a:cubicBezTo>
                      <a:pt x="3716" y="523"/>
                      <a:pt x="3632" y="219"/>
                      <a:pt x="3282" y="219"/>
                    </a:cubicBezTo>
                    <a:cubicBezTo>
                      <a:pt x="3262" y="219"/>
                      <a:pt x="3242" y="220"/>
                      <a:pt x="3221" y="222"/>
                    </a:cubicBezTo>
                    <a:cubicBezTo>
                      <a:pt x="3067" y="236"/>
                      <a:pt x="2896" y="243"/>
                      <a:pt x="2715" y="243"/>
                    </a:cubicBezTo>
                    <a:cubicBezTo>
                      <a:pt x="1592" y="243"/>
                      <a:pt x="117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2" name="Google Shape;6192;p68"/>
              <p:cNvSpPr/>
              <p:nvPr/>
            </p:nvSpPr>
            <p:spPr>
              <a:xfrm>
                <a:off x="5342925" y="3408850"/>
                <a:ext cx="66450" cy="13425"/>
              </a:xfrm>
              <a:custGeom>
                <a:rect b="b" l="l" r="r" t="t"/>
                <a:pathLst>
                  <a:path extrusionOk="0" h="537" w="2658">
                    <a:moveTo>
                      <a:pt x="99" y="1"/>
                    </a:moveTo>
                    <a:lnTo>
                      <a:pt x="1" y="351"/>
                    </a:lnTo>
                    <a:cubicBezTo>
                      <a:pt x="236" y="437"/>
                      <a:pt x="1239" y="536"/>
                      <a:pt x="1875" y="536"/>
                    </a:cubicBezTo>
                    <a:cubicBezTo>
                      <a:pt x="2104" y="536"/>
                      <a:pt x="2286" y="523"/>
                      <a:pt x="2367" y="493"/>
                    </a:cubicBezTo>
                    <a:cubicBezTo>
                      <a:pt x="2658" y="384"/>
                      <a:pt x="2610" y="112"/>
                      <a:pt x="2376" y="112"/>
                    </a:cubicBezTo>
                    <a:cubicBezTo>
                      <a:pt x="2358" y="112"/>
                      <a:pt x="2338" y="114"/>
                      <a:pt x="2318" y="118"/>
                    </a:cubicBezTo>
                    <a:cubicBezTo>
                      <a:pt x="2150" y="144"/>
                      <a:pt x="1957" y="155"/>
                      <a:pt x="1755" y="155"/>
                    </a:cubicBezTo>
                    <a:cubicBezTo>
                      <a:pt x="986" y="155"/>
                      <a:pt x="99" y="1"/>
                      <a:pt x="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3" name="Google Shape;6193;p68"/>
              <p:cNvSpPr/>
              <p:nvPr/>
            </p:nvSpPr>
            <p:spPr>
              <a:xfrm>
                <a:off x="5355975" y="3429900"/>
                <a:ext cx="49225" cy="11475"/>
              </a:xfrm>
              <a:custGeom>
                <a:rect b="b" l="l" r="r" t="t"/>
                <a:pathLst>
                  <a:path extrusionOk="0" h="459" w="1969">
                    <a:moveTo>
                      <a:pt x="81" y="1"/>
                    </a:moveTo>
                    <a:lnTo>
                      <a:pt x="1" y="333"/>
                    </a:lnTo>
                    <a:cubicBezTo>
                      <a:pt x="153" y="401"/>
                      <a:pt x="750" y="458"/>
                      <a:pt x="1214" y="458"/>
                    </a:cubicBezTo>
                    <a:cubicBezTo>
                      <a:pt x="1465" y="458"/>
                      <a:pt x="1677" y="441"/>
                      <a:pt x="1759" y="401"/>
                    </a:cubicBezTo>
                    <a:cubicBezTo>
                      <a:pt x="1969" y="287"/>
                      <a:pt x="1948" y="32"/>
                      <a:pt x="1775" y="32"/>
                    </a:cubicBezTo>
                    <a:cubicBezTo>
                      <a:pt x="1760" y="32"/>
                      <a:pt x="1745" y="34"/>
                      <a:pt x="1728" y="38"/>
                    </a:cubicBezTo>
                    <a:cubicBezTo>
                      <a:pt x="1555" y="82"/>
                      <a:pt x="1345" y="98"/>
                      <a:pt x="1135" y="98"/>
                    </a:cubicBezTo>
                    <a:cubicBezTo>
                      <a:pt x="612" y="98"/>
                      <a:pt x="81" y="1"/>
                      <a:pt x="8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4" name="Google Shape;6194;p68"/>
              <p:cNvSpPr/>
              <p:nvPr/>
            </p:nvSpPr>
            <p:spPr>
              <a:xfrm>
                <a:off x="5316350" y="3223375"/>
                <a:ext cx="15700" cy="51050"/>
              </a:xfrm>
              <a:custGeom>
                <a:rect b="b" l="l" r="r" t="t"/>
                <a:pathLst>
                  <a:path extrusionOk="0" h="2042" w="628">
                    <a:moveTo>
                      <a:pt x="400" y="1"/>
                    </a:moveTo>
                    <a:cubicBezTo>
                      <a:pt x="301" y="62"/>
                      <a:pt x="0" y="99"/>
                      <a:pt x="0" y="99"/>
                    </a:cubicBezTo>
                    <a:lnTo>
                      <a:pt x="0" y="2017"/>
                    </a:lnTo>
                    <a:cubicBezTo>
                      <a:pt x="31" y="2035"/>
                      <a:pt x="91" y="2042"/>
                      <a:pt x="162" y="2042"/>
                    </a:cubicBezTo>
                    <a:cubicBezTo>
                      <a:pt x="354" y="2042"/>
                      <a:pt x="627" y="1992"/>
                      <a:pt x="627" y="1992"/>
                    </a:cubicBezTo>
                    <a:cubicBezTo>
                      <a:pt x="627" y="1187"/>
                      <a:pt x="400" y="1"/>
                      <a:pt x="4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5" name="Google Shape;6195;p68"/>
              <p:cNvSpPr/>
              <p:nvPr/>
            </p:nvSpPr>
            <p:spPr>
              <a:xfrm>
                <a:off x="5418525" y="3253825"/>
                <a:ext cx="48900" cy="26900"/>
              </a:xfrm>
              <a:custGeom>
                <a:rect b="b" l="l" r="r" t="t"/>
                <a:pathLst>
                  <a:path extrusionOk="0" h="1076" w="1956">
                    <a:moveTo>
                      <a:pt x="912" y="0"/>
                    </a:moveTo>
                    <a:cubicBezTo>
                      <a:pt x="841" y="0"/>
                      <a:pt x="771" y="8"/>
                      <a:pt x="701" y="24"/>
                    </a:cubicBezTo>
                    <a:cubicBezTo>
                      <a:pt x="314" y="110"/>
                      <a:pt x="31" y="442"/>
                      <a:pt x="1" y="836"/>
                    </a:cubicBezTo>
                    <a:cubicBezTo>
                      <a:pt x="1" y="940"/>
                      <a:pt x="38" y="1069"/>
                      <a:pt x="136" y="1075"/>
                    </a:cubicBezTo>
                    <a:cubicBezTo>
                      <a:pt x="140" y="1076"/>
                      <a:pt x="143" y="1076"/>
                      <a:pt x="147" y="1076"/>
                    </a:cubicBezTo>
                    <a:cubicBezTo>
                      <a:pt x="215" y="1076"/>
                      <a:pt x="268" y="1024"/>
                      <a:pt x="314" y="977"/>
                    </a:cubicBezTo>
                    <a:cubicBezTo>
                      <a:pt x="573" y="732"/>
                      <a:pt x="908" y="606"/>
                      <a:pt x="1245" y="606"/>
                    </a:cubicBezTo>
                    <a:cubicBezTo>
                      <a:pt x="1491" y="606"/>
                      <a:pt x="1737" y="674"/>
                      <a:pt x="1955" y="811"/>
                    </a:cubicBezTo>
                    <a:cubicBezTo>
                      <a:pt x="1943" y="639"/>
                      <a:pt x="1863" y="479"/>
                      <a:pt x="1734" y="362"/>
                    </a:cubicBezTo>
                    <a:cubicBezTo>
                      <a:pt x="1515" y="143"/>
                      <a:pt x="1214" y="0"/>
                      <a:pt x="9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6" name="Google Shape;6196;p68"/>
              <p:cNvSpPr/>
              <p:nvPr/>
            </p:nvSpPr>
            <p:spPr>
              <a:xfrm>
                <a:off x="5327100" y="3247925"/>
                <a:ext cx="96375" cy="29275"/>
              </a:xfrm>
              <a:custGeom>
                <a:rect b="b" l="l" r="r" t="t"/>
                <a:pathLst>
                  <a:path extrusionOk="0" h="1171" w="3855">
                    <a:moveTo>
                      <a:pt x="3414" y="1"/>
                    </a:moveTo>
                    <a:cubicBezTo>
                      <a:pt x="2952" y="1"/>
                      <a:pt x="2186" y="296"/>
                      <a:pt x="1420" y="408"/>
                    </a:cubicBezTo>
                    <a:cubicBezTo>
                      <a:pt x="1184" y="441"/>
                      <a:pt x="980" y="453"/>
                      <a:pt x="808" y="453"/>
                    </a:cubicBezTo>
                    <a:cubicBezTo>
                      <a:pt x="299" y="453"/>
                      <a:pt x="62" y="346"/>
                      <a:pt x="62" y="346"/>
                    </a:cubicBezTo>
                    <a:lnTo>
                      <a:pt x="0" y="1170"/>
                    </a:lnTo>
                    <a:cubicBezTo>
                      <a:pt x="1125" y="1121"/>
                      <a:pt x="2447" y="728"/>
                      <a:pt x="3074" y="611"/>
                    </a:cubicBezTo>
                    <a:cubicBezTo>
                      <a:pt x="3701" y="500"/>
                      <a:pt x="3854" y="131"/>
                      <a:pt x="3664" y="45"/>
                    </a:cubicBezTo>
                    <a:cubicBezTo>
                      <a:pt x="3596" y="14"/>
                      <a:pt x="3512" y="1"/>
                      <a:pt x="341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7" name="Google Shape;6197;p68"/>
              <p:cNvSpPr/>
              <p:nvPr/>
            </p:nvSpPr>
            <p:spPr>
              <a:xfrm>
                <a:off x="5316350" y="3408850"/>
                <a:ext cx="12925" cy="181050"/>
              </a:xfrm>
              <a:custGeom>
                <a:rect b="b" l="l" r="r" t="t"/>
                <a:pathLst>
                  <a:path extrusionOk="0" h="7242" w="517">
                    <a:moveTo>
                      <a:pt x="516" y="345"/>
                    </a:moveTo>
                    <a:cubicBezTo>
                      <a:pt x="516" y="345"/>
                      <a:pt x="516" y="34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lose/>
                    <a:moveTo>
                      <a:pt x="0" y="1"/>
                    </a:moveTo>
                    <a:lnTo>
                      <a:pt x="0" y="7242"/>
                    </a:lnTo>
                    <a:cubicBezTo>
                      <a:pt x="0" y="7242"/>
                      <a:pt x="323" y="7106"/>
                      <a:pt x="496" y="7106"/>
                    </a:cubicBezTo>
                    <a:cubicBezTo>
                      <a:pt x="503" y="7106"/>
                      <a:pt x="510" y="7106"/>
                      <a:pt x="516" y="7106"/>
                    </a:cubicBezTo>
                    <a:cubicBezTo>
                      <a:pt x="516" y="7106"/>
                      <a:pt x="467" y="98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ubicBezTo>
                      <a:pt x="513" y="345"/>
                      <a:pt x="311" y="1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8" name="Google Shape;6198;p68"/>
              <p:cNvSpPr/>
              <p:nvPr/>
            </p:nvSpPr>
            <p:spPr>
              <a:xfrm>
                <a:off x="5253800" y="3060800"/>
                <a:ext cx="126025" cy="150325"/>
              </a:xfrm>
              <a:custGeom>
                <a:rect b="b" l="l" r="r" t="t"/>
                <a:pathLst>
                  <a:path extrusionOk="0" h="6013" w="5041">
                    <a:moveTo>
                      <a:pt x="1426" y="2085"/>
                    </a:moveTo>
                    <a:cubicBezTo>
                      <a:pt x="1521" y="2085"/>
                      <a:pt x="1616" y="2099"/>
                      <a:pt x="1703" y="2127"/>
                    </a:cubicBezTo>
                    <a:cubicBezTo>
                      <a:pt x="1949" y="2213"/>
                      <a:pt x="2152" y="2392"/>
                      <a:pt x="2281" y="2625"/>
                    </a:cubicBezTo>
                    <a:cubicBezTo>
                      <a:pt x="2355" y="2760"/>
                      <a:pt x="2398" y="2914"/>
                      <a:pt x="2342" y="3055"/>
                    </a:cubicBezTo>
                    <a:cubicBezTo>
                      <a:pt x="2275" y="3215"/>
                      <a:pt x="2090" y="3314"/>
                      <a:pt x="1906" y="3387"/>
                    </a:cubicBezTo>
                    <a:cubicBezTo>
                      <a:pt x="1752" y="3461"/>
                      <a:pt x="1586" y="3504"/>
                      <a:pt x="1414" y="3523"/>
                    </a:cubicBezTo>
                    <a:cubicBezTo>
                      <a:pt x="1388" y="3525"/>
                      <a:pt x="1363" y="3527"/>
                      <a:pt x="1337" y="3527"/>
                    </a:cubicBezTo>
                    <a:cubicBezTo>
                      <a:pt x="1191" y="3527"/>
                      <a:pt x="1050" y="3482"/>
                      <a:pt x="935" y="3394"/>
                    </a:cubicBezTo>
                    <a:cubicBezTo>
                      <a:pt x="775" y="3258"/>
                      <a:pt x="744" y="3049"/>
                      <a:pt x="744" y="2859"/>
                    </a:cubicBezTo>
                    <a:cubicBezTo>
                      <a:pt x="744" y="2650"/>
                      <a:pt x="763" y="2422"/>
                      <a:pt x="922" y="2263"/>
                    </a:cubicBezTo>
                    <a:cubicBezTo>
                      <a:pt x="1046" y="2143"/>
                      <a:pt x="1235" y="2085"/>
                      <a:pt x="1426" y="2085"/>
                    </a:cubicBezTo>
                    <a:close/>
                    <a:moveTo>
                      <a:pt x="3664" y="2085"/>
                    </a:moveTo>
                    <a:cubicBezTo>
                      <a:pt x="3854" y="2085"/>
                      <a:pt x="4042" y="2143"/>
                      <a:pt x="4162" y="2263"/>
                    </a:cubicBezTo>
                    <a:cubicBezTo>
                      <a:pt x="4328" y="2422"/>
                      <a:pt x="4346" y="2650"/>
                      <a:pt x="4346" y="2859"/>
                    </a:cubicBezTo>
                    <a:cubicBezTo>
                      <a:pt x="4340" y="3049"/>
                      <a:pt x="4309" y="3258"/>
                      <a:pt x="4149" y="3394"/>
                    </a:cubicBezTo>
                    <a:lnTo>
                      <a:pt x="4156" y="3394"/>
                    </a:lnTo>
                    <a:cubicBezTo>
                      <a:pt x="4035" y="3482"/>
                      <a:pt x="3893" y="3527"/>
                      <a:pt x="3747" y="3527"/>
                    </a:cubicBezTo>
                    <a:cubicBezTo>
                      <a:pt x="3722" y="3527"/>
                      <a:pt x="3696" y="3525"/>
                      <a:pt x="3670" y="3523"/>
                    </a:cubicBezTo>
                    <a:cubicBezTo>
                      <a:pt x="3504" y="3504"/>
                      <a:pt x="3338" y="3461"/>
                      <a:pt x="3178" y="3387"/>
                    </a:cubicBezTo>
                    <a:cubicBezTo>
                      <a:pt x="3000" y="3314"/>
                      <a:pt x="2816" y="3215"/>
                      <a:pt x="2748" y="3055"/>
                    </a:cubicBezTo>
                    <a:cubicBezTo>
                      <a:pt x="2693" y="2914"/>
                      <a:pt x="2736" y="2760"/>
                      <a:pt x="2809" y="2625"/>
                    </a:cubicBezTo>
                    <a:cubicBezTo>
                      <a:pt x="2932" y="2392"/>
                      <a:pt x="3141" y="2213"/>
                      <a:pt x="3387" y="2127"/>
                    </a:cubicBezTo>
                    <a:cubicBezTo>
                      <a:pt x="3475" y="2099"/>
                      <a:pt x="3569" y="2085"/>
                      <a:pt x="3664" y="2085"/>
                    </a:cubicBezTo>
                    <a:close/>
                    <a:moveTo>
                      <a:pt x="2521" y="3406"/>
                    </a:moveTo>
                    <a:cubicBezTo>
                      <a:pt x="2668" y="3406"/>
                      <a:pt x="2920" y="3781"/>
                      <a:pt x="2951" y="3984"/>
                    </a:cubicBezTo>
                    <a:cubicBezTo>
                      <a:pt x="2982" y="4153"/>
                      <a:pt x="2948" y="4254"/>
                      <a:pt x="2840" y="4254"/>
                    </a:cubicBezTo>
                    <a:cubicBezTo>
                      <a:pt x="2818" y="4254"/>
                      <a:pt x="2794" y="4250"/>
                      <a:pt x="2766" y="4242"/>
                    </a:cubicBezTo>
                    <a:cubicBezTo>
                      <a:pt x="2600" y="4199"/>
                      <a:pt x="2613" y="3984"/>
                      <a:pt x="2521" y="3984"/>
                    </a:cubicBezTo>
                    <a:cubicBezTo>
                      <a:pt x="2435" y="3984"/>
                      <a:pt x="2447" y="4199"/>
                      <a:pt x="2281" y="4242"/>
                    </a:cubicBezTo>
                    <a:cubicBezTo>
                      <a:pt x="2253" y="4250"/>
                      <a:pt x="2229" y="4254"/>
                      <a:pt x="2208" y="4254"/>
                    </a:cubicBezTo>
                    <a:cubicBezTo>
                      <a:pt x="2099" y="4254"/>
                      <a:pt x="2066" y="4153"/>
                      <a:pt x="2096" y="3984"/>
                    </a:cubicBezTo>
                    <a:cubicBezTo>
                      <a:pt x="2127" y="3781"/>
                      <a:pt x="2373" y="3406"/>
                      <a:pt x="2521" y="3406"/>
                    </a:cubicBezTo>
                    <a:close/>
                    <a:moveTo>
                      <a:pt x="1099" y="4308"/>
                    </a:moveTo>
                    <a:cubicBezTo>
                      <a:pt x="1109" y="4308"/>
                      <a:pt x="1120" y="4312"/>
                      <a:pt x="1131" y="4322"/>
                    </a:cubicBezTo>
                    <a:cubicBezTo>
                      <a:pt x="1254" y="4432"/>
                      <a:pt x="1832" y="4690"/>
                      <a:pt x="2527" y="4690"/>
                    </a:cubicBezTo>
                    <a:cubicBezTo>
                      <a:pt x="3221" y="4690"/>
                      <a:pt x="3799" y="4432"/>
                      <a:pt x="3928" y="4322"/>
                    </a:cubicBezTo>
                    <a:cubicBezTo>
                      <a:pt x="3939" y="4312"/>
                      <a:pt x="3950" y="4308"/>
                      <a:pt x="3959" y="4308"/>
                    </a:cubicBezTo>
                    <a:cubicBezTo>
                      <a:pt x="4058" y="4308"/>
                      <a:pt x="4085" y="4759"/>
                      <a:pt x="3928" y="4955"/>
                    </a:cubicBezTo>
                    <a:cubicBezTo>
                      <a:pt x="3744" y="5164"/>
                      <a:pt x="3068" y="5643"/>
                      <a:pt x="2527" y="5643"/>
                    </a:cubicBezTo>
                    <a:cubicBezTo>
                      <a:pt x="1986" y="5643"/>
                      <a:pt x="1310" y="5170"/>
                      <a:pt x="1131" y="4955"/>
                    </a:cubicBezTo>
                    <a:cubicBezTo>
                      <a:pt x="969" y="4753"/>
                      <a:pt x="995" y="4308"/>
                      <a:pt x="1099" y="4308"/>
                    </a:cubicBezTo>
                    <a:close/>
                    <a:moveTo>
                      <a:pt x="2521" y="1"/>
                    </a:moveTo>
                    <a:cubicBezTo>
                      <a:pt x="50" y="1"/>
                      <a:pt x="0" y="984"/>
                      <a:pt x="185" y="2920"/>
                    </a:cubicBezTo>
                    <a:cubicBezTo>
                      <a:pt x="369" y="4863"/>
                      <a:pt x="1654" y="6012"/>
                      <a:pt x="2521" y="6012"/>
                    </a:cubicBezTo>
                    <a:cubicBezTo>
                      <a:pt x="3393" y="6012"/>
                      <a:pt x="4678" y="4863"/>
                      <a:pt x="4862" y="2920"/>
                    </a:cubicBezTo>
                    <a:cubicBezTo>
                      <a:pt x="5041" y="978"/>
                      <a:pt x="5004" y="1"/>
                      <a:pt x="25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9" name="Google Shape;6199;p68"/>
              <p:cNvSpPr/>
              <p:nvPr/>
            </p:nvSpPr>
            <p:spPr>
              <a:xfrm>
                <a:off x="5307425" y="3178825"/>
                <a:ext cx="8950" cy="10800"/>
              </a:xfrm>
              <a:custGeom>
                <a:rect b="b" l="l" r="r" t="t"/>
                <a:pathLst>
                  <a:path extrusionOk="0" h="432" w="358">
                    <a:moveTo>
                      <a:pt x="201" y="0"/>
                    </a:moveTo>
                    <a:cubicBezTo>
                      <a:pt x="156" y="0"/>
                      <a:pt x="111" y="11"/>
                      <a:pt x="93" y="37"/>
                    </a:cubicBezTo>
                    <a:cubicBezTo>
                      <a:pt x="50" y="99"/>
                      <a:pt x="1" y="283"/>
                      <a:pt x="50" y="351"/>
                    </a:cubicBezTo>
                    <a:cubicBezTo>
                      <a:pt x="88" y="401"/>
                      <a:pt x="175" y="432"/>
                      <a:pt x="240" y="432"/>
                    </a:cubicBezTo>
                    <a:cubicBezTo>
                      <a:pt x="270" y="432"/>
                      <a:pt x="295" y="425"/>
                      <a:pt x="308" y="412"/>
                    </a:cubicBezTo>
                    <a:cubicBezTo>
                      <a:pt x="357" y="375"/>
                      <a:pt x="339" y="86"/>
                      <a:pt x="326" y="43"/>
                    </a:cubicBezTo>
                    <a:cubicBezTo>
                      <a:pt x="323" y="19"/>
                      <a:pt x="261" y="0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0" name="Google Shape;6200;p68"/>
              <p:cNvSpPr/>
              <p:nvPr/>
            </p:nvSpPr>
            <p:spPr>
              <a:xfrm>
                <a:off x="5306500" y="3190200"/>
                <a:ext cx="9400" cy="10600"/>
              </a:xfrm>
              <a:custGeom>
                <a:rect b="b" l="l" r="r" t="t"/>
                <a:pathLst>
                  <a:path extrusionOk="0" h="424" w="376">
                    <a:moveTo>
                      <a:pt x="130" y="0"/>
                    </a:moveTo>
                    <a:cubicBezTo>
                      <a:pt x="102" y="0"/>
                      <a:pt x="80" y="5"/>
                      <a:pt x="68" y="19"/>
                    </a:cubicBezTo>
                    <a:cubicBezTo>
                      <a:pt x="25" y="68"/>
                      <a:pt x="1" y="338"/>
                      <a:pt x="38" y="363"/>
                    </a:cubicBezTo>
                    <a:cubicBezTo>
                      <a:pt x="65" y="381"/>
                      <a:pt x="191" y="423"/>
                      <a:pt x="272" y="423"/>
                    </a:cubicBezTo>
                    <a:cubicBezTo>
                      <a:pt x="300" y="423"/>
                      <a:pt x="322" y="418"/>
                      <a:pt x="333" y="406"/>
                    </a:cubicBezTo>
                    <a:cubicBezTo>
                      <a:pt x="376" y="357"/>
                      <a:pt x="351" y="86"/>
                      <a:pt x="333" y="62"/>
                    </a:cubicBezTo>
                    <a:cubicBezTo>
                      <a:pt x="315" y="39"/>
                      <a:pt x="204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1" name="Google Shape;6201;p68"/>
              <p:cNvSpPr/>
              <p:nvPr/>
            </p:nvSpPr>
            <p:spPr>
              <a:xfrm>
                <a:off x="5301425" y="3178325"/>
                <a:ext cx="6325" cy="8975"/>
              </a:xfrm>
              <a:custGeom>
                <a:rect b="b" l="l" r="r" t="t"/>
                <a:pathLst>
                  <a:path extrusionOk="0" h="359" w="253">
                    <a:moveTo>
                      <a:pt x="134" y="0"/>
                    </a:moveTo>
                    <a:cubicBezTo>
                      <a:pt x="103" y="0"/>
                      <a:pt x="72" y="9"/>
                      <a:pt x="56" y="33"/>
                    </a:cubicBezTo>
                    <a:cubicBezTo>
                      <a:pt x="25" y="88"/>
                      <a:pt x="1" y="254"/>
                      <a:pt x="32" y="297"/>
                    </a:cubicBezTo>
                    <a:cubicBezTo>
                      <a:pt x="69" y="340"/>
                      <a:pt x="130" y="358"/>
                      <a:pt x="185" y="358"/>
                    </a:cubicBezTo>
                    <a:cubicBezTo>
                      <a:pt x="234" y="352"/>
                      <a:pt x="253" y="94"/>
                      <a:pt x="234" y="39"/>
                    </a:cubicBezTo>
                    <a:cubicBezTo>
                      <a:pt x="224" y="17"/>
                      <a:pt x="178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2" name="Google Shape;6202;p68"/>
              <p:cNvSpPr/>
              <p:nvPr/>
            </p:nvSpPr>
            <p:spPr>
              <a:xfrm>
                <a:off x="530035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05" y="0"/>
                    </a:moveTo>
                    <a:cubicBezTo>
                      <a:pt x="79" y="0"/>
                      <a:pt x="53" y="7"/>
                      <a:pt x="32" y="22"/>
                    </a:cubicBezTo>
                    <a:cubicBezTo>
                      <a:pt x="1" y="53"/>
                      <a:pt x="1" y="219"/>
                      <a:pt x="13" y="262"/>
                    </a:cubicBezTo>
                    <a:cubicBezTo>
                      <a:pt x="47" y="312"/>
                      <a:pt x="106" y="342"/>
                      <a:pt x="168" y="342"/>
                    </a:cubicBezTo>
                    <a:cubicBezTo>
                      <a:pt x="174" y="342"/>
                      <a:pt x="180" y="342"/>
                      <a:pt x="185" y="342"/>
                    </a:cubicBezTo>
                    <a:cubicBezTo>
                      <a:pt x="234" y="323"/>
                      <a:pt x="241" y="108"/>
                      <a:pt x="210" y="46"/>
                    </a:cubicBezTo>
                    <a:cubicBezTo>
                      <a:pt x="184" y="17"/>
                      <a:pt x="144" y="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3" name="Google Shape;6203;p68"/>
              <p:cNvSpPr/>
              <p:nvPr/>
            </p:nvSpPr>
            <p:spPr>
              <a:xfrm>
                <a:off x="5295300" y="3177425"/>
                <a:ext cx="8000" cy="9100"/>
              </a:xfrm>
              <a:custGeom>
                <a:rect b="b" l="l" r="r" t="t"/>
                <a:pathLst>
                  <a:path extrusionOk="0" h="364" w="320">
                    <a:moveTo>
                      <a:pt x="86" y="1"/>
                    </a:moveTo>
                    <a:cubicBezTo>
                      <a:pt x="31" y="1"/>
                      <a:pt x="0" y="265"/>
                      <a:pt x="135" y="364"/>
                    </a:cubicBezTo>
                    <a:cubicBezTo>
                      <a:pt x="172" y="321"/>
                      <a:pt x="197" y="259"/>
                      <a:pt x="209" y="198"/>
                    </a:cubicBezTo>
                    <a:cubicBezTo>
                      <a:pt x="215" y="112"/>
                      <a:pt x="320" y="13"/>
                      <a:pt x="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4" name="Google Shape;6204;p68"/>
              <p:cNvSpPr/>
              <p:nvPr/>
            </p:nvSpPr>
            <p:spPr>
              <a:xfrm>
                <a:off x="5293600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23" y="0"/>
                    </a:moveTo>
                    <a:cubicBezTo>
                      <a:pt x="43" y="37"/>
                      <a:pt x="0" y="135"/>
                      <a:pt x="19" y="221"/>
                    </a:cubicBezTo>
                    <a:cubicBezTo>
                      <a:pt x="23" y="277"/>
                      <a:pt x="97" y="315"/>
                      <a:pt x="142" y="315"/>
                    </a:cubicBezTo>
                    <a:cubicBezTo>
                      <a:pt x="156" y="315"/>
                      <a:pt x="168" y="311"/>
                      <a:pt x="173" y="301"/>
                    </a:cubicBezTo>
                    <a:cubicBezTo>
                      <a:pt x="228" y="185"/>
                      <a:pt x="123" y="0"/>
                      <a:pt x="1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5" name="Google Shape;6205;p68"/>
              <p:cNvSpPr/>
              <p:nvPr/>
            </p:nvSpPr>
            <p:spPr>
              <a:xfrm>
                <a:off x="5290075" y="3174900"/>
                <a:ext cx="5850" cy="8700"/>
              </a:xfrm>
              <a:custGeom>
                <a:rect b="b" l="l" r="r" t="t"/>
                <a:pathLst>
                  <a:path extrusionOk="0" h="348" w="234">
                    <a:moveTo>
                      <a:pt x="64" y="1"/>
                    </a:moveTo>
                    <a:cubicBezTo>
                      <a:pt x="53" y="1"/>
                      <a:pt x="43" y="3"/>
                      <a:pt x="37" y="10"/>
                    </a:cubicBezTo>
                    <a:cubicBezTo>
                      <a:pt x="0" y="40"/>
                      <a:pt x="0" y="206"/>
                      <a:pt x="6" y="256"/>
                    </a:cubicBezTo>
                    <a:cubicBezTo>
                      <a:pt x="12" y="305"/>
                      <a:pt x="111" y="348"/>
                      <a:pt x="160" y="348"/>
                    </a:cubicBezTo>
                    <a:cubicBezTo>
                      <a:pt x="209" y="348"/>
                      <a:pt x="234" y="90"/>
                      <a:pt x="197" y="59"/>
                    </a:cubicBezTo>
                    <a:cubicBezTo>
                      <a:pt x="172" y="39"/>
                      <a:pt x="106" y="1"/>
                      <a:pt x="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6" name="Google Shape;6206;p68"/>
              <p:cNvSpPr/>
              <p:nvPr/>
            </p:nvSpPr>
            <p:spPr>
              <a:xfrm>
                <a:off x="5288675" y="3183800"/>
                <a:ext cx="5250" cy="6925"/>
              </a:xfrm>
              <a:custGeom>
                <a:rect b="b" l="l" r="r" t="t"/>
                <a:pathLst>
                  <a:path extrusionOk="0" h="277" w="210">
                    <a:moveTo>
                      <a:pt x="69" y="0"/>
                    </a:moveTo>
                    <a:cubicBezTo>
                      <a:pt x="61" y="0"/>
                      <a:pt x="55" y="1"/>
                      <a:pt x="50" y="4"/>
                    </a:cubicBezTo>
                    <a:cubicBezTo>
                      <a:pt x="13" y="59"/>
                      <a:pt x="1" y="127"/>
                      <a:pt x="13" y="188"/>
                    </a:cubicBezTo>
                    <a:cubicBezTo>
                      <a:pt x="24" y="227"/>
                      <a:pt x="90" y="276"/>
                      <a:pt x="130" y="276"/>
                    </a:cubicBezTo>
                    <a:cubicBezTo>
                      <a:pt x="135" y="276"/>
                      <a:pt x="139" y="276"/>
                      <a:pt x="142" y="275"/>
                    </a:cubicBezTo>
                    <a:cubicBezTo>
                      <a:pt x="179" y="262"/>
                      <a:pt x="210" y="90"/>
                      <a:pt x="204" y="59"/>
                    </a:cubicBezTo>
                    <a:cubicBezTo>
                      <a:pt x="193" y="39"/>
                      <a:pt x="112" y="0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7" name="Google Shape;6207;p68"/>
              <p:cNvSpPr/>
              <p:nvPr/>
            </p:nvSpPr>
            <p:spPr>
              <a:xfrm>
                <a:off x="5285150" y="3173800"/>
                <a:ext cx="4025" cy="6800"/>
              </a:xfrm>
              <a:custGeom>
                <a:rect b="b" l="l" r="r" t="t"/>
                <a:pathLst>
                  <a:path extrusionOk="0" h="272" w="161">
                    <a:moveTo>
                      <a:pt x="78" y="1"/>
                    </a:moveTo>
                    <a:cubicBezTo>
                      <a:pt x="58" y="1"/>
                      <a:pt x="40" y="4"/>
                      <a:pt x="31" y="11"/>
                    </a:cubicBezTo>
                    <a:cubicBezTo>
                      <a:pt x="0" y="35"/>
                      <a:pt x="19" y="177"/>
                      <a:pt x="31" y="226"/>
                    </a:cubicBezTo>
                    <a:cubicBezTo>
                      <a:pt x="36" y="262"/>
                      <a:pt x="80" y="272"/>
                      <a:pt x="113" y="272"/>
                    </a:cubicBezTo>
                    <a:cubicBezTo>
                      <a:pt x="125" y="272"/>
                      <a:pt x="135" y="270"/>
                      <a:pt x="142" y="269"/>
                    </a:cubicBezTo>
                    <a:cubicBezTo>
                      <a:pt x="160" y="263"/>
                      <a:pt x="154" y="54"/>
                      <a:pt x="154" y="35"/>
                    </a:cubicBezTo>
                    <a:cubicBezTo>
                      <a:pt x="154" y="12"/>
                      <a:pt x="114" y="1"/>
                      <a:pt x="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8" name="Google Shape;6208;p68"/>
              <p:cNvSpPr/>
              <p:nvPr/>
            </p:nvSpPr>
            <p:spPr>
              <a:xfrm>
                <a:off x="5280850" y="3171125"/>
                <a:ext cx="3700" cy="7100"/>
              </a:xfrm>
              <a:custGeom>
                <a:rect b="b" l="l" r="r" t="t"/>
                <a:pathLst>
                  <a:path extrusionOk="0" h="284" w="148">
                    <a:moveTo>
                      <a:pt x="42" y="0"/>
                    </a:moveTo>
                    <a:cubicBezTo>
                      <a:pt x="41" y="0"/>
                      <a:pt x="39" y="1"/>
                      <a:pt x="37" y="1"/>
                    </a:cubicBezTo>
                    <a:cubicBezTo>
                      <a:pt x="6" y="7"/>
                      <a:pt x="0" y="155"/>
                      <a:pt x="13" y="198"/>
                    </a:cubicBezTo>
                    <a:cubicBezTo>
                      <a:pt x="31" y="234"/>
                      <a:pt x="68" y="271"/>
                      <a:pt x="111" y="284"/>
                    </a:cubicBezTo>
                    <a:cubicBezTo>
                      <a:pt x="112" y="284"/>
                      <a:pt x="112" y="284"/>
                      <a:pt x="113" y="284"/>
                    </a:cubicBezTo>
                    <a:cubicBezTo>
                      <a:pt x="148" y="284"/>
                      <a:pt x="148" y="117"/>
                      <a:pt x="142" y="87"/>
                    </a:cubicBezTo>
                    <a:cubicBezTo>
                      <a:pt x="136" y="58"/>
                      <a:pt x="80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9" name="Google Shape;6209;p68"/>
              <p:cNvSpPr/>
              <p:nvPr/>
            </p:nvSpPr>
            <p:spPr>
              <a:xfrm>
                <a:off x="5283600" y="3180900"/>
                <a:ext cx="4950" cy="6250"/>
              </a:xfrm>
              <a:custGeom>
                <a:rect b="b" l="l" r="r" t="t"/>
                <a:pathLst>
                  <a:path extrusionOk="0" h="250" w="198">
                    <a:moveTo>
                      <a:pt x="42" y="0"/>
                    </a:moveTo>
                    <a:cubicBezTo>
                      <a:pt x="37" y="0"/>
                      <a:pt x="34" y="1"/>
                      <a:pt x="32" y="3"/>
                    </a:cubicBezTo>
                    <a:cubicBezTo>
                      <a:pt x="7" y="59"/>
                      <a:pt x="1" y="120"/>
                      <a:pt x="19" y="182"/>
                    </a:cubicBezTo>
                    <a:cubicBezTo>
                      <a:pt x="43" y="199"/>
                      <a:pt x="110" y="250"/>
                      <a:pt x="143" y="250"/>
                    </a:cubicBezTo>
                    <a:cubicBezTo>
                      <a:pt x="145" y="250"/>
                      <a:pt x="147" y="249"/>
                      <a:pt x="148" y="249"/>
                    </a:cubicBezTo>
                    <a:cubicBezTo>
                      <a:pt x="179" y="237"/>
                      <a:pt x="198" y="95"/>
                      <a:pt x="185" y="71"/>
                    </a:cubicBezTo>
                    <a:cubicBezTo>
                      <a:pt x="174" y="55"/>
                      <a:pt x="78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0" name="Google Shape;6210;p68"/>
              <p:cNvSpPr/>
              <p:nvPr/>
            </p:nvSpPr>
            <p:spPr>
              <a:xfrm>
                <a:off x="5280525" y="3178150"/>
                <a:ext cx="2800" cy="5175"/>
              </a:xfrm>
              <a:custGeom>
                <a:rect b="b" l="l" r="r" t="t"/>
                <a:pathLst>
                  <a:path extrusionOk="0" h="207" w="112">
                    <a:moveTo>
                      <a:pt x="33" y="1"/>
                    </a:moveTo>
                    <a:cubicBezTo>
                      <a:pt x="30" y="1"/>
                      <a:pt x="28" y="1"/>
                      <a:pt x="26" y="3"/>
                    </a:cubicBezTo>
                    <a:cubicBezTo>
                      <a:pt x="7" y="9"/>
                      <a:pt x="1" y="169"/>
                      <a:pt x="87" y="205"/>
                    </a:cubicBezTo>
                    <a:cubicBezTo>
                      <a:pt x="88" y="206"/>
                      <a:pt x="89" y="206"/>
                      <a:pt x="90" y="206"/>
                    </a:cubicBezTo>
                    <a:cubicBezTo>
                      <a:pt x="111" y="206"/>
                      <a:pt x="105" y="81"/>
                      <a:pt x="105" y="58"/>
                    </a:cubicBezTo>
                    <a:cubicBezTo>
                      <a:pt x="105" y="42"/>
                      <a:pt x="57" y="1"/>
                      <a:pt x="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1" name="Google Shape;6211;p68"/>
              <p:cNvSpPr/>
              <p:nvPr/>
            </p:nvSpPr>
            <p:spPr>
              <a:xfrm>
                <a:off x="5317425" y="3178900"/>
                <a:ext cx="8925" cy="10650"/>
              </a:xfrm>
              <a:custGeom>
                <a:rect b="b" l="l" r="r" t="t"/>
                <a:pathLst>
                  <a:path extrusionOk="0" h="426" w="357">
                    <a:moveTo>
                      <a:pt x="165" y="1"/>
                    </a:moveTo>
                    <a:cubicBezTo>
                      <a:pt x="100" y="1"/>
                      <a:pt x="31" y="22"/>
                      <a:pt x="31" y="40"/>
                    </a:cubicBezTo>
                    <a:cubicBezTo>
                      <a:pt x="31" y="77"/>
                      <a:pt x="0" y="372"/>
                      <a:pt x="49" y="409"/>
                    </a:cubicBezTo>
                    <a:cubicBezTo>
                      <a:pt x="63" y="420"/>
                      <a:pt x="87" y="426"/>
                      <a:pt x="116" y="426"/>
                    </a:cubicBezTo>
                    <a:cubicBezTo>
                      <a:pt x="181" y="426"/>
                      <a:pt x="269" y="399"/>
                      <a:pt x="307" y="348"/>
                    </a:cubicBezTo>
                    <a:cubicBezTo>
                      <a:pt x="357" y="280"/>
                      <a:pt x="307" y="96"/>
                      <a:pt x="264" y="34"/>
                    </a:cubicBezTo>
                    <a:cubicBezTo>
                      <a:pt x="247" y="10"/>
                      <a:pt x="207" y="1"/>
                      <a:pt x="1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2" name="Google Shape;6212;p68"/>
              <p:cNvSpPr/>
              <p:nvPr/>
            </p:nvSpPr>
            <p:spPr>
              <a:xfrm>
                <a:off x="5317875" y="3190175"/>
                <a:ext cx="9400" cy="10550"/>
              </a:xfrm>
              <a:custGeom>
                <a:rect b="b" l="l" r="r" t="t"/>
                <a:pathLst>
                  <a:path extrusionOk="0" h="422" w="376">
                    <a:moveTo>
                      <a:pt x="242" y="0"/>
                    </a:moveTo>
                    <a:cubicBezTo>
                      <a:pt x="168" y="0"/>
                      <a:pt x="61" y="36"/>
                      <a:pt x="44" y="63"/>
                    </a:cubicBezTo>
                    <a:cubicBezTo>
                      <a:pt x="25" y="87"/>
                      <a:pt x="1" y="358"/>
                      <a:pt x="44" y="407"/>
                    </a:cubicBezTo>
                    <a:cubicBezTo>
                      <a:pt x="54" y="417"/>
                      <a:pt x="75" y="422"/>
                      <a:pt x="102" y="422"/>
                    </a:cubicBezTo>
                    <a:cubicBezTo>
                      <a:pt x="182" y="422"/>
                      <a:pt x="311" y="382"/>
                      <a:pt x="339" y="364"/>
                    </a:cubicBezTo>
                    <a:cubicBezTo>
                      <a:pt x="376" y="339"/>
                      <a:pt x="351" y="69"/>
                      <a:pt x="308" y="20"/>
                    </a:cubicBezTo>
                    <a:cubicBezTo>
                      <a:pt x="296" y="6"/>
                      <a:pt x="271" y="0"/>
                      <a:pt x="2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3" name="Google Shape;6213;p68"/>
              <p:cNvSpPr/>
              <p:nvPr/>
            </p:nvSpPr>
            <p:spPr>
              <a:xfrm>
                <a:off x="5326025" y="3178325"/>
                <a:ext cx="6325" cy="9000"/>
              </a:xfrm>
              <a:custGeom>
                <a:rect b="b" l="l" r="r" t="t"/>
                <a:pathLst>
                  <a:path extrusionOk="0" h="360" w="253">
                    <a:moveTo>
                      <a:pt x="119" y="0"/>
                    </a:moveTo>
                    <a:cubicBezTo>
                      <a:pt x="75" y="0"/>
                      <a:pt x="29" y="17"/>
                      <a:pt x="19" y="39"/>
                    </a:cubicBezTo>
                    <a:cubicBezTo>
                      <a:pt x="0" y="94"/>
                      <a:pt x="19" y="346"/>
                      <a:pt x="62" y="358"/>
                    </a:cubicBezTo>
                    <a:cubicBezTo>
                      <a:pt x="68" y="359"/>
                      <a:pt x="74" y="359"/>
                      <a:pt x="80" y="359"/>
                    </a:cubicBezTo>
                    <a:cubicBezTo>
                      <a:pt x="134" y="359"/>
                      <a:pt x="183" y="335"/>
                      <a:pt x="222" y="297"/>
                    </a:cubicBezTo>
                    <a:cubicBezTo>
                      <a:pt x="252" y="254"/>
                      <a:pt x="228" y="88"/>
                      <a:pt x="197" y="33"/>
                    </a:cubicBezTo>
                    <a:cubicBezTo>
                      <a:pt x="182" y="9"/>
                      <a:pt x="151" y="0"/>
                      <a:pt x="1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4" name="Google Shape;6214;p68"/>
              <p:cNvSpPr/>
              <p:nvPr/>
            </p:nvSpPr>
            <p:spPr>
              <a:xfrm>
                <a:off x="532740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34" y="0"/>
                    </a:moveTo>
                    <a:cubicBezTo>
                      <a:pt x="95" y="0"/>
                      <a:pt x="57" y="17"/>
                      <a:pt x="31" y="46"/>
                    </a:cubicBezTo>
                    <a:cubicBezTo>
                      <a:pt x="1" y="108"/>
                      <a:pt x="1" y="323"/>
                      <a:pt x="56" y="342"/>
                    </a:cubicBezTo>
                    <a:cubicBezTo>
                      <a:pt x="62" y="342"/>
                      <a:pt x="67" y="342"/>
                      <a:pt x="73" y="342"/>
                    </a:cubicBezTo>
                    <a:cubicBezTo>
                      <a:pt x="135" y="342"/>
                      <a:pt x="194" y="312"/>
                      <a:pt x="228" y="262"/>
                    </a:cubicBezTo>
                    <a:cubicBezTo>
                      <a:pt x="240" y="219"/>
                      <a:pt x="240" y="53"/>
                      <a:pt x="210" y="22"/>
                    </a:cubicBezTo>
                    <a:cubicBezTo>
                      <a:pt x="185" y="7"/>
                      <a:pt x="159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5" name="Google Shape;6215;p68"/>
              <p:cNvSpPr/>
              <p:nvPr/>
            </p:nvSpPr>
            <p:spPr>
              <a:xfrm>
                <a:off x="5330475" y="3177425"/>
                <a:ext cx="7975" cy="9100"/>
              </a:xfrm>
              <a:custGeom>
                <a:rect b="b" l="l" r="r" t="t"/>
                <a:pathLst>
                  <a:path extrusionOk="0" h="364" w="319">
                    <a:moveTo>
                      <a:pt x="236" y="1"/>
                    </a:moveTo>
                    <a:cubicBezTo>
                      <a:pt x="235" y="1"/>
                      <a:pt x="235" y="1"/>
                      <a:pt x="234" y="1"/>
                    </a:cubicBezTo>
                    <a:cubicBezTo>
                      <a:pt x="1" y="13"/>
                      <a:pt x="99" y="112"/>
                      <a:pt x="111" y="198"/>
                    </a:cubicBezTo>
                    <a:cubicBezTo>
                      <a:pt x="117" y="259"/>
                      <a:pt x="142" y="321"/>
                      <a:pt x="179" y="364"/>
                    </a:cubicBezTo>
                    <a:cubicBezTo>
                      <a:pt x="319" y="266"/>
                      <a:pt x="290" y="1"/>
                      <a:pt x="2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6" name="Google Shape;6216;p68"/>
              <p:cNvSpPr/>
              <p:nvPr/>
            </p:nvSpPr>
            <p:spPr>
              <a:xfrm>
                <a:off x="5334475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05" y="0"/>
                    </a:moveTo>
                    <a:cubicBezTo>
                      <a:pt x="105" y="0"/>
                      <a:pt x="0" y="185"/>
                      <a:pt x="56" y="301"/>
                    </a:cubicBezTo>
                    <a:cubicBezTo>
                      <a:pt x="60" y="311"/>
                      <a:pt x="72" y="315"/>
                      <a:pt x="87" y="315"/>
                    </a:cubicBezTo>
                    <a:cubicBezTo>
                      <a:pt x="132" y="315"/>
                      <a:pt x="205" y="278"/>
                      <a:pt x="209" y="228"/>
                    </a:cubicBezTo>
                    <a:cubicBezTo>
                      <a:pt x="228" y="135"/>
                      <a:pt x="185" y="43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7" name="Google Shape;6217;p68"/>
              <p:cNvSpPr/>
              <p:nvPr/>
            </p:nvSpPr>
            <p:spPr>
              <a:xfrm>
                <a:off x="5338000" y="3174925"/>
                <a:ext cx="5725" cy="8675"/>
              </a:xfrm>
              <a:custGeom>
                <a:rect b="b" l="l" r="r" t="t"/>
                <a:pathLst>
                  <a:path extrusionOk="0" h="347" w="229">
                    <a:moveTo>
                      <a:pt x="166" y="0"/>
                    </a:moveTo>
                    <a:cubicBezTo>
                      <a:pt x="123" y="0"/>
                      <a:pt x="51" y="43"/>
                      <a:pt x="32" y="58"/>
                    </a:cubicBezTo>
                    <a:cubicBezTo>
                      <a:pt x="1" y="82"/>
                      <a:pt x="19" y="347"/>
                      <a:pt x="68" y="347"/>
                    </a:cubicBezTo>
                    <a:cubicBezTo>
                      <a:pt x="118" y="347"/>
                      <a:pt x="216" y="304"/>
                      <a:pt x="222" y="255"/>
                    </a:cubicBezTo>
                    <a:cubicBezTo>
                      <a:pt x="228" y="205"/>
                      <a:pt x="228" y="39"/>
                      <a:pt x="191" y="9"/>
                    </a:cubicBezTo>
                    <a:cubicBezTo>
                      <a:pt x="185" y="3"/>
                      <a:pt x="177" y="0"/>
                      <a:pt x="1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8" name="Google Shape;6218;p68"/>
              <p:cNvSpPr/>
              <p:nvPr/>
            </p:nvSpPr>
            <p:spPr>
              <a:xfrm>
                <a:off x="5339850" y="3183775"/>
                <a:ext cx="5250" cy="6950"/>
              </a:xfrm>
              <a:custGeom>
                <a:rect b="b" l="l" r="r" t="t"/>
                <a:pathLst>
                  <a:path extrusionOk="0" h="278" w="210">
                    <a:moveTo>
                      <a:pt x="139" y="1"/>
                    </a:moveTo>
                    <a:cubicBezTo>
                      <a:pt x="96" y="1"/>
                      <a:pt x="17" y="35"/>
                      <a:pt x="7" y="60"/>
                    </a:cubicBezTo>
                    <a:cubicBezTo>
                      <a:pt x="1" y="91"/>
                      <a:pt x="31" y="263"/>
                      <a:pt x="68" y="276"/>
                    </a:cubicBezTo>
                    <a:cubicBezTo>
                      <a:pt x="72" y="277"/>
                      <a:pt x="76" y="277"/>
                      <a:pt x="80" y="277"/>
                    </a:cubicBezTo>
                    <a:cubicBezTo>
                      <a:pt x="120" y="277"/>
                      <a:pt x="186" y="228"/>
                      <a:pt x="197" y="189"/>
                    </a:cubicBezTo>
                    <a:cubicBezTo>
                      <a:pt x="210" y="128"/>
                      <a:pt x="197" y="60"/>
                      <a:pt x="160" y="5"/>
                    </a:cubicBezTo>
                    <a:cubicBezTo>
                      <a:pt x="155" y="2"/>
                      <a:pt x="148" y="1"/>
                      <a:pt x="1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9" name="Google Shape;6219;p68"/>
              <p:cNvSpPr/>
              <p:nvPr/>
            </p:nvSpPr>
            <p:spPr>
              <a:xfrm>
                <a:off x="5344625" y="3173800"/>
                <a:ext cx="3850" cy="6800"/>
              </a:xfrm>
              <a:custGeom>
                <a:rect b="b" l="l" r="r" t="t"/>
                <a:pathLst>
                  <a:path extrusionOk="0" h="272" w="154">
                    <a:moveTo>
                      <a:pt x="82" y="1"/>
                    </a:moveTo>
                    <a:cubicBezTo>
                      <a:pt x="47" y="1"/>
                      <a:pt x="6" y="12"/>
                      <a:pt x="6" y="35"/>
                    </a:cubicBezTo>
                    <a:cubicBezTo>
                      <a:pt x="6" y="54"/>
                      <a:pt x="0" y="263"/>
                      <a:pt x="19" y="269"/>
                    </a:cubicBezTo>
                    <a:cubicBezTo>
                      <a:pt x="25" y="270"/>
                      <a:pt x="35" y="272"/>
                      <a:pt x="46" y="272"/>
                    </a:cubicBezTo>
                    <a:cubicBezTo>
                      <a:pt x="77" y="272"/>
                      <a:pt x="120" y="262"/>
                      <a:pt x="129" y="226"/>
                    </a:cubicBezTo>
                    <a:cubicBezTo>
                      <a:pt x="142" y="177"/>
                      <a:pt x="154" y="35"/>
                      <a:pt x="129" y="11"/>
                    </a:cubicBezTo>
                    <a:cubicBezTo>
                      <a:pt x="120" y="4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0" name="Google Shape;6220;p68"/>
              <p:cNvSpPr/>
              <p:nvPr/>
            </p:nvSpPr>
            <p:spPr>
              <a:xfrm>
                <a:off x="5349225" y="3171100"/>
                <a:ext cx="3875" cy="7125"/>
              </a:xfrm>
              <a:custGeom>
                <a:rect b="b" l="l" r="r" t="t"/>
                <a:pathLst>
                  <a:path extrusionOk="0" h="285" w="155">
                    <a:moveTo>
                      <a:pt x="100" y="0"/>
                    </a:moveTo>
                    <a:cubicBezTo>
                      <a:pt x="59" y="0"/>
                      <a:pt x="12" y="60"/>
                      <a:pt x="7" y="88"/>
                    </a:cubicBezTo>
                    <a:cubicBezTo>
                      <a:pt x="1" y="118"/>
                      <a:pt x="1" y="285"/>
                      <a:pt x="36" y="285"/>
                    </a:cubicBezTo>
                    <a:cubicBezTo>
                      <a:pt x="36" y="285"/>
                      <a:pt x="37" y="285"/>
                      <a:pt x="37" y="285"/>
                    </a:cubicBezTo>
                    <a:cubicBezTo>
                      <a:pt x="80" y="272"/>
                      <a:pt x="117" y="235"/>
                      <a:pt x="136" y="199"/>
                    </a:cubicBezTo>
                    <a:cubicBezTo>
                      <a:pt x="148" y="156"/>
                      <a:pt x="154" y="14"/>
                      <a:pt x="111" y="2"/>
                    </a:cubicBezTo>
                    <a:cubicBezTo>
                      <a:pt x="108" y="1"/>
                      <a:pt x="104" y="0"/>
                      <a:pt x="1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1" name="Google Shape;6221;p68"/>
              <p:cNvSpPr/>
              <p:nvPr/>
            </p:nvSpPr>
            <p:spPr>
              <a:xfrm>
                <a:off x="5345075" y="3180900"/>
                <a:ext cx="5100" cy="6275"/>
              </a:xfrm>
              <a:custGeom>
                <a:rect b="b" l="l" r="r" t="t"/>
                <a:pathLst>
                  <a:path extrusionOk="0" h="251" w="204">
                    <a:moveTo>
                      <a:pt x="162" y="0"/>
                    </a:moveTo>
                    <a:cubicBezTo>
                      <a:pt x="127" y="0"/>
                      <a:pt x="29" y="55"/>
                      <a:pt x="13" y="71"/>
                    </a:cubicBezTo>
                    <a:cubicBezTo>
                      <a:pt x="1" y="95"/>
                      <a:pt x="25" y="237"/>
                      <a:pt x="56" y="249"/>
                    </a:cubicBezTo>
                    <a:cubicBezTo>
                      <a:pt x="59" y="250"/>
                      <a:pt x="62" y="251"/>
                      <a:pt x="66" y="251"/>
                    </a:cubicBezTo>
                    <a:cubicBezTo>
                      <a:pt x="101" y="251"/>
                      <a:pt x="162" y="204"/>
                      <a:pt x="179" y="182"/>
                    </a:cubicBezTo>
                    <a:cubicBezTo>
                      <a:pt x="203" y="120"/>
                      <a:pt x="197" y="59"/>
                      <a:pt x="173" y="3"/>
                    </a:cubicBezTo>
                    <a:cubicBezTo>
                      <a:pt x="170" y="1"/>
                      <a:pt x="167" y="0"/>
                      <a:pt x="1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2" name="Google Shape;6222;p68"/>
              <p:cNvSpPr/>
              <p:nvPr/>
            </p:nvSpPr>
            <p:spPr>
              <a:xfrm>
                <a:off x="5350475" y="3178175"/>
                <a:ext cx="2775" cy="5150"/>
              </a:xfrm>
              <a:custGeom>
                <a:rect b="b" l="l" r="r" t="t"/>
                <a:pathLst>
                  <a:path extrusionOk="0" h="206" w="111">
                    <a:moveTo>
                      <a:pt x="81" y="1"/>
                    </a:moveTo>
                    <a:cubicBezTo>
                      <a:pt x="58" y="1"/>
                      <a:pt x="6" y="35"/>
                      <a:pt x="6" y="63"/>
                    </a:cubicBezTo>
                    <a:cubicBezTo>
                      <a:pt x="6" y="81"/>
                      <a:pt x="0" y="205"/>
                      <a:pt x="21" y="205"/>
                    </a:cubicBezTo>
                    <a:cubicBezTo>
                      <a:pt x="22" y="205"/>
                      <a:pt x="23" y="205"/>
                      <a:pt x="24" y="204"/>
                    </a:cubicBezTo>
                    <a:cubicBezTo>
                      <a:pt x="110" y="168"/>
                      <a:pt x="104" y="8"/>
                      <a:pt x="86" y="2"/>
                    </a:cubicBezTo>
                    <a:cubicBezTo>
                      <a:pt x="84" y="1"/>
                      <a:pt x="83" y="1"/>
                      <a:pt x="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23" name="Google Shape;6223;p68"/>
            <p:cNvSpPr/>
            <p:nvPr/>
          </p:nvSpPr>
          <p:spPr>
            <a:xfrm>
              <a:off x="5233150" y="2992450"/>
              <a:ext cx="201550" cy="156325"/>
            </a:xfrm>
            <a:custGeom>
              <a:rect b="b" l="l" r="r" t="t"/>
              <a:pathLst>
                <a:path extrusionOk="0" h="6253" w="8062">
                  <a:moveTo>
                    <a:pt x="3154" y="0"/>
                  </a:moveTo>
                  <a:cubicBezTo>
                    <a:pt x="1492" y="0"/>
                    <a:pt x="326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14" y="3966"/>
                    <a:pt x="1179" y="3966"/>
                  </a:cubicBezTo>
                  <a:cubicBezTo>
                    <a:pt x="1196" y="3966"/>
                    <a:pt x="1213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4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5" y="6253"/>
                    <a:pt x="8062" y="788"/>
                    <a:pt x="4932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4" name="Google Shape;6224;p68"/>
          <p:cNvGrpSpPr/>
          <p:nvPr/>
        </p:nvGrpSpPr>
        <p:grpSpPr>
          <a:xfrm>
            <a:off x="5866925" y="3022588"/>
            <a:ext cx="435225" cy="1370250"/>
            <a:chOff x="5866925" y="2992450"/>
            <a:chExt cx="435225" cy="1370250"/>
          </a:xfrm>
        </p:grpSpPr>
        <p:grpSp>
          <p:nvGrpSpPr>
            <p:cNvPr id="6225" name="Google Shape;6225;p68"/>
            <p:cNvGrpSpPr/>
            <p:nvPr/>
          </p:nvGrpSpPr>
          <p:grpSpPr>
            <a:xfrm>
              <a:off x="5866925" y="3018075"/>
              <a:ext cx="435225" cy="1344625"/>
              <a:chOff x="5866925" y="3018075"/>
              <a:chExt cx="435225" cy="1344625"/>
            </a:xfrm>
          </p:grpSpPr>
          <p:sp>
            <p:nvSpPr>
              <p:cNvPr id="6226" name="Google Shape;6226;p68"/>
              <p:cNvSpPr/>
              <p:nvPr/>
            </p:nvSpPr>
            <p:spPr>
              <a:xfrm>
                <a:off x="58669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0" y="1"/>
                    </a:moveTo>
                    <a:cubicBezTo>
                      <a:pt x="7150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1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1" y="12902"/>
                      <a:pt x="861" y="16179"/>
                      <a:pt x="831" y="17058"/>
                    </a:cubicBezTo>
                    <a:cubicBezTo>
                      <a:pt x="794" y="17937"/>
                      <a:pt x="659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2" y="21806"/>
                      <a:pt x="1219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9" y="21599"/>
                      <a:pt x="1559" y="22299"/>
                      <a:pt x="1840" y="22299"/>
                    </a:cubicBezTo>
                    <a:cubicBezTo>
                      <a:pt x="1883" y="22299"/>
                      <a:pt x="1934" y="22282"/>
                      <a:pt x="1992" y="22245"/>
                    </a:cubicBezTo>
                    <a:cubicBezTo>
                      <a:pt x="2281" y="22061"/>
                      <a:pt x="2226" y="20881"/>
                      <a:pt x="2146" y="20322"/>
                    </a:cubicBezTo>
                    <a:cubicBezTo>
                      <a:pt x="2042" y="19602"/>
                      <a:pt x="2140" y="19301"/>
                      <a:pt x="2195" y="18717"/>
                    </a:cubicBezTo>
                    <a:cubicBezTo>
                      <a:pt x="2251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2" y="46605"/>
                      <a:pt x="7383" y="46144"/>
                    </a:cubicBezTo>
                    <a:cubicBezTo>
                      <a:pt x="7279" y="45689"/>
                      <a:pt x="7211" y="44300"/>
                      <a:pt x="7334" y="43611"/>
                    </a:cubicBezTo>
                    <a:cubicBezTo>
                      <a:pt x="7451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2" y="34656"/>
                    </a:cubicBezTo>
                    <a:cubicBezTo>
                      <a:pt x="7414" y="33254"/>
                      <a:pt x="7525" y="32043"/>
                      <a:pt x="7869" y="28865"/>
                    </a:cubicBezTo>
                    <a:cubicBezTo>
                      <a:pt x="8305" y="24882"/>
                      <a:pt x="8699" y="21096"/>
                      <a:pt x="8699" y="21096"/>
                    </a:cubicBezTo>
                    <a:cubicBezTo>
                      <a:pt x="8699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6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3" y="42923"/>
                      <a:pt x="10069" y="43611"/>
                    </a:cubicBezTo>
                    <a:cubicBezTo>
                      <a:pt x="10186" y="44300"/>
                      <a:pt x="10125" y="45695"/>
                      <a:pt x="10020" y="46144"/>
                    </a:cubicBezTo>
                    <a:cubicBezTo>
                      <a:pt x="9916" y="46599"/>
                      <a:pt x="10635" y="47595"/>
                      <a:pt x="11256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903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05" y="22245"/>
                    </a:cubicBezTo>
                    <a:cubicBezTo>
                      <a:pt x="15464" y="22282"/>
                      <a:pt x="15514" y="22299"/>
                      <a:pt x="15557" y="22299"/>
                    </a:cubicBezTo>
                    <a:cubicBezTo>
                      <a:pt x="15838" y="22299"/>
                      <a:pt x="15819" y="21599"/>
                      <a:pt x="15952" y="21274"/>
                    </a:cubicBezTo>
                    <a:cubicBezTo>
                      <a:pt x="15982" y="21202"/>
                      <a:pt x="16013" y="21170"/>
                      <a:pt x="16043" y="21170"/>
                    </a:cubicBezTo>
                    <a:cubicBezTo>
                      <a:pt x="16177" y="21170"/>
                      <a:pt x="16290" y="21806"/>
                      <a:pt x="16234" y="22209"/>
                    </a:cubicBezTo>
                    <a:cubicBezTo>
                      <a:pt x="16167" y="22700"/>
                      <a:pt x="15521" y="23327"/>
                      <a:pt x="15644" y="23659"/>
                    </a:cubicBezTo>
                    <a:cubicBezTo>
                      <a:pt x="15665" y="23714"/>
                      <a:pt x="15705" y="23748"/>
                      <a:pt x="15764" y="23748"/>
                    </a:cubicBezTo>
                    <a:cubicBezTo>
                      <a:pt x="15948" y="23748"/>
                      <a:pt x="16323" y="23420"/>
                      <a:pt x="16923" y="22387"/>
                    </a:cubicBezTo>
                    <a:cubicBezTo>
                      <a:pt x="17409" y="21575"/>
                      <a:pt x="16880" y="20229"/>
                      <a:pt x="16812" y="19701"/>
                    </a:cubicBezTo>
                    <a:cubicBezTo>
                      <a:pt x="16745" y="19178"/>
                      <a:pt x="16609" y="17937"/>
                      <a:pt x="16573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0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77" y="2453"/>
                      <a:pt x="10635" y="2256"/>
                      <a:pt x="10567" y="2010"/>
                    </a:cubicBezTo>
                    <a:cubicBezTo>
                      <a:pt x="10500" y="1765"/>
                      <a:pt x="10254" y="1"/>
                      <a:pt x="10254" y="1"/>
                    </a:cubicBezTo>
                    <a:lnTo>
                      <a:pt x="8705" y="37"/>
                    </a:lnTo>
                    <a:lnTo>
                      <a:pt x="7150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7" name="Google Shape;6227;p68"/>
              <p:cNvSpPr/>
              <p:nvPr/>
            </p:nvSpPr>
            <p:spPr>
              <a:xfrm>
                <a:off x="60092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68" y="8047"/>
                      <a:pt x="3013" y="8047"/>
                    </a:cubicBezTo>
                    <a:cubicBezTo>
                      <a:pt x="4052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28" name="Google Shape;6228;p68"/>
            <p:cNvGrpSpPr/>
            <p:nvPr/>
          </p:nvGrpSpPr>
          <p:grpSpPr>
            <a:xfrm>
              <a:off x="5879375" y="3075750"/>
              <a:ext cx="407400" cy="1278050"/>
              <a:chOff x="5879375" y="3075750"/>
              <a:chExt cx="407400" cy="1278050"/>
            </a:xfrm>
          </p:grpSpPr>
          <p:sp>
            <p:nvSpPr>
              <p:cNvPr id="6229" name="Google Shape;6229;p68"/>
              <p:cNvSpPr/>
              <p:nvPr/>
            </p:nvSpPr>
            <p:spPr>
              <a:xfrm>
                <a:off x="5880175" y="3646700"/>
                <a:ext cx="37350" cy="53575"/>
              </a:xfrm>
              <a:custGeom>
                <a:rect b="b" l="l" r="r" t="t"/>
                <a:pathLst>
                  <a:path extrusionOk="0" h="2143" w="1494">
                    <a:moveTo>
                      <a:pt x="732" y="1"/>
                    </a:moveTo>
                    <a:cubicBezTo>
                      <a:pt x="700" y="1"/>
                      <a:pt x="669" y="13"/>
                      <a:pt x="639" y="39"/>
                    </a:cubicBezTo>
                    <a:cubicBezTo>
                      <a:pt x="343" y="300"/>
                      <a:pt x="1" y="2143"/>
                      <a:pt x="227" y="2143"/>
                    </a:cubicBezTo>
                    <a:cubicBezTo>
                      <a:pt x="246" y="2143"/>
                      <a:pt x="268" y="2131"/>
                      <a:pt x="295" y="2104"/>
                    </a:cubicBezTo>
                    <a:cubicBezTo>
                      <a:pt x="805" y="1582"/>
                      <a:pt x="1493" y="1735"/>
                      <a:pt x="1475" y="1563"/>
                    </a:cubicBezTo>
                    <a:cubicBezTo>
                      <a:pt x="1419" y="1118"/>
                      <a:pt x="1040" y="1"/>
                      <a:pt x="7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0" name="Google Shape;6230;p68"/>
              <p:cNvSpPr/>
              <p:nvPr/>
            </p:nvSpPr>
            <p:spPr>
              <a:xfrm>
                <a:off x="587937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312" y="1"/>
                    </a:moveTo>
                    <a:cubicBezTo>
                      <a:pt x="301" y="1"/>
                      <a:pt x="289" y="1"/>
                      <a:pt x="277" y="3"/>
                    </a:cubicBezTo>
                    <a:cubicBezTo>
                      <a:pt x="1" y="40"/>
                      <a:pt x="99" y="568"/>
                      <a:pt x="161" y="851"/>
                    </a:cubicBezTo>
                    <a:cubicBezTo>
                      <a:pt x="216" y="1134"/>
                      <a:pt x="566" y="1859"/>
                      <a:pt x="861" y="1884"/>
                    </a:cubicBezTo>
                    <a:cubicBezTo>
                      <a:pt x="865" y="1884"/>
                      <a:pt x="868" y="1884"/>
                      <a:pt x="871" y="1884"/>
                    </a:cubicBezTo>
                    <a:cubicBezTo>
                      <a:pt x="1142" y="1884"/>
                      <a:pt x="541" y="1131"/>
                      <a:pt x="511" y="876"/>
                    </a:cubicBezTo>
                    <a:cubicBezTo>
                      <a:pt x="481" y="626"/>
                      <a:pt x="647" y="1"/>
                      <a:pt x="31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1" name="Google Shape;6231;p68"/>
              <p:cNvSpPr/>
              <p:nvPr/>
            </p:nvSpPr>
            <p:spPr>
              <a:xfrm>
                <a:off x="5988800" y="3665425"/>
                <a:ext cx="85100" cy="242725"/>
              </a:xfrm>
              <a:custGeom>
                <a:rect b="b" l="l" r="r" t="t"/>
                <a:pathLst>
                  <a:path extrusionOk="0" h="9709" w="3404">
                    <a:moveTo>
                      <a:pt x="501" y="1"/>
                    </a:moveTo>
                    <a:cubicBezTo>
                      <a:pt x="451" y="1"/>
                      <a:pt x="410" y="9"/>
                      <a:pt x="381" y="27"/>
                    </a:cubicBezTo>
                    <a:cubicBezTo>
                      <a:pt x="0" y="279"/>
                      <a:pt x="1955" y="9352"/>
                      <a:pt x="2281" y="9696"/>
                    </a:cubicBezTo>
                    <a:cubicBezTo>
                      <a:pt x="2288" y="9704"/>
                      <a:pt x="2296" y="9708"/>
                      <a:pt x="2304" y="9708"/>
                    </a:cubicBezTo>
                    <a:cubicBezTo>
                      <a:pt x="2639" y="9708"/>
                      <a:pt x="3321" y="2817"/>
                      <a:pt x="3381" y="1749"/>
                    </a:cubicBezTo>
                    <a:cubicBezTo>
                      <a:pt x="3404" y="1344"/>
                      <a:pt x="1142" y="1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2" name="Google Shape;6232;p68"/>
              <p:cNvSpPr/>
              <p:nvPr/>
            </p:nvSpPr>
            <p:spPr>
              <a:xfrm>
                <a:off x="5974650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448" y="1"/>
                    </a:moveTo>
                    <a:cubicBezTo>
                      <a:pt x="377" y="1"/>
                      <a:pt x="270" y="757"/>
                      <a:pt x="296" y="1024"/>
                    </a:cubicBezTo>
                    <a:cubicBezTo>
                      <a:pt x="333" y="1337"/>
                      <a:pt x="1" y="12242"/>
                      <a:pt x="339" y="12592"/>
                    </a:cubicBezTo>
                    <a:cubicBezTo>
                      <a:pt x="394" y="12647"/>
                      <a:pt x="455" y="12670"/>
                      <a:pt x="521" y="12670"/>
                    </a:cubicBezTo>
                    <a:cubicBezTo>
                      <a:pt x="786" y="12670"/>
                      <a:pt x="1129" y="12307"/>
                      <a:pt x="1500" y="12307"/>
                    </a:cubicBezTo>
                    <a:cubicBezTo>
                      <a:pt x="1607" y="12307"/>
                      <a:pt x="1716" y="12337"/>
                      <a:pt x="1826" y="12414"/>
                    </a:cubicBezTo>
                    <a:cubicBezTo>
                      <a:pt x="2067" y="12585"/>
                      <a:pt x="2136" y="12715"/>
                      <a:pt x="2273" y="12715"/>
                    </a:cubicBezTo>
                    <a:cubicBezTo>
                      <a:pt x="2333" y="12715"/>
                      <a:pt x="2405" y="12691"/>
                      <a:pt x="2509" y="12635"/>
                    </a:cubicBezTo>
                    <a:cubicBezTo>
                      <a:pt x="2853" y="12444"/>
                      <a:pt x="2294" y="9353"/>
                      <a:pt x="2042" y="8357"/>
                    </a:cubicBezTo>
                    <a:cubicBezTo>
                      <a:pt x="1796" y="7355"/>
                      <a:pt x="572" y="612"/>
                      <a:pt x="480" y="77"/>
                    </a:cubicBezTo>
                    <a:cubicBezTo>
                      <a:pt x="471" y="24"/>
                      <a:pt x="460" y="1"/>
                      <a:pt x="44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3" name="Google Shape;6233;p68"/>
              <p:cNvSpPr/>
              <p:nvPr/>
            </p:nvSpPr>
            <p:spPr>
              <a:xfrm>
                <a:off x="5980950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452" y="1"/>
                    </a:moveTo>
                    <a:cubicBezTo>
                      <a:pt x="451" y="1"/>
                      <a:pt x="450" y="1"/>
                      <a:pt x="450" y="1"/>
                    </a:cubicBezTo>
                    <a:cubicBezTo>
                      <a:pt x="1" y="284"/>
                      <a:pt x="1" y="2017"/>
                      <a:pt x="284" y="3616"/>
                    </a:cubicBezTo>
                    <a:cubicBezTo>
                      <a:pt x="566" y="5208"/>
                      <a:pt x="1169" y="9000"/>
                      <a:pt x="1261" y="9344"/>
                    </a:cubicBezTo>
                    <a:cubicBezTo>
                      <a:pt x="1313" y="9534"/>
                      <a:pt x="1533" y="9656"/>
                      <a:pt x="1727" y="9656"/>
                    </a:cubicBezTo>
                    <a:cubicBezTo>
                      <a:pt x="1879" y="9656"/>
                      <a:pt x="2015" y="9581"/>
                      <a:pt x="2042" y="9406"/>
                    </a:cubicBezTo>
                    <a:cubicBezTo>
                      <a:pt x="2103" y="9000"/>
                      <a:pt x="2103" y="7623"/>
                      <a:pt x="1980" y="7310"/>
                    </a:cubicBezTo>
                    <a:cubicBezTo>
                      <a:pt x="1852" y="6998"/>
                      <a:pt x="593" y="1"/>
                      <a:pt x="4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4" name="Google Shape;6234;p68"/>
              <p:cNvSpPr/>
              <p:nvPr/>
            </p:nvSpPr>
            <p:spPr>
              <a:xfrm>
                <a:off x="6009350" y="4010450"/>
                <a:ext cx="37775" cy="158800"/>
              </a:xfrm>
              <a:custGeom>
                <a:rect b="b" l="l" r="r" t="t"/>
                <a:pathLst>
                  <a:path extrusionOk="0" h="6352" w="1511">
                    <a:moveTo>
                      <a:pt x="1236" y="1"/>
                    </a:moveTo>
                    <a:cubicBezTo>
                      <a:pt x="1234" y="1"/>
                      <a:pt x="1233" y="1"/>
                      <a:pt x="1231" y="1"/>
                    </a:cubicBezTo>
                    <a:cubicBezTo>
                      <a:pt x="949" y="63"/>
                      <a:pt x="137" y="1175"/>
                      <a:pt x="94" y="1593"/>
                    </a:cubicBezTo>
                    <a:cubicBezTo>
                      <a:pt x="1" y="2429"/>
                      <a:pt x="897" y="6352"/>
                      <a:pt x="1064" y="6352"/>
                    </a:cubicBezTo>
                    <a:cubicBezTo>
                      <a:pt x="1073" y="6352"/>
                      <a:pt x="1079" y="6342"/>
                      <a:pt x="1084" y="6320"/>
                    </a:cubicBezTo>
                    <a:cubicBezTo>
                      <a:pt x="1176" y="5886"/>
                      <a:pt x="1511" y="1"/>
                      <a:pt x="12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5" name="Google Shape;6235;p68"/>
              <p:cNvSpPr/>
              <p:nvPr/>
            </p:nvSpPr>
            <p:spPr>
              <a:xfrm>
                <a:off x="5985175" y="3419325"/>
                <a:ext cx="94775" cy="272775"/>
              </a:xfrm>
              <a:custGeom>
                <a:rect b="b" l="l" r="r" t="t"/>
                <a:pathLst>
                  <a:path extrusionOk="0" h="10911" w="3791">
                    <a:moveTo>
                      <a:pt x="539" y="1"/>
                    </a:moveTo>
                    <a:cubicBezTo>
                      <a:pt x="256" y="1"/>
                      <a:pt x="541" y="2143"/>
                      <a:pt x="465" y="3540"/>
                    </a:cubicBezTo>
                    <a:cubicBezTo>
                      <a:pt x="379" y="4997"/>
                      <a:pt x="53" y="8562"/>
                      <a:pt x="16" y="9036"/>
                    </a:cubicBezTo>
                    <a:cubicBezTo>
                      <a:pt x="0" y="9276"/>
                      <a:pt x="95" y="9316"/>
                      <a:pt x="255" y="9316"/>
                    </a:cubicBezTo>
                    <a:cubicBezTo>
                      <a:pt x="335" y="9316"/>
                      <a:pt x="432" y="9306"/>
                      <a:pt x="539" y="9306"/>
                    </a:cubicBezTo>
                    <a:cubicBezTo>
                      <a:pt x="632" y="9306"/>
                      <a:pt x="734" y="9314"/>
                      <a:pt x="840" y="9343"/>
                    </a:cubicBezTo>
                    <a:cubicBezTo>
                      <a:pt x="1289" y="9461"/>
                      <a:pt x="3042" y="10911"/>
                      <a:pt x="3535" y="10911"/>
                    </a:cubicBezTo>
                    <a:cubicBezTo>
                      <a:pt x="3555" y="10911"/>
                      <a:pt x="3572" y="10909"/>
                      <a:pt x="3587" y="10904"/>
                    </a:cubicBezTo>
                    <a:cubicBezTo>
                      <a:pt x="3790" y="10843"/>
                      <a:pt x="2118" y="9091"/>
                      <a:pt x="1682" y="8531"/>
                    </a:cubicBezTo>
                    <a:cubicBezTo>
                      <a:pt x="1246" y="7966"/>
                      <a:pt x="1590" y="2784"/>
                      <a:pt x="1774" y="2188"/>
                    </a:cubicBezTo>
                    <a:cubicBezTo>
                      <a:pt x="1965" y="1598"/>
                      <a:pt x="2948" y="860"/>
                      <a:pt x="3010" y="731"/>
                    </a:cubicBezTo>
                    <a:cubicBezTo>
                      <a:pt x="3077" y="602"/>
                      <a:pt x="1215" y="424"/>
                      <a:pt x="588" y="18"/>
                    </a:cubicBezTo>
                    <a:cubicBezTo>
                      <a:pt x="570" y="7"/>
                      <a:pt x="554" y="1"/>
                      <a:pt x="5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6" name="Google Shape;6236;p68"/>
              <p:cNvSpPr/>
              <p:nvPr/>
            </p:nvSpPr>
            <p:spPr>
              <a:xfrm>
                <a:off x="6027050" y="3583950"/>
                <a:ext cx="54900" cy="84475"/>
              </a:xfrm>
              <a:custGeom>
                <a:rect b="b" l="l" r="r" t="t"/>
                <a:pathLst>
                  <a:path extrusionOk="0" h="3379" w="2196">
                    <a:moveTo>
                      <a:pt x="287" y="0"/>
                    </a:moveTo>
                    <a:cubicBezTo>
                      <a:pt x="191" y="0"/>
                      <a:pt x="125" y="31"/>
                      <a:pt x="105" y="102"/>
                    </a:cubicBezTo>
                    <a:cubicBezTo>
                      <a:pt x="1" y="477"/>
                      <a:pt x="173" y="1320"/>
                      <a:pt x="345" y="1694"/>
                    </a:cubicBezTo>
                    <a:cubicBezTo>
                      <a:pt x="505" y="2043"/>
                      <a:pt x="1864" y="3378"/>
                      <a:pt x="2066" y="3378"/>
                    </a:cubicBezTo>
                    <a:cubicBezTo>
                      <a:pt x="2081" y="3378"/>
                      <a:pt x="2090" y="3371"/>
                      <a:pt x="2091" y="3354"/>
                    </a:cubicBezTo>
                    <a:cubicBezTo>
                      <a:pt x="2195" y="1381"/>
                      <a:pt x="1986" y="1227"/>
                      <a:pt x="1783" y="852"/>
                    </a:cubicBezTo>
                    <a:cubicBezTo>
                      <a:pt x="1619" y="549"/>
                      <a:pt x="691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7" name="Google Shape;6237;p68"/>
              <p:cNvSpPr/>
              <p:nvPr/>
            </p:nvSpPr>
            <p:spPr>
              <a:xfrm>
                <a:off x="6030450" y="3530650"/>
                <a:ext cx="49025" cy="64700"/>
              </a:xfrm>
              <a:custGeom>
                <a:rect b="b" l="l" r="r" t="t"/>
                <a:pathLst>
                  <a:path extrusionOk="0" h="2588" w="1961">
                    <a:moveTo>
                      <a:pt x="357" y="0"/>
                    </a:moveTo>
                    <a:cubicBezTo>
                      <a:pt x="243" y="0"/>
                      <a:pt x="163" y="23"/>
                      <a:pt x="141" y="77"/>
                    </a:cubicBezTo>
                    <a:cubicBezTo>
                      <a:pt x="37" y="329"/>
                      <a:pt x="0" y="1644"/>
                      <a:pt x="209" y="1644"/>
                    </a:cubicBezTo>
                    <a:cubicBezTo>
                      <a:pt x="401" y="1644"/>
                      <a:pt x="1553" y="2588"/>
                      <a:pt x="1732" y="2588"/>
                    </a:cubicBezTo>
                    <a:cubicBezTo>
                      <a:pt x="1741" y="2588"/>
                      <a:pt x="1748" y="2585"/>
                      <a:pt x="1752" y="2579"/>
                    </a:cubicBezTo>
                    <a:cubicBezTo>
                      <a:pt x="1887" y="2327"/>
                      <a:pt x="1961" y="741"/>
                      <a:pt x="1752" y="489"/>
                    </a:cubicBezTo>
                    <a:cubicBezTo>
                      <a:pt x="1589" y="287"/>
                      <a:pt x="760" y="0"/>
                      <a:pt x="35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8" name="Google Shape;6238;p68"/>
              <p:cNvSpPr/>
              <p:nvPr/>
            </p:nvSpPr>
            <p:spPr>
              <a:xfrm>
                <a:off x="5988175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2410" y="0"/>
                    </a:moveTo>
                    <a:cubicBezTo>
                      <a:pt x="1811" y="0"/>
                      <a:pt x="638" y="85"/>
                      <a:pt x="345" y="1232"/>
                    </a:cubicBezTo>
                    <a:cubicBezTo>
                      <a:pt x="1" y="2579"/>
                      <a:pt x="99" y="3955"/>
                      <a:pt x="1814" y="4435"/>
                    </a:cubicBezTo>
                    <a:cubicBezTo>
                      <a:pt x="2031" y="4495"/>
                      <a:pt x="2222" y="4523"/>
                      <a:pt x="2392" y="4523"/>
                    </a:cubicBezTo>
                    <a:cubicBezTo>
                      <a:pt x="3565" y="4523"/>
                      <a:pt x="3683" y="3178"/>
                      <a:pt x="3683" y="1921"/>
                    </a:cubicBezTo>
                    <a:cubicBezTo>
                      <a:pt x="3683" y="482"/>
                      <a:pt x="3597" y="3"/>
                      <a:pt x="2662" y="3"/>
                    </a:cubicBezTo>
                    <a:cubicBezTo>
                      <a:pt x="2600" y="3"/>
                      <a:pt x="2514" y="0"/>
                      <a:pt x="24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9" name="Google Shape;6239;p68"/>
              <p:cNvSpPr/>
              <p:nvPr/>
            </p:nvSpPr>
            <p:spPr>
              <a:xfrm>
                <a:off x="6034750" y="3486250"/>
                <a:ext cx="42900" cy="43250"/>
              </a:xfrm>
              <a:custGeom>
                <a:rect b="b" l="l" r="r" t="t"/>
                <a:pathLst>
                  <a:path extrusionOk="0" h="1730" w="1716">
                    <a:moveTo>
                      <a:pt x="711" y="1"/>
                    </a:moveTo>
                    <a:cubicBezTo>
                      <a:pt x="482" y="1"/>
                      <a:pt x="279" y="44"/>
                      <a:pt x="209" y="169"/>
                    </a:cubicBezTo>
                    <a:cubicBezTo>
                      <a:pt x="37" y="476"/>
                      <a:pt x="0" y="1232"/>
                      <a:pt x="209" y="1324"/>
                    </a:cubicBezTo>
                    <a:cubicBezTo>
                      <a:pt x="374" y="1399"/>
                      <a:pt x="1016" y="1729"/>
                      <a:pt x="1361" y="1729"/>
                    </a:cubicBezTo>
                    <a:cubicBezTo>
                      <a:pt x="1441" y="1729"/>
                      <a:pt x="1505" y="1711"/>
                      <a:pt x="1543" y="1669"/>
                    </a:cubicBezTo>
                    <a:cubicBezTo>
                      <a:pt x="1678" y="1515"/>
                      <a:pt x="1715" y="298"/>
                      <a:pt x="1543" y="169"/>
                    </a:cubicBezTo>
                    <a:cubicBezTo>
                      <a:pt x="1441" y="96"/>
                      <a:pt x="1048" y="1"/>
                      <a:pt x="71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0" name="Google Shape;6240;p68"/>
              <p:cNvSpPr/>
              <p:nvPr/>
            </p:nvSpPr>
            <p:spPr>
              <a:xfrm>
                <a:off x="6038275" y="3448550"/>
                <a:ext cx="36425" cy="32550"/>
              </a:xfrm>
              <a:custGeom>
                <a:rect b="b" l="l" r="r" t="t"/>
                <a:pathLst>
                  <a:path extrusionOk="0" h="1302" w="1457">
                    <a:moveTo>
                      <a:pt x="1084" y="1"/>
                    </a:moveTo>
                    <a:cubicBezTo>
                      <a:pt x="866" y="1"/>
                      <a:pt x="440" y="422"/>
                      <a:pt x="277" y="644"/>
                    </a:cubicBezTo>
                    <a:cubicBezTo>
                      <a:pt x="74" y="927"/>
                      <a:pt x="1" y="1302"/>
                      <a:pt x="240" y="1302"/>
                    </a:cubicBezTo>
                    <a:cubicBezTo>
                      <a:pt x="412" y="1302"/>
                      <a:pt x="758" y="1223"/>
                      <a:pt x="1016" y="1223"/>
                    </a:cubicBezTo>
                    <a:cubicBezTo>
                      <a:pt x="1120" y="1223"/>
                      <a:pt x="1209" y="1236"/>
                      <a:pt x="1267" y="1271"/>
                    </a:cubicBezTo>
                    <a:cubicBezTo>
                      <a:pt x="1278" y="1278"/>
                      <a:pt x="1289" y="1281"/>
                      <a:pt x="1298" y="1281"/>
                    </a:cubicBezTo>
                    <a:cubicBezTo>
                      <a:pt x="1456" y="1281"/>
                      <a:pt x="1292" y="352"/>
                      <a:pt x="1199" y="85"/>
                    </a:cubicBezTo>
                    <a:cubicBezTo>
                      <a:pt x="1177" y="26"/>
                      <a:pt x="1137" y="1"/>
                      <a:pt x="10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1" name="Google Shape;6241;p68"/>
              <p:cNvSpPr/>
              <p:nvPr/>
            </p:nvSpPr>
            <p:spPr>
              <a:xfrm>
                <a:off x="593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3239" y="1"/>
                    </a:moveTo>
                    <a:cubicBezTo>
                      <a:pt x="2521" y="1"/>
                      <a:pt x="568" y="370"/>
                      <a:pt x="124" y="770"/>
                    </a:cubicBezTo>
                    <a:cubicBezTo>
                      <a:pt x="0" y="881"/>
                      <a:pt x="144" y="909"/>
                      <a:pt x="431" y="909"/>
                    </a:cubicBezTo>
                    <a:cubicBezTo>
                      <a:pt x="724" y="909"/>
                      <a:pt x="1166" y="880"/>
                      <a:pt x="1623" y="880"/>
                    </a:cubicBezTo>
                    <a:cubicBezTo>
                      <a:pt x="2251" y="880"/>
                      <a:pt x="2907" y="935"/>
                      <a:pt x="3240" y="1200"/>
                    </a:cubicBezTo>
                    <a:cubicBezTo>
                      <a:pt x="3922" y="1737"/>
                      <a:pt x="4668" y="2060"/>
                      <a:pt x="5210" y="2060"/>
                    </a:cubicBezTo>
                    <a:cubicBezTo>
                      <a:pt x="5425" y="2060"/>
                      <a:pt x="5608" y="2009"/>
                      <a:pt x="5742" y="1901"/>
                    </a:cubicBezTo>
                    <a:cubicBezTo>
                      <a:pt x="6105" y="1612"/>
                      <a:pt x="3898" y="112"/>
                      <a:pt x="3425" y="14"/>
                    </a:cubicBezTo>
                    <a:cubicBezTo>
                      <a:pt x="3379" y="5"/>
                      <a:pt x="3316" y="1"/>
                      <a:pt x="32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2" name="Google Shape;6242;p68"/>
              <p:cNvSpPr/>
              <p:nvPr/>
            </p:nvSpPr>
            <p:spPr>
              <a:xfrm>
                <a:off x="5918875" y="3281725"/>
                <a:ext cx="104725" cy="142325"/>
              </a:xfrm>
              <a:custGeom>
                <a:rect b="b" l="l" r="r" t="t"/>
                <a:pathLst>
                  <a:path extrusionOk="0" h="5693" w="4189">
                    <a:moveTo>
                      <a:pt x="1908" y="1"/>
                    </a:moveTo>
                    <a:cubicBezTo>
                      <a:pt x="1501" y="1"/>
                      <a:pt x="1118" y="124"/>
                      <a:pt x="843" y="457"/>
                    </a:cubicBezTo>
                    <a:cubicBezTo>
                      <a:pt x="332" y="1072"/>
                      <a:pt x="1" y="5461"/>
                      <a:pt x="1" y="5682"/>
                    </a:cubicBezTo>
                    <a:cubicBezTo>
                      <a:pt x="1" y="5689"/>
                      <a:pt x="1" y="5692"/>
                      <a:pt x="3" y="5692"/>
                    </a:cubicBezTo>
                    <a:cubicBezTo>
                      <a:pt x="61" y="5692"/>
                      <a:pt x="996" y="2445"/>
                      <a:pt x="1746" y="1551"/>
                    </a:cubicBezTo>
                    <a:cubicBezTo>
                      <a:pt x="2102" y="1129"/>
                      <a:pt x="2715" y="1055"/>
                      <a:pt x="3236" y="1055"/>
                    </a:cubicBezTo>
                    <a:cubicBezTo>
                      <a:pt x="3515" y="1055"/>
                      <a:pt x="3768" y="1076"/>
                      <a:pt x="3940" y="1076"/>
                    </a:cubicBezTo>
                    <a:cubicBezTo>
                      <a:pt x="4098" y="1076"/>
                      <a:pt x="4189" y="1059"/>
                      <a:pt x="4174" y="992"/>
                    </a:cubicBezTo>
                    <a:cubicBezTo>
                      <a:pt x="4130" y="790"/>
                      <a:pt x="2938" y="1"/>
                      <a:pt x="19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3" name="Google Shape;6243;p68"/>
              <p:cNvSpPr/>
              <p:nvPr/>
            </p:nvSpPr>
            <p:spPr>
              <a:xfrm>
                <a:off x="5883400" y="3331225"/>
                <a:ext cx="95575" cy="159800"/>
              </a:xfrm>
              <a:custGeom>
                <a:rect b="b" l="l" r="r" t="t"/>
                <a:pathLst>
                  <a:path extrusionOk="0" h="6392" w="3823">
                    <a:moveTo>
                      <a:pt x="3506" y="0"/>
                    </a:moveTo>
                    <a:cubicBezTo>
                      <a:pt x="3427" y="0"/>
                      <a:pt x="3302" y="80"/>
                      <a:pt x="3116" y="266"/>
                    </a:cubicBezTo>
                    <a:cubicBezTo>
                      <a:pt x="2852" y="537"/>
                      <a:pt x="2686" y="1729"/>
                      <a:pt x="2176" y="2983"/>
                    </a:cubicBezTo>
                    <a:cubicBezTo>
                      <a:pt x="1647" y="4299"/>
                      <a:pt x="1" y="6391"/>
                      <a:pt x="1946" y="6391"/>
                    </a:cubicBezTo>
                    <a:cubicBezTo>
                      <a:pt x="1990" y="6391"/>
                      <a:pt x="2036" y="6390"/>
                      <a:pt x="2083" y="6388"/>
                    </a:cubicBezTo>
                    <a:cubicBezTo>
                      <a:pt x="2667" y="6364"/>
                      <a:pt x="3300" y="3081"/>
                      <a:pt x="3362" y="2079"/>
                    </a:cubicBezTo>
                    <a:cubicBezTo>
                      <a:pt x="3411" y="1282"/>
                      <a:pt x="3823" y="0"/>
                      <a:pt x="35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4" name="Google Shape;6244;p68"/>
              <p:cNvSpPr/>
              <p:nvPr/>
            </p:nvSpPr>
            <p:spPr>
              <a:xfrm>
                <a:off x="5904275" y="3498075"/>
                <a:ext cx="42750" cy="145300"/>
              </a:xfrm>
              <a:custGeom>
                <a:rect b="b" l="l" r="r" t="t"/>
                <a:pathLst>
                  <a:path extrusionOk="0" h="5812" w="1710">
                    <a:moveTo>
                      <a:pt x="1448" y="0"/>
                    </a:moveTo>
                    <a:cubicBezTo>
                      <a:pt x="739" y="0"/>
                      <a:pt x="0" y="5812"/>
                      <a:pt x="214" y="5812"/>
                    </a:cubicBezTo>
                    <a:cubicBezTo>
                      <a:pt x="215" y="5812"/>
                      <a:pt x="215" y="5812"/>
                      <a:pt x="216" y="5812"/>
                    </a:cubicBezTo>
                    <a:cubicBezTo>
                      <a:pt x="578" y="5775"/>
                      <a:pt x="1445" y="1411"/>
                      <a:pt x="1476" y="1036"/>
                    </a:cubicBezTo>
                    <a:cubicBezTo>
                      <a:pt x="1507" y="661"/>
                      <a:pt x="1709" y="52"/>
                      <a:pt x="1476" y="3"/>
                    </a:cubicBezTo>
                    <a:cubicBezTo>
                      <a:pt x="1467" y="1"/>
                      <a:pt x="1458" y="0"/>
                      <a:pt x="14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5" name="Google Shape;6245;p68"/>
              <p:cNvSpPr/>
              <p:nvPr/>
            </p:nvSpPr>
            <p:spPr>
              <a:xfrm>
                <a:off x="5894300" y="3493300"/>
                <a:ext cx="24450" cy="148325"/>
              </a:xfrm>
              <a:custGeom>
                <a:rect b="b" l="l" r="r" t="t"/>
                <a:pathLst>
                  <a:path extrusionOk="0" h="5933" w="978">
                    <a:moveTo>
                      <a:pt x="369" y="1"/>
                    </a:moveTo>
                    <a:cubicBezTo>
                      <a:pt x="302" y="1"/>
                      <a:pt x="257" y="21"/>
                      <a:pt x="252" y="65"/>
                    </a:cubicBezTo>
                    <a:cubicBezTo>
                      <a:pt x="154" y="815"/>
                      <a:pt x="0" y="5382"/>
                      <a:pt x="0" y="5597"/>
                    </a:cubicBezTo>
                    <a:cubicBezTo>
                      <a:pt x="0" y="5758"/>
                      <a:pt x="65" y="5932"/>
                      <a:pt x="150" y="5932"/>
                    </a:cubicBezTo>
                    <a:cubicBezTo>
                      <a:pt x="182" y="5932"/>
                      <a:pt x="217" y="5908"/>
                      <a:pt x="252" y="5849"/>
                    </a:cubicBezTo>
                    <a:cubicBezTo>
                      <a:pt x="375" y="5628"/>
                      <a:pt x="977" y="907"/>
                      <a:pt x="977" y="501"/>
                    </a:cubicBezTo>
                    <a:cubicBezTo>
                      <a:pt x="977" y="195"/>
                      <a:pt x="574" y="1"/>
                      <a:pt x="36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6" name="Google Shape;6246;p68"/>
              <p:cNvSpPr/>
              <p:nvPr/>
            </p:nvSpPr>
            <p:spPr>
              <a:xfrm>
                <a:off x="5906800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183" y="0"/>
                    </a:moveTo>
                    <a:cubicBezTo>
                      <a:pt x="167" y="0"/>
                      <a:pt x="153" y="8"/>
                      <a:pt x="139" y="26"/>
                    </a:cubicBezTo>
                    <a:cubicBezTo>
                      <a:pt x="1" y="212"/>
                      <a:pt x="84" y="1044"/>
                      <a:pt x="252" y="1044"/>
                    </a:cubicBezTo>
                    <a:cubicBezTo>
                      <a:pt x="278" y="1044"/>
                      <a:pt x="306" y="1024"/>
                      <a:pt x="336" y="978"/>
                    </a:cubicBezTo>
                    <a:cubicBezTo>
                      <a:pt x="530" y="679"/>
                      <a:pt x="324" y="0"/>
                      <a:pt x="18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7" name="Google Shape;6247;p68"/>
              <p:cNvSpPr/>
              <p:nvPr/>
            </p:nvSpPr>
            <p:spPr>
              <a:xfrm>
                <a:off x="6041850" y="3219600"/>
                <a:ext cx="41175" cy="26700"/>
              </a:xfrm>
              <a:custGeom>
                <a:rect b="b" l="l" r="r" t="t"/>
                <a:pathLst>
                  <a:path extrusionOk="0" h="1068" w="1647">
                    <a:moveTo>
                      <a:pt x="198" y="0"/>
                    </a:moveTo>
                    <a:cubicBezTo>
                      <a:pt x="61" y="0"/>
                      <a:pt x="1" y="53"/>
                      <a:pt x="54" y="213"/>
                    </a:cubicBezTo>
                    <a:cubicBezTo>
                      <a:pt x="153" y="502"/>
                      <a:pt x="1646" y="1068"/>
                      <a:pt x="1646" y="1068"/>
                    </a:cubicBezTo>
                    <a:lnTo>
                      <a:pt x="1646" y="213"/>
                    </a:lnTo>
                    <a:cubicBezTo>
                      <a:pt x="1052" y="213"/>
                      <a:pt x="472" y="0"/>
                      <a:pt x="19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8" name="Google Shape;6248;p68"/>
              <p:cNvSpPr/>
              <p:nvPr/>
            </p:nvSpPr>
            <p:spPr>
              <a:xfrm>
                <a:off x="60298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51" y="1"/>
                    </a:moveTo>
                    <a:cubicBezTo>
                      <a:pt x="1" y="1"/>
                      <a:pt x="346" y="338"/>
                      <a:pt x="688" y="609"/>
                    </a:cubicBezTo>
                    <a:cubicBezTo>
                      <a:pt x="1078" y="914"/>
                      <a:pt x="1515" y="1401"/>
                      <a:pt x="1912" y="1401"/>
                    </a:cubicBezTo>
                    <a:cubicBezTo>
                      <a:pt x="1947" y="1401"/>
                      <a:pt x="1981" y="1398"/>
                      <a:pt x="2016" y="1390"/>
                    </a:cubicBezTo>
                    <a:cubicBezTo>
                      <a:pt x="2354" y="1310"/>
                      <a:pt x="1395" y="339"/>
                      <a:pt x="516" y="56"/>
                    </a:cubicBezTo>
                    <a:cubicBezTo>
                      <a:pt x="393" y="18"/>
                      <a:pt x="307" y="1"/>
                      <a:pt x="25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9" name="Google Shape;6249;p68"/>
              <p:cNvSpPr/>
              <p:nvPr/>
            </p:nvSpPr>
            <p:spPr>
              <a:xfrm>
                <a:off x="6005225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1015" y="1"/>
                    </a:moveTo>
                    <a:cubicBezTo>
                      <a:pt x="805" y="1"/>
                      <a:pt x="505" y="49"/>
                      <a:pt x="308" y="65"/>
                    </a:cubicBezTo>
                    <a:cubicBezTo>
                      <a:pt x="1" y="89"/>
                      <a:pt x="222" y="747"/>
                      <a:pt x="480" y="858"/>
                    </a:cubicBezTo>
                    <a:cubicBezTo>
                      <a:pt x="520" y="874"/>
                      <a:pt x="562" y="882"/>
                      <a:pt x="604" y="882"/>
                    </a:cubicBezTo>
                    <a:cubicBezTo>
                      <a:pt x="839" y="882"/>
                      <a:pt x="1090" y="646"/>
                      <a:pt x="1200" y="495"/>
                    </a:cubicBezTo>
                    <a:cubicBezTo>
                      <a:pt x="1329" y="317"/>
                      <a:pt x="1310" y="132"/>
                      <a:pt x="1243" y="52"/>
                    </a:cubicBezTo>
                    <a:cubicBezTo>
                      <a:pt x="1211" y="14"/>
                      <a:pt x="1125" y="1"/>
                      <a:pt x="10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0" name="Google Shape;6250;p68"/>
              <p:cNvSpPr/>
              <p:nvPr/>
            </p:nvSpPr>
            <p:spPr>
              <a:xfrm>
                <a:off x="6032325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333" y="1"/>
                    </a:moveTo>
                    <a:cubicBezTo>
                      <a:pt x="331" y="1"/>
                      <a:pt x="328" y="2"/>
                      <a:pt x="325" y="5"/>
                    </a:cubicBezTo>
                    <a:cubicBezTo>
                      <a:pt x="1" y="341"/>
                      <a:pt x="128" y="2662"/>
                      <a:pt x="302" y="2662"/>
                    </a:cubicBezTo>
                    <a:cubicBezTo>
                      <a:pt x="309" y="2662"/>
                      <a:pt x="317" y="2658"/>
                      <a:pt x="325" y="2649"/>
                    </a:cubicBezTo>
                    <a:cubicBezTo>
                      <a:pt x="509" y="2421"/>
                      <a:pt x="497" y="2286"/>
                      <a:pt x="405" y="1751"/>
                    </a:cubicBezTo>
                    <a:cubicBezTo>
                      <a:pt x="309" y="1234"/>
                      <a:pt x="410" y="1"/>
                      <a:pt x="33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1" name="Google Shape;6251;p68"/>
              <p:cNvSpPr/>
              <p:nvPr/>
            </p:nvSpPr>
            <p:spPr>
              <a:xfrm>
                <a:off x="6023825" y="4278425"/>
                <a:ext cx="11250" cy="67050"/>
              </a:xfrm>
              <a:custGeom>
                <a:rect b="b" l="l" r="r" t="t"/>
                <a:pathLst>
                  <a:path extrusionOk="0" h="2682" w="450">
                    <a:moveTo>
                      <a:pt x="225" y="0"/>
                    </a:moveTo>
                    <a:cubicBezTo>
                      <a:pt x="224" y="0"/>
                      <a:pt x="223" y="1"/>
                      <a:pt x="222" y="2"/>
                    </a:cubicBezTo>
                    <a:cubicBezTo>
                      <a:pt x="1" y="265"/>
                      <a:pt x="146" y="2682"/>
                      <a:pt x="290" y="2682"/>
                    </a:cubicBezTo>
                    <a:cubicBezTo>
                      <a:pt x="294" y="2682"/>
                      <a:pt x="298" y="2680"/>
                      <a:pt x="302" y="2676"/>
                    </a:cubicBezTo>
                    <a:cubicBezTo>
                      <a:pt x="443" y="2528"/>
                      <a:pt x="449" y="2412"/>
                      <a:pt x="351" y="1852"/>
                    </a:cubicBezTo>
                    <a:cubicBezTo>
                      <a:pt x="255" y="1311"/>
                      <a:pt x="265" y="0"/>
                      <a:pt x="2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2" name="Google Shape;6252;p68"/>
              <p:cNvSpPr/>
              <p:nvPr/>
            </p:nvSpPr>
            <p:spPr>
              <a:xfrm>
                <a:off x="6016150" y="4282925"/>
                <a:ext cx="11850" cy="69550"/>
              </a:xfrm>
              <a:custGeom>
                <a:rect b="b" l="l" r="r" t="t"/>
                <a:pathLst>
                  <a:path extrusionOk="0" h="2782" w="474">
                    <a:moveTo>
                      <a:pt x="271" y="0"/>
                    </a:moveTo>
                    <a:cubicBezTo>
                      <a:pt x="99" y="62"/>
                      <a:pt x="0" y="1076"/>
                      <a:pt x="148" y="2133"/>
                    </a:cubicBezTo>
                    <a:cubicBezTo>
                      <a:pt x="234" y="2728"/>
                      <a:pt x="307" y="2781"/>
                      <a:pt x="368" y="2781"/>
                    </a:cubicBezTo>
                    <a:cubicBezTo>
                      <a:pt x="381" y="2781"/>
                      <a:pt x="394" y="2779"/>
                      <a:pt x="406" y="2779"/>
                    </a:cubicBezTo>
                    <a:cubicBezTo>
                      <a:pt x="474" y="2779"/>
                      <a:pt x="271" y="1857"/>
                      <a:pt x="271" y="1217"/>
                    </a:cubicBez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3" name="Google Shape;6253;p68"/>
              <p:cNvSpPr/>
              <p:nvPr/>
            </p:nvSpPr>
            <p:spPr>
              <a:xfrm>
                <a:off x="6004461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355" y="0"/>
                    </a:moveTo>
                    <a:cubicBezTo>
                      <a:pt x="315" y="0"/>
                      <a:pt x="0" y="1490"/>
                      <a:pt x="101" y="2177"/>
                    </a:cubicBezTo>
                    <a:cubicBezTo>
                      <a:pt x="133" y="2389"/>
                      <a:pt x="214" y="2484"/>
                      <a:pt x="284" y="2484"/>
                    </a:cubicBezTo>
                    <a:cubicBezTo>
                      <a:pt x="362" y="2484"/>
                      <a:pt x="425" y="2366"/>
                      <a:pt x="390" y="2158"/>
                    </a:cubicBezTo>
                    <a:cubicBezTo>
                      <a:pt x="322" y="1765"/>
                      <a:pt x="371" y="142"/>
                      <a:pt x="359" y="7"/>
                    </a:cubicBezTo>
                    <a:cubicBezTo>
                      <a:pt x="358" y="2"/>
                      <a:pt x="357" y="0"/>
                      <a:pt x="3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4" name="Google Shape;6254;p68"/>
              <p:cNvSpPr/>
              <p:nvPr/>
            </p:nvSpPr>
            <p:spPr>
              <a:xfrm>
                <a:off x="5998861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74" y="0"/>
                    </a:moveTo>
                    <a:cubicBezTo>
                      <a:pt x="254" y="0"/>
                      <a:pt x="29" y="814"/>
                      <a:pt x="5" y="1296"/>
                    </a:cubicBezTo>
                    <a:cubicBezTo>
                      <a:pt x="0" y="1383"/>
                      <a:pt x="15" y="1429"/>
                      <a:pt x="39" y="1429"/>
                    </a:cubicBezTo>
                    <a:cubicBezTo>
                      <a:pt x="112" y="1429"/>
                      <a:pt x="275" y="1004"/>
                      <a:pt x="275" y="6"/>
                    </a:cubicBezTo>
                    <a:cubicBezTo>
                      <a:pt x="275" y="2"/>
                      <a:pt x="275" y="0"/>
                      <a:pt x="2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5" name="Google Shape;6255;p68"/>
              <p:cNvSpPr/>
              <p:nvPr/>
            </p:nvSpPr>
            <p:spPr>
              <a:xfrm>
                <a:off x="5982800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930" y="0"/>
                    </a:moveTo>
                    <a:cubicBezTo>
                      <a:pt x="728" y="0"/>
                      <a:pt x="220" y="321"/>
                      <a:pt x="117" y="449"/>
                    </a:cubicBezTo>
                    <a:cubicBezTo>
                      <a:pt x="1" y="602"/>
                      <a:pt x="93" y="1303"/>
                      <a:pt x="203" y="1352"/>
                    </a:cubicBezTo>
                    <a:cubicBezTo>
                      <a:pt x="207" y="1354"/>
                      <a:pt x="211" y="1355"/>
                      <a:pt x="215" y="1355"/>
                    </a:cubicBezTo>
                    <a:cubicBezTo>
                      <a:pt x="316" y="1355"/>
                      <a:pt x="425" y="760"/>
                      <a:pt x="603" y="535"/>
                    </a:cubicBezTo>
                    <a:cubicBezTo>
                      <a:pt x="794" y="295"/>
                      <a:pt x="1046" y="154"/>
                      <a:pt x="1009" y="43"/>
                    </a:cubicBezTo>
                    <a:cubicBezTo>
                      <a:pt x="998" y="13"/>
                      <a:pt x="970" y="0"/>
                      <a:pt x="9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6" name="Google Shape;6256;p68"/>
              <p:cNvSpPr/>
              <p:nvPr/>
            </p:nvSpPr>
            <p:spPr>
              <a:xfrm>
                <a:off x="6092250" y="3665425"/>
                <a:ext cx="85125" cy="242725"/>
              </a:xfrm>
              <a:custGeom>
                <a:rect b="b" l="l" r="r" t="t"/>
                <a:pathLst>
                  <a:path extrusionOk="0" h="9709" w="3405">
                    <a:moveTo>
                      <a:pt x="2898" y="1"/>
                    </a:moveTo>
                    <a:cubicBezTo>
                      <a:pt x="2262" y="1"/>
                      <a:pt x="1" y="1344"/>
                      <a:pt x="24" y="1749"/>
                    </a:cubicBezTo>
                    <a:cubicBezTo>
                      <a:pt x="84" y="2817"/>
                      <a:pt x="759" y="9708"/>
                      <a:pt x="1094" y="9708"/>
                    </a:cubicBezTo>
                    <a:cubicBezTo>
                      <a:pt x="1102" y="9708"/>
                      <a:pt x="1110" y="9704"/>
                      <a:pt x="1118" y="9696"/>
                    </a:cubicBezTo>
                    <a:cubicBezTo>
                      <a:pt x="1444" y="9352"/>
                      <a:pt x="3404" y="279"/>
                      <a:pt x="3017" y="27"/>
                    </a:cubicBezTo>
                    <a:cubicBezTo>
                      <a:pt x="2989" y="9"/>
                      <a:pt x="2949" y="1"/>
                      <a:pt x="289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7" name="Google Shape;6257;p68"/>
              <p:cNvSpPr/>
              <p:nvPr/>
            </p:nvSpPr>
            <p:spPr>
              <a:xfrm>
                <a:off x="6120175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2406" y="1"/>
                    </a:moveTo>
                    <a:cubicBezTo>
                      <a:pt x="2394" y="1"/>
                      <a:pt x="2383" y="24"/>
                      <a:pt x="2373" y="77"/>
                    </a:cubicBezTo>
                    <a:cubicBezTo>
                      <a:pt x="2275" y="612"/>
                      <a:pt x="1058" y="7355"/>
                      <a:pt x="812" y="8357"/>
                    </a:cubicBezTo>
                    <a:cubicBezTo>
                      <a:pt x="560" y="9353"/>
                      <a:pt x="1" y="12444"/>
                      <a:pt x="345" y="12635"/>
                    </a:cubicBezTo>
                    <a:cubicBezTo>
                      <a:pt x="447" y="12691"/>
                      <a:pt x="518" y="12715"/>
                      <a:pt x="578" y="12715"/>
                    </a:cubicBezTo>
                    <a:cubicBezTo>
                      <a:pt x="714" y="12715"/>
                      <a:pt x="787" y="12585"/>
                      <a:pt x="1027" y="12414"/>
                    </a:cubicBezTo>
                    <a:cubicBezTo>
                      <a:pt x="1138" y="12337"/>
                      <a:pt x="1247" y="12307"/>
                      <a:pt x="1353" y="12307"/>
                    </a:cubicBezTo>
                    <a:cubicBezTo>
                      <a:pt x="1725" y="12307"/>
                      <a:pt x="2066" y="12670"/>
                      <a:pt x="2329" y="12670"/>
                    </a:cubicBezTo>
                    <a:cubicBezTo>
                      <a:pt x="2394" y="12670"/>
                      <a:pt x="2454" y="12647"/>
                      <a:pt x="2509" y="12592"/>
                    </a:cubicBezTo>
                    <a:cubicBezTo>
                      <a:pt x="2853" y="12242"/>
                      <a:pt x="2521" y="1337"/>
                      <a:pt x="2552" y="1024"/>
                    </a:cubicBezTo>
                    <a:cubicBezTo>
                      <a:pt x="2578" y="757"/>
                      <a:pt x="2475" y="1"/>
                      <a:pt x="240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8" name="Google Shape;6258;p68"/>
              <p:cNvSpPr/>
              <p:nvPr/>
            </p:nvSpPr>
            <p:spPr>
              <a:xfrm>
                <a:off x="6132625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1658" y="1"/>
                    </a:moveTo>
                    <a:cubicBezTo>
                      <a:pt x="1511" y="1"/>
                      <a:pt x="252" y="6998"/>
                      <a:pt x="130" y="7310"/>
                    </a:cubicBezTo>
                    <a:cubicBezTo>
                      <a:pt x="1" y="7623"/>
                      <a:pt x="7" y="9000"/>
                      <a:pt x="68" y="9406"/>
                    </a:cubicBezTo>
                    <a:cubicBezTo>
                      <a:pt x="95" y="9581"/>
                      <a:pt x="230" y="9656"/>
                      <a:pt x="381" y="9656"/>
                    </a:cubicBezTo>
                    <a:cubicBezTo>
                      <a:pt x="574" y="9656"/>
                      <a:pt x="794" y="9534"/>
                      <a:pt x="849" y="9344"/>
                    </a:cubicBezTo>
                    <a:cubicBezTo>
                      <a:pt x="941" y="9000"/>
                      <a:pt x="1543" y="5208"/>
                      <a:pt x="1820" y="3616"/>
                    </a:cubicBezTo>
                    <a:cubicBezTo>
                      <a:pt x="2103" y="2017"/>
                      <a:pt x="2103" y="284"/>
                      <a:pt x="1660" y="1"/>
                    </a:cubicBezTo>
                    <a:cubicBezTo>
                      <a:pt x="1660" y="1"/>
                      <a:pt x="1659" y="1"/>
                      <a:pt x="165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68"/>
              <p:cNvSpPr/>
              <p:nvPr/>
            </p:nvSpPr>
            <p:spPr>
              <a:xfrm>
                <a:off x="6119050" y="4010450"/>
                <a:ext cx="37625" cy="158800"/>
              </a:xfrm>
              <a:custGeom>
                <a:rect b="b" l="l" r="r" t="t"/>
                <a:pathLst>
                  <a:path extrusionOk="0" h="6352" w="1505">
                    <a:moveTo>
                      <a:pt x="275" y="1"/>
                    </a:moveTo>
                    <a:cubicBezTo>
                      <a:pt x="0" y="1"/>
                      <a:pt x="335" y="5886"/>
                      <a:pt x="427" y="6320"/>
                    </a:cubicBezTo>
                    <a:cubicBezTo>
                      <a:pt x="431" y="6342"/>
                      <a:pt x="438" y="6352"/>
                      <a:pt x="447" y="6352"/>
                    </a:cubicBezTo>
                    <a:cubicBezTo>
                      <a:pt x="613" y="6352"/>
                      <a:pt x="1504" y="2429"/>
                      <a:pt x="1416" y="1593"/>
                    </a:cubicBezTo>
                    <a:cubicBezTo>
                      <a:pt x="1373" y="1175"/>
                      <a:pt x="562" y="63"/>
                      <a:pt x="279" y="1"/>
                    </a:cubicBezTo>
                    <a:cubicBezTo>
                      <a:pt x="278" y="1"/>
                      <a:pt x="276" y="1"/>
                      <a:pt x="2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0" name="Google Shape;6260;p68"/>
              <p:cNvSpPr/>
              <p:nvPr/>
            </p:nvSpPr>
            <p:spPr>
              <a:xfrm>
                <a:off x="6086225" y="3419325"/>
                <a:ext cx="94625" cy="272775"/>
              </a:xfrm>
              <a:custGeom>
                <a:rect b="b" l="l" r="r" t="t"/>
                <a:pathLst>
                  <a:path extrusionOk="0" h="10911" w="3785">
                    <a:moveTo>
                      <a:pt x="3246" y="1"/>
                    </a:moveTo>
                    <a:cubicBezTo>
                      <a:pt x="3231" y="1"/>
                      <a:pt x="3215" y="7"/>
                      <a:pt x="3197" y="18"/>
                    </a:cubicBezTo>
                    <a:cubicBezTo>
                      <a:pt x="2576" y="424"/>
                      <a:pt x="713" y="602"/>
                      <a:pt x="775" y="731"/>
                    </a:cubicBezTo>
                    <a:cubicBezTo>
                      <a:pt x="842" y="860"/>
                      <a:pt x="1826" y="1598"/>
                      <a:pt x="2010" y="2188"/>
                    </a:cubicBezTo>
                    <a:cubicBezTo>
                      <a:pt x="2201" y="2784"/>
                      <a:pt x="2545" y="7966"/>
                      <a:pt x="2109" y="8531"/>
                    </a:cubicBezTo>
                    <a:cubicBezTo>
                      <a:pt x="1666" y="9091"/>
                      <a:pt x="0" y="10843"/>
                      <a:pt x="203" y="10904"/>
                    </a:cubicBezTo>
                    <a:cubicBezTo>
                      <a:pt x="219" y="10909"/>
                      <a:pt x="236" y="10911"/>
                      <a:pt x="255" y="10911"/>
                    </a:cubicBezTo>
                    <a:cubicBezTo>
                      <a:pt x="748" y="10911"/>
                      <a:pt x="2495" y="9461"/>
                      <a:pt x="2951" y="9343"/>
                    </a:cubicBezTo>
                    <a:cubicBezTo>
                      <a:pt x="3057" y="9314"/>
                      <a:pt x="3158" y="9306"/>
                      <a:pt x="3251" y="9306"/>
                    </a:cubicBezTo>
                    <a:cubicBezTo>
                      <a:pt x="3358" y="9306"/>
                      <a:pt x="3454" y="9316"/>
                      <a:pt x="3533" y="9316"/>
                    </a:cubicBezTo>
                    <a:cubicBezTo>
                      <a:pt x="3691" y="9316"/>
                      <a:pt x="3784" y="9276"/>
                      <a:pt x="3768" y="9036"/>
                    </a:cubicBezTo>
                    <a:cubicBezTo>
                      <a:pt x="3738" y="8562"/>
                      <a:pt x="3406" y="4997"/>
                      <a:pt x="3326" y="3540"/>
                    </a:cubicBezTo>
                    <a:cubicBezTo>
                      <a:pt x="3250" y="2143"/>
                      <a:pt x="3535" y="1"/>
                      <a:pt x="324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1" name="Google Shape;6261;p68"/>
              <p:cNvSpPr/>
              <p:nvPr/>
            </p:nvSpPr>
            <p:spPr>
              <a:xfrm>
                <a:off x="6084225" y="3583950"/>
                <a:ext cx="54875" cy="84475"/>
              </a:xfrm>
              <a:custGeom>
                <a:rect b="b" l="l" r="r" t="t"/>
                <a:pathLst>
                  <a:path extrusionOk="0" h="3379" w="2195">
                    <a:moveTo>
                      <a:pt x="1909" y="0"/>
                    </a:moveTo>
                    <a:cubicBezTo>
                      <a:pt x="1505" y="0"/>
                      <a:pt x="576" y="549"/>
                      <a:pt x="412" y="852"/>
                    </a:cubicBezTo>
                    <a:cubicBezTo>
                      <a:pt x="203" y="1227"/>
                      <a:pt x="0" y="1381"/>
                      <a:pt x="105" y="3354"/>
                    </a:cubicBezTo>
                    <a:cubicBezTo>
                      <a:pt x="106" y="3371"/>
                      <a:pt x="114" y="3378"/>
                      <a:pt x="130" y="3378"/>
                    </a:cubicBezTo>
                    <a:cubicBezTo>
                      <a:pt x="331" y="3378"/>
                      <a:pt x="1691" y="2043"/>
                      <a:pt x="1851" y="1694"/>
                    </a:cubicBezTo>
                    <a:cubicBezTo>
                      <a:pt x="2023" y="1320"/>
                      <a:pt x="2195" y="477"/>
                      <a:pt x="2090" y="102"/>
                    </a:cubicBezTo>
                    <a:cubicBezTo>
                      <a:pt x="2070" y="31"/>
                      <a:pt x="2004" y="0"/>
                      <a:pt x="190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2" name="Google Shape;6262;p68"/>
              <p:cNvSpPr/>
              <p:nvPr/>
            </p:nvSpPr>
            <p:spPr>
              <a:xfrm>
                <a:off x="6086825" y="3530650"/>
                <a:ext cx="48750" cy="64700"/>
              </a:xfrm>
              <a:custGeom>
                <a:rect b="b" l="l" r="r" t="t"/>
                <a:pathLst>
                  <a:path extrusionOk="0" h="2588" w="1950">
                    <a:moveTo>
                      <a:pt x="1596" y="0"/>
                    </a:moveTo>
                    <a:cubicBezTo>
                      <a:pt x="1192" y="0"/>
                      <a:pt x="367" y="287"/>
                      <a:pt x="204" y="489"/>
                    </a:cubicBezTo>
                    <a:cubicBezTo>
                      <a:pt x="1" y="741"/>
                      <a:pt x="69" y="2327"/>
                      <a:pt x="204" y="2579"/>
                    </a:cubicBezTo>
                    <a:cubicBezTo>
                      <a:pt x="207" y="2585"/>
                      <a:pt x="214" y="2588"/>
                      <a:pt x="223" y="2588"/>
                    </a:cubicBezTo>
                    <a:cubicBezTo>
                      <a:pt x="396" y="2588"/>
                      <a:pt x="1549" y="1644"/>
                      <a:pt x="1747" y="1644"/>
                    </a:cubicBezTo>
                    <a:cubicBezTo>
                      <a:pt x="1949" y="1644"/>
                      <a:pt x="1919" y="329"/>
                      <a:pt x="1814" y="77"/>
                    </a:cubicBezTo>
                    <a:cubicBezTo>
                      <a:pt x="1791" y="23"/>
                      <a:pt x="1711" y="0"/>
                      <a:pt x="159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3" name="Google Shape;6263;p68"/>
              <p:cNvSpPr/>
              <p:nvPr/>
            </p:nvSpPr>
            <p:spPr>
              <a:xfrm>
                <a:off x="6085750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1280" y="0"/>
                    </a:moveTo>
                    <a:cubicBezTo>
                      <a:pt x="1176" y="0"/>
                      <a:pt x="1089" y="3"/>
                      <a:pt x="1027" y="3"/>
                    </a:cubicBezTo>
                    <a:cubicBezTo>
                      <a:pt x="93" y="3"/>
                      <a:pt x="1" y="482"/>
                      <a:pt x="1" y="1921"/>
                    </a:cubicBezTo>
                    <a:cubicBezTo>
                      <a:pt x="1" y="3178"/>
                      <a:pt x="123" y="4523"/>
                      <a:pt x="1298" y="4523"/>
                    </a:cubicBezTo>
                    <a:cubicBezTo>
                      <a:pt x="1467" y="4523"/>
                      <a:pt x="1659" y="4495"/>
                      <a:pt x="1876" y="4435"/>
                    </a:cubicBezTo>
                    <a:cubicBezTo>
                      <a:pt x="3591" y="3955"/>
                      <a:pt x="3683" y="2579"/>
                      <a:pt x="3345" y="1232"/>
                    </a:cubicBezTo>
                    <a:cubicBezTo>
                      <a:pt x="3051" y="85"/>
                      <a:pt x="1879" y="0"/>
                      <a:pt x="128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4" name="Google Shape;6264;p68"/>
              <p:cNvSpPr/>
              <p:nvPr/>
            </p:nvSpPr>
            <p:spPr>
              <a:xfrm>
                <a:off x="6088525" y="3486250"/>
                <a:ext cx="42750" cy="43250"/>
              </a:xfrm>
              <a:custGeom>
                <a:rect b="b" l="l" r="r" t="t"/>
                <a:pathLst>
                  <a:path extrusionOk="0" h="1730" w="1710">
                    <a:moveTo>
                      <a:pt x="1004" y="1"/>
                    </a:moveTo>
                    <a:cubicBezTo>
                      <a:pt x="667" y="1"/>
                      <a:pt x="275" y="96"/>
                      <a:pt x="173" y="169"/>
                    </a:cubicBezTo>
                    <a:cubicBezTo>
                      <a:pt x="1" y="298"/>
                      <a:pt x="31" y="1515"/>
                      <a:pt x="173" y="1669"/>
                    </a:cubicBezTo>
                    <a:cubicBezTo>
                      <a:pt x="211" y="1711"/>
                      <a:pt x="275" y="1729"/>
                      <a:pt x="355" y="1729"/>
                    </a:cubicBezTo>
                    <a:cubicBezTo>
                      <a:pt x="699" y="1729"/>
                      <a:pt x="1342" y="1399"/>
                      <a:pt x="1506" y="1324"/>
                    </a:cubicBezTo>
                    <a:cubicBezTo>
                      <a:pt x="1709" y="1232"/>
                      <a:pt x="1679" y="476"/>
                      <a:pt x="1506" y="169"/>
                    </a:cubicBezTo>
                    <a:cubicBezTo>
                      <a:pt x="1437" y="44"/>
                      <a:pt x="1233" y="1"/>
                      <a:pt x="10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5" name="Google Shape;6265;p68"/>
              <p:cNvSpPr/>
              <p:nvPr/>
            </p:nvSpPr>
            <p:spPr>
              <a:xfrm>
                <a:off x="6091450" y="3448550"/>
                <a:ext cx="36450" cy="32550"/>
              </a:xfrm>
              <a:custGeom>
                <a:rect b="b" l="l" r="r" t="t"/>
                <a:pathLst>
                  <a:path extrusionOk="0" h="1302" w="1458">
                    <a:moveTo>
                      <a:pt x="374" y="1"/>
                    </a:moveTo>
                    <a:cubicBezTo>
                      <a:pt x="321" y="1"/>
                      <a:pt x="280" y="26"/>
                      <a:pt x="258" y="85"/>
                    </a:cubicBezTo>
                    <a:cubicBezTo>
                      <a:pt x="160" y="352"/>
                      <a:pt x="1" y="1281"/>
                      <a:pt x="154" y="1281"/>
                    </a:cubicBezTo>
                    <a:cubicBezTo>
                      <a:pt x="163" y="1281"/>
                      <a:pt x="173" y="1278"/>
                      <a:pt x="185" y="1271"/>
                    </a:cubicBezTo>
                    <a:cubicBezTo>
                      <a:pt x="244" y="1236"/>
                      <a:pt x="335" y="1223"/>
                      <a:pt x="439" y="1223"/>
                    </a:cubicBezTo>
                    <a:cubicBezTo>
                      <a:pt x="699" y="1223"/>
                      <a:pt x="1046" y="1302"/>
                      <a:pt x="1217" y="1302"/>
                    </a:cubicBezTo>
                    <a:cubicBezTo>
                      <a:pt x="1457" y="1302"/>
                      <a:pt x="1383" y="927"/>
                      <a:pt x="1180" y="644"/>
                    </a:cubicBezTo>
                    <a:cubicBezTo>
                      <a:pt x="1017" y="422"/>
                      <a:pt x="592" y="1"/>
                      <a:pt x="37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6" name="Google Shape;6266;p68"/>
              <p:cNvSpPr/>
              <p:nvPr/>
            </p:nvSpPr>
            <p:spPr>
              <a:xfrm>
                <a:off x="608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2865" y="1"/>
                    </a:moveTo>
                    <a:cubicBezTo>
                      <a:pt x="2788" y="1"/>
                      <a:pt x="2725" y="5"/>
                      <a:pt x="2680" y="14"/>
                    </a:cubicBezTo>
                    <a:cubicBezTo>
                      <a:pt x="2207" y="112"/>
                      <a:pt x="0" y="1612"/>
                      <a:pt x="363" y="1901"/>
                    </a:cubicBezTo>
                    <a:cubicBezTo>
                      <a:pt x="497" y="2009"/>
                      <a:pt x="680" y="2060"/>
                      <a:pt x="895" y="2060"/>
                    </a:cubicBezTo>
                    <a:cubicBezTo>
                      <a:pt x="1437" y="2060"/>
                      <a:pt x="2182" y="1737"/>
                      <a:pt x="2864" y="1200"/>
                    </a:cubicBezTo>
                    <a:cubicBezTo>
                      <a:pt x="3197" y="935"/>
                      <a:pt x="3853" y="880"/>
                      <a:pt x="4482" y="880"/>
                    </a:cubicBezTo>
                    <a:cubicBezTo>
                      <a:pt x="4939" y="880"/>
                      <a:pt x="5381" y="909"/>
                      <a:pt x="5674" y="909"/>
                    </a:cubicBezTo>
                    <a:cubicBezTo>
                      <a:pt x="5960" y="909"/>
                      <a:pt x="6104" y="881"/>
                      <a:pt x="5981" y="770"/>
                    </a:cubicBezTo>
                    <a:cubicBezTo>
                      <a:pt x="5531" y="370"/>
                      <a:pt x="3583" y="1"/>
                      <a:pt x="286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7" name="Google Shape;6267;p68"/>
              <p:cNvSpPr/>
              <p:nvPr/>
            </p:nvSpPr>
            <p:spPr>
              <a:xfrm>
                <a:off x="6142550" y="3281725"/>
                <a:ext cx="104750" cy="142325"/>
              </a:xfrm>
              <a:custGeom>
                <a:rect b="b" l="l" r="r" t="t"/>
                <a:pathLst>
                  <a:path extrusionOk="0" h="5693" w="4190">
                    <a:moveTo>
                      <a:pt x="2276" y="1"/>
                    </a:moveTo>
                    <a:cubicBezTo>
                      <a:pt x="1248" y="1"/>
                      <a:pt x="60" y="790"/>
                      <a:pt x="15" y="992"/>
                    </a:cubicBezTo>
                    <a:cubicBezTo>
                      <a:pt x="1" y="1059"/>
                      <a:pt x="92" y="1076"/>
                      <a:pt x="249" y="1076"/>
                    </a:cubicBezTo>
                    <a:cubicBezTo>
                      <a:pt x="422" y="1076"/>
                      <a:pt x="674" y="1055"/>
                      <a:pt x="952" y="1055"/>
                    </a:cubicBezTo>
                    <a:cubicBezTo>
                      <a:pt x="1473" y="1055"/>
                      <a:pt x="2085" y="1129"/>
                      <a:pt x="2437" y="1551"/>
                    </a:cubicBezTo>
                    <a:cubicBezTo>
                      <a:pt x="3194" y="2445"/>
                      <a:pt x="4129" y="5692"/>
                      <a:pt x="4186" y="5692"/>
                    </a:cubicBezTo>
                    <a:cubicBezTo>
                      <a:pt x="4188" y="5692"/>
                      <a:pt x="4189" y="5689"/>
                      <a:pt x="4189" y="5682"/>
                    </a:cubicBezTo>
                    <a:cubicBezTo>
                      <a:pt x="4189" y="5461"/>
                      <a:pt x="3851" y="1072"/>
                      <a:pt x="3341" y="457"/>
                    </a:cubicBezTo>
                    <a:cubicBezTo>
                      <a:pt x="3065" y="124"/>
                      <a:pt x="2683" y="1"/>
                      <a:pt x="22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8" name="Google Shape;6268;p68"/>
              <p:cNvSpPr/>
              <p:nvPr/>
            </p:nvSpPr>
            <p:spPr>
              <a:xfrm>
                <a:off x="6187125" y="3331225"/>
                <a:ext cx="95625" cy="159800"/>
              </a:xfrm>
              <a:custGeom>
                <a:rect b="b" l="l" r="r" t="t"/>
                <a:pathLst>
                  <a:path extrusionOk="0" h="6392" w="3825">
                    <a:moveTo>
                      <a:pt x="319" y="0"/>
                    </a:moveTo>
                    <a:cubicBezTo>
                      <a:pt x="1" y="0"/>
                      <a:pt x="408" y="1282"/>
                      <a:pt x="458" y="2079"/>
                    </a:cubicBezTo>
                    <a:cubicBezTo>
                      <a:pt x="519" y="3081"/>
                      <a:pt x="1158" y="6364"/>
                      <a:pt x="1736" y="6388"/>
                    </a:cubicBezTo>
                    <a:cubicBezTo>
                      <a:pt x="1784" y="6390"/>
                      <a:pt x="1830" y="6391"/>
                      <a:pt x="1874" y="6391"/>
                    </a:cubicBezTo>
                    <a:cubicBezTo>
                      <a:pt x="3825" y="6391"/>
                      <a:pt x="2179" y="4299"/>
                      <a:pt x="1644" y="2983"/>
                    </a:cubicBezTo>
                    <a:cubicBezTo>
                      <a:pt x="1134" y="1729"/>
                      <a:pt x="974" y="537"/>
                      <a:pt x="710" y="266"/>
                    </a:cubicBezTo>
                    <a:cubicBezTo>
                      <a:pt x="523" y="80"/>
                      <a:pt x="399" y="0"/>
                      <a:pt x="31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9" name="Google Shape;6269;p68"/>
              <p:cNvSpPr/>
              <p:nvPr/>
            </p:nvSpPr>
            <p:spPr>
              <a:xfrm>
                <a:off x="6219000" y="3498075"/>
                <a:ext cx="42900" cy="145300"/>
              </a:xfrm>
              <a:custGeom>
                <a:rect b="b" l="l" r="r" t="t"/>
                <a:pathLst>
                  <a:path extrusionOk="0" h="5812" w="1716">
                    <a:moveTo>
                      <a:pt x="267" y="0"/>
                    </a:moveTo>
                    <a:cubicBezTo>
                      <a:pt x="258" y="0"/>
                      <a:pt x="249" y="1"/>
                      <a:pt x="240" y="3"/>
                    </a:cubicBezTo>
                    <a:cubicBezTo>
                      <a:pt x="0" y="52"/>
                      <a:pt x="209" y="661"/>
                      <a:pt x="240" y="1036"/>
                    </a:cubicBezTo>
                    <a:cubicBezTo>
                      <a:pt x="271" y="1411"/>
                      <a:pt x="1131" y="5775"/>
                      <a:pt x="1500" y="5812"/>
                    </a:cubicBezTo>
                    <a:cubicBezTo>
                      <a:pt x="1500" y="5812"/>
                      <a:pt x="1501" y="5812"/>
                      <a:pt x="1501" y="5812"/>
                    </a:cubicBezTo>
                    <a:cubicBezTo>
                      <a:pt x="1715" y="5812"/>
                      <a:pt x="977" y="0"/>
                      <a:pt x="2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0" name="Google Shape;6270;p68"/>
              <p:cNvSpPr/>
              <p:nvPr/>
            </p:nvSpPr>
            <p:spPr>
              <a:xfrm>
                <a:off x="6247275" y="3493300"/>
                <a:ext cx="24600" cy="148325"/>
              </a:xfrm>
              <a:custGeom>
                <a:rect b="b" l="l" r="r" t="t"/>
                <a:pathLst>
                  <a:path extrusionOk="0" h="5933" w="984">
                    <a:moveTo>
                      <a:pt x="614" y="1"/>
                    </a:moveTo>
                    <a:cubicBezTo>
                      <a:pt x="407" y="1"/>
                      <a:pt x="0" y="195"/>
                      <a:pt x="0" y="501"/>
                    </a:cubicBezTo>
                    <a:cubicBezTo>
                      <a:pt x="0" y="907"/>
                      <a:pt x="609" y="5628"/>
                      <a:pt x="732" y="5849"/>
                    </a:cubicBezTo>
                    <a:cubicBezTo>
                      <a:pt x="765" y="5908"/>
                      <a:pt x="799" y="5932"/>
                      <a:pt x="831" y="5932"/>
                    </a:cubicBezTo>
                    <a:cubicBezTo>
                      <a:pt x="915" y="5932"/>
                      <a:pt x="984" y="5758"/>
                      <a:pt x="984" y="5597"/>
                    </a:cubicBezTo>
                    <a:cubicBezTo>
                      <a:pt x="984" y="5382"/>
                      <a:pt x="830" y="815"/>
                      <a:pt x="732" y="65"/>
                    </a:cubicBezTo>
                    <a:cubicBezTo>
                      <a:pt x="727" y="21"/>
                      <a:pt x="681" y="1"/>
                      <a:pt x="6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1" name="Google Shape;6271;p68"/>
              <p:cNvSpPr/>
              <p:nvPr/>
            </p:nvSpPr>
            <p:spPr>
              <a:xfrm>
                <a:off x="6248650" y="3646700"/>
                <a:ext cx="37200" cy="53575"/>
              </a:xfrm>
              <a:custGeom>
                <a:rect b="b" l="l" r="r" t="t"/>
                <a:pathLst>
                  <a:path extrusionOk="0" h="2143" w="1488">
                    <a:moveTo>
                      <a:pt x="762" y="1"/>
                    </a:moveTo>
                    <a:cubicBezTo>
                      <a:pt x="452" y="1"/>
                      <a:pt x="69" y="1118"/>
                      <a:pt x="19" y="1563"/>
                    </a:cubicBezTo>
                    <a:cubicBezTo>
                      <a:pt x="0" y="1735"/>
                      <a:pt x="683" y="1582"/>
                      <a:pt x="1199" y="2104"/>
                    </a:cubicBezTo>
                    <a:cubicBezTo>
                      <a:pt x="1225" y="2131"/>
                      <a:pt x="1247" y="2143"/>
                      <a:pt x="1265" y="2143"/>
                    </a:cubicBezTo>
                    <a:cubicBezTo>
                      <a:pt x="1488" y="2143"/>
                      <a:pt x="1150" y="300"/>
                      <a:pt x="855" y="39"/>
                    </a:cubicBezTo>
                    <a:cubicBezTo>
                      <a:pt x="825" y="13"/>
                      <a:pt x="794" y="1"/>
                      <a:pt x="7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2" name="Google Shape;6272;p68"/>
              <p:cNvSpPr/>
              <p:nvPr/>
            </p:nvSpPr>
            <p:spPr>
              <a:xfrm>
                <a:off x="625822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831" y="1"/>
                    </a:moveTo>
                    <a:cubicBezTo>
                      <a:pt x="495" y="1"/>
                      <a:pt x="661" y="626"/>
                      <a:pt x="632" y="876"/>
                    </a:cubicBezTo>
                    <a:cubicBezTo>
                      <a:pt x="601" y="1131"/>
                      <a:pt x="1" y="1884"/>
                      <a:pt x="265" y="1884"/>
                    </a:cubicBezTo>
                    <a:cubicBezTo>
                      <a:pt x="268" y="1884"/>
                      <a:pt x="272" y="1884"/>
                      <a:pt x="275" y="1884"/>
                    </a:cubicBezTo>
                    <a:cubicBezTo>
                      <a:pt x="570" y="1859"/>
                      <a:pt x="921" y="1134"/>
                      <a:pt x="982" y="851"/>
                    </a:cubicBezTo>
                    <a:cubicBezTo>
                      <a:pt x="1043" y="568"/>
                      <a:pt x="1142" y="40"/>
                      <a:pt x="865" y="3"/>
                    </a:cubicBezTo>
                    <a:cubicBezTo>
                      <a:pt x="853" y="1"/>
                      <a:pt x="842" y="1"/>
                      <a:pt x="8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3" name="Google Shape;6273;p68"/>
              <p:cNvSpPr/>
              <p:nvPr/>
            </p:nvSpPr>
            <p:spPr>
              <a:xfrm>
                <a:off x="6245975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353" y="0"/>
                    </a:moveTo>
                    <a:cubicBezTo>
                      <a:pt x="210" y="0"/>
                      <a:pt x="0" y="679"/>
                      <a:pt x="200" y="978"/>
                    </a:cubicBezTo>
                    <a:cubicBezTo>
                      <a:pt x="229" y="1024"/>
                      <a:pt x="257" y="1044"/>
                      <a:pt x="283" y="1044"/>
                    </a:cubicBezTo>
                    <a:cubicBezTo>
                      <a:pt x="450" y="1044"/>
                      <a:pt x="529" y="212"/>
                      <a:pt x="396" y="26"/>
                    </a:cubicBezTo>
                    <a:cubicBezTo>
                      <a:pt x="383" y="8"/>
                      <a:pt x="368" y="0"/>
                      <a:pt x="3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4" name="Google Shape;6274;p68"/>
              <p:cNvSpPr/>
              <p:nvPr/>
            </p:nvSpPr>
            <p:spPr>
              <a:xfrm>
                <a:off x="6083000" y="3219600"/>
                <a:ext cx="41200" cy="26700"/>
              </a:xfrm>
              <a:custGeom>
                <a:rect b="b" l="l" r="r" t="t"/>
                <a:pathLst>
                  <a:path extrusionOk="0" h="1068" w="1648">
                    <a:moveTo>
                      <a:pt x="1453" y="0"/>
                    </a:moveTo>
                    <a:cubicBezTo>
                      <a:pt x="1180" y="0"/>
                      <a:pt x="599" y="213"/>
                      <a:pt x="0" y="213"/>
                    </a:cubicBezTo>
                    <a:lnTo>
                      <a:pt x="0" y="1068"/>
                    </a:lnTo>
                    <a:cubicBezTo>
                      <a:pt x="0" y="1068"/>
                      <a:pt x="1494" y="502"/>
                      <a:pt x="1592" y="213"/>
                    </a:cubicBezTo>
                    <a:cubicBezTo>
                      <a:pt x="1648" y="53"/>
                      <a:pt x="1589" y="0"/>
                      <a:pt x="14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5" name="Google Shape;6275;p68"/>
              <p:cNvSpPr/>
              <p:nvPr/>
            </p:nvSpPr>
            <p:spPr>
              <a:xfrm>
                <a:off x="60774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103" y="1"/>
                    </a:moveTo>
                    <a:cubicBezTo>
                      <a:pt x="2047" y="1"/>
                      <a:pt x="1961" y="18"/>
                      <a:pt x="1839" y="56"/>
                    </a:cubicBezTo>
                    <a:cubicBezTo>
                      <a:pt x="960" y="339"/>
                      <a:pt x="1" y="1310"/>
                      <a:pt x="333" y="1390"/>
                    </a:cubicBezTo>
                    <a:cubicBezTo>
                      <a:pt x="368" y="1398"/>
                      <a:pt x="402" y="1401"/>
                      <a:pt x="438" y="1401"/>
                    </a:cubicBezTo>
                    <a:cubicBezTo>
                      <a:pt x="840" y="1401"/>
                      <a:pt x="1276" y="914"/>
                      <a:pt x="1661" y="609"/>
                    </a:cubicBezTo>
                    <a:cubicBezTo>
                      <a:pt x="2007" y="338"/>
                      <a:pt x="2354" y="1"/>
                      <a:pt x="21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6" name="Google Shape;6276;p68"/>
              <p:cNvSpPr/>
              <p:nvPr/>
            </p:nvSpPr>
            <p:spPr>
              <a:xfrm>
                <a:off x="6127700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315" y="1"/>
                    </a:moveTo>
                    <a:cubicBezTo>
                      <a:pt x="204" y="1"/>
                      <a:pt x="119" y="14"/>
                      <a:pt x="87" y="52"/>
                    </a:cubicBezTo>
                    <a:cubicBezTo>
                      <a:pt x="19" y="132"/>
                      <a:pt x="1" y="317"/>
                      <a:pt x="130" y="495"/>
                    </a:cubicBezTo>
                    <a:cubicBezTo>
                      <a:pt x="240" y="646"/>
                      <a:pt x="491" y="882"/>
                      <a:pt x="726" y="882"/>
                    </a:cubicBezTo>
                    <a:cubicBezTo>
                      <a:pt x="768" y="882"/>
                      <a:pt x="809" y="874"/>
                      <a:pt x="849" y="858"/>
                    </a:cubicBezTo>
                    <a:cubicBezTo>
                      <a:pt x="1107" y="747"/>
                      <a:pt x="1329" y="89"/>
                      <a:pt x="1021" y="65"/>
                    </a:cubicBezTo>
                    <a:cubicBezTo>
                      <a:pt x="824" y="49"/>
                      <a:pt x="524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7" name="Google Shape;6277;p68"/>
              <p:cNvSpPr/>
              <p:nvPr/>
            </p:nvSpPr>
            <p:spPr>
              <a:xfrm>
                <a:off x="6121100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176" y="1"/>
                    </a:moveTo>
                    <a:cubicBezTo>
                      <a:pt x="100" y="1"/>
                      <a:pt x="200" y="1234"/>
                      <a:pt x="105" y="1751"/>
                    </a:cubicBezTo>
                    <a:cubicBezTo>
                      <a:pt x="13" y="2286"/>
                      <a:pt x="1" y="2421"/>
                      <a:pt x="179" y="2649"/>
                    </a:cubicBezTo>
                    <a:cubicBezTo>
                      <a:pt x="186" y="2658"/>
                      <a:pt x="194" y="2662"/>
                      <a:pt x="201" y="2662"/>
                    </a:cubicBezTo>
                    <a:cubicBezTo>
                      <a:pt x="370" y="2662"/>
                      <a:pt x="509" y="341"/>
                      <a:pt x="185" y="5"/>
                    </a:cubicBezTo>
                    <a:cubicBezTo>
                      <a:pt x="182" y="2"/>
                      <a:pt x="179" y="1"/>
                      <a:pt x="1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8" name="Google Shape;6278;p68"/>
              <p:cNvSpPr/>
              <p:nvPr/>
            </p:nvSpPr>
            <p:spPr>
              <a:xfrm>
                <a:off x="6130950" y="4278425"/>
                <a:ext cx="11225" cy="67050"/>
              </a:xfrm>
              <a:custGeom>
                <a:rect b="b" l="l" r="r" t="t"/>
                <a:pathLst>
                  <a:path extrusionOk="0" h="2682" w="449">
                    <a:moveTo>
                      <a:pt x="230" y="0"/>
                    </a:moveTo>
                    <a:cubicBezTo>
                      <a:pt x="185" y="0"/>
                      <a:pt x="201" y="1311"/>
                      <a:pt x="105" y="1852"/>
                    </a:cubicBezTo>
                    <a:cubicBezTo>
                      <a:pt x="0" y="2412"/>
                      <a:pt x="12" y="2528"/>
                      <a:pt x="154" y="2676"/>
                    </a:cubicBezTo>
                    <a:cubicBezTo>
                      <a:pt x="158" y="2680"/>
                      <a:pt x="162" y="2682"/>
                      <a:pt x="166" y="2682"/>
                    </a:cubicBezTo>
                    <a:cubicBezTo>
                      <a:pt x="309" y="2682"/>
                      <a:pt x="449" y="265"/>
                      <a:pt x="234" y="2"/>
                    </a:cubicBezTo>
                    <a:cubicBezTo>
                      <a:pt x="233" y="1"/>
                      <a:pt x="231" y="0"/>
                      <a:pt x="2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9" name="Google Shape;6279;p68"/>
              <p:cNvSpPr/>
              <p:nvPr/>
            </p:nvSpPr>
            <p:spPr>
              <a:xfrm>
                <a:off x="6138150" y="4282925"/>
                <a:ext cx="11875" cy="69550"/>
              </a:xfrm>
              <a:custGeom>
                <a:rect b="b" l="l" r="r" t="t"/>
                <a:pathLst>
                  <a:path extrusionOk="0" h="2782" w="475">
                    <a:moveTo>
                      <a:pt x="210" y="0"/>
                    </a:moveTo>
                    <a:lnTo>
                      <a:pt x="210" y="1217"/>
                    </a:lnTo>
                    <a:cubicBezTo>
                      <a:pt x="210" y="1857"/>
                      <a:pt x="1" y="2779"/>
                      <a:pt x="69" y="2779"/>
                    </a:cubicBezTo>
                    <a:cubicBezTo>
                      <a:pt x="82" y="2779"/>
                      <a:pt x="95" y="2781"/>
                      <a:pt x="109" y="2781"/>
                    </a:cubicBezTo>
                    <a:cubicBezTo>
                      <a:pt x="172" y="2781"/>
                      <a:pt x="241" y="2728"/>
                      <a:pt x="327" y="2133"/>
                    </a:cubicBezTo>
                    <a:cubicBezTo>
                      <a:pt x="474" y="1076"/>
                      <a:pt x="376" y="62"/>
                      <a:pt x="2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0" name="Google Shape;6280;p68"/>
              <p:cNvSpPr/>
              <p:nvPr/>
            </p:nvSpPr>
            <p:spPr>
              <a:xfrm>
                <a:off x="6152334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70" y="0"/>
                    </a:moveTo>
                    <a:cubicBezTo>
                      <a:pt x="69" y="0"/>
                      <a:pt x="68" y="2"/>
                      <a:pt x="67" y="7"/>
                    </a:cubicBezTo>
                    <a:cubicBezTo>
                      <a:pt x="55" y="142"/>
                      <a:pt x="104" y="1765"/>
                      <a:pt x="36" y="2158"/>
                    </a:cubicBezTo>
                    <a:cubicBezTo>
                      <a:pt x="0" y="2366"/>
                      <a:pt x="64" y="2484"/>
                      <a:pt x="142" y="2484"/>
                    </a:cubicBezTo>
                    <a:cubicBezTo>
                      <a:pt x="212" y="2484"/>
                      <a:pt x="293" y="2389"/>
                      <a:pt x="325" y="2177"/>
                    </a:cubicBezTo>
                    <a:cubicBezTo>
                      <a:pt x="426" y="1490"/>
                      <a:pt x="110" y="0"/>
                      <a:pt x="7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1" name="Google Shape;6281;p68"/>
              <p:cNvSpPr/>
              <p:nvPr/>
            </p:nvSpPr>
            <p:spPr>
              <a:xfrm>
                <a:off x="6161684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" y="0"/>
                    </a:moveTo>
                    <a:cubicBezTo>
                      <a:pt x="1" y="0"/>
                      <a:pt x="0" y="2"/>
                      <a:pt x="0" y="6"/>
                    </a:cubicBezTo>
                    <a:cubicBezTo>
                      <a:pt x="0" y="1004"/>
                      <a:pt x="164" y="1429"/>
                      <a:pt x="237" y="1429"/>
                    </a:cubicBezTo>
                    <a:cubicBezTo>
                      <a:pt x="261" y="1429"/>
                      <a:pt x="275" y="1383"/>
                      <a:pt x="271" y="1296"/>
                    </a:cubicBezTo>
                    <a:cubicBezTo>
                      <a:pt x="247" y="814"/>
                      <a:pt x="21" y="0"/>
                      <a:pt x="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2" name="Google Shape;6282;p68"/>
              <p:cNvSpPr/>
              <p:nvPr/>
            </p:nvSpPr>
            <p:spPr>
              <a:xfrm>
                <a:off x="6157225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114" y="0"/>
                    </a:moveTo>
                    <a:cubicBezTo>
                      <a:pt x="74" y="0"/>
                      <a:pt x="46" y="13"/>
                      <a:pt x="37" y="43"/>
                    </a:cubicBezTo>
                    <a:cubicBezTo>
                      <a:pt x="0" y="154"/>
                      <a:pt x="252" y="295"/>
                      <a:pt x="437" y="535"/>
                    </a:cubicBezTo>
                    <a:cubicBezTo>
                      <a:pt x="620" y="760"/>
                      <a:pt x="729" y="1355"/>
                      <a:pt x="831" y="1355"/>
                    </a:cubicBezTo>
                    <a:cubicBezTo>
                      <a:pt x="834" y="1355"/>
                      <a:pt x="838" y="1354"/>
                      <a:pt x="842" y="1352"/>
                    </a:cubicBezTo>
                    <a:cubicBezTo>
                      <a:pt x="947" y="1303"/>
                      <a:pt x="1045" y="602"/>
                      <a:pt x="928" y="449"/>
                    </a:cubicBezTo>
                    <a:cubicBezTo>
                      <a:pt x="826" y="321"/>
                      <a:pt x="314" y="0"/>
                      <a:pt x="11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3" name="Google Shape;6283;p68"/>
              <p:cNvSpPr/>
              <p:nvPr/>
            </p:nvSpPr>
            <p:spPr>
              <a:xfrm>
                <a:off x="6019075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525" y="0"/>
                    </a:moveTo>
                    <a:cubicBezTo>
                      <a:pt x="884" y="0"/>
                      <a:pt x="0" y="560"/>
                      <a:pt x="92" y="1382"/>
                    </a:cubicBezTo>
                    <a:cubicBezTo>
                      <a:pt x="97" y="1421"/>
                      <a:pt x="114" y="1437"/>
                      <a:pt x="144" y="1437"/>
                    </a:cubicBezTo>
                    <a:cubicBezTo>
                      <a:pt x="304" y="1437"/>
                      <a:pt x="812" y="946"/>
                      <a:pt x="1425" y="946"/>
                    </a:cubicBezTo>
                    <a:cubicBezTo>
                      <a:pt x="1478" y="946"/>
                      <a:pt x="1532" y="950"/>
                      <a:pt x="1586" y="958"/>
                    </a:cubicBezTo>
                    <a:cubicBezTo>
                      <a:pt x="2337" y="1071"/>
                      <a:pt x="2181" y="3121"/>
                      <a:pt x="2367" y="3121"/>
                    </a:cubicBezTo>
                    <a:cubicBezTo>
                      <a:pt x="2373" y="3121"/>
                      <a:pt x="2379" y="3119"/>
                      <a:pt x="2385" y="3115"/>
                    </a:cubicBezTo>
                    <a:cubicBezTo>
                      <a:pt x="2680" y="2925"/>
                      <a:pt x="2674" y="466"/>
                      <a:pt x="1875" y="73"/>
                    </a:cubicBezTo>
                    <a:cubicBezTo>
                      <a:pt x="1775" y="24"/>
                      <a:pt x="1655" y="0"/>
                      <a:pt x="15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4" name="Google Shape;6284;p68"/>
              <p:cNvSpPr/>
              <p:nvPr/>
            </p:nvSpPr>
            <p:spPr>
              <a:xfrm>
                <a:off x="6027475" y="3108350"/>
                <a:ext cx="51250" cy="39925"/>
              </a:xfrm>
              <a:custGeom>
                <a:rect b="b" l="l" r="r" t="t"/>
                <a:pathLst>
                  <a:path extrusionOk="0" h="1597" w="2050">
                    <a:moveTo>
                      <a:pt x="841" y="498"/>
                    </a:moveTo>
                    <a:cubicBezTo>
                      <a:pt x="1103" y="498"/>
                      <a:pt x="1378" y="690"/>
                      <a:pt x="1367" y="828"/>
                    </a:cubicBezTo>
                    <a:cubicBezTo>
                      <a:pt x="1353" y="1012"/>
                      <a:pt x="1139" y="1088"/>
                      <a:pt x="919" y="1088"/>
                    </a:cubicBezTo>
                    <a:cubicBezTo>
                      <a:pt x="654" y="1088"/>
                      <a:pt x="379" y="977"/>
                      <a:pt x="433" y="809"/>
                    </a:cubicBezTo>
                    <a:cubicBezTo>
                      <a:pt x="508" y="579"/>
                      <a:pt x="672" y="498"/>
                      <a:pt x="841" y="498"/>
                    </a:cubicBezTo>
                    <a:close/>
                    <a:moveTo>
                      <a:pt x="1016" y="0"/>
                    </a:moveTo>
                    <a:cubicBezTo>
                      <a:pt x="391" y="0"/>
                      <a:pt x="1" y="440"/>
                      <a:pt x="64" y="871"/>
                    </a:cubicBezTo>
                    <a:cubicBezTo>
                      <a:pt x="120" y="1287"/>
                      <a:pt x="478" y="1596"/>
                      <a:pt x="1007" y="1596"/>
                    </a:cubicBezTo>
                    <a:cubicBezTo>
                      <a:pt x="1110" y="1596"/>
                      <a:pt x="1220" y="1584"/>
                      <a:pt x="1336" y="1559"/>
                    </a:cubicBezTo>
                    <a:cubicBezTo>
                      <a:pt x="2049" y="1405"/>
                      <a:pt x="1717" y="127"/>
                      <a:pt x="1355" y="41"/>
                    </a:cubicBezTo>
                    <a:cubicBezTo>
                      <a:pt x="1236" y="13"/>
                      <a:pt x="1122" y="0"/>
                      <a:pt x="101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5" name="Google Shape;6285;p68"/>
              <p:cNvSpPr/>
              <p:nvPr/>
            </p:nvSpPr>
            <p:spPr>
              <a:xfrm>
                <a:off x="6031050" y="3148425"/>
                <a:ext cx="35625" cy="32475"/>
              </a:xfrm>
              <a:custGeom>
                <a:rect b="b" l="l" r="r" t="t"/>
                <a:pathLst>
                  <a:path extrusionOk="0" h="1299" w="1425">
                    <a:moveTo>
                      <a:pt x="20" y="0"/>
                    </a:moveTo>
                    <a:cubicBezTo>
                      <a:pt x="8" y="0"/>
                      <a:pt x="1" y="6"/>
                      <a:pt x="1" y="18"/>
                    </a:cubicBezTo>
                    <a:cubicBezTo>
                      <a:pt x="1" y="197"/>
                      <a:pt x="380" y="1298"/>
                      <a:pt x="579" y="1298"/>
                    </a:cubicBezTo>
                    <a:cubicBezTo>
                      <a:pt x="592" y="1298"/>
                      <a:pt x="604" y="1294"/>
                      <a:pt x="615" y="1284"/>
                    </a:cubicBezTo>
                    <a:cubicBezTo>
                      <a:pt x="791" y="1137"/>
                      <a:pt x="1425" y="164"/>
                      <a:pt x="1319" y="164"/>
                    </a:cubicBezTo>
                    <a:cubicBezTo>
                      <a:pt x="1313" y="164"/>
                      <a:pt x="1307" y="166"/>
                      <a:pt x="1298" y="171"/>
                    </a:cubicBezTo>
                    <a:cubicBezTo>
                      <a:pt x="1174" y="237"/>
                      <a:pt x="1045" y="262"/>
                      <a:pt x="917" y="262"/>
                    </a:cubicBezTo>
                    <a:cubicBezTo>
                      <a:pt x="504" y="262"/>
                      <a:pt x="112" y="0"/>
                      <a:pt x="2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6" name="Google Shape;6286;p68"/>
              <p:cNvSpPr/>
              <p:nvPr/>
            </p:nvSpPr>
            <p:spPr>
              <a:xfrm>
                <a:off x="6081450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156" y="0"/>
                    </a:moveTo>
                    <a:cubicBezTo>
                      <a:pt x="1026" y="0"/>
                      <a:pt x="906" y="24"/>
                      <a:pt x="806" y="73"/>
                    </a:cubicBezTo>
                    <a:cubicBezTo>
                      <a:pt x="7" y="466"/>
                      <a:pt x="1" y="2925"/>
                      <a:pt x="296" y="3115"/>
                    </a:cubicBezTo>
                    <a:cubicBezTo>
                      <a:pt x="302" y="3119"/>
                      <a:pt x="308" y="3121"/>
                      <a:pt x="314" y="3121"/>
                    </a:cubicBezTo>
                    <a:cubicBezTo>
                      <a:pt x="501" y="3121"/>
                      <a:pt x="350" y="1071"/>
                      <a:pt x="1095" y="958"/>
                    </a:cubicBezTo>
                    <a:cubicBezTo>
                      <a:pt x="1149" y="950"/>
                      <a:pt x="1203" y="946"/>
                      <a:pt x="1256" y="946"/>
                    </a:cubicBezTo>
                    <a:cubicBezTo>
                      <a:pt x="1869" y="946"/>
                      <a:pt x="2377" y="1437"/>
                      <a:pt x="2537" y="1437"/>
                    </a:cubicBezTo>
                    <a:cubicBezTo>
                      <a:pt x="2566" y="1437"/>
                      <a:pt x="2584" y="1421"/>
                      <a:pt x="2589" y="1382"/>
                    </a:cubicBezTo>
                    <a:cubicBezTo>
                      <a:pt x="2680" y="560"/>
                      <a:pt x="1797" y="0"/>
                      <a:pt x="11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7" name="Google Shape;6287;p68"/>
              <p:cNvSpPr/>
              <p:nvPr/>
            </p:nvSpPr>
            <p:spPr>
              <a:xfrm>
                <a:off x="6088975" y="3108350"/>
                <a:ext cx="51100" cy="39925"/>
              </a:xfrm>
              <a:custGeom>
                <a:rect b="b" l="l" r="r" t="t"/>
                <a:pathLst>
                  <a:path extrusionOk="0" h="1597" w="2044">
                    <a:moveTo>
                      <a:pt x="1198" y="498"/>
                    </a:moveTo>
                    <a:cubicBezTo>
                      <a:pt x="1369" y="498"/>
                      <a:pt x="1534" y="579"/>
                      <a:pt x="1611" y="809"/>
                    </a:cubicBezTo>
                    <a:cubicBezTo>
                      <a:pt x="1669" y="977"/>
                      <a:pt x="1393" y="1088"/>
                      <a:pt x="1127" y="1088"/>
                    </a:cubicBezTo>
                    <a:cubicBezTo>
                      <a:pt x="906" y="1088"/>
                      <a:pt x="691" y="1012"/>
                      <a:pt x="677" y="828"/>
                    </a:cubicBezTo>
                    <a:cubicBezTo>
                      <a:pt x="662" y="690"/>
                      <a:pt x="936" y="498"/>
                      <a:pt x="1198" y="498"/>
                    </a:cubicBezTo>
                    <a:close/>
                    <a:moveTo>
                      <a:pt x="1026" y="1"/>
                    </a:moveTo>
                    <a:cubicBezTo>
                      <a:pt x="920" y="1"/>
                      <a:pt x="807" y="13"/>
                      <a:pt x="689" y="41"/>
                    </a:cubicBezTo>
                    <a:cubicBezTo>
                      <a:pt x="333" y="127"/>
                      <a:pt x="1" y="1405"/>
                      <a:pt x="708" y="1559"/>
                    </a:cubicBezTo>
                    <a:cubicBezTo>
                      <a:pt x="823" y="1584"/>
                      <a:pt x="934" y="1596"/>
                      <a:pt x="1037" y="1596"/>
                    </a:cubicBezTo>
                    <a:cubicBezTo>
                      <a:pt x="1566" y="1596"/>
                      <a:pt x="1924" y="1287"/>
                      <a:pt x="1980" y="871"/>
                    </a:cubicBezTo>
                    <a:cubicBezTo>
                      <a:pt x="2043" y="445"/>
                      <a:pt x="1652" y="1"/>
                      <a:pt x="10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8" name="Google Shape;6288;p68"/>
              <p:cNvSpPr/>
              <p:nvPr/>
            </p:nvSpPr>
            <p:spPr>
              <a:xfrm>
                <a:off x="6101000" y="3148425"/>
                <a:ext cx="35500" cy="32475"/>
              </a:xfrm>
              <a:custGeom>
                <a:rect b="b" l="l" r="r" t="t"/>
                <a:pathLst>
                  <a:path extrusionOk="0" h="1299" w="1420">
                    <a:moveTo>
                      <a:pt x="1400" y="0"/>
                    </a:moveTo>
                    <a:cubicBezTo>
                      <a:pt x="1309" y="0"/>
                      <a:pt x="919" y="262"/>
                      <a:pt x="505" y="262"/>
                    </a:cubicBezTo>
                    <a:cubicBezTo>
                      <a:pt x="377" y="262"/>
                      <a:pt x="247" y="237"/>
                      <a:pt x="122" y="171"/>
                    </a:cubicBezTo>
                    <a:cubicBezTo>
                      <a:pt x="114" y="166"/>
                      <a:pt x="107" y="164"/>
                      <a:pt x="102" y="164"/>
                    </a:cubicBezTo>
                    <a:cubicBezTo>
                      <a:pt x="1" y="164"/>
                      <a:pt x="629" y="1137"/>
                      <a:pt x="805" y="1284"/>
                    </a:cubicBezTo>
                    <a:cubicBezTo>
                      <a:pt x="816" y="1294"/>
                      <a:pt x="828" y="1298"/>
                      <a:pt x="841" y="1298"/>
                    </a:cubicBezTo>
                    <a:cubicBezTo>
                      <a:pt x="1040" y="1298"/>
                      <a:pt x="1419" y="197"/>
                      <a:pt x="1419" y="18"/>
                    </a:cubicBezTo>
                    <a:cubicBezTo>
                      <a:pt x="1419" y="6"/>
                      <a:pt x="1413" y="0"/>
                      <a:pt x="140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9" name="Google Shape;6289;p68"/>
              <p:cNvSpPr/>
              <p:nvPr/>
            </p:nvSpPr>
            <p:spPr>
              <a:xfrm>
                <a:off x="6053175" y="3161925"/>
                <a:ext cx="59650" cy="45200"/>
              </a:xfrm>
              <a:custGeom>
                <a:rect b="b" l="l" r="r" t="t"/>
                <a:pathLst>
                  <a:path extrusionOk="0" h="1808" w="2386">
                    <a:moveTo>
                      <a:pt x="1193" y="590"/>
                    </a:moveTo>
                    <a:cubicBezTo>
                      <a:pt x="1550" y="590"/>
                      <a:pt x="1845" y="775"/>
                      <a:pt x="1863" y="904"/>
                    </a:cubicBezTo>
                    <a:cubicBezTo>
                      <a:pt x="1882" y="1033"/>
                      <a:pt x="1673" y="1217"/>
                      <a:pt x="1193" y="1217"/>
                    </a:cubicBezTo>
                    <a:cubicBezTo>
                      <a:pt x="708" y="1217"/>
                      <a:pt x="505" y="1027"/>
                      <a:pt x="523" y="904"/>
                    </a:cubicBezTo>
                    <a:cubicBezTo>
                      <a:pt x="548" y="775"/>
                      <a:pt x="837" y="590"/>
                      <a:pt x="1193" y="590"/>
                    </a:cubicBezTo>
                    <a:close/>
                    <a:moveTo>
                      <a:pt x="1193" y="0"/>
                    </a:moveTo>
                    <a:cubicBezTo>
                      <a:pt x="579" y="0"/>
                      <a:pt x="68" y="541"/>
                      <a:pt x="38" y="904"/>
                    </a:cubicBezTo>
                    <a:cubicBezTo>
                      <a:pt x="1" y="1266"/>
                      <a:pt x="357" y="1807"/>
                      <a:pt x="1193" y="1807"/>
                    </a:cubicBezTo>
                    <a:cubicBezTo>
                      <a:pt x="2029" y="1807"/>
                      <a:pt x="2386" y="1266"/>
                      <a:pt x="2349" y="904"/>
                    </a:cubicBezTo>
                    <a:cubicBezTo>
                      <a:pt x="2318" y="541"/>
                      <a:pt x="1808" y="0"/>
                      <a:pt x="1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90" name="Google Shape;6290;p68"/>
            <p:cNvSpPr/>
            <p:nvPr/>
          </p:nvSpPr>
          <p:spPr>
            <a:xfrm>
              <a:off x="6000725" y="2992450"/>
              <a:ext cx="201725" cy="156325"/>
            </a:xfrm>
            <a:custGeom>
              <a:rect b="b" l="l" r="r" t="t"/>
              <a:pathLst>
                <a:path extrusionOk="0" h="6253" w="8069">
                  <a:moveTo>
                    <a:pt x="3158" y="0"/>
                  </a:moveTo>
                  <a:cubicBezTo>
                    <a:pt x="1495" y="0"/>
                    <a:pt x="331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9" y="3966"/>
                  </a:cubicBezTo>
                  <a:cubicBezTo>
                    <a:pt x="1196" y="3966"/>
                    <a:pt x="1214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6" y="4025"/>
                    <a:pt x="4527" y="3023"/>
                    <a:pt x="4527" y="3023"/>
                  </a:cubicBezTo>
                  <a:cubicBezTo>
                    <a:pt x="4527" y="3023"/>
                    <a:pt x="5191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3" y="6253"/>
                  </a:cubicBezTo>
                  <a:cubicBezTo>
                    <a:pt x="6362" y="6253"/>
                    <a:pt x="8068" y="788"/>
                    <a:pt x="4939" y="460"/>
                  </a:cubicBezTo>
                  <a:cubicBezTo>
                    <a:pt x="4303" y="138"/>
                    <a:pt x="3704" y="0"/>
                    <a:pt x="315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68"/>
          <p:cNvGrpSpPr/>
          <p:nvPr/>
        </p:nvGrpSpPr>
        <p:grpSpPr>
          <a:xfrm>
            <a:off x="6634500" y="3022588"/>
            <a:ext cx="435225" cy="1370250"/>
            <a:chOff x="6634500" y="2992450"/>
            <a:chExt cx="435225" cy="1370250"/>
          </a:xfrm>
        </p:grpSpPr>
        <p:sp>
          <p:nvSpPr>
            <p:cNvPr id="6292" name="Google Shape;6292;p68"/>
            <p:cNvSpPr/>
            <p:nvPr/>
          </p:nvSpPr>
          <p:spPr>
            <a:xfrm>
              <a:off x="6634500" y="3172825"/>
              <a:ext cx="435225" cy="1189875"/>
            </a:xfrm>
            <a:custGeom>
              <a:rect b="b" l="l" r="r" t="t"/>
              <a:pathLst>
                <a:path extrusionOk="0" h="47595" w="17409">
                  <a:moveTo>
                    <a:pt x="7150" y="1"/>
                  </a:moveTo>
                  <a:cubicBezTo>
                    <a:pt x="7150" y="1"/>
                    <a:pt x="6910" y="1765"/>
                    <a:pt x="6842" y="2010"/>
                  </a:cubicBezTo>
                  <a:cubicBezTo>
                    <a:pt x="6768" y="2256"/>
                    <a:pt x="6326" y="2453"/>
                    <a:pt x="5674" y="2662"/>
                  </a:cubicBezTo>
                  <a:cubicBezTo>
                    <a:pt x="5017" y="2877"/>
                    <a:pt x="3412" y="2711"/>
                    <a:pt x="2613" y="3203"/>
                  </a:cubicBezTo>
                  <a:cubicBezTo>
                    <a:pt x="1820" y="3689"/>
                    <a:pt x="1931" y="5828"/>
                    <a:pt x="1931" y="7094"/>
                  </a:cubicBezTo>
                  <a:cubicBezTo>
                    <a:pt x="1931" y="8354"/>
                    <a:pt x="1396" y="10727"/>
                    <a:pt x="1150" y="11814"/>
                  </a:cubicBezTo>
                  <a:cubicBezTo>
                    <a:pt x="911" y="12902"/>
                    <a:pt x="868" y="16179"/>
                    <a:pt x="831" y="17058"/>
                  </a:cubicBezTo>
                  <a:cubicBezTo>
                    <a:pt x="800" y="17937"/>
                    <a:pt x="665" y="19172"/>
                    <a:pt x="597" y="19701"/>
                  </a:cubicBezTo>
                  <a:cubicBezTo>
                    <a:pt x="523" y="20229"/>
                    <a:pt x="1" y="21569"/>
                    <a:pt x="474" y="22387"/>
                  </a:cubicBezTo>
                  <a:cubicBezTo>
                    <a:pt x="1074" y="23418"/>
                    <a:pt x="1448" y="23751"/>
                    <a:pt x="1633" y="23751"/>
                  </a:cubicBezTo>
                  <a:cubicBezTo>
                    <a:pt x="1692" y="23751"/>
                    <a:pt x="1732" y="23716"/>
                    <a:pt x="1753" y="23659"/>
                  </a:cubicBezTo>
                  <a:cubicBezTo>
                    <a:pt x="1876" y="23333"/>
                    <a:pt x="1230" y="22700"/>
                    <a:pt x="1163" y="22209"/>
                  </a:cubicBezTo>
                  <a:cubicBezTo>
                    <a:pt x="1107" y="21806"/>
                    <a:pt x="1221" y="21170"/>
                    <a:pt x="1355" y="21170"/>
                  </a:cubicBezTo>
                  <a:cubicBezTo>
                    <a:pt x="1384" y="21170"/>
                    <a:pt x="1415" y="21202"/>
                    <a:pt x="1445" y="21274"/>
                  </a:cubicBezTo>
                  <a:cubicBezTo>
                    <a:pt x="1579" y="21599"/>
                    <a:pt x="1559" y="22299"/>
                    <a:pt x="1840" y="22299"/>
                  </a:cubicBezTo>
                  <a:cubicBezTo>
                    <a:pt x="1883" y="22299"/>
                    <a:pt x="1934" y="22282"/>
                    <a:pt x="1992" y="22245"/>
                  </a:cubicBezTo>
                  <a:cubicBezTo>
                    <a:pt x="2288" y="22061"/>
                    <a:pt x="2232" y="20881"/>
                    <a:pt x="2146" y="20322"/>
                  </a:cubicBezTo>
                  <a:cubicBezTo>
                    <a:pt x="2042" y="19602"/>
                    <a:pt x="2140" y="19301"/>
                    <a:pt x="2195" y="18717"/>
                  </a:cubicBezTo>
                  <a:cubicBezTo>
                    <a:pt x="2244" y="18158"/>
                    <a:pt x="3203" y="14992"/>
                    <a:pt x="3369" y="13572"/>
                  </a:cubicBezTo>
                  <a:cubicBezTo>
                    <a:pt x="3640" y="11243"/>
                    <a:pt x="4586" y="7118"/>
                    <a:pt x="4586" y="7118"/>
                  </a:cubicBezTo>
                  <a:cubicBezTo>
                    <a:pt x="4728" y="7997"/>
                    <a:pt x="4648" y="10665"/>
                    <a:pt x="4685" y="12319"/>
                  </a:cubicBezTo>
                  <a:cubicBezTo>
                    <a:pt x="4715" y="13966"/>
                    <a:pt x="4463" y="15798"/>
                    <a:pt x="4334" y="18521"/>
                  </a:cubicBezTo>
                  <a:cubicBezTo>
                    <a:pt x="4230" y="20813"/>
                    <a:pt x="3425" y="28527"/>
                    <a:pt x="3732" y="31091"/>
                  </a:cubicBezTo>
                  <a:cubicBezTo>
                    <a:pt x="4045" y="33654"/>
                    <a:pt x="4015" y="35738"/>
                    <a:pt x="4254" y="37280"/>
                  </a:cubicBezTo>
                  <a:cubicBezTo>
                    <a:pt x="4500" y="38823"/>
                    <a:pt x="5355" y="42118"/>
                    <a:pt x="5269" y="42634"/>
                  </a:cubicBezTo>
                  <a:cubicBezTo>
                    <a:pt x="5201" y="43126"/>
                    <a:pt x="5250" y="43624"/>
                    <a:pt x="5410" y="44091"/>
                  </a:cubicBezTo>
                  <a:cubicBezTo>
                    <a:pt x="5551" y="44441"/>
                    <a:pt x="5090" y="45652"/>
                    <a:pt x="4949" y="46248"/>
                  </a:cubicBezTo>
                  <a:cubicBezTo>
                    <a:pt x="4808" y="46845"/>
                    <a:pt x="5521" y="47595"/>
                    <a:pt x="6142" y="47595"/>
                  </a:cubicBezTo>
                  <a:cubicBezTo>
                    <a:pt x="6768" y="47595"/>
                    <a:pt x="7482" y="46605"/>
                    <a:pt x="7377" y="46144"/>
                  </a:cubicBezTo>
                  <a:cubicBezTo>
                    <a:pt x="7273" y="45689"/>
                    <a:pt x="7211" y="44300"/>
                    <a:pt x="7328" y="43611"/>
                  </a:cubicBezTo>
                  <a:cubicBezTo>
                    <a:pt x="7445" y="42917"/>
                    <a:pt x="7168" y="42862"/>
                    <a:pt x="7168" y="42302"/>
                  </a:cubicBezTo>
                  <a:cubicBezTo>
                    <a:pt x="7168" y="41749"/>
                    <a:pt x="7377" y="37969"/>
                    <a:pt x="7402" y="34656"/>
                  </a:cubicBezTo>
                  <a:cubicBezTo>
                    <a:pt x="7414" y="33254"/>
                    <a:pt x="7518" y="32043"/>
                    <a:pt x="7869" y="28865"/>
                  </a:cubicBezTo>
                  <a:cubicBezTo>
                    <a:pt x="8305" y="24882"/>
                    <a:pt x="8699" y="21096"/>
                    <a:pt x="8699" y="21096"/>
                  </a:cubicBezTo>
                  <a:cubicBezTo>
                    <a:pt x="8699" y="21096"/>
                    <a:pt x="9092" y="24882"/>
                    <a:pt x="9528" y="28865"/>
                  </a:cubicBezTo>
                  <a:cubicBezTo>
                    <a:pt x="9879" y="32049"/>
                    <a:pt x="9989" y="33254"/>
                    <a:pt x="9996" y="34656"/>
                  </a:cubicBezTo>
                  <a:cubicBezTo>
                    <a:pt x="10014" y="37969"/>
                    <a:pt x="10229" y="41743"/>
                    <a:pt x="10229" y="42302"/>
                  </a:cubicBezTo>
                  <a:cubicBezTo>
                    <a:pt x="10229" y="42868"/>
                    <a:pt x="9953" y="42923"/>
                    <a:pt x="10069" y="43611"/>
                  </a:cubicBezTo>
                  <a:cubicBezTo>
                    <a:pt x="10180" y="44300"/>
                    <a:pt x="10118" y="45695"/>
                    <a:pt x="10020" y="46144"/>
                  </a:cubicBezTo>
                  <a:cubicBezTo>
                    <a:pt x="9916" y="46599"/>
                    <a:pt x="10635" y="47595"/>
                    <a:pt x="11249" y="47595"/>
                  </a:cubicBezTo>
                  <a:cubicBezTo>
                    <a:pt x="11870" y="47595"/>
                    <a:pt x="12583" y="46845"/>
                    <a:pt x="12448" y="46248"/>
                  </a:cubicBezTo>
                  <a:cubicBezTo>
                    <a:pt x="12307" y="45652"/>
                    <a:pt x="11852" y="44441"/>
                    <a:pt x="11987" y="44091"/>
                  </a:cubicBezTo>
                  <a:cubicBezTo>
                    <a:pt x="12147" y="43624"/>
                    <a:pt x="12196" y="43126"/>
                    <a:pt x="12128" y="42634"/>
                  </a:cubicBezTo>
                  <a:cubicBezTo>
                    <a:pt x="12042" y="42118"/>
                    <a:pt x="12897" y="38823"/>
                    <a:pt x="13143" y="37280"/>
                  </a:cubicBezTo>
                  <a:cubicBezTo>
                    <a:pt x="13389" y="35738"/>
                    <a:pt x="13352" y="33654"/>
                    <a:pt x="13665" y="31091"/>
                  </a:cubicBezTo>
                  <a:cubicBezTo>
                    <a:pt x="13979" y="28527"/>
                    <a:pt x="13167" y="20813"/>
                    <a:pt x="13063" y="18521"/>
                  </a:cubicBezTo>
                  <a:cubicBezTo>
                    <a:pt x="12934" y="15798"/>
                    <a:pt x="12682" y="13966"/>
                    <a:pt x="12712" y="12319"/>
                  </a:cubicBezTo>
                  <a:cubicBezTo>
                    <a:pt x="12749" y="10665"/>
                    <a:pt x="12669" y="7997"/>
                    <a:pt x="12811" y="7118"/>
                  </a:cubicBezTo>
                  <a:cubicBezTo>
                    <a:pt x="12811" y="7118"/>
                    <a:pt x="13757" y="11243"/>
                    <a:pt x="14028" y="13572"/>
                  </a:cubicBezTo>
                  <a:cubicBezTo>
                    <a:pt x="14194" y="14992"/>
                    <a:pt x="15153" y="18158"/>
                    <a:pt x="15202" y="18717"/>
                  </a:cubicBezTo>
                  <a:cubicBezTo>
                    <a:pt x="15257" y="19301"/>
                    <a:pt x="15356" y="19602"/>
                    <a:pt x="15251" y="20322"/>
                  </a:cubicBezTo>
                  <a:cubicBezTo>
                    <a:pt x="15171" y="20881"/>
                    <a:pt x="15116" y="22055"/>
                    <a:pt x="15405" y="22245"/>
                  </a:cubicBezTo>
                  <a:cubicBezTo>
                    <a:pt x="15464" y="22282"/>
                    <a:pt x="15514" y="22299"/>
                    <a:pt x="15557" y="22299"/>
                  </a:cubicBezTo>
                  <a:cubicBezTo>
                    <a:pt x="15838" y="22299"/>
                    <a:pt x="15819" y="21599"/>
                    <a:pt x="15952" y="21274"/>
                  </a:cubicBezTo>
                  <a:cubicBezTo>
                    <a:pt x="15982" y="21202"/>
                    <a:pt x="16013" y="21170"/>
                    <a:pt x="16043" y="21170"/>
                  </a:cubicBezTo>
                  <a:cubicBezTo>
                    <a:pt x="16177" y="21170"/>
                    <a:pt x="16290" y="21806"/>
                    <a:pt x="16234" y="22209"/>
                  </a:cubicBezTo>
                  <a:cubicBezTo>
                    <a:pt x="16167" y="22700"/>
                    <a:pt x="15521" y="23327"/>
                    <a:pt x="15644" y="23659"/>
                  </a:cubicBezTo>
                  <a:cubicBezTo>
                    <a:pt x="15665" y="23714"/>
                    <a:pt x="15705" y="23748"/>
                    <a:pt x="15764" y="23748"/>
                  </a:cubicBezTo>
                  <a:cubicBezTo>
                    <a:pt x="15948" y="23748"/>
                    <a:pt x="16323" y="23420"/>
                    <a:pt x="16923" y="22387"/>
                  </a:cubicBezTo>
                  <a:cubicBezTo>
                    <a:pt x="17409" y="21575"/>
                    <a:pt x="16886" y="20229"/>
                    <a:pt x="16818" y="19701"/>
                  </a:cubicBezTo>
                  <a:cubicBezTo>
                    <a:pt x="16745" y="19178"/>
                    <a:pt x="16616" y="17937"/>
                    <a:pt x="16579" y="17058"/>
                  </a:cubicBezTo>
                  <a:cubicBezTo>
                    <a:pt x="16548" y="16185"/>
                    <a:pt x="16505" y="12902"/>
                    <a:pt x="16259" y="11814"/>
                  </a:cubicBezTo>
                  <a:cubicBezTo>
                    <a:pt x="16013" y="10727"/>
                    <a:pt x="15478" y="8354"/>
                    <a:pt x="15478" y="7094"/>
                  </a:cubicBezTo>
                  <a:cubicBezTo>
                    <a:pt x="15478" y="5828"/>
                    <a:pt x="15589" y="3695"/>
                    <a:pt x="14796" y="3203"/>
                  </a:cubicBezTo>
                  <a:cubicBezTo>
                    <a:pt x="14003" y="2711"/>
                    <a:pt x="12393" y="2871"/>
                    <a:pt x="11741" y="2662"/>
                  </a:cubicBezTo>
                  <a:cubicBezTo>
                    <a:pt x="11084" y="2453"/>
                    <a:pt x="10641" y="2256"/>
                    <a:pt x="10573" y="2010"/>
                  </a:cubicBezTo>
                  <a:cubicBezTo>
                    <a:pt x="10500" y="1765"/>
                    <a:pt x="10260" y="1"/>
                    <a:pt x="10260" y="1"/>
                  </a:cubicBezTo>
                  <a:lnTo>
                    <a:pt x="8705" y="37"/>
                  </a:lnTo>
                  <a:lnTo>
                    <a:pt x="7150" y="1"/>
                  </a:ln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8"/>
            <p:cNvSpPr/>
            <p:nvPr/>
          </p:nvSpPr>
          <p:spPr>
            <a:xfrm>
              <a:off x="6776950" y="3018075"/>
              <a:ext cx="150475" cy="201175"/>
            </a:xfrm>
            <a:custGeom>
              <a:rect b="b" l="l" r="r" t="t"/>
              <a:pathLst>
                <a:path extrusionOk="0" h="8047" w="6019">
                  <a:moveTo>
                    <a:pt x="3007" y="1"/>
                  </a:moveTo>
                  <a:cubicBezTo>
                    <a:pt x="50" y="1"/>
                    <a:pt x="1" y="1316"/>
                    <a:pt x="216" y="3916"/>
                  </a:cubicBezTo>
                  <a:cubicBezTo>
                    <a:pt x="431" y="6510"/>
                    <a:pt x="1968" y="8047"/>
                    <a:pt x="3007" y="8047"/>
                  </a:cubicBezTo>
                  <a:cubicBezTo>
                    <a:pt x="4046" y="8047"/>
                    <a:pt x="5576" y="6510"/>
                    <a:pt x="5797" y="3916"/>
                  </a:cubicBezTo>
                  <a:cubicBezTo>
                    <a:pt x="6019" y="1316"/>
                    <a:pt x="5963" y="1"/>
                    <a:pt x="3007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8"/>
            <p:cNvSpPr/>
            <p:nvPr/>
          </p:nvSpPr>
          <p:spPr>
            <a:xfrm>
              <a:off x="6768450" y="2992450"/>
              <a:ext cx="201575" cy="156325"/>
            </a:xfrm>
            <a:custGeom>
              <a:rect b="b" l="l" r="r" t="t"/>
              <a:pathLst>
                <a:path extrusionOk="0" h="6253" w="8063">
                  <a:moveTo>
                    <a:pt x="3154" y="0"/>
                  </a:moveTo>
                  <a:cubicBezTo>
                    <a:pt x="1492" y="0"/>
                    <a:pt x="325" y="1278"/>
                    <a:pt x="181" y="2513"/>
                  </a:cubicBezTo>
                  <a:cubicBezTo>
                    <a:pt x="1" y="4124"/>
                    <a:pt x="397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3" y="3966"/>
                  </a:cubicBezTo>
                  <a:cubicBezTo>
                    <a:pt x="1190" y="3966"/>
                    <a:pt x="1208" y="3967"/>
                    <a:pt x="1226" y="3970"/>
                  </a:cubicBezTo>
                  <a:cubicBezTo>
                    <a:pt x="1475" y="4008"/>
                    <a:pt x="1710" y="4025"/>
                    <a:pt x="1931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5" y="3810"/>
                    <a:pt x="5664" y="4001"/>
                  </a:cubicBezTo>
                  <a:cubicBezTo>
                    <a:pt x="6137" y="4197"/>
                    <a:pt x="5461" y="6121"/>
                    <a:pt x="5898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6" y="6253"/>
                    <a:pt x="8062" y="788"/>
                    <a:pt x="4933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5" name="Google Shape;6295;p68"/>
          <p:cNvSpPr/>
          <p:nvPr/>
        </p:nvSpPr>
        <p:spPr>
          <a:xfrm>
            <a:off x="6624825" y="3676288"/>
            <a:ext cx="53450" cy="104650"/>
          </a:xfrm>
          <a:custGeom>
            <a:rect b="b" l="l" r="r" t="t"/>
            <a:pathLst>
              <a:path extrusionOk="0" h="4186" w="2138">
                <a:moveTo>
                  <a:pt x="2002" y="0"/>
                </a:moveTo>
                <a:cubicBezTo>
                  <a:pt x="1977" y="0"/>
                  <a:pt x="1952" y="11"/>
                  <a:pt x="1931" y="36"/>
                </a:cubicBezTo>
                <a:cubicBezTo>
                  <a:pt x="1912" y="61"/>
                  <a:pt x="1" y="2495"/>
                  <a:pt x="1482" y="4148"/>
                </a:cubicBezTo>
                <a:cubicBezTo>
                  <a:pt x="1500" y="4173"/>
                  <a:pt x="1525" y="4185"/>
                  <a:pt x="1556" y="4185"/>
                </a:cubicBezTo>
                <a:cubicBezTo>
                  <a:pt x="1580" y="4185"/>
                  <a:pt x="1599" y="4173"/>
                  <a:pt x="1617" y="4161"/>
                </a:cubicBezTo>
                <a:cubicBezTo>
                  <a:pt x="1654" y="4124"/>
                  <a:pt x="1660" y="4062"/>
                  <a:pt x="1623" y="4025"/>
                </a:cubicBezTo>
                <a:cubicBezTo>
                  <a:pt x="247" y="2489"/>
                  <a:pt x="2060" y="178"/>
                  <a:pt x="2078" y="159"/>
                </a:cubicBezTo>
                <a:cubicBezTo>
                  <a:pt x="2137" y="86"/>
                  <a:pt x="2072" y="0"/>
                  <a:pt x="2002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6" name="Google Shape;6296;p68"/>
          <p:cNvSpPr/>
          <p:nvPr/>
        </p:nvSpPr>
        <p:spPr>
          <a:xfrm>
            <a:off x="7030350" y="3650688"/>
            <a:ext cx="41225" cy="132550"/>
          </a:xfrm>
          <a:custGeom>
            <a:rect b="b" l="l" r="r" t="t"/>
            <a:pathLst>
              <a:path extrusionOk="0" h="5302" w="1649">
                <a:moveTo>
                  <a:pt x="131" y="0"/>
                </a:moveTo>
                <a:cubicBezTo>
                  <a:pt x="67" y="0"/>
                  <a:pt x="0" y="63"/>
                  <a:pt x="44" y="138"/>
                </a:cubicBezTo>
                <a:cubicBezTo>
                  <a:pt x="56" y="169"/>
                  <a:pt x="1433" y="3316"/>
                  <a:pt x="216" y="5154"/>
                </a:cubicBezTo>
                <a:cubicBezTo>
                  <a:pt x="185" y="5197"/>
                  <a:pt x="198" y="5258"/>
                  <a:pt x="241" y="5289"/>
                </a:cubicBezTo>
                <a:cubicBezTo>
                  <a:pt x="259" y="5295"/>
                  <a:pt x="278" y="5302"/>
                  <a:pt x="296" y="5302"/>
                </a:cubicBezTo>
                <a:cubicBezTo>
                  <a:pt x="327" y="5302"/>
                  <a:pt x="357" y="5283"/>
                  <a:pt x="376" y="5258"/>
                </a:cubicBezTo>
                <a:cubicBezTo>
                  <a:pt x="1648" y="3341"/>
                  <a:pt x="271" y="194"/>
                  <a:pt x="216" y="65"/>
                </a:cubicBezTo>
                <a:cubicBezTo>
                  <a:pt x="201" y="19"/>
                  <a:pt x="166" y="0"/>
                  <a:pt x="131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7" name="Google Shape;6297;p68"/>
          <p:cNvSpPr/>
          <p:nvPr/>
        </p:nvSpPr>
        <p:spPr>
          <a:xfrm>
            <a:off x="6642500" y="3681138"/>
            <a:ext cx="29675" cy="86725"/>
          </a:xfrm>
          <a:custGeom>
            <a:rect b="b" l="l" r="r" t="t"/>
            <a:pathLst>
              <a:path extrusionOk="0" h="3469" w="1187">
                <a:moveTo>
                  <a:pt x="1056" y="1"/>
                </a:moveTo>
                <a:cubicBezTo>
                  <a:pt x="1027" y="1"/>
                  <a:pt x="998" y="14"/>
                  <a:pt x="978" y="45"/>
                </a:cubicBezTo>
                <a:cubicBezTo>
                  <a:pt x="941" y="113"/>
                  <a:pt x="1" y="1668"/>
                  <a:pt x="529" y="3401"/>
                </a:cubicBezTo>
                <a:cubicBezTo>
                  <a:pt x="541" y="3438"/>
                  <a:pt x="578" y="3469"/>
                  <a:pt x="621" y="3469"/>
                </a:cubicBezTo>
                <a:cubicBezTo>
                  <a:pt x="628" y="3469"/>
                  <a:pt x="640" y="3463"/>
                  <a:pt x="646" y="3463"/>
                </a:cubicBezTo>
                <a:cubicBezTo>
                  <a:pt x="695" y="3444"/>
                  <a:pt x="726" y="3395"/>
                  <a:pt x="707" y="3346"/>
                </a:cubicBezTo>
                <a:cubicBezTo>
                  <a:pt x="203" y="1699"/>
                  <a:pt x="1132" y="162"/>
                  <a:pt x="1144" y="143"/>
                </a:cubicBezTo>
                <a:cubicBezTo>
                  <a:pt x="1187" y="70"/>
                  <a:pt x="1122" y="1"/>
                  <a:pt x="1056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8" name="Google Shape;6298;p68"/>
          <p:cNvSpPr/>
          <p:nvPr/>
        </p:nvSpPr>
        <p:spPr>
          <a:xfrm>
            <a:off x="7028650" y="3675338"/>
            <a:ext cx="35850" cy="94850"/>
          </a:xfrm>
          <a:custGeom>
            <a:rect b="b" l="l" r="r" t="t"/>
            <a:pathLst>
              <a:path extrusionOk="0" h="3794" w="1434">
                <a:moveTo>
                  <a:pt x="121" y="0"/>
                </a:moveTo>
                <a:cubicBezTo>
                  <a:pt x="58" y="0"/>
                  <a:pt x="0" y="64"/>
                  <a:pt x="38" y="136"/>
                </a:cubicBezTo>
                <a:cubicBezTo>
                  <a:pt x="44" y="160"/>
                  <a:pt x="1225" y="2158"/>
                  <a:pt x="585" y="3664"/>
                </a:cubicBezTo>
                <a:cubicBezTo>
                  <a:pt x="561" y="3707"/>
                  <a:pt x="585" y="3768"/>
                  <a:pt x="634" y="3787"/>
                </a:cubicBezTo>
                <a:cubicBezTo>
                  <a:pt x="647" y="3793"/>
                  <a:pt x="659" y="3793"/>
                  <a:pt x="671" y="3793"/>
                </a:cubicBezTo>
                <a:cubicBezTo>
                  <a:pt x="708" y="3793"/>
                  <a:pt x="745" y="3768"/>
                  <a:pt x="757" y="3738"/>
                </a:cubicBezTo>
                <a:cubicBezTo>
                  <a:pt x="1434" y="2140"/>
                  <a:pt x="247" y="123"/>
                  <a:pt x="198" y="44"/>
                </a:cubicBezTo>
                <a:cubicBezTo>
                  <a:pt x="177" y="13"/>
                  <a:pt x="148" y="0"/>
                  <a:pt x="121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9" name="Google Shape;6299;p68"/>
          <p:cNvSpPr/>
          <p:nvPr/>
        </p:nvSpPr>
        <p:spPr>
          <a:xfrm>
            <a:off x="6772875" y="4044738"/>
            <a:ext cx="32550" cy="313550"/>
          </a:xfrm>
          <a:custGeom>
            <a:rect b="b" l="l" r="r" t="t"/>
            <a:pathLst>
              <a:path extrusionOk="0" h="12542" w="1302">
                <a:moveTo>
                  <a:pt x="105" y="0"/>
                </a:moveTo>
                <a:cubicBezTo>
                  <a:pt x="53" y="0"/>
                  <a:pt x="1" y="37"/>
                  <a:pt x="10" y="106"/>
                </a:cubicBezTo>
                <a:cubicBezTo>
                  <a:pt x="35" y="444"/>
                  <a:pt x="643" y="8361"/>
                  <a:pt x="902" y="9184"/>
                </a:cubicBezTo>
                <a:cubicBezTo>
                  <a:pt x="1111" y="9879"/>
                  <a:pt x="1098" y="11410"/>
                  <a:pt x="1086" y="12147"/>
                </a:cubicBezTo>
                <a:lnTo>
                  <a:pt x="1086" y="12448"/>
                </a:lnTo>
                <a:cubicBezTo>
                  <a:pt x="1086" y="12497"/>
                  <a:pt x="1129" y="12541"/>
                  <a:pt x="1184" y="12541"/>
                </a:cubicBezTo>
                <a:cubicBezTo>
                  <a:pt x="1187" y="12541"/>
                  <a:pt x="1191" y="12541"/>
                  <a:pt x="1194" y="12541"/>
                </a:cubicBezTo>
                <a:cubicBezTo>
                  <a:pt x="1239" y="12541"/>
                  <a:pt x="1277" y="12500"/>
                  <a:pt x="1277" y="12448"/>
                </a:cubicBezTo>
                <a:lnTo>
                  <a:pt x="1277" y="12147"/>
                </a:lnTo>
                <a:cubicBezTo>
                  <a:pt x="1283" y="11348"/>
                  <a:pt x="1301" y="9854"/>
                  <a:pt x="1080" y="9129"/>
                </a:cubicBezTo>
                <a:cubicBezTo>
                  <a:pt x="834" y="8324"/>
                  <a:pt x="201" y="173"/>
                  <a:pt x="201" y="93"/>
                </a:cubicBezTo>
                <a:cubicBezTo>
                  <a:pt x="198" y="30"/>
                  <a:pt x="151" y="0"/>
                  <a:pt x="105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0" name="Google Shape;6300;p68"/>
          <p:cNvSpPr/>
          <p:nvPr/>
        </p:nvSpPr>
        <p:spPr>
          <a:xfrm>
            <a:off x="6771275" y="4240900"/>
            <a:ext cx="29350" cy="92000"/>
          </a:xfrm>
          <a:custGeom>
            <a:rect b="b" l="l" r="r" t="t"/>
            <a:pathLst>
              <a:path extrusionOk="0" h="3680" w="1174">
                <a:moveTo>
                  <a:pt x="1052" y="1"/>
                </a:moveTo>
                <a:cubicBezTo>
                  <a:pt x="1013" y="1"/>
                  <a:pt x="975" y="24"/>
                  <a:pt x="966" y="77"/>
                </a:cubicBezTo>
                <a:cubicBezTo>
                  <a:pt x="953" y="102"/>
                  <a:pt x="197" y="2628"/>
                  <a:pt x="13" y="3568"/>
                </a:cubicBezTo>
                <a:cubicBezTo>
                  <a:pt x="1" y="3624"/>
                  <a:pt x="37" y="3673"/>
                  <a:pt x="87" y="3679"/>
                </a:cubicBezTo>
                <a:lnTo>
                  <a:pt x="105" y="3679"/>
                </a:lnTo>
                <a:cubicBezTo>
                  <a:pt x="148" y="3679"/>
                  <a:pt x="185" y="3648"/>
                  <a:pt x="197" y="3605"/>
                </a:cubicBezTo>
                <a:cubicBezTo>
                  <a:pt x="382" y="2665"/>
                  <a:pt x="1138" y="157"/>
                  <a:pt x="1144" y="132"/>
                </a:cubicBezTo>
                <a:cubicBezTo>
                  <a:pt x="1174" y="54"/>
                  <a:pt x="1111" y="1"/>
                  <a:pt x="105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1" name="Google Shape;6301;p68"/>
          <p:cNvSpPr/>
          <p:nvPr/>
        </p:nvSpPr>
        <p:spPr>
          <a:xfrm>
            <a:off x="6901125" y="4051238"/>
            <a:ext cx="27300" cy="305500"/>
          </a:xfrm>
          <a:custGeom>
            <a:rect b="b" l="l" r="r" t="t"/>
            <a:pathLst>
              <a:path extrusionOk="0" h="12220" w="1092">
                <a:moveTo>
                  <a:pt x="990" y="1"/>
                </a:moveTo>
                <a:cubicBezTo>
                  <a:pt x="948" y="1"/>
                  <a:pt x="906" y="26"/>
                  <a:pt x="898" y="79"/>
                </a:cubicBezTo>
                <a:cubicBezTo>
                  <a:pt x="892" y="147"/>
                  <a:pt x="136" y="6318"/>
                  <a:pt x="136" y="8328"/>
                </a:cubicBezTo>
                <a:cubicBezTo>
                  <a:pt x="136" y="9232"/>
                  <a:pt x="99" y="9945"/>
                  <a:pt x="68" y="10523"/>
                </a:cubicBezTo>
                <a:cubicBezTo>
                  <a:pt x="31" y="11236"/>
                  <a:pt x="1" y="11746"/>
                  <a:pt x="74" y="12145"/>
                </a:cubicBezTo>
                <a:cubicBezTo>
                  <a:pt x="80" y="12188"/>
                  <a:pt x="123" y="12219"/>
                  <a:pt x="166" y="12219"/>
                </a:cubicBezTo>
                <a:lnTo>
                  <a:pt x="179" y="12219"/>
                </a:lnTo>
                <a:cubicBezTo>
                  <a:pt x="234" y="12207"/>
                  <a:pt x="265" y="12158"/>
                  <a:pt x="259" y="12108"/>
                </a:cubicBezTo>
                <a:cubicBezTo>
                  <a:pt x="191" y="11733"/>
                  <a:pt x="222" y="11229"/>
                  <a:pt x="259" y="10535"/>
                </a:cubicBezTo>
                <a:cubicBezTo>
                  <a:pt x="289" y="9957"/>
                  <a:pt x="326" y="9238"/>
                  <a:pt x="326" y="8328"/>
                </a:cubicBezTo>
                <a:cubicBezTo>
                  <a:pt x="326" y="6331"/>
                  <a:pt x="1076" y="165"/>
                  <a:pt x="1089" y="104"/>
                </a:cubicBezTo>
                <a:cubicBezTo>
                  <a:pt x="1092" y="37"/>
                  <a:pt x="1041" y="1"/>
                  <a:pt x="990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2" name="Google Shape;6302;p68"/>
          <p:cNvSpPr/>
          <p:nvPr/>
        </p:nvSpPr>
        <p:spPr>
          <a:xfrm>
            <a:off x="6904000" y="4244325"/>
            <a:ext cx="29275" cy="80725"/>
          </a:xfrm>
          <a:custGeom>
            <a:rect b="b" l="l" r="r" t="t"/>
            <a:pathLst>
              <a:path extrusionOk="0" h="3229" w="1171">
                <a:moveTo>
                  <a:pt x="118" y="0"/>
                </a:moveTo>
                <a:cubicBezTo>
                  <a:pt x="59" y="0"/>
                  <a:pt x="0" y="52"/>
                  <a:pt x="27" y="124"/>
                </a:cubicBezTo>
                <a:cubicBezTo>
                  <a:pt x="33" y="155"/>
                  <a:pt x="851" y="2405"/>
                  <a:pt x="974" y="3149"/>
                </a:cubicBezTo>
                <a:cubicBezTo>
                  <a:pt x="980" y="3198"/>
                  <a:pt x="1023" y="3229"/>
                  <a:pt x="1066" y="3229"/>
                </a:cubicBezTo>
                <a:lnTo>
                  <a:pt x="1084" y="3229"/>
                </a:lnTo>
                <a:cubicBezTo>
                  <a:pt x="1133" y="3216"/>
                  <a:pt x="1170" y="3167"/>
                  <a:pt x="1158" y="3118"/>
                </a:cubicBezTo>
                <a:cubicBezTo>
                  <a:pt x="1035" y="2362"/>
                  <a:pt x="242" y="155"/>
                  <a:pt x="205" y="63"/>
                </a:cubicBezTo>
                <a:cubicBezTo>
                  <a:pt x="189" y="19"/>
                  <a:pt x="154" y="0"/>
                  <a:pt x="118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3" name="Google Shape;6303;p68"/>
          <p:cNvGrpSpPr/>
          <p:nvPr/>
        </p:nvGrpSpPr>
        <p:grpSpPr>
          <a:xfrm>
            <a:off x="6658800" y="3128663"/>
            <a:ext cx="382500" cy="1243900"/>
            <a:chOff x="6658800" y="3098525"/>
            <a:chExt cx="382500" cy="1243900"/>
          </a:xfrm>
        </p:grpSpPr>
        <p:grpSp>
          <p:nvGrpSpPr>
            <p:cNvPr id="6304" name="Google Shape;6304;p68"/>
            <p:cNvGrpSpPr/>
            <p:nvPr/>
          </p:nvGrpSpPr>
          <p:grpSpPr>
            <a:xfrm>
              <a:off x="6750375" y="3274500"/>
              <a:ext cx="203475" cy="165800"/>
              <a:chOff x="6750375" y="3274500"/>
              <a:chExt cx="203475" cy="165800"/>
            </a:xfrm>
          </p:grpSpPr>
          <p:sp>
            <p:nvSpPr>
              <p:cNvPr id="6305" name="Google Shape;6305;p68"/>
              <p:cNvSpPr/>
              <p:nvPr/>
            </p:nvSpPr>
            <p:spPr>
              <a:xfrm>
                <a:off x="6750375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2314" y="0"/>
                    </a:moveTo>
                    <a:cubicBezTo>
                      <a:pt x="1850" y="0"/>
                      <a:pt x="1380" y="147"/>
                      <a:pt x="1027" y="525"/>
                    </a:cubicBezTo>
                    <a:cubicBezTo>
                      <a:pt x="1" y="1619"/>
                      <a:pt x="412" y="4945"/>
                      <a:pt x="1027" y="6039"/>
                    </a:cubicBezTo>
                    <a:cubicBezTo>
                      <a:pt x="1253" y="6444"/>
                      <a:pt x="1681" y="6631"/>
                      <a:pt x="2147" y="6631"/>
                    </a:cubicBezTo>
                    <a:cubicBezTo>
                      <a:pt x="2948" y="6631"/>
                      <a:pt x="3862" y="6078"/>
                      <a:pt x="4064" y="5123"/>
                    </a:cubicBezTo>
                    <a:lnTo>
                      <a:pt x="4064" y="1005"/>
                    </a:lnTo>
                    <a:cubicBezTo>
                      <a:pt x="4064" y="533"/>
                      <a:pt x="3199" y="0"/>
                      <a:pt x="2314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6" name="Google Shape;6306;p68"/>
              <p:cNvSpPr/>
              <p:nvPr/>
            </p:nvSpPr>
            <p:spPr>
              <a:xfrm>
                <a:off x="6777425" y="3290125"/>
                <a:ext cx="74550" cy="130550"/>
              </a:xfrm>
              <a:custGeom>
                <a:rect b="b" l="l" r="r" t="t"/>
                <a:pathLst>
                  <a:path extrusionOk="0" h="5222" w="2982">
                    <a:moveTo>
                      <a:pt x="1086" y="1"/>
                    </a:moveTo>
                    <a:cubicBezTo>
                      <a:pt x="1020" y="1"/>
                      <a:pt x="957" y="6"/>
                      <a:pt x="898" y="17"/>
                    </a:cubicBezTo>
                    <a:cubicBezTo>
                      <a:pt x="855" y="29"/>
                      <a:pt x="836" y="85"/>
                      <a:pt x="873" y="121"/>
                    </a:cubicBezTo>
                    <a:cubicBezTo>
                      <a:pt x="1051" y="275"/>
                      <a:pt x="1248" y="306"/>
                      <a:pt x="1482" y="367"/>
                    </a:cubicBezTo>
                    <a:cubicBezTo>
                      <a:pt x="1832" y="459"/>
                      <a:pt x="1937" y="761"/>
                      <a:pt x="2164" y="988"/>
                    </a:cubicBezTo>
                    <a:cubicBezTo>
                      <a:pt x="2269" y="1093"/>
                      <a:pt x="2385" y="1179"/>
                      <a:pt x="2514" y="1246"/>
                    </a:cubicBezTo>
                    <a:cubicBezTo>
                      <a:pt x="2373" y="1265"/>
                      <a:pt x="2244" y="1308"/>
                      <a:pt x="2121" y="1375"/>
                    </a:cubicBezTo>
                    <a:cubicBezTo>
                      <a:pt x="1808" y="1535"/>
                      <a:pt x="1537" y="1756"/>
                      <a:pt x="1248" y="1959"/>
                    </a:cubicBezTo>
                    <a:cubicBezTo>
                      <a:pt x="879" y="2211"/>
                      <a:pt x="486" y="2260"/>
                      <a:pt x="74" y="2390"/>
                    </a:cubicBezTo>
                    <a:cubicBezTo>
                      <a:pt x="0" y="2414"/>
                      <a:pt x="13" y="2525"/>
                      <a:pt x="93" y="2525"/>
                    </a:cubicBezTo>
                    <a:cubicBezTo>
                      <a:pt x="116" y="2526"/>
                      <a:pt x="140" y="2526"/>
                      <a:pt x="164" y="2526"/>
                    </a:cubicBezTo>
                    <a:cubicBezTo>
                      <a:pt x="592" y="2526"/>
                      <a:pt x="992" y="2371"/>
                      <a:pt x="1359" y="2150"/>
                    </a:cubicBezTo>
                    <a:cubicBezTo>
                      <a:pt x="1611" y="1996"/>
                      <a:pt x="1863" y="1818"/>
                      <a:pt x="2127" y="1689"/>
                    </a:cubicBezTo>
                    <a:lnTo>
                      <a:pt x="2127" y="1689"/>
                    </a:lnTo>
                    <a:cubicBezTo>
                      <a:pt x="2078" y="1763"/>
                      <a:pt x="2035" y="1842"/>
                      <a:pt x="1998" y="1929"/>
                    </a:cubicBezTo>
                    <a:cubicBezTo>
                      <a:pt x="1955" y="2070"/>
                      <a:pt x="1930" y="2217"/>
                      <a:pt x="1924" y="2365"/>
                    </a:cubicBezTo>
                    <a:cubicBezTo>
                      <a:pt x="1887" y="2777"/>
                      <a:pt x="1685" y="2961"/>
                      <a:pt x="1396" y="3219"/>
                    </a:cubicBezTo>
                    <a:cubicBezTo>
                      <a:pt x="1045" y="3539"/>
                      <a:pt x="560" y="3840"/>
                      <a:pt x="314" y="4240"/>
                    </a:cubicBezTo>
                    <a:cubicBezTo>
                      <a:pt x="275" y="4307"/>
                      <a:pt x="327" y="4384"/>
                      <a:pt x="396" y="4384"/>
                    </a:cubicBezTo>
                    <a:cubicBezTo>
                      <a:pt x="404" y="4384"/>
                      <a:pt x="411" y="4383"/>
                      <a:pt x="418" y="4381"/>
                    </a:cubicBezTo>
                    <a:cubicBezTo>
                      <a:pt x="738" y="4270"/>
                      <a:pt x="953" y="4031"/>
                      <a:pt x="1205" y="3809"/>
                    </a:cubicBezTo>
                    <a:cubicBezTo>
                      <a:pt x="1482" y="3564"/>
                      <a:pt x="1838" y="3262"/>
                      <a:pt x="2023" y="2937"/>
                    </a:cubicBezTo>
                    <a:cubicBezTo>
                      <a:pt x="2207" y="2617"/>
                      <a:pt x="2139" y="2242"/>
                      <a:pt x="2299" y="1910"/>
                    </a:cubicBezTo>
                    <a:cubicBezTo>
                      <a:pt x="2348" y="1806"/>
                      <a:pt x="2416" y="1713"/>
                      <a:pt x="2502" y="1633"/>
                    </a:cubicBezTo>
                    <a:lnTo>
                      <a:pt x="2502" y="1633"/>
                    </a:lnTo>
                    <a:cubicBezTo>
                      <a:pt x="2373" y="1898"/>
                      <a:pt x="2342" y="2211"/>
                      <a:pt x="2348" y="2531"/>
                    </a:cubicBezTo>
                    <a:cubicBezTo>
                      <a:pt x="2367" y="3103"/>
                      <a:pt x="2416" y="3582"/>
                      <a:pt x="2158" y="4117"/>
                    </a:cubicBezTo>
                    <a:cubicBezTo>
                      <a:pt x="1980" y="4492"/>
                      <a:pt x="1654" y="4756"/>
                      <a:pt x="1445" y="5113"/>
                    </a:cubicBezTo>
                    <a:cubicBezTo>
                      <a:pt x="1423" y="5155"/>
                      <a:pt x="1458" y="5222"/>
                      <a:pt x="1508" y="5222"/>
                    </a:cubicBezTo>
                    <a:cubicBezTo>
                      <a:pt x="1515" y="5222"/>
                      <a:pt x="1523" y="5220"/>
                      <a:pt x="1531" y="5217"/>
                    </a:cubicBezTo>
                    <a:cubicBezTo>
                      <a:pt x="2090" y="4990"/>
                      <a:pt x="2435" y="4363"/>
                      <a:pt x="2613" y="3809"/>
                    </a:cubicBezTo>
                    <a:cubicBezTo>
                      <a:pt x="2816" y="3170"/>
                      <a:pt x="2391" y="2101"/>
                      <a:pt x="2785" y="1523"/>
                    </a:cubicBezTo>
                    <a:cubicBezTo>
                      <a:pt x="2852" y="1523"/>
                      <a:pt x="2920" y="1529"/>
                      <a:pt x="2982" y="1541"/>
                    </a:cubicBezTo>
                    <a:lnTo>
                      <a:pt x="2982" y="1031"/>
                    </a:lnTo>
                    <a:cubicBezTo>
                      <a:pt x="2957" y="1031"/>
                      <a:pt x="2932" y="1037"/>
                      <a:pt x="2908" y="1043"/>
                    </a:cubicBezTo>
                    <a:cubicBezTo>
                      <a:pt x="2613" y="828"/>
                      <a:pt x="2312" y="632"/>
                      <a:pt x="2047" y="367"/>
                    </a:cubicBezTo>
                    <a:cubicBezTo>
                      <a:pt x="1831" y="141"/>
                      <a:pt x="1425" y="1"/>
                      <a:pt x="108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7" name="Google Shape;6307;p68"/>
              <p:cNvSpPr/>
              <p:nvPr/>
            </p:nvSpPr>
            <p:spPr>
              <a:xfrm>
                <a:off x="6852250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1751" y="0"/>
                    </a:moveTo>
                    <a:cubicBezTo>
                      <a:pt x="866" y="0"/>
                      <a:pt x="1" y="533"/>
                      <a:pt x="1" y="1005"/>
                    </a:cubicBezTo>
                    <a:lnTo>
                      <a:pt x="1" y="5123"/>
                    </a:lnTo>
                    <a:cubicBezTo>
                      <a:pt x="203" y="6078"/>
                      <a:pt x="1117" y="6631"/>
                      <a:pt x="1917" y="6631"/>
                    </a:cubicBezTo>
                    <a:cubicBezTo>
                      <a:pt x="2383" y="6631"/>
                      <a:pt x="2811" y="6444"/>
                      <a:pt x="3037" y="6039"/>
                    </a:cubicBezTo>
                    <a:cubicBezTo>
                      <a:pt x="3652" y="4945"/>
                      <a:pt x="4064" y="1619"/>
                      <a:pt x="3037" y="525"/>
                    </a:cubicBezTo>
                    <a:cubicBezTo>
                      <a:pt x="2684" y="147"/>
                      <a:pt x="2215" y="0"/>
                      <a:pt x="1751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8" name="Google Shape;6308;p68"/>
              <p:cNvSpPr/>
              <p:nvPr/>
            </p:nvSpPr>
            <p:spPr>
              <a:xfrm>
                <a:off x="6852250" y="3290125"/>
                <a:ext cx="74575" cy="130550"/>
              </a:xfrm>
              <a:custGeom>
                <a:rect b="b" l="l" r="r" t="t"/>
                <a:pathLst>
                  <a:path extrusionOk="0" h="5222" w="2983">
                    <a:moveTo>
                      <a:pt x="1896" y="1"/>
                    </a:moveTo>
                    <a:cubicBezTo>
                      <a:pt x="1557" y="1"/>
                      <a:pt x="1151" y="141"/>
                      <a:pt x="935" y="367"/>
                    </a:cubicBezTo>
                    <a:cubicBezTo>
                      <a:pt x="671" y="632"/>
                      <a:pt x="370" y="828"/>
                      <a:pt x="75" y="1043"/>
                    </a:cubicBezTo>
                    <a:cubicBezTo>
                      <a:pt x="50" y="1037"/>
                      <a:pt x="25" y="1031"/>
                      <a:pt x="1" y="1031"/>
                    </a:cubicBezTo>
                    <a:lnTo>
                      <a:pt x="1" y="1541"/>
                    </a:lnTo>
                    <a:cubicBezTo>
                      <a:pt x="62" y="1529"/>
                      <a:pt x="130" y="1523"/>
                      <a:pt x="198" y="1523"/>
                    </a:cubicBezTo>
                    <a:cubicBezTo>
                      <a:pt x="591" y="2101"/>
                      <a:pt x="167" y="3170"/>
                      <a:pt x="370" y="3809"/>
                    </a:cubicBezTo>
                    <a:cubicBezTo>
                      <a:pt x="548" y="4363"/>
                      <a:pt x="886" y="4990"/>
                      <a:pt x="1452" y="5217"/>
                    </a:cubicBezTo>
                    <a:cubicBezTo>
                      <a:pt x="1459" y="5220"/>
                      <a:pt x="1467" y="5222"/>
                      <a:pt x="1474" y="5222"/>
                    </a:cubicBezTo>
                    <a:cubicBezTo>
                      <a:pt x="1524" y="5222"/>
                      <a:pt x="1558" y="5155"/>
                      <a:pt x="1531" y="5113"/>
                    </a:cubicBezTo>
                    <a:cubicBezTo>
                      <a:pt x="1329" y="4756"/>
                      <a:pt x="1003" y="4492"/>
                      <a:pt x="825" y="4117"/>
                    </a:cubicBezTo>
                    <a:cubicBezTo>
                      <a:pt x="566" y="3582"/>
                      <a:pt x="616" y="3103"/>
                      <a:pt x="628" y="2531"/>
                    </a:cubicBezTo>
                    <a:cubicBezTo>
                      <a:pt x="640" y="2211"/>
                      <a:pt x="609" y="1898"/>
                      <a:pt x="474" y="1633"/>
                    </a:cubicBezTo>
                    <a:lnTo>
                      <a:pt x="474" y="1633"/>
                    </a:lnTo>
                    <a:cubicBezTo>
                      <a:pt x="560" y="1713"/>
                      <a:pt x="628" y="1806"/>
                      <a:pt x="683" y="1910"/>
                    </a:cubicBezTo>
                    <a:cubicBezTo>
                      <a:pt x="843" y="2242"/>
                      <a:pt x="775" y="2617"/>
                      <a:pt x="960" y="2937"/>
                    </a:cubicBezTo>
                    <a:cubicBezTo>
                      <a:pt x="1144" y="3262"/>
                      <a:pt x="1501" y="3564"/>
                      <a:pt x="1771" y="3809"/>
                    </a:cubicBezTo>
                    <a:cubicBezTo>
                      <a:pt x="2023" y="4031"/>
                      <a:pt x="2244" y="4270"/>
                      <a:pt x="2564" y="4381"/>
                    </a:cubicBezTo>
                    <a:cubicBezTo>
                      <a:pt x="2571" y="4383"/>
                      <a:pt x="2579" y="4384"/>
                      <a:pt x="2586" y="4384"/>
                    </a:cubicBezTo>
                    <a:cubicBezTo>
                      <a:pt x="2655" y="4384"/>
                      <a:pt x="2702" y="4307"/>
                      <a:pt x="2669" y="4240"/>
                    </a:cubicBezTo>
                    <a:cubicBezTo>
                      <a:pt x="2417" y="3840"/>
                      <a:pt x="1937" y="3539"/>
                      <a:pt x="1581" y="3219"/>
                    </a:cubicBezTo>
                    <a:cubicBezTo>
                      <a:pt x="1298" y="2961"/>
                      <a:pt x="1095" y="2777"/>
                      <a:pt x="1058" y="2365"/>
                    </a:cubicBezTo>
                    <a:cubicBezTo>
                      <a:pt x="1052" y="2217"/>
                      <a:pt x="1027" y="2070"/>
                      <a:pt x="978" y="1929"/>
                    </a:cubicBezTo>
                    <a:cubicBezTo>
                      <a:pt x="941" y="1849"/>
                      <a:pt x="898" y="1763"/>
                      <a:pt x="855" y="1689"/>
                    </a:cubicBezTo>
                    <a:lnTo>
                      <a:pt x="855" y="1689"/>
                    </a:lnTo>
                    <a:cubicBezTo>
                      <a:pt x="1120" y="1818"/>
                      <a:pt x="1372" y="1996"/>
                      <a:pt x="1624" y="2150"/>
                    </a:cubicBezTo>
                    <a:cubicBezTo>
                      <a:pt x="1991" y="2371"/>
                      <a:pt x="2391" y="2526"/>
                      <a:pt x="2818" y="2526"/>
                    </a:cubicBezTo>
                    <a:cubicBezTo>
                      <a:pt x="2842" y="2526"/>
                      <a:pt x="2866" y="2526"/>
                      <a:pt x="2890" y="2525"/>
                    </a:cubicBezTo>
                    <a:cubicBezTo>
                      <a:pt x="2970" y="2525"/>
                      <a:pt x="2982" y="2414"/>
                      <a:pt x="2908" y="2390"/>
                    </a:cubicBezTo>
                    <a:cubicBezTo>
                      <a:pt x="2496" y="2260"/>
                      <a:pt x="2103" y="2211"/>
                      <a:pt x="1734" y="1959"/>
                    </a:cubicBezTo>
                    <a:cubicBezTo>
                      <a:pt x="1445" y="1756"/>
                      <a:pt x="1181" y="1535"/>
                      <a:pt x="868" y="1375"/>
                    </a:cubicBezTo>
                    <a:cubicBezTo>
                      <a:pt x="745" y="1308"/>
                      <a:pt x="609" y="1265"/>
                      <a:pt x="468" y="1246"/>
                    </a:cubicBezTo>
                    <a:cubicBezTo>
                      <a:pt x="597" y="1179"/>
                      <a:pt x="714" y="1093"/>
                      <a:pt x="818" y="988"/>
                    </a:cubicBezTo>
                    <a:cubicBezTo>
                      <a:pt x="1046" y="761"/>
                      <a:pt x="1150" y="459"/>
                      <a:pt x="1501" y="367"/>
                    </a:cubicBezTo>
                    <a:cubicBezTo>
                      <a:pt x="1734" y="306"/>
                      <a:pt x="1931" y="275"/>
                      <a:pt x="2109" y="121"/>
                    </a:cubicBezTo>
                    <a:cubicBezTo>
                      <a:pt x="2146" y="85"/>
                      <a:pt x="2128" y="29"/>
                      <a:pt x="2085" y="17"/>
                    </a:cubicBezTo>
                    <a:cubicBezTo>
                      <a:pt x="2026" y="6"/>
                      <a:pt x="1962" y="1"/>
                      <a:pt x="189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09" name="Google Shape;6309;p68"/>
            <p:cNvSpPr/>
            <p:nvPr/>
          </p:nvSpPr>
          <p:spPr>
            <a:xfrm>
              <a:off x="6836900" y="3295900"/>
              <a:ext cx="109700" cy="84400"/>
            </a:xfrm>
            <a:custGeom>
              <a:rect b="b" l="l" r="r" t="t"/>
              <a:pathLst>
                <a:path extrusionOk="0" h="3376" w="4388">
                  <a:moveTo>
                    <a:pt x="1805" y="1"/>
                  </a:moveTo>
                  <a:cubicBezTo>
                    <a:pt x="1640" y="1"/>
                    <a:pt x="1457" y="15"/>
                    <a:pt x="1254" y="44"/>
                  </a:cubicBezTo>
                  <a:cubicBezTo>
                    <a:pt x="0" y="228"/>
                    <a:pt x="941" y="3351"/>
                    <a:pt x="1807" y="3376"/>
                  </a:cubicBezTo>
                  <a:cubicBezTo>
                    <a:pt x="1811" y="3376"/>
                    <a:pt x="1814" y="3376"/>
                    <a:pt x="1818" y="3376"/>
                  </a:cubicBezTo>
                  <a:cubicBezTo>
                    <a:pt x="2637" y="3376"/>
                    <a:pt x="4387" y="1"/>
                    <a:pt x="18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8"/>
            <p:cNvSpPr/>
            <p:nvPr/>
          </p:nvSpPr>
          <p:spPr>
            <a:xfrm>
              <a:off x="6794950" y="3118325"/>
              <a:ext cx="73775" cy="202350"/>
            </a:xfrm>
            <a:custGeom>
              <a:rect b="b" l="l" r="r" t="t"/>
              <a:pathLst>
                <a:path extrusionOk="0" h="8094" w="2951">
                  <a:moveTo>
                    <a:pt x="765" y="1"/>
                  </a:moveTo>
                  <a:cubicBezTo>
                    <a:pt x="757" y="1"/>
                    <a:pt x="747" y="2"/>
                    <a:pt x="738" y="5"/>
                  </a:cubicBezTo>
                  <a:cubicBezTo>
                    <a:pt x="0" y="293"/>
                    <a:pt x="203" y="1043"/>
                    <a:pt x="307" y="1443"/>
                  </a:cubicBezTo>
                  <a:cubicBezTo>
                    <a:pt x="424" y="1879"/>
                    <a:pt x="658" y="2267"/>
                    <a:pt x="891" y="2642"/>
                  </a:cubicBezTo>
                  <a:lnTo>
                    <a:pt x="1008" y="2832"/>
                  </a:lnTo>
                  <a:cubicBezTo>
                    <a:pt x="1949" y="4412"/>
                    <a:pt x="2551" y="6182"/>
                    <a:pt x="2760" y="8014"/>
                  </a:cubicBezTo>
                  <a:cubicBezTo>
                    <a:pt x="2766" y="8057"/>
                    <a:pt x="2803" y="8094"/>
                    <a:pt x="2852" y="8094"/>
                  </a:cubicBezTo>
                  <a:lnTo>
                    <a:pt x="2865" y="8094"/>
                  </a:lnTo>
                  <a:cubicBezTo>
                    <a:pt x="2914" y="8087"/>
                    <a:pt x="2951" y="8044"/>
                    <a:pt x="2944" y="7989"/>
                  </a:cubicBezTo>
                  <a:cubicBezTo>
                    <a:pt x="2729" y="6133"/>
                    <a:pt x="2127" y="4338"/>
                    <a:pt x="1168" y="2734"/>
                  </a:cubicBezTo>
                  <a:cubicBezTo>
                    <a:pt x="1125" y="2672"/>
                    <a:pt x="1088" y="2605"/>
                    <a:pt x="1051" y="2543"/>
                  </a:cubicBezTo>
                  <a:cubicBezTo>
                    <a:pt x="830" y="2181"/>
                    <a:pt x="596" y="1806"/>
                    <a:pt x="492" y="1394"/>
                  </a:cubicBezTo>
                  <a:cubicBezTo>
                    <a:pt x="350" y="871"/>
                    <a:pt x="271" y="392"/>
                    <a:pt x="805" y="183"/>
                  </a:cubicBezTo>
                  <a:cubicBezTo>
                    <a:pt x="901" y="138"/>
                    <a:pt x="858" y="1"/>
                    <a:pt x="76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8"/>
            <p:cNvSpPr/>
            <p:nvPr/>
          </p:nvSpPr>
          <p:spPr>
            <a:xfrm>
              <a:off x="6855025" y="3111325"/>
              <a:ext cx="48750" cy="212125"/>
            </a:xfrm>
            <a:custGeom>
              <a:rect b="b" l="l" r="r" t="t"/>
              <a:pathLst>
                <a:path extrusionOk="0" h="8485" w="1950">
                  <a:moveTo>
                    <a:pt x="1121" y="1"/>
                  </a:moveTo>
                  <a:cubicBezTo>
                    <a:pt x="1007" y="1"/>
                    <a:pt x="990" y="186"/>
                    <a:pt x="1119" y="192"/>
                  </a:cubicBezTo>
                  <a:cubicBezTo>
                    <a:pt x="1377" y="217"/>
                    <a:pt x="1734" y="494"/>
                    <a:pt x="1746" y="733"/>
                  </a:cubicBezTo>
                  <a:cubicBezTo>
                    <a:pt x="1758" y="918"/>
                    <a:pt x="1654" y="1071"/>
                    <a:pt x="1543" y="1250"/>
                  </a:cubicBezTo>
                  <a:cubicBezTo>
                    <a:pt x="1500" y="1311"/>
                    <a:pt x="1457" y="1379"/>
                    <a:pt x="1414" y="1446"/>
                  </a:cubicBezTo>
                  <a:cubicBezTo>
                    <a:pt x="246" y="3579"/>
                    <a:pt x="1" y="6099"/>
                    <a:pt x="732" y="8423"/>
                  </a:cubicBezTo>
                  <a:cubicBezTo>
                    <a:pt x="744" y="8454"/>
                    <a:pt x="775" y="8478"/>
                    <a:pt x="812" y="8484"/>
                  </a:cubicBezTo>
                  <a:cubicBezTo>
                    <a:pt x="824" y="8484"/>
                    <a:pt x="836" y="8484"/>
                    <a:pt x="849" y="8478"/>
                  </a:cubicBezTo>
                  <a:cubicBezTo>
                    <a:pt x="898" y="8466"/>
                    <a:pt x="923" y="8411"/>
                    <a:pt x="910" y="8361"/>
                  </a:cubicBezTo>
                  <a:cubicBezTo>
                    <a:pt x="191" y="6093"/>
                    <a:pt x="437" y="3628"/>
                    <a:pt x="1580" y="1538"/>
                  </a:cubicBezTo>
                  <a:cubicBezTo>
                    <a:pt x="1617" y="1477"/>
                    <a:pt x="1654" y="1409"/>
                    <a:pt x="1697" y="1348"/>
                  </a:cubicBezTo>
                  <a:cubicBezTo>
                    <a:pt x="1820" y="1164"/>
                    <a:pt x="1949" y="973"/>
                    <a:pt x="1931" y="727"/>
                  </a:cubicBezTo>
                  <a:cubicBezTo>
                    <a:pt x="1912" y="383"/>
                    <a:pt x="1482" y="45"/>
                    <a:pt x="1138" y="2"/>
                  </a:cubicBezTo>
                  <a:cubicBezTo>
                    <a:pt x="1132" y="1"/>
                    <a:pt x="1127" y="1"/>
                    <a:pt x="112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8"/>
            <p:cNvSpPr/>
            <p:nvPr/>
          </p:nvSpPr>
          <p:spPr>
            <a:xfrm>
              <a:off x="6793100" y="3103025"/>
              <a:ext cx="79475" cy="219650"/>
            </a:xfrm>
            <a:custGeom>
              <a:rect b="b" l="l" r="r" t="t"/>
              <a:pathLst>
                <a:path extrusionOk="0" h="8786" w="3179">
                  <a:moveTo>
                    <a:pt x="810" y="0"/>
                  </a:moveTo>
                  <a:cubicBezTo>
                    <a:pt x="646" y="0"/>
                    <a:pt x="487" y="62"/>
                    <a:pt x="369" y="174"/>
                  </a:cubicBezTo>
                  <a:cubicBezTo>
                    <a:pt x="129" y="414"/>
                    <a:pt x="0" y="740"/>
                    <a:pt x="19" y="1078"/>
                  </a:cubicBezTo>
                  <a:cubicBezTo>
                    <a:pt x="43" y="1471"/>
                    <a:pt x="240" y="1735"/>
                    <a:pt x="449" y="2018"/>
                  </a:cubicBezTo>
                  <a:cubicBezTo>
                    <a:pt x="504" y="2098"/>
                    <a:pt x="566" y="2184"/>
                    <a:pt x="627" y="2270"/>
                  </a:cubicBezTo>
                  <a:cubicBezTo>
                    <a:pt x="1906" y="4200"/>
                    <a:pt x="2717" y="6401"/>
                    <a:pt x="2988" y="8699"/>
                  </a:cubicBezTo>
                  <a:cubicBezTo>
                    <a:pt x="2994" y="8749"/>
                    <a:pt x="3037" y="8786"/>
                    <a:pt x="3080" y="8786"/>
                  </a:cubicBezTo>
                  <a:lnTo>
                    <a:pt x="3092" y="8786"/>
                  </a:lnTo>
                  <a:cubicBezTo>
                    <a:pt x="3141" y="8779"/>
                    <a:pt x="3178" y="8730"/>
                    <a:pt x="3172" y="8681"/>
                  </a:cubicBezTo>
                  <a:cubicBezTo>
                    <a:pt x="2902" y="6351"/>
                    <a:pt x="2078" y="4120"/>
                    <a:pt x="781" y="2166"/>
                  </a:cubicBezTo>
                  <a:cubicBezTo>
                    <a:pt x="720" y="2073"/>
                    <a:pt x="658" y="1993"/>
                    <a:pt x="597" y="1907"/>
                  </a:cubicBezTo>
                  <a:cubicBezTo>
                    <a:pt x="400" y="1637"/>
                    <a:pt x="228" y="1403"/>
                    <a:pt x="209" y="1065"/>
                  </a:cubicBezTo>
                  <a:cubicBezTo>
                    <a:pt x="191" y="783"/>
                    <a:pt x="295" y="512"/>
                    <a:pt x="492" y="315"/>
                  </a:cubicBezTo>
                  <a:cubicBezTo>
                    <a:pt x="581" y="232"/>
                    <a:pt x="696" y="188"/>
                    <a:pt x="815" y="188"/>
                  </a:cubicBezTo>
                  <a:cubicBezTo>
                    <a:pt x="837" y="188"/>
                    <a:pt x="858" y="190"/>
                    <a:pt x="879" y="192"/>
                  </a:cubicBezTo>
                  <a:cubicBezTo>
                    <a:pt x="885" y="193"/>
                    <a:pt x="891" y="194"/>
                    <a:pt x="896" y="194"/>
                  </a:cubicBezTo>
                  <a:cubicBezTo>
                    <a:pt x="1005" y="194"/>
                    <a:pt x="1027" y="26"/>
                    <a:pt x="910" y="8"/>
                  </a:cubicBezTo>
                  <a:cubicBezTo>
                    <a:pt x="877" y="3"/>
                    <a:pt x="843" y="0"/>
                    <a:pt x="8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8"/>
            <p:cNvSpPr/>
            <p:nvPr/>
          </p:nvSpPr>
          <p:spPr>
            <a:xfrm>
              <a:off x="6855800" y="3098525"/>
              <a:ext cx="47500" cy="226600"/>
            </a:xfrm>
            <a:custGeom>
              <a:rect b="b" l="l" r="r" t="t"/>
              <a:pathLst>
                <a:path extrusionOk="0" h="9064" w="1900">
                  <a:moveTo>
                    <a:pt x="1044" y="1"/>
                  </a:moveTo>
                  <a:cubicBezTo>
                    <a:pt x="932" y="1"/>
                    <a:pt x="919" y="182"/>
                    <a:pt x="1039" y="188"/>
                  </a:cubicBezTo>
                  <a:cubicBezTo>
                    <a:pt x="1457" y="243"/>
                    <a:pt x="1709" y="520"/>
                    <a:pt x="1709" y="920"/>
                  </a:cubicBezTo>
                  <a:cubicBezTo>
                    <a:pt x="1709" y="1276"/>
                    <a:pt x="1537" y="1620"/>
                    <a:pt x="1371" y="1946"/>
                  </a:cubicBezTo>
                  <a:lnTo>
                    <a:pt x="1310" y="2057"/>
                  </a:lnTo>
                  <a:cubicBezTo>
                    <a:pt x="234" y="4208"/>
                    <a:pt x="0" y="6679"/>
                    <a:pt x="652" y="8990"/>
                  </a:cubicBezTo>
                  <a:cubicBezTo>
                    <a:pt x="664" y="9033"/>
                    <a:pt x="701" y="9058"/>
                    <a:pt x="744" y="9064"/>
                  </a:cubicBezTo>
                  <a:cubicBezTo>
                    <a:pt x="750" y="9064"/>
                    <a:pt x="762" y="9064"/>
                    <a:pt x="769" y="9058"/>
                  </a:cubicBezTo>
                  <a:cubicBezTo>
                    <a:pt x="818" y="9045"/>
                    <a:pt x="848" y="8996"/>
                    <a:pt x="836" y="8947"/>
                  </a:cubicBezTo>
                  <a:cubicBezTo>
                    <a:pt x="197" y="6679"/>
                    <a:pt x="424" y="4251"/>
                    <a:pt x="1482" y="2149"/>
                  </a:cubicBezTo>
                  <a:lnTo>
                    <a:pt x="1537" y="2038"/>
                  </a:lnTo>
                  <a:cubicBezTo>
                    <a:pt x="1715" y="1688"/>
                    <a:pt x="1900" y="1325"/>
                    <a:pt x="1900" y="926"/>
                  </a:cubicBezTo>
                  <a:cubicBezTo>
                    <a:pt x="1893" y="422"/>
                    <a:pt x="1580" y="71"/>
                    <a:pt x="1070" y="4"/>
                  </a:cubicBezTo>
                  <a:cubicBezTo>
                    <a:pt x="1061" y="2"/>
                    <a:pt x="1052" y="1"/>
                    <a:pt x="104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8"/>
            <p:cNvSpPr/>
            <p:nvPr/>
          </p:nvSpPr>
          <p:spPr>
            <a:xfrm>
              <a:off x="6668175" y="3255650"/>
              <a:ext cx="198250" cy="461950"/>
            </a:xfrm>
            <a:custGeom>
              <a:rect b="b" l="l" r="r" t="t"/>
              <a:pathLst>
                <a:path extrusionOk="0" h="18478" w="7930">
                  <a:moveTo>
                    <a:pt x="3412" y="1"/>
                  </a:moveTo>
                  <a:cubicBezTo>
                    <a:pt x="2643" y="1"/>
                    <a:pt x="2072" y="259"/>
                    <a:pt x="1703" y="763"/>
                  </a:cubicBezTo>
                  <a:cubicBezTo>
                    <a:pt x="1119" y="1580"/>
                    <a:pt x="1119" y="3062"/>
                    <a:pt x="1703" y="4826"/>
                  </a:cubicBezTo>
                  <a:cubicBezTo>
                    <a:pt x="2201" y="6319"/>
                    <a:pt x="1494" y="7936"/>
                    <a:pt x="867" y="9356"/>
                  </a:cubicBezTo>
                  <a:cubicBezTo>
                    <a:pt x="566" y="10044"/>
                    <a:pt x="277" y="10696"/>
                    <a:pt x="184" y="11237"/>
                  </a:cubicBezTo>
                  <a:cubicBezTo>
                    <a:pt x="0" y="12263"/>
                    <a:pt x="129" y="14236"/>
                    <a:pt x="240" y="15976"/>
                  </a:cubicBezTo>
                  <a:cubicBezTo>
                    <a:pt x="307" y="16996"/>
                    <a:pt x="363" y="17869"/>
                    <a:pt x="344" y="18379"/>
                  </a:cubicBezTo>
                  <a:cubicBezTo>
                    <a:pt x="344" y="18428"/>
                    <a:pt x="387" y="18471"/>
                    <a:pt x="436" y="18478"/>
                  </a:cubicBezTo>
                  <a:cubicBezTo>
                    <a:pt x="492" y="18478"/>
                    <a:pt x="535" y="18435"/>
                    <a:pt x="541" y="18385"/>
                  </a:cubicBezTo>
                  <a:cubicBezTo>
                    <a:pt x="553" y="17869"/>
                    <a:pt x="498" y="16984"/>
                    <a:pt x="430" y="15964"/>
                  </a:cubicBezTo>
                  <a:cubicBezTo>
                    <a:pt x="326" y="14322"/>
                    <a:pt x="191" y="12276"/>
                    <a:pt x="369" y="11274"/>
                  </a:cubicBezTo>
                  <a:cubicBezTo>
                    <a:pt x="461" y="10751"/>
                    <a:pt x="744" y="10112"/>
                    <a:pt x="1045" y="9436"/>
                  </a:cubicBezTo>
                  <a:cubicBezTo>
                    <a:pt x="1684" y="7979"/>
                    <a:pt x="2410" y="6332"/>
                    <a:pt x="1887" y="4770"/>
                  </a:cubicBezTo>
                  <a:cubicBezTo>
                    <a:pt x="1315" y="3062"/>
                    <a:pt x="1309" y="1642"/>
                    <a:pt x="1863" y="873"/>
                  </a:cubicBezTo>
                  <a:cubicBezTo>
                    <a:pt x="2188" y="419"/>
                    <a:pt x="2711" y="191"/>
                    <a:pt x="3412" y="191"/>
                  </a:cubicBezTo>
                  <a:cubicBezTo>
                    <a:pt x="5674" y="191"/>
                    <a:pt x="7739" y="2281"/>
                    <a:pt x="7763" y="2299"/>
                  </a:cubicBezTo>
                  <a:cubicBezTo>
                    <a:pt x="7782" y="2318"/>
                    <a:pt x="7805" y="2327"/>
                    <a:pt x="7829" y="2327"/>
                  </a:cubicBezTo>
                  <a:cubicBezTo>
                    <a:pt x="7853" y="2327"/>
                    <a:pt x="7877" y="2318"/>
                    <a:pt x="7899" y="2299"/>
                  </a:cubicBezTo>
                  <a:cubicBezTo>
                    <a:pt x="7929" y="2263"/>
                    <a:pt x="7929" y="2201"/>
                    <a:pt x="7899" y="2164"/>
                  </a:cubicBezTo>
                  <a:cubicBezTo>
                    <a:pt x="7806" y="2072"/>
                    <a:pt x="5753" y="1"/>
                    <a:pt x="3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8"/>
            <p:cNvSpPr/>
            <p:nvPr/>
          </p:nvSpPr>
          <p:spPr>
            <a:xfrm>
              <a:off x="6870600" y="3259125"/>
              <a:ext cx="170700" cy="456625"/>
            </a:xfrm>
            <a:custGeom>
              <a:rect b="b" l="l" r="r" t="t"/>
              <a:pathLst>
                <a:path extrusionOk="0" h="18265" w="6828">
                  <a:moveTo>
                    <a:pt x="3381" y="1"/>
                  </a:moveTo>
                  <a:cubicBezTo>
                    <a:pt x="1606" y="1"/>
                    <a:pt x="114" y="1996"/>
                    <a:pt x="54" y="2081"/>
                  </a:cubicBezTo>
                  <a:cubicBezTo>
                    <a:pt x="0" y="2156"/>
                    <a:pt x="66" y="2236"/>
                    <a:pt x="135" y="2236"/>
                  </a:cubicBezTo>
                  <a:cubicBezTo>
                    <a:pt x="161" y="2236"/>
                    <a:pt x="187" y="2224"/>
                    <a:pt x="207" y="2197"/>
                  </a:cubicBezTo>
                  <a:cubicBezTo>
                    <a:pt x="219" y="2173"/>
                    <a:pt x="1707" y="192"/>
                    <a:pt x="3388" y="192"/>
                  </a:cubicBezTo>
                  <a:cubicBezTo>
                    <a:pt x="3416" y="192"/>
                    <a:pt x="3443" y="192"/>
                    <a:pt x="3471" y="194"/>
                  </a:cubicBezTo>
                  <a:cubicBezTo>
                    <a:pt x="3803" y="194"/>
                    <a:pt x="4117" y="359"/>
                    <a:pt x="4307" y="630"/>
                  </a:cubicBezTo>
                  <a:cubicBezTo>
                    <a:pt x="4989" y="1552"/>
                    <a:pt x="4756" y="3728"/>
                    <a:pt x="4430" y="4963"/>
                  </a:cubicBezTo>
                  <a:cubicBezTo>
                    <a:pt x="4172" y="5953"/>
                    <a:pt x="4781" y="7195"/>
                    <a:pt x="5364" y="8399"/>
                  </a:cubicBezTo>
                  <a:cubicBezTo>
                    <a:pt x="5721" y="9125"/>
                    <a:pt x="6084" y="9868"/>
                    <a:pt x="6237" y="10520"/>
                  </a:cubicBezTo>
                  <a:cubicBezTo>
                    <a:pt x="6631" y="12210"/>
                    <a:pt x="6311" y="17251"/>
                    <a:pt x="6004" y="18136"/>
                  </a:cubicBezTo>
                  <a:cubicBezTo>
                    <a:pt x="5985" y="18185"/>
                    <a:pt x="6010" y="18240"/>
                    <a:pt x="6059" y="18259"/>
                  </a:cubicBezTo>
                  <a:cubicBezTo>
                    <a:pt x="6071" y="18259"/>
                    <a:pt x="6077" y="18265"/>
                    <a:pt x="6090" y="18265"/>
                  </a:cubicBezTo>
                  <a:cubicBezTo>
                    <a:pt x="6133" y="18265"/>
                    <a:pt x="6164" y="18234"/>
                    <a:pt x="6176" y="18197"/>
                  </a:cubicBezTo>
                  <a:cubicBezTo>
                    <a:pt x="6495" y="17275"/>
                    <a:pt x="6827" y="12235"/>
                    <a:pt x="6416" y="10477"/>
                  </a:cubicBezTo>
                  <a:cubicBezTo>
                    <a:pt x="6262" y="9801"/>
                    <a:pt x="5893" y="9045"/>
                    <a:pt x="5537" y="8313"/>
                  </a:cubicBezTo>
                  <a:cubicBezTo>
                    <a:pt x="4965" y="7145"/>
                    <a:pt x="4375" y="5935"/>
                    <a:pt x="4615" y="5013"/>
                  </a:cubicBezTo>
                  <a:cubicBezTo>
                    <a:pt x="4903" y="3918"/>
                    <a:pt x="5235" y="1570"/>
                    <a:pt x="4455" y="519"/>
                  </a:cubicBezTo>
                  <a:cubicBezTo>
                    <a:pt x="4233" y="200"/>
                    <a:pt x="3871" y="9"/>
                    <a:pt x="3484" y="3"/>
                  </a:cubicBezTo>
                  <a:cubicBezTo>
                    <a:pt x="3449" y="1"/>
                    <a:pt x="3415" y="1"/>
                    <a:pt x="33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8"/>
            <p:cNvSpPr/>
            <p:nvPr/>
          </p:nvSpPr>
          <p:spPr>
            <a:xfrm>
              <a:off x="6746700" y="3356150"/>
              <a:ext cx="130475" cy="983200"/>
            </a:xfrm>
            <a:custGeom>
              <a:rect b="b" l="l" r="r" t="t"/>
              <a:pathLst>
                <a:path extrusionOk="0" h="39328" w="5219">
                  <a:moveTo>
                    <a:pt x="1875" y="8618"/>
                  </a:moveTo>
                  <a:cubicBezTo>
                    <a:pt x="1883" y="8618"/>
                    <a:pt x="1891" y="8618"/>
                    <a:pt x="1899" y="8618"/>
                  </a:cubicBezTo>
                  <a:cubicBezTo>
                    <a:pt x="1908" y="8618"/>
                    <a:pt x="1916" y="8618"/>
                    <a:pt x="1924" y="8618"/>
                  </a:cubicBezTo>
                  <a:cubicBezTo>
                    <a:pt x="2211" y="8618"/>
                    <a:pt x="2490" y="8722"/>
                    <a:pt x="2705" y="8901"/>
                  </a:cubicBezTo>
                  <a:cubicBezTo>
                    <a:pt x="3080" y="9208"/>
                    <a:pt x="3233" y="9620"/>
                    <a:pt x="3166" y="10143"/>
                  </a:cubicBezTo>
                  <a:cubicBezTo>
                    <a:pt x="3104" y="10155"/>
                    <a:pt x="3043" y="10161"/>
                    <a:pt x="2981" y="10167"/>
                  </a:cubicBezTo>
                  <a:cubicBezTo>
                    <a:pt x="2908" y="10174"/>
                    <a:pt x="2834" y="10178"/>
                    <a:pt x="2760" y="10178"/>
                  </a:cubicBezTo>
                  <a:cubicBezTo>
                    <a:pt x="2022" y="10178"/>
                    <a:pt x="1305" y="9831"/>
                    <a:pt x="1076" y="9479"/>
                  </a:cubicBezTo>
                  <a:cubicBezTo>
                    <a:pt x="885" y="9196"/>
                    <a:pt x="1051" y="8975"/>
                    <a:pt x="1168" y="8870"/>
                  </a:cubicBezTo>
                  <a:cubicBezTo>
                    <a:pt x="1370" y="8709"/>
                    <a:pt x="1619" y="8618"/>
                    <a:pt x="1875" y="8618"/>
                  </a:cubicBezTo>
                  <a:close/>
                  <a:moveTo>
                    <a:pt x="5010" y="1"/>
                  </a:moveTo>
                  <a:cubicBezTo>
                    <a:pt x="4954" y="1"/>
                    <a:pt x="4911" y="44"/>
                    <a:pt x="4911" y="99"/>
                  </a:cubicBezTo>
                  <a:cubicBezTo>
                    <a:pt x="4917" y="173"/>
                    <a:pt x="5034" y="7536"/>
                    <a:pt x="4352" y="9178"/>
                  </a:cubicBezTo>
                  <a:cubicBezTo>
                    <a:pt x="4180" y="9620"/>
                    <a:pt x="3817" y="9964"/>
                    <a:pt x="3362" y="10100"/>
                  </a:cubicBezTo>
                  <a:cubicBezTo>
                    <a:pt x="3411" y="9540"/>
                    <a:pt x="3233" y="9098"/>
                    <a:pt x="2821" y="8766"/>
                  </a:cubicBezTo>
                  <a:cubicBezTo>
                    <a:pt x="2540" y="8532"/>
                    <a:pt x="2210" y="8432"/>
                    <a:pt x="1898" y="8432"/>
                  </a:cubicBezTo>
                  <a:cubicBezTo>
                    <a:pt x="1563" y="8432"/>
                    <a:pt x="1249" y="8547"/>
                    <a:pt x="1039" y="8735"/>
                  </a:cubicBezTo>
                  <a:cubicBezTo>
                    <a:pt x="768" y="8975"/>
                    <a:pt x="719" y="9294"/>
                    <a:pt x="910" y="9583"/>
                  </a:cubicBezTo>
                  <a:cubicBezTo>
                    <a:pt x="1173" y="9987"/>
                    <a:pt x="1953" y="10375"/>
                    <a:pt x="2760" y="10375"/>
                  </a:cubicBezTo>
                  <a:cubicBezTo>
                    <a:pt x="2837" y="10375"/>
                    <a:pt x="2916" y="10371"/>
                    <a:pt x="2994" y="10364"/>
                  </a:cubicBezTo>
                  <a:cubicBezTo>
                    <a:pt x="3037" y="10364"/>
                    <a:pt x="3086" y="10358"/>
                    <a:pt x="3135" y="10345"/>
                  </a:cubicBezTo>
                  <a:lnTo>
                    <a:pt x="3135" y="10345"/>
                  </a:lnTo>
                  <a:cubicBezTo>
                    <a:pt x="3024" y="10862"/>
                    <a:pt x="2729" y="11483"/>
                    <a:pt x="2244" y="12202"/>
                  </a:cubicBezTo>
                  <a:cubicBezTo>
                    <a:pt x="1623" y="13118"/>
                    <a:pt x="332" y="15533"/>
                    <a:pt x="1666" y="18158"/>
                  </a:cubicBezTo>
                  <a:cubicBezTo>
                    <a:pt x="2311" y="19436"/>
                    <a:pt x="1697" y="20598"/>
                    <a:pt x="1045" y="21828"/>
                  </a:cubicBezTo>
                  <a:cubicBezTo>
                    <a:pt x="621" y="22627"/>
                    <a:pt x="178" y="23463"/>
                    <a:pt x="105" y="24342"/>
                  </a:cubicBezTo>
                  <a:cubicBezTo>
                    <a:pt x="0" y="25565"/>
                    <a:pt x="516" y="26942"/>
                    <a:pt x="1020" y="28282"/>
                  </a:cubicBezTo>
                  <a:cubicBezTo>
                    <a:pt x="1438" y="29363"/>
                    <a:pt x="1863" y="30488"/>
                    <a:pt x="1942" y="31515"/>
                  </a:cubicBezTo>
                  <a:cubicBezTo>
                    <a:pt x="2133" y="33844"/>
                    <a:pt x="1819" y="38135"/>
                    <a:pt x="1537" y="39210"/>
                  </a:cubicBezTo>
                  <a:cubicBezTo>
                    <a:pt x="1524" y="39260"/>
                    <a:pt x="1549" y="39309"/>
                    <a:pt x="1604" y="39327"/>
                  </a:cubicBezTo>
                  <a:lnTo>
                    <a:pt x="1629" y="39327"/>
                  </a:lnTo>
                  <a:cubicBezTo>
                    <a:pt x="1666" y="39321"/>
                    <a:pt x="1697" y="39296"/>
                    <a:pt x="1709" y="39260"/>
                  </a:cubicBezTo>
                  <a:cubicBezTo>
                    <a:pt x="1998" y="38166"/>
                    <a:pt x="2317" y="33838"/>
                    <a:pt x="2127" y="31496"/>
                  </a:cubicBezTo>
                  <a:cubicBezTo>
                    <a:pt x="2041" y="30439"/>
                    <a:pt x="1611" y="29308"/>
                    <a:pt x="1193" y="28208"/>
                  </a:cubicBezTo>
                  <a:cubicBezTo>
                    <a:pt x="701" y="26892"/>
                    <a:pt x="184" y="25534"/>
                    <a:pt x="289" y="24360"/>
                  </a:cubicBezTo>
                  <a:cubicBezTo>
                    <a:pt x="363" y="23512"/>
                    <a:pt x="793" y="22700"/>
                    <a:pt x="1211" y="21914"/>
                  </a:cubicBezTo>
                  <a:cubicBezTo>
                    <a:pt x="1856" y="20697"/>
                    <a:pt x="2520" y="19436"/>
                    <a:pt x="1832" y="18072"/>
                  </a:cubicBezTo>
                  <a:cubicBezTo>
                    <a:pt x="541" y="15533"/>
                    <a:pt x="1795" y="13198"/>
                    <a:pt x="2397" y="12306"/>
                  </a:cubicBezTo>
                  <a:cubicBezTo>
                    <a:pt x="2920" y="11538"/>
                    <a:pt x="3227" y="10868"/>
                    <a:pt x="3332" y="10309"/>
                  </a:cubicBezTo>
                  <a:cubicBezTo>
                    <a:pt x="3879" y="10173"/>
                    <a:pt x="4327" y="9780"/>
                    <a:pt x="4524" y="9251"/>
                  </a:cubicBezTo>
                  <a:cubicBezTo>
                    <a:pt x="5219" y="7573"/>
                    <a:pt x="5108" y="400"/>
                    <a:pt x="5102" y="93"/>
                  </a:cubicBezTo>
                  <a:cubicBezTo>
                    <a:pt x="5102" y="44"/>
                    <a:pt x="5059" y="1"/>
                    <a:pt x="501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8"/>
            <p:cNvSpPr/>
            <p:nvPr/>
          </p:nvSpPr>
          <p:spPr>
            <a:xfrm>
              <a:off x="6854725" y="3355225"/>
              <a:ext cx="106350" cy="987200"/>
            </a:xfrm>
            <a:custGeom>
              <a:rect b="b" l="l" r="r" t="t"/>
              <a:pathLst>
                <a:path extrusionOk="0" h="39488" w="4254">
                  <a:moveTo>
                    <a:pt x="2703" y="8767"/>
                  </a:moveTo>
                  <a:cubicBezTo>
                    <a:pt x="2801" y="8767"/>
                    <a:pt x="2893" y="8778"/>
                    <a:pt x="2975" y="8803"/>
                  </a:cubicBezTo>
                  <a:cubicBezTo>
                    <a:pt x="3178" y="8852"/>
                    <a:pt x="3332" y="9024"/>
                    <a:pt x="3350" y="9233"/>
                  </a:cubicBezTo>
                  <a:cubicBezTo>
                    <a:pt x="3412" y="9651"/>
                    <a:pt x="2932" y="10204"/>
                    <a:pt x="2330" y="10419"/>
                  </a:cubicBezTo>
                  <a:cubicBezTo>
                    <a:pt x="2220" y="10458"/>
                    <a:pt x="2046" y="10506"/>
                    <a:pt x="1850" y="10506"/>
                  </a:cubicBezTo>
                  <a:cubicBezTo>
                    <a:pt x="1675" y="10506"/>
                    <a:pt x="1483" y="10468"/>
                    <a:pt x="1303" y="10352"/>
                  </a:cubicBezTo>
                  <a:cubicBezTo>
                    <a:pt x="1223" y="9915"/>
                    <a:pt x="1260" y="9547"/>
                    <a:pt x="1426" y="9344"/>
                  </a:cubicBezTo>
                  <a:cubicBezTo>
                    <a:pt x="1718" y="9002"/>
                    <a:pt x="2265" y="8767"/>
                    <a:pt x="2703" y="8767"/>
                  </a:cubicBezTo>
                  <a:close/>
                  <a:moveTo>
                    <a:pt x="344" y="1"/>
                  </a:moveTo>
                  <a:cubicBezTo>
                    <a:pt x="289" y="1"/>
                    <a:pt x="246" y="44"/>
                    <a:pt x="246" y="93"/>
                  </a:cubicBezTo>
                  <a:cubicBezTo>
                    <a:pt x="234" y="449"/>
                    <a:pt x="0" y="8784"/>
                    <a:pt x="799" y="10087"/>
                  </a:cubicBezTo>
                  <a:cubicBezTo>
                    <a:pt x="885" y="10235"/>
                    <a:pt x="996" y="10358"/>
                    <a:pt x="1131" y="10462"/>
                  </a:cubicBezTo>
                  <a:cubicBezTo>
                    <a:pt x="1297" y="11261"/>
                    <a:pt x="1789" y="12226"/>
                    <a:pt x="2391" y="12921"/>
                  </a:cubicBezTo>
                  <a:cubicBezTo>
                    <a:pt x="2938" y="13554"/>
                    <a:pt x="2606" y="14851"/>
                    <a:pt x="2256" y="16222"/>
                  </a:cubicBezTo>
                  <a:cubicBezTo>
                    <a:pt x="2004" y="17224"/>
                    <a:pt x="1740" y="18250"/>
                    <a:pt x="1764" y="19166"/>
                  </a:cubicBezTo>
                  <a:cubicBezTo>
                    <a:pt x="1807" y="20549"/>
                    <a:pt x="2348" y="21594"/>
                    <a:pt x="2871" y="22608"/>
                  </a:cubicBezTo>
                  <a:cubicBezTo>
                    <a:pt x="3178" y="23211"/>
                    <a:pt x="3473" y="23776"/>
                    <a:pt x="3639" y="24379"/>
                  </a:cubicBezTo>
                  <a:cubicBezTo>
                    <a:pt x="4063" y="25921"/>
                    <a:pt x="3031" y="29695"/>
                    <a:pt x="2410" y="31287"/>
                  </a:cubicBezTo>
                  <a:cubicBezTo>
                    <a:pt x="1826" y="32787"/>
                    <a:pt x="2059" y="37871"/>
                    <a:pt x="2440" y="39413"/>
                  </a:cubicBezTo>
                  <a:cubicBezTo>
                    <a:pt x="2447" y="39456"/>
                    <a:pt x="2490" y="39487"/>
                    <a:pt x="2533" y="39487"/>
                  </a:cubicBezTo>
                  <a:cubicBezTo>
                    <a:pt x="2533" y="39487"/>
                    <a:pt x="2539" y="39487"/>
                    <a:pt x="2545" y="39481"/>
                  </a:cubicBezTo>
                  <a:cubicBezTo>
                    <a:pt x="2594" y="39469"/>
                    <a:pt x="2631" y="39420"/>
                    <a:pt x="2619" y="39370"/>
                  </a:cubicBezTo>
                  <a:cubicBezTo>
                    <a:pt x="2250" y="37883"/>
                    <a:pt x="2016" y="32793"/>
                    <a:pt x="2582" y="31349"/>
                  </a:cubicBezTo>
                  <a:cubicBezTo>
                    <a:pt x="3209" y="29745"/>
                    <a:pt x="4254" y="25909"/>
                    <a:pt x="3817" y="24323"/>
                  </a:cubicBezTo>
                  <a:cubicBezTo>
                    <a:pt x="3651" y="23709"/>
                    <a:pt x="3350" y="23131"/>
                    <a:pt x="3037" y="22522"/>
                  </a:cubicBezTo>
                  <a:cubicBezTo>
                    <a:pt x="2527" y="21526"/>
                    <a:pt x="1992" y="20494"/>
                    <a:pt x="1955" y="19154"/>
                  </a:cubicBezTo>
                  <a:cubicBezTo>
                    <a:pt x="1930" y="18269"/>
                    <a:pt x="2188" y="17254"/>
                    <a:pt x="2440" y="16265"/>
                  </a:cubicBezTo>
                  <a:cubicBezTo>
                    <a:pt x="2803" y="14845"/>
                    <a:pt x="3141" y="13505"/>
                    <a:pt x="2533" y="12792"/>
                  </a:cubicBezTo>
                  <a:cubicBezTo>
                    <a:pt x="1955" y="12122"/>
                    <a:pt x="1531" y="11292"/>
                    <a:pt x="1353" y="10591"/>
                  </a:cubicBezTo>
                  <a:lnTo>
                    <a:pt x="1353" y="10591"/>
                  </a:lnTo>
                  <a:cubicBezTo>
                    <a:pt x="1503" y="10661"/>
                    <a:pt x="1672" y="10696"/>
                    <a:pt x="1851" y="10696"/>
                  </a:cubicBezTo>
                  <a:cubicBezTo>
                    <a:pt x="2022" y="10696"/>
                    <a:pt x="2202" y="10664"/>
                    <a:pt x="2385" y="10598"/>
                  </a:cubicBezTo>
                  <a:cubicBezTo>
                    <a:pt x="3006" y="10376"/>
                    <a:pt x="3615" y="9762"/>
                    <a:pt x="3535" y="9202"/>
                  </a:cubicBezTo>
                  <a:cubicBezTo>
                    <a:pt x="3504" y="8920"/>
                    <a:pt x="3301" y="8680"/>
                    <a:pt x="3024" y="8612"/>
                  </a:cubicBezTo>
                  <a:cubicBezTo>
                    <a:pt x="2928" y="8585"/>
                    <a:pt x="2822" y="8572"/>
                    <a:pt x="2710" y="8572"/>
                  </a:cubicBezTo>
                  <a:cubicBezTo>
                    <a:pt x="2213" y="8572"/>
                    <a:pt x="1610" y="8828"/>
                    <a:pt x="1279" y="9215"/>
                  </a:cubicBezTo>
                  <a:cubicBezTo>
                    <a:pt x="1094" y="9430"/>
                    <a:pt x="1039" y="9768"/>
                    <a:pt x="1082" y="10161"/>
                  </a:cubicBezTo>
                  <a:cubicBezTo>
                    <a:pt x="1033" y="10106"/>
                    <a:pt x="996" y="10051"/>
                    <a:pt x="959" y="9989"/>
                  </a:cubicBezTo>
                  <a:cubicBezTo>
                    <a:pt x="191" y="8729"/>
                    <a:pt x="430" y="185"/>
                    <a:pt x="430" y="99"/>
                  </a:cubicBezTo>
                  <a:cubicBezTo>
                    <a:pt x="437" y="44"/>
                    <a:pt x="394" y="1"/>
                    <a:pt x="34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8"/>
            <p:cNvSpPr/>
            <p:nvPr/>
          </p:nvSpPr>
          <p:spPr>
            <a:xfrm>
              <a:off x="6658800" y="3262225"/>
              <a:ext cx="210225" cy="446150"/>
            </a:xfrm>
            <a:custGeom>
              <a:rect b="b" l="l" r="r" t="t"/>
              <a:pathLst>
                <a:path extrusionOk="0" h="17846" w="8409">
                  <a:moveTo>
                    <a:pt x="5163" y="1"/>
                  </a:moveTo>
                  <a:cubicBezTo>
                    <a:pt x="4862" y="1"/>
                    <a:pt x="4541" y="46"/>
                    <a:pt x="4198" y="149"/>
                  </a:cubicBezTo>
                  <a:cubicBezTo>
                    <a:pt x="2951" y="531"/>
                    <a:pt x="2078" y="1496"/>
                    <a:pt x="1623" y="3001"/>
                  </a:cubicBezTo>
                  <a:cubicBezTo>
                    <a:pt x="1168" y="4507"/>
                    <a:pt x="1254" y="6130"/>
                    <a:pt x="1346" y="6966"/>
                  </a:cubicBezTo>
                  <a:cubicBezTo>
                    <a:pt x="1592" y="9271"/>
                    <a:pt x="1936" y="12424"/>
                    <a:pt x="811" y="13832"/>
                  </a:cubicBezTo>
                  <a:cubicBezTo>
                    <a:pt x="0" y="14846"/>
                    <a:pt x="363" y="15983"/>
                    <a:pt x="627" y="16813"/>
                  </a:cubicBezTo>
                  <a:cubicBezTo>
                    <a:pt x="744" y="17188"/>
                    <a:pt x="848" y="17514"/>
                    <a:pt x="824" y="17741"/>
                  </a:cubicBezTo>
                  <a:cubicBezTo>
                    <a:pt x="818" y="17790"/>
                    <a:pt x="855" y="17840"/>
                    <a:pt x="904" y="17846"/>
                  </a:cubicBezTo>
                  <a:lnTo>
                    <a:pt x="916" y="17846"/>
                  </a:lnTo>
                  <a:cubicBezTo>
                    <a:pt x="959" y="17846"/>
                    <a:pt x="1002" y="17809"/>
                    <a:pt x="1008" y="17766"/>
                  </a:cubicBezTo>
                  <a:cubicBezTo>
                    <a:pt x="1039" y="17502"/>
                    <a:pt x="934" y="17157"/>
                    <a:pt x="805" y="16758"/>
                  </a:cubicBezTo>
                  <a:cubicBezTo>
                    <a:pt x="541" y="15922"/>
                    <a:pt x="209" y="14883"/>
                    <a:pt x="959" y="13949"/>
                  </a:cubicBezTo>
                  <a:cubicBezTo>
                    <a:pt x="2133" y="12486"/>
                    <a:pt x="1789" y="9283"/>
                    <a:pt x="1531" y="6948"/>
                  </a:cubicBezTo>
                  <a:cubicBezTo>
                    <a:pt x="1242" y="4237"/>
                    <a:pt x="1801" y="1078"/>
                    <a:pt x="4254" y="334"/>
                  </a:cubicBezTo>
                  <a:cubicBezTo>
                    <a:pt x="4583" y="235"/>
                    <a:pt x="4892" y="191"/>
                    <a:pt x="5179" y="191"/>
                  </a:cubicBezTo>
                  <a:cubicBezTo>
                    <a:pt x="7172" y="191"/>
                    <a:pt x="8164" y="2279"/>
                    <a:pt x="8212" y="2381"/>
                  </a:cubicBezTo>
                  <a:cubicBezTo>
                    <a:pt x="8226" y="2417"/>
                    <a:pt x="8263" y="2437"/>
                    <a:pt x="8300" y="2437"/>
                  </a:cubicBezTo>
                  <a:cubicBezTo>
                    <a:pt x="8312" y="2437"/>
                    <a:pt x="8324" y="2435"/>
                    <a:pt x="8335" y="2430"/>
                  </a:cubicBezTo>
                  <a:cubicBezTo>
                    <a:pt x="8384" y="2405"/>
                    <a:pt x="8409" y="2350"/>
                    <a:pt x="8384" y="2301"/>
                  </a:cubicBezTo>
                  <a:cubicBezTo>
                    <a:pt x="8374" y="2274"/>
                    <a:pt x="7291" y="1"/>
                    <a:pt x="516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8"/>
            <p:cNvSpPr/>
            <p:nvPr/>
          </p:nvSpPr>
          <p:spPr>
            <a:xfrm>
              <a:off x="6869550" y="3274050"/>
              <a:ext cx="167750" cy="433875"/>
            </a:xfrm>
            <a:custGeom>
              <a:rect b="b" l="l" r="r" t="t"/>
              <a:pathLst>
                <a:path extrusionOk="0" h="17355" w="6710">
                  <a:moveTo>
                    <a:pt x="2889" y="0"/>
                  </a:moveTo>
                  <a:cubicBezTo>
                    <a:pt x="1277" y="0"/>
                    <a:pt x="69" y="1554"/>
                    <a:pt x="59" y="1570"/>
                  </a:cubicBezTo>
                  <a:cubicBezTo>
                    <a:pt x="1" y="1645"/>
                    <a:pt x="65" y="1727"/>
                    <a:pt x="136" y="1727"/>
                  </a:cubicBezTo>
                  <a:cubicBezTo>
                    <a:pt x="163" y="1727"/>
                    <a:pt x="190" y="1715"/>
                    <a:pt x="212" y="1686"/>
                  </a:cubicBezTo>
                  <a:cubicBezTo>
                    <a:pt x="223" y="1666"/>
                    <a:pt x="1373" y="191"/>
                    <a:pt x="2886" y="191"/>
                  </a:cubicBezTo>
                  <a:cubicBezTo>
                    <a:pt x="3155" y="191"/>
                    <a:pt x="3435" y="237"/>
                    <a:pt x="3722" y="346"/>
                  </a:cubicBezTo>
                  <a:cubicBezTo>
                    <a:pt x="5486" y="1016"/>
                    <a:pt x="5449" y="5946"/>
                    <a:pt x="5185" y="8460"/>
                  </a:cubicBezTo>
                  <a:cubicBezTo>
                    <a:pt x="4988" y="10304"/>
                    <a:pt x="5867" y="13420"/>
                    <a:pt x="6187" y="14115"/>
                  </a:cubicBezTo>
                  <a:cubicBezTo>
                    <a:pt x="6513" y="14810"/>
                    <a:pt x="6365" y="16727"/>
                    <a:pt x="6095" y="17213"/>
                  </a:cubicBezTo>
                  <a:cubicBezTo>
                    <a:pt x="6070" y="17262"/>
                    <a:pt x="6089" y="17317"/>
                    <a:pt x="6138" y="17342"/>
                  </a:cubicBezTo>
                  <a:cubicBezTo>
                    <a:pt x="6150" y="17348"/>
                    <a:pt x="6162" y="17354"/>
                    <a:pt x="6181" y="17354"/>
                  </a:cubicBezTo>
                  <a:cubicBezTo>
                    <a:pt x="6212" y="17354"/>
                    <a:pt x="6242" y="17336"/>
                    <a:pt x="6261" y="17305"/>
                  </a:cubicBezTo>
                  <a:cubicBezTo>
                    <a:pt x="6550" y="16777"/>
                    <a:pt x="6710" y="14785"/>
                    <a:pt x="6359" y="14035"/>
                  </a:cubicBezTo>
                  <a:cubicBezTo>
                    <a:pt x="6040" y="13353"/>
                    <a:pt x="5179" y="10292"/>
                    <a:pt x="5370" y="8485"/>
                  </a:cubicBezTo>
                  <a:cubicBezTo>
                    <a:pt x="5400" y="8177"/>
                    <a:pt x="6126" y="1059"/>
                    <a:pt x="3790" y="168"/>
                  </a:cubicBezTo>
                  <a:cubicBezTo>
                    <a:pt x="3480" y="50"/>
                    <a:pt x="3178" y="0"/>
                    <a:pt x="288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8"/>
            <p:cNvSpPr/>
            <p:nvPr/>
          </p:nvSpPr>
          <p:spPr>
            <a:xfrm>
              <a:off x="6756825" y="3367250"/>
              <a:ext cx="130500" cy="756650"/>
            </a:xfrm>
            <a:custGeom>
              <a:rect b="b" l="l" r="r" t="t"/>
              <a:pathLst>
                <a:path extrusionOk="0" h="30266" w="5220">
                  <a:moveTo>
                    <a:pt x="1826" y="7541"/>
                  </a:moveTo>
                  <a:cubicBezTo>
                    <a:pt x="2011" y="7541"/>
                    <a:pt x="2195" y="7572"/>
                    <a:pt x="2373" y="7633"/>
                  </a:cubicBezTo>
                  <a:cubicBezTo>
                    <a:pt x="2902" y="7818"/>
                    <a:pt x="3400" y="8236"/>
                    <a:pt x="3504" y="8813"/>
                  </a:cubicBezTo>
                  <a:cubicBezTo>
                    <a:pt x="3099" y="9109"/>
                    <a:pt x="2620" y="9245"/>
                    <a:pt x="2178" y="9245"/>
                  </a:cubicBezTo>
                  <a:cubicBezTo>
                    <a:pt x="1831" y="9245"/>
                    <a:pt x="1507" y="9161"/>
                    <a:pt x="1261" y="9004"/>
                  </a:cubicBezTo>
                  <a:cubicBezTo>
                    <a:pt x="1052" y="8875"/>
                    <a:pt x="738" y="8574"/>
                    <a:pt x="947" y="8064"/>
                  </a:cubicBezTo>
                  <a:cubicBezTo>
                    <a:pt x="1101" y="7689"/>
                    <a:pt x="1445" y="7541"/>
                    <a:pt x="1826" y="7541"/>
                  </a:cubicBezTo>
                  <a:close/>
                  <a:moveTo>
                    <a:pt x="4373" y="0"/>
                  </a:moveTo>
                  <a:cubicBezTo>
                    <a:pt x="4324" y="0"/>
                    <a:pt x="4276" y="34"/>
                    <a:pt x="4279" y="97"/>
                  </a:cubicBezTo>
                  <a:cubicBezTo>
                    <a:pt x="4291" y="171"/>
                    <a:pt x="5023" y="7240"/>
                    <a:pt x="3830" y="8525"/>
                  </a:cubicBezTo>
                  <a:cubicBezTo>
                    <a:pt x="3775" y="8580"/>
                    <a:pt x="3726" y="8629"/>
                    <a:pt x="3670" y="8678"/>
                  </a:cubicBezTo>
                  <a:cubicBezTo>
                    <a:pt x="3517" y="8094"/>
                    <a:pt x="3006" y="7646"/>
                    <a:pt x="2435" y="7449"/>
                  </a:cubicBezTo>
                  <a:cubicBezTo>
                    <a:pt x="2238" y="7382"/>
                    <a:pt x="2028" y="7344"/>
                    <a:pt x="1825" y="7344"/>
                  </a:cubicBezTo>
                  <a:cubicBezTo>
                    <a:pt x="1377" y="7344"/>
                    <a:pt x="960" y="7529"/>
                    <a:pt x="769" y="7990"/>
                  </a:cubicBezTo>
                  <a:cubicBezTo>
                    <a:pt x="585" y="8451"/>
                    <a:pt x="726" y="8887"/>
                    <a:pt x="1156" y="9164"/>
                  </a:cubicBezTo>
                  <a:cubicBezTo>
                    <a:pt x="1429" y="9337"/>
                    <a:pt x="1789" y="9430"/>
                    <a:pt x="2174" y="9430"/>
                  </a:cubicBezTo>
                  <a:cubicBezTo>
                    <a:pt x="2624" y="9430"/>
                    <a:pt x="3109" y="9303"/>
                    <a:pt x="3529" y="9029"/>
                  </a:cubicBezTo>
                  <a:lnTo>
                    <a:pt x="3529" y="9029"/>
                  </a:lnTo>
                  <a:cubicBezTo>
                    <a:pt x="3529" y="9164"/>
                    <a:pt x="3511" y="9293"/>
                    <a:pt x="3474" y="9422"/>
                  </a:cubicBezTo>
                  <a:cubicBezTo>
                    <a:pt x="3326" y="9951"/>
                    <a:pt x="2994" y="10707"/>
                    <a:pt x="2607" y="11573"/>
                  </a:cubicBezTo>
                  <a:cubicBezTo>
                    <a:pt x="1765" y="13473"/>
                    <a:pt x="615" y="16067"/>
                    <a:pt x="523" y="18390"/>
                  </a:cubicBezTo>
                  <a:cubicBezTo>
                    <a:pt x="468" y="19865"/>
                    <a:pt x="597" y="21162"/>
                    <a:pt x="708" y="22299"/>
                  </a:cubicBezTo>
                  <a:cubicBezTo>
                    <a:pt x="849" y="23725"/>
                    <a:pt x="972" y="24955"/>
                    <a:pt x="658" y="25963"/>
                  </a:cubicBezTo>
                  <a:cubicBezTo>
                    <a:pt x="136" y="27653"/>
                    <a:pt x="1" y="28919"/>
                    <a:pt x="210" y="30192"/>
                  </a:cubicBezTo>
                  <a:cubicBezTo>
                    <a:pt x="222" y="30235"/>
                    <a:pt x="259" y="30266"/>
                    <a:pt x="302" y="30266"/>
                  </a:cubicBezTo>
                  <a:lnTo>
                    <a:pt x="320" y="30259"/>
                  </a:lnTo>
                  <a:cubicBezTo>
                    <a:pt x="370" y="30253"/>
                    <a:pt x="406" y="30204"/>
                    <a:pt x="394" y="30155"/>
                  </a:cubicBezTo>
                  <a:cubicBezTo>
                    <a:pt x="191" y="28913"/>
                    <a:pt x="320" y="27678"/>
                    <a:pt x="837" y="26018"/>
                  </a:cubicBezTo>
                  <a:cubicBezTo>
                    <a:pt x="1162" y="24967"/>
                    <a:pt x="1040" y="23719"/>
                    <a:pt x="898" y="22281"/>
                  </a:cubicBezTo>
                  <a:cubicBezTo>
                    <a:pt x="788" y="21144"/>
                    <a:pt x="658" y="19859"/>
                    <a:pt x="714" y="18390"/>
                  </a:cubicBezTo>
                  <a:cubicBezTo>
                    <a:pt x="800" y="16104"/>
                    <a:pt x="1943" y="13528"/>
                    <a:pt x="2779" y="11647"/>
                  </a:cubicBezTo>
                  <a:cubicBezTo>
                    <a:pt x="3172" y="10768"/>
                    <a:pt x="3504" y="10012"/>
                    <a:pt x="3658" y="9471"/>
                  </a:cubicBezTo>
                  <a:cubicBezTo>
                    <a:pt x="3707" y="9281"/>
                    <a:pt x="3726" y="9090"/>
                    <a:pt x="3707" y="8893"/>
                  </a:cubicBezTo>
                  <a:cubicBezTo>
                    <a:pt x="3799" y="8820"/>
                    <a:pt x="3885" y="8740"/>
                    <a:pt x="3965" y="8654"/>
                  </a:cubicBezTo>
                  <a:cubicBezTo>
                    <a:pt x="5219" y="7308"/>
                    <a:pt x="4500" y="374"/>
                    <a:pt x="4469" y="79"/>
                  </a:cubicBezTo>
                  <a:cubicBezTo>
                    <a:pt x="4458" y="25"/>
                    <a:pt x="4415" y="0"/>
                    <a:pt x="437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8"/>
            <p:cNvSpPr/>
            <p:nvPr/>
          </p:nvSpPr>
          <p:spPr>
            <a:xfrm>
              <a:off x="6836750" y="3361175"/>
              <a:ext cx="115100" cy="758125"/>
            </a:xfrm>
            <a:custGeom>
              <a:rect b="b" l="l" r="r" t="t"/>
              <a:pathLst>
                <a:path extrusionOk="0" h="30325" w="4604">
                  <a:moveTo>
                    <a:pt x="3130" y="8132"/>
                  </a:moveTo>
                  <a:cubicBezTo>
                    <a:pt x="3295" y="8132"/>
                    <a:pt x="3448" y="8176"/>
                    <a:pt x="3577" y="8264"/>
                  </a:cubicBezTo>
                  <a:cubicBezTo>
                    <a:pt x="3725" y="8368"/>
                    <a:pt x="3793" y="8559"/>
                    <a:pt x="3750" y="8731"/>
                  </a:cubicBezTo>
                  <a:cubicBezTo>
                    <a:pt x="3700" y="9056"/>
                    <a:pt x="3387" y="9468"/>
                    <a:pt x="2920" y="9604"/>
                  </a:cubicBezTo>
                  <a:cubicBezTo>
                    <a:pt x="2822" y="9631"/>
                    <a:pt x="2724" y="9644"/>
                    <a:pt x="2626" y="9644"/>
                  </a:cubicBezTo>
                  <a:cubicBezTo>
                    <a:pt x="2324" y="9644"/>
                    <a:pt x="2024" y="9517"/>
                    <a:pt x="1741" y="9267"/>
                  </a:cubicBezTo>
                  <a:lnTo>
                    <a:pt x="1741" y="9267"/>
                  </a:lnTo>
                  <a:cubicBezTo>
                    <a:pt x="1865" y="8900"/>
                    <a:pt x="2104" y="8588"/>
                    <a:pt x="2422" y="8374"/>
                  </a:cubicBezTo>
                  <a:cubicBezTo>
                    <a:pt x="2657" y="8214"/>
                    <a:pt x="2904" y="8132"/>
                    <a:pt x="3130" y="8132"/>
                  </a:cubicBezTo>
                  <a:close/>
                  <a:moveTo>
                    <a:pt x="1584" y="0"/>
                  </a:moveTo>
                  <a:cubicBezTo>
                    <a:pt x="1544" y="0"/>
                    <a:pt x="1504" y="24"/>
                    <a:pt x="1494" y="76"/>
                  </a:cubicBezTo>
                  <a:cubicBezTo>
                    <a:pt x="1432" y="383"/>
                    <a:pt x="0" y="7594"/>
                    <a:pt x="1408" y="9198"/>
                  </a:cubicBezTo>
                  <a:cubicBezTo>
                    <a:pt x="1451" y="9241"/>
                    <a:pt x="1488" y="9284"/>
                    <a:pt x="1524" y="9321"/>
                  </a:cubicBezTo>
                  <a:cubicBezTo>
                    <a:pt x="1451" y="9597"/>
                    <a:pt x="1445" y="9892"/>
                    <a:pt x="1512" y="10169"/>
                  </a:cubicBezTo>
                  <a:cubicBezTo>
                    <a:pt x="1604" y="10593"/>
                    <a:pt x="1856" y="11232"/>
                    <a:pt x="2176" y="12050"/>
                  </a:cubicBezTo>
                  <a:cubicBezTo>
                    <a:pt x="2926" y="13968"/>
                    <a:pt x="4057" y="16857"/>
                    <a:pt x="4235" y="19660"/>
                  </a:cubicBezTo>
                  <a:cubicBezTo>
                    <a:pt x="4413" y="22512"/>
                    <a:pt x="3946" y="24380"/>
                    <a:pt x="3664" y="25499"/>
                  </a:cubicBezTo>
                  <a:cubicBezTo>
                    <a:pt x="3547" y="25942"/>
                    <a:pt x="3473" y="26267"/>
                    <a:pt x="3473" y="26489"/>
                  </a:cubicBezTo>
                  <a:cubicBezTo>
                    <a:pt x="3473" y="26839"/>
                    <a:pt x="3565" y="27349"/>
                    <a:pt x="3670" y="27933"/>
                  </a:cubicBezTo>
                  <a:cubicBezTo>
                    <a:pt x="3799" y="28640"/>
                    <a:pt x="3946" y="29439"/>
                    <a:pt x="3977" y="30232"/>
                  </a:cubicBezTo>
                  <a:cubicBezTo>
                    <a:pt x="3977" y="30281"/>
                    <a:pt x="4020" y="30324"/>
                    <a:pt x="4075" y="30324"/>
                  </a:cubicBezTo>
                  <a:lnTo>
                    <a:pt x="4081" y="30318"/>
                  </a:lnTo>
                  <a:cubicBezTo>
                    <a:pt x="4131" y="30312"/>
                    <a:pt x="4174" y="30269"/>
                    <a:pt x="4168" y="30220"/>
                  </a:cubicBezTo>
                  <a:cubicBezTo>
                    <a:pt x="4137" y="29414"/>
                    <a:pt x="3989" y="28603"/>
                    <a:pt x="3860" y="27890"/>
                  </a:cubicBezTo>
                  <a:cubicBezTo>
                    <a:pt x="3756" y="27318"/>
                    <a:pt x="3664" y="26821"/>
                    <a:pt x="3664" y="26482"/>
                  </a:cubicBezTo>
                  <a:cubicBezTo>
                    <a:pt x="3664" y="26286"/>
                    <a:pt x="3743" y="25972"/>
                    <a:pt x="3848" y="25542"/>
                  </a:cubicBezTo>
                  <a:cubicBezTo>
                    <a:pt x="4131" y="24411"/>
                    <a:pt x="4604" y="22524"/>
                    <a:pt x="4426" y="19641"/>
                  </a:cubicBezTo>
                  <a:cubicBezTo>
                    <a:pt x="4241" y="16808"/>
                    <a:pt x="3110" y="13900"/>
                    <a:pt x="2354" y="11982"/>
                  </a:cubicBezTo>
                  <a:cubicBezTo>
                    <a:pt x="2041" y="11171"/>
                    <a:pt x="1789" y="10532"/>
                    <a:pt x="1697" y="10126"/>
                  </a:cubicBezTo>
                  <a:cubicBezTo>
                    <a:pt x="1647" y="9911"/>
                    <a:pt x="1641" y="9683"/>
                    <a:pt x="1690" y="9468"/>
                  </a:cubicBezTo>
                  <a:lnTo>
                    <a:pt x="1690" y="9468"/>
                  </a:lnTo>
                  <a:cubicBezTo>
                    <a:pt x="2034" y="9752"/>
                    <a:pt x="2360" y="9833"/>
                    <a:pt x="2620" y="9833"/>
                  </a:cubicBezTo>
                  <a:cubicBezTo>
                    <a:pt x="2760" y="9833"/>
                    <a:pt x="2880" y="9810"/>
                    <a:pt x="2975" y="9782"/>
                  </a:cubicBezTo>
                  <a:cubicBezTo>
                    <a:pt x="3461" y="9647"/>
                    <a:pt x="3866" y="9216"/>
                    <a:pt x="3940" y="8761"/>
                  </a:cubicBezTo>
                  <a:cubicBezTo>
                    <a:pt x="3995" y="8509"/>
                    <a:pt x="3897" y="8251"/>
                    <a:pt x="3688" y="8104"/>
                  </a:cubicBezTo>
                  <a:cubicBezTo>
                    <a:pt x="3525" y="7994"/>
                    <a:pt x="3333" y="7939"/>
                    <a:pt x="3130" y="7939"/>
                  </a:cubicBezTo>
                  <a:cubicBezTo>
                    <a:pt x="2867" y="7939"/>
                    <a:pt x="2584" y="8031"/>
                    <a:pt x="2317" y="8214"/>
                  </a:cubicBezTo>
                  <a:cubicBezTo>
                    <a:pt x="1992" y="8436"/>
                    <a:pt x="1740" y="8749"/>
                    <a:pt x="1592" y="9118"/>
                  </a:cubicBezTo>
                  <a:lnTo>
                    <a:pt x="1549" y="9069"/>
                  </a:lnTo>
                  <a:cubicBezTo>
                    <a:pt x="203" y="7538"/>
                    <a:pt x="1666" y="187"/>
                    <a:pt x="1678" y="113"/>
                  </a:cubicBezTo>
                  <a:cubicBezTo>
                    <a:pt x="1692" y="43"/>
                    <a:pt x="1638" y="0"/>
                    <a:pt x="158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8"/>
            <p:cNvSpPr/>
            <p:nvPr/>
          </p:nvSpPr>
          <p:spPr>
            <a:xfrm>
              <a:off x="6821225" y="3301900"/>
              <a:ext cx="109750" cy="84400"/>
            </a:xfrm>
            <a:custGeom>
              <a:rect b="b" l="l" r="r" t="t"/>
              <a:pathLst>
                <a:path extrusionOk="0" h="3376" w="4390">
                  <a:moveTo>
                    <a:pt x="1806" y="0"/>
                  </a:moveTo>
                  <a:cubicBezTo>
                    <a:pt x="1640" y="0"/>
                    <a:pt x="1457" y="14"/>
                    <a:pt x="1254" y="44"/>
                  </a:cubicBezTo>
                  <a:cubicBezTo>
                    <a:pt x="0" y="228"/>
                    <a:pt x="941" y="3351"/>
                    <a:pt x="1807" y="3375"/>
                  </a:cubicBezTo>
                  <a:cubicBezTo>
                    <a:pt x="1810" y="3375"/>
                    <a:pt x="1813" y="3375"/>
                    <a:pt x="1816" y="3375"/>
                  </a:cubicBezTo>
                  <a:cubicBezTo>
                    <a:pt x="2640" y="3375"/>
                    <a:pt x="4390" y="0"/>
                    <a:pt x="180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3" name="Google Shape;6323;p68"/>
          <p:cNvGrpSpPr/>
          <p:nvPr/>
        </p:nvGrpSpPr>
        <p:grpSpPr>
          <a:xfrm>
            <a:off x="2881219" y="1559619"/>
            <a:ext cx="1182076" cy="1120100"/>
            <a:chOff x="2834338" y="1606500"/>
            <a:chExt cx="1182076" cy="1120100"/>
          </a:xfrm>
        </p:grpSpPr>
        <p:grpSp>
          <p:nvGrpSpPr>
            <p:cNvPr id="6324" name="Google Shape;6324;p68"/>
            <p:cNvGrpSpPr/>
            <p:nvPr/>
          </p:nvGrpSpPr>
          <p:grpSpPr>
            <a:xfrm>
              <a:off x="3260010" y="1885839"/>
              <a:ext cx="756404" cy="756404"/>
              <a:chOff x="5681300" y="2527788"/>
              <a:chExt cx="805800" cy="805800"/>
            </a:xfrm>
          </p:grpSpPr>
          <p:sp>
            <p:nvSpPr>
              <p:cNvPr id="6325" name="Google Shape;6325;p68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6" name="Google Shape;6326;p68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fmla="val 0" name="adj1"/>
                  <a:gd fmla="val 16200000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27" name="Google Shape;6327;p68"/>
            <p:cNvGrpSpPr/>
            <p:nvPr/>
          </p:nvGrpSpPr>
          <p:grpSpPr>
            <a:xfrm>
              <a:off x="2834338" y="1606500"/>
              <a:ext cx="904525" cy="1120100"/>
              <a:chOff x="2834338" y="1606500"/>
              <a:chExt cx="904525" cy="1120100"/>
            </a:xfrm>
          </p:grpSpPr>
          <p:sp>
            <p:nvSpPr>
              <p:cNvPr id="6328" name="Google Shape;6328;p68"/>
              <p:cNvSpPr/>
              <p:nvPr/>
            </p:nvSpPr>
            <p:spPr>
              <a:xfrm>
                <a:off x="2834338" y="1617250"/>
                <a:ext cx="456425" cy="436900"/>
              </a:xfrm>
              <a:custGeom>
                <a:rect b="b" l="l" r="r" t="t"/>
                <a:pathLst>
                  <a:path extrusionOk="0" h="17476" w="18257">
                    <a:moveTo>
                      <a:pt x="2822" y="0"/>
                    </a:moveTo>
                    <a:cubicBezTo>
                      <a:pt x="1267" y="6"/>
                      <a:pt x="6" y="1267"/>
                      <a:pt x="0" y="2822"/>
                    </a:cubicBezTo>
                    <a:lnTo>
                      <a:pt x="0" y="14654"/>
                    </a:lnTo>
                    <a:cubicBezTo>
                      <a:pt x="6" y="16209"/>
                      <a:pt x="1267" y="17469"/>
                      <a:pt x="2822" y="17475"/>
                    </a:cubicBezTo>
                    <a:lnTo>
                      <a:pt x="15441" y="17475"/>
                    </a:lnTo>
                    <a:cubicBezTo>
                      <a:pt x="16996" y="17469"/>
                      <a:pt x="18250" y="16209"/>
                      <a:pt x="18256" y="14660"/>
                    </a:cubicBezTo>
                    <a:lnTo>
                      <a:pt x="18256" y="2828"/>
                    </a:lnTo>
                    <a:cubicBezTo>
                      <a:pt x="18256" y="1273"/>
                      <a:pt x="16996" y="13"/>
                      <a:pt x="15441" y="6"/>
                    </a:cubicBezTo>
                    <a:lnTo>
                      <a:pt x="15441" y="1150"/>
                    </a:lnTo>
                    <a:cubicBezTo>
                      <a:pt x="16363" y="1156"/>
                      <a:pt x="17113" y="1900"/>
                      <a:pt x="17113" y="2828"/>
                    </a:cubicBezTo>
                    <a:lnTo>
                      <a:pt x="17113" y="14660"/>
                    </a:lnTo>
                    <a:cubicBezTo>
                      <a:pt x="17113" y="15582"/>
                      <a:pt x="16363" y="16326"/>
                      <a:pt x="15441" y="16332"/>
                    </a:cubicBezTo>
                    <a:lnTo>
                      <a:pt x="2822" y="16332"/>
                    </a:lnTo>
                    <a:cubicBezTo>
                      <a:pt x="1900" y="16326"/>
                      <a:pt x="1150" y="15582"/>
                      <a:pt x="1150" y="14660"/>
                    </a:cubicBezTo>
                    <a:lnTo>
                      <a:pt x="1150" y="2828"/>
                    </a:lnTo>
                    <a:cubicBezTo>
                      <a:pt x="1150" y="1900"/>
                      <a:pt x="1900" y="1156"/>
                      <a:pt x="2822" y="1150"/>
                    </a:cubicBezTo>
                    <a:lnTo>
                      <a:pt x="282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9" name="Google Shape;6329;p68"/>
              <p:cNvSpPr/>
              <p:nvPr/>
            </p:nvSpPr>
            <p:spPr>
              <a:xfrm>
                <a:off x="3525238" y="2159375"/>
                <a:ext cx="213625" cy="205575"/>
              </a:xfrm>
              <a:custGeom>
                <a:rect b="b" l="l" r="r" t="t"/>
                <a:pathLst>
                  <a:path extrusionOk="0" h="8223" w="8545">
                    <a:moveTo>
                      <a:pt x="4438" y="1"/>
                    </a:moveTo>
                    <a:cubicBezTo>
                      <a:pt x="2772" y="1"/>
                      <a:pt x="1273" y="1003"/>
                      <a:pt x="639" y="2540"/>
                    </a:cubicBezTo>
                    <a:cubicBezTo>
                      <a:pt x="0" y="4076"/>
                      <a:pt x="350" y="5840"/>
                      <a:pt x="1531" y="7020"/>
                    </a:cubicBezTo>
                    <a:cubicBezTo>
                      <a:pt x="2316" y="7806"/>
                      <a:pt x="3369" y="8223"/>
                      <a:pt x="4438" y="8223"/>
                    </a:cubicBezTo>
                    <a:cubicBezTo>
                      <a:pt x="4967" y="8223"/>
                      <a:pt x="5499" y="8121"/>
                      <a:pt x="6005" y="7912"/>
                    </a:cubicBezTo>
                    <a:cubicBezTo>
                      <a:pt x="7542" y="7272"/>
                      <a:pt x="8544" y="5773"/>
                      <a:pt x="8544" y="4113"/>
                    </a:cubicBezTo>
                    <a:cubicBezTo>
                      <a:pt x="8544" y="1839"/>
                      <a:pt x="6706" y="1"/>
                      <a:pt x="44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0" name="Google Shape;6330;p68"/>
              <p:cNvSpPr/>
              <p:nvPr/>
            </p:nvSpPr>
            <p:spPr>
              <a:xfrm>
                <a:off x="3048238" y="2039825"/>
                <a:ext cx="602250" cy="686775"/>
              </a:xfrm>
              <a:custGeom>
                <a:rect b="b" l="l" r="r" t="t"/>
                <a:pathLst>
                  <a:path extrusionOk="0" h="27471" w="24090">
                    <a:moveTo>
                      <a:pt x="1" y="1"/>
                    </a:moveTo>
                    <a:lnTo>
                      <a:pt x="1" y="24655"/>
                    </a:lnTo>
                    <a:cubicBezTo>
                      <a:pt x="7" y="26210"/>
                      <a:pt x="1267" y="27470"/>
                      <a:pt x="2822" y="27470"/>
                    </a:cubicBezTo>
                    <a:lnTo>
                      <a:pt x="21268" y="27470"/>
                    </a:lnTo>
                    <a:cubicBezTo>
                      <a:pt x="22823" y="27470"/>
                      <a:pt x="24084" y="26210"/>
                      <a:pt x="24090" y="24655"/>
                    </a:cubicBezTo>
                    <a:lnTo>
                      <a:pt x="24090" y="8895"/>
                    </a:lnTo>
                    <a:lnTo>
                      <a:pt x="22940" y="8895"/>
                    </a:lnTo>
                    <a:lnTo>
                      <a:pt x="22940" y="24655"/>
                    </a:lnTo>
                    <a:cubicBezTo>
                      <a:pt x="22940" y="25577"/>
                      <a:pt x="22190" y="26327"/>
                      <a:pt x="21268" y="26327"/>
                    </a:cubicBezTo>
                    <a:lnTo>
                      <a:pt x="2822" y="26327"/>
                    </a:lnTo>
                    <a:cubicBezTo>
                      <a:pt x="1900" y="26327"/>
                      <a:pt x="1150" y="25577"/>
                      <a:pt x="1150" y="24655"/>
                    </a:cubicBezTo>
                    <a:lnTo>
                      <a:pt x="1150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1" name="Google Shape;6331;p68"/>
              <p:cNvSpPr/>
              <p:nvPr/>
            </p:nvSpPr>
            <p:spPr>
              <a:xfrm>
                <a:off x="3559813" y="2191500"/>
                <a:ext cx="146925" cy="141400"/>
              </a:xfrm>
              <a:custGeom>
                <a:rect b="b" l="l" r="r" t="t"/>
                <a:pathLst>
                  <a:path extrusionOk="0" h="5656" w="5877">
                    <a:moveTo>
                      <a:pt x="3055" y="1"/>
                    </a:moveTo>
                    <a:cubicBezTo>
                      <a:pt x="1906" y="1"/>
                      <a:pt x="879" y="689"/>
                      <a:pt x="443" y="1746"/>
                    </a:cubicBezTo>
                    <a:cubicBezTo>
                      <a:pt x="0" y="2803"/>
                      <a:pt x="246" y="4021"/>
                      <a:pt x="1051" y="4826"/>
                    </a:cubicBezTo>
                    <a:cubicBezTo>
                      <a:pt x="1594" y="5368"/>
                      <a:pt x="2318" y="5655"/>
                      <a:pt x="3054" y="5655"/>
                    </a:cubicBezTo>
                    <a:cubicBezTo>
                      <a:pt x="3419" y="5655"/>
                      <a:pt x="3787" y="5585"/>
                      <a:pt x="4137" y="5440"/>
                    </a:cubicBezTo>
                    <a:cubicBezTo>
                      <a:pt x="5188" y="4998"/>
                      <a:pt x="5876" y="3971"/>
                      <a:pt x="5876" y="2828"/>
                    </a:cubicBezTo>
                    <a:cubicBezTo>
                      <a:pt x="5876" y="1267"/>
                      <a:pt x="4610" y="1"/>
                      <a:pt x="30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2" name="Google Shape;6332;p68"/>
              <p:cNvSpPr/>
              <p:nvPr/>
            </p:nvSpPr>
            <p:spPr>
              <a:xfrm>
                <a:off x="3589613" y="2228525"/>
                <a:ext cx="81175" cy="69575"/>
              </a:xfrm>
              <a:custGeom>
                <a:rect b="b" l="l" r="r" t="t"/>
                <a:pathLst>
                  <a:path extrusionOk="0" h="2783" w="3247">
                    <a:moveTo>
                      <a:pt x="1863" y="1"/>
                    </a:moveTo>
                    <a:cubicBezTo>
                      <a:pt x="621" y="1"/>
                      <a:pt x="1" y="1501"/>
                      <a:pt x="880" y="2374"/>
                    </a:cubicBezTo>
                    <a:cubicBezTo>
                      <a:pt x="1162" y="2656"/>
                      <a:pt x="1510" y="2783"/>
                      <a:pt x="1851" y="2783"/>
                    </a:cubicBezTo>
                    <a:cubicBezTo>
                      <a:pt x="2563" y="2783"/>
                      <a:pt x="3246" y="2230"/>
                      <a:pt x="3246" y="1390"/>
                    </a:cubicBezTo>
                    <a:cubicBezTo>
                      <a:pt x="3246" y="622"/>
                      <a:pt x="2625" y="1"/>
                      <a:pt x="186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3" name="Google Shape;6333;p68"/>
              <p:cNvSpPr/>
              <p:nvPr/>
            </p:nvSpPr>
            <p:spPr>
              <a:xfrm>
                <a:off x="3019663" y="2014625"/>
                <a:ext cx="85775" cy="50275"/>
              </a:xfrm>
              <a:custGeom>
                <a:rect b="b" l="l" r="r" t="t"/>
                <a:pathLst>
                  <a:path extrusionOk="0" h="2011" w="3431">
                    <a:moveTo>
                      <a:pt x="1008" y="1"/>
                    </a:moveTo>
                    <a:cubicBezTo>
                      <a:pt x="455" y="1"/>
                      <a:pt x="0" y="449"/>
                      <a:pt x="0" y="1009"/>
                    </a:cubicBezTo>
                    <a:cubicBezTo>
                      <a:pt x="0" y="1562"/>
                      <a:pt x="455" y="2011"/>
                      <a:pt x="1008" y="2011"/>
                    </a:cubicBezTo>
                    <a:lnTo>
                      <a:pt x="2428" y="2011"/>
                    </a:lnTo>
                    <a:cubicBezTo>
                      <a:pt x="2981" y="2011"/>
                      <a:pt x="3430" y="1562"/>
                      <a:pt x="3430" y="1009"/>
                    </a:cubicBezTo>
                    <a:cubicBezTo>
                      <a:pt x="3430" y="449"/>
                      <a:pt x="2981" y="1"/>
                      <a:pt x="24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4" name="Google Shape;6334;p68"/>
              <p:cNvSpPr/>
              <p:nvPr/>
            </p:nvSpPr>
            <p:spPr>
              <a:xfrm>
                <a:off x="289196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49" y="0"/>
                      <a:pt x="0" y="455"/>
                      <a:pt x="0" y="1008"/>
                    </a:cubicBezTo>
                    <a:cubicBezTo>
                      <a:pt x="0" y="1567"/>
                      <a:pt x="449" y="2016"/>
                      <a:pt x="1008" y="2016"/>
                    </a:cubicBezTo>
                    <a:lnTo>
                      <a:pt x="2422" y="2016"/>
                    </a:lnTo>
                    <a:cubicBezTo>
                      <a:pt x="2975" y="2016"/>
                      <a:pt x="3424" y="1567"/>
                      <a:pt x="3430" y="1008"/>
                    </a:cubicBezTo>
                    <a:cubicBezTo>
                      <a:pt x="3430" y="449"/>
                      <a:pt x="2975" y="0"/>
                      <a:pt x="242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5" name="Google Shape;6335;p68"/>
              <p:cNvSpPr/>
              <p:nvPr/>
            </p:nvSpPr>
            <p:spPr>
              <a:xfrm>
                <a:off x="314751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55" y="0"/>
                      <a:pt x="0" y="455"/>
                      <a:pt x="7" y="1008"/>
                    </a:cubicBezTo>
                    <a:cubicBezTo>
                      <a:pt x="7" y="1567"/>
                      <a:pt x="455" y="2016"/>
                      <a:pt x="1008" y="2016"/>
                    </a:cubicBezTo>
                    <a:lnTo>
                      <a:pt x="2428" y="2016"/>
                    </a:lnTo>
                    <a:cubicBezTo>
                      <a:pt x="2982" y="2016"/>
                      <a:pt x="3430" y="1561"/>
                      <a:pt x="3430" y="1008"/>
                    </a:cubicBezTo>
                    <a:cubicBezTo>
                      <a:pt x="3430" y="449"/>
                      <a:pt x="2982" y="0"/>
                      <a:pt x="242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36" name="Google Shape;6336;p68"/>
          <p:cNvGrpSpPr/>
          <p:nvPr/>
        </p:nvGrpSpPr>
        <p:grpSpPr>
          <a:xfrm>
            <a:off x="3082819" y="2817700"/>
            <a:ext cx="1013175" cy="1561450"/>
            <a:chOff x="3035938" y="2817700"/>
            <a:chExt cx="1013175" cy="1561450"/>
          </a:xfrm>
        </p:grpSpPr>
        <p:grpSp>
          <p:nvGrpSpPr>
            <p:cNvPr id="6337" name="Google Shape;6337;p68"/>
            <p:cNvGrpSpPr/>
            <p:nvPr/>
          </p:nvGrpSpPr>
          <p:grpSpPr>
            <a:xfrm>
              <a:off x="3035938" y="2817700"/>
              <a:ext cx="1013175" cy="1561450"/>
              <a:chOff x="3035938" y="2817700"/>
              <a:chExt cx="1013175" cy="1561450"/>
            </a:xfrm>
          </p:grpSpPr>
          <p:sp>
            <p:nvSpPr>
              <p:cNvPr id="6338" name="Google Shape;6338;p68"/>
              <p:cNvSpPr/>
              <p:nvPr/>
            </p:nvSpPr>
            <p:spPr>
              <a:xfrm>
                <a:off x="3035938" y="2817700"/>
                <a:ext cx="1013175" cy="1561450"/>
              </a:xfrm>
              <a:custGeom>
                <a:rect b="b" l="l" r="r" t="t"/>
                <a:pathLst>
                  <a:path extrusionOk="0" h="62458" w="40527">
                    <a:moveTo>
                      <a:pt x="2275" y="0"/>
                    </a:moveTo>
                    <a:cubicBezTo>
                      <a:pt x="1015" y="0"/>
                      <a:pt x="1" y="1021"/>
                      <a:pt x="1" y="2275"/>
                    </a:cubicBezTo>
                    <a:lnTo>
                      <a:pt x="1" y="60189"/>
                    </a:lnTo>
                    <a:cubicBezTo>
                      <a:pt x="1" y="61443"/>
                      <a:pt x="1015" y="62457"/>
                      <a:pt x="2275" y="62457"/>
                    </a:cubicBezTo>
                    <a:lnTo>
                      <a:pt x="38252" y="62457"/>
                    </a:lnTo>
                    <a:cubicBezTo>
                      <a:pt x="39506" y="62457"/>
                      <a:pt x="40526" y="61443"/>
                      <a:pt x="40526" y="60189"/>
                    </a:cubicBezTo>
                    <a:lnTo>
                      <a:pt x="40526" y="2275"/>
                    </a:lnTo>
                    <a:cubicBezTo>
                      <a:pt x="40526" y="1021"/>
                      <a:pt x="39506" y="0"/>
                      <a:pt x="3825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339" name="Google Shape;6339;p68"/>
              <p:cNvGrpSpPr/>
              <p:nvPr/>
            </p:nvGrpSpPr>
            <p:grpSpPr>
              <a:xfrm>
                <a:off x="3196388" y="2817700"/>
                <a:ext cx="681075" cy="1561450"/>
                <a:chOff x="3196388" y="2817700"/>
                <a:chExt cx="681075" cy="1561450"/>
              </a:xfrm>
            </p:grpSpPr>
            <p:sp>
              <p:nvSpPr>
                <p:cNvPr id="6340" name="Google Shape;6340;p68"/>
                <p:cNvSpPr/>
                <p:nvPr/>
              </p:nvSpPr>
              <p:spPr>
                <a:xfrm>
                  <a:off x="3526163" y="2870875"/>
                  <a:ext cx="32750" cy="1471075"/>
                </a:xfrm>
                <a:custGeom>
                  <a:rect b="b" l="l" r="r" t="t"/>
                  <a:pathLst>
                    <a:path extrusionOk="0" h="58843" w="1310">
                      <a:moveTo>
                        <a:pt x="652" y="0"/>
                      </a:moveTo>
                      <a:cubicBezTo>
                        <a:pt x="295" y="0"/>
                        <a:pt x="0" y="295"/>
                        <a:pt x="0" y="652"/>
                      </a:cubicBezTo>
                      <a:lnTo>
                        <a:pt x="0" y="58191"/>
                      </a:lnTo>
                      <a:cubicBezTo>
                        <a:pt x="0" y="58548"/>
                        <a:pt x="295" y="58843"/>
                        <a:pt x="652" y="58843"/>
                      </a:cubicBezTo>
                      <a:cubicBezTo>
                        <a:pt x="1014" y="58843"/>
                        <a:pt x="1309" y="58548"/>
                        <a:pt x="1309" y="58191"/>
                      </a:cubicBezTo>
                      <a:lnTo>
                        <a:pt x="1309" y="652"/>
                      </a:lnTo>
                      <a:cubicBezTo>
                        <a:pt x="1309" y="295"/>
                        <a:pt x="1014" y="0"/>
                        <a:pt x="652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41" name="Google Shape;6341;p68"/>
                <p:cNvSpPr/>
                <p:nvPr/>
              </p:nvSpPr>
              <p:spPr>
                <a:xfrm>
                  <a:off x="3196388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3" y="0"/>
                      </a:moveTo>
                      <a:cubicBezTo>
                        <a:pt x="246" y="0"/>
                        <a:pt x="0" y="252"/>
                        <a:pt x="12" y="566"/>
                      </a:cubicBezTo>
                      <a:lnTo>
                        <a:pt x="12" y="1088"/>
                      </a:lnTo>
                      <a:lnTo>
                        <a:pt x="1100" y="1088"/>
                      </a:lnTo>
                      <a:lnTo>
                        <a:pt x="1100" y="566"/>
                      </a:lnTo>
                      <a:cubicBezTo>
                        <a:pt x="1113" y="252"/>
                        <a:pt x="861" y="0"/>
                        <a:pt x="5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42" name="Google Shape;6342;p68"/>
                <p:cNvSpPr/>
                <p:nvPr/>
              </p:nvSpPr>
              <p:spPr>
                <a:xfrm>
                  <a:off x="326183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7" y="548"/>
                      </a:cubicBezTo>
                      <a:lnTo>
                        <a:pt x="7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43" name="Google Shape;6343;p68"/>
                <p:cNvSpPr/>
                <p:nvPr/>
              </p:nvSpPr>
              <p:spPr>
                <a:xfrm>
                  <a:off x="332731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8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44" name="Google Shape;6344;p68"/>
                <p:cNvSpPr/>
                <p:nvPr/>
              </p:nvSpPr>
              <p:spPr>
                <a:xfrm>
                  <a:off x="3392463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4" y="0"/>
                      </a:moveTo>
                      <a:cubicBezTo>
                        <a:pt x="246" y="0"/>
                        <a:pt x="0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45" name="Google Shape;6345;p68"/>
                <p:cNvSpPr/>
                <p:nvPr/>
              </p:nvSpPr>
              <p:spPr>
                <a:xfrm>
                  <a:off x="34580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2" y="1"/>
                      </a:moveTo>
                      <a:cubicBezTo>
                        <a:pt x="247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89" y="1070"/>
                      </a:lnTo>
                      <a:lnTo>
                        <a:pt x="1089" y="548"/>
                      </a:lnTo>
                      <a:cubicBezTo>
                        <a:pt x="1089" y="247"/>
                        <a:pt x="843" y="1"/>
                        <a:pt x="542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46" name="Google Shape;6346;p68"/>
                <p:cNvSpPr/>
                <p:nvPr/>
              </p:nvSpPr>
              <p:spPr>
                <a:xfrm>
                  <a:off x="352338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9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47" name="Google Shape;6347;p68"/>
                <p:cNvSpPr/>
                <p:nvPr/>
              </p:nvSpPr>
              <p:spPr>
                <a:xfrm>
                  <a:off x="3588538" y="4351925"/>
                  <a:ext cx="27850" cy="27225"/>
                </a:xfrm>
                <a:custGeom>
                  <a:rect b="b" l="l" r="r" t="t"/>
                  <a:pathLst>
                    <a:path extrusionOk="0" h="1089" w="1114">
                      <a:moveTo>
                        <a:pt x="554" y="0"/>
                      </a:moveTo>
                      <a:cubicBezTo>
                        <a:pt x="246" y="0"/>
                        <a:pt x="1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48" name="Google Shape;6348;p68"/>
                <p:cNvSpPr/>
                <p:nvPr/>
              </p:nvSpPr>
              <p:spPr>
                <a:xfrm>
                  <a:off x="36541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49" name="Google Shape;6349;p68"/>
                <p:cNvSpPr/>
                <p:nvPr/>
              </p:nvSpPr>
              <p:spPr>
                <a:xfrm>
                  <a:off x="371946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0" name="Google Shape;6350;p68"/>
                <p:cNvSpPr/>
                <p:nvPr/>
              </p:nvSpPr>
              <p:spPr>
                <a:xfrm>
                  <a:off x="37849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0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1" name="Google Shape;6351;p68"/>
                <p:cNvSpPr/>
                <p:nvPr/>
              </p:nvSpPr>
              <p:spPr>
                <a:xfrm>
                  <a:off x="38502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8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3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2" name="Google Shape;6352;p68"/>
                <p:cNvSpPr/>
                <p:nvPr/>
              </p:nvSpPr>
              <p:spPr>
                <a:xfrm>
                  <a:off x="3196388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0" y="0"/>
                      </a:moveTo>
                      <a:lnTo>
                        <a:pt x="12" y="7"/>
                      </a:lnTo>
                      <a:lnTo>
                        <a:pt x="12" y="498"/>
                      </a:lnTo>
                      <a:cubicBezTo>
                        <a:pt x="0" y="806"/>
                        <a:pt x="246" y="1058"/>
                        <a:pt x="553" y="1058"/>
                      </a:cubicBezTo>
                      <a:cubicBezTo>
                        <a:pt x="861" y="1058"/>
                        <a:pt x="1113" y="806"/>
                        <a:pt x="1100" y="498"/>
                      </a:cubicBezTo>
                      <a:lnTo>
                        <a:pt x="1100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3" name="Google Shape;6353;p68"/>
                <p:cNvSpPr/>
                <p:nvPr/>
              </p:nvSpPr>
              <p:spPr>
                <a:xfrm>
                  <a:off x="326198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4" name="Google Shape;6354;p68"/>
                <p:cNvSpPr/>
                <p:nvPr/>
              </p:nvSpPr>
              <p:spPr>
                <a:xfrm>
                  <a:off x="332731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8" y="1039"/>
                        <a:pt x="1094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5" name="Google Shape;6355;p68"/>
                <p:cNvSpPr/>
                <p:nvPr/>
              </p:nvSpPr>
              <p:spPr>
                <a:xfrm>
                  <a:off x="3392463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0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6" name="Google Shape;6356;p68"/>
                <p:cNvSpPr/>
                <p:nvPr/>
              </p:nvSpPr>
              <p:spPr>
                <a:xfrm>
                  <a:off x="34580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7" name="Google Shape;6357;p68"/>
                <p:cNvSpPr/>
                <p:nvPr/>
              </p:nvSpPr>
              <p:spPr>
                <a:xfrm>
                  <a:off x="3523388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9" y="1039"/>
                        <a:pt x="1088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8" name="Google Shape;6358;p68"/>
                <p:cNvSpPr/>
                <p:nvPr/>
              </p:nvSpPr>
              <p:spPr>
                <a:xfrm>
                  <a:off x="3588538" y="2817700"/>
                  <a:ext cx="27850" cy="26450"/>
                </a:xfrm>
                <a:custGeom>
                  <a:rect b="b" l="l" r="r" t="t"/>
                  <a:pathLst>
                    <a:path extrusionOk="0" h="1058" w="1114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1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9" name="Google Shape;6359;p68"/>
                <p:cNvSpPr/>
                <p:nvPr/>
              </p:nvSpPr>
              <p:spPr>
                <a:xfrm>
                  <a:off x="36541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60" name="Google Shape;6360;p68"/>
                <p:cNvSpPr/>
                <p:nvPr/>
              </p:nvSpPr>
              <p:spPr>
                <a:xfrm>
                  <a:off x="371946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5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6" y="1039"/>
                        <a:pt x="548" y="1039"/>
                      </a:cubicBezTo>
                      <a:cubicBezTo>
                        <a:pt x="849" y="1039"/>
                        <a:pt x="1089" y="793"/>
                        <a:pt x="1095" y="498"/>
                      </a:cubicBezTo>
                      <a:lnTo>
                        <a:pt x="1095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61" name="Google Shape;6361;p68"/>
                <p:cNvSpPr/>
                <p:nvPr/>
              </p:nvSpPr>
              <p:spPr>
                <a:xfrm>
                  <a:off x="37849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0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62" name="Google Shape;6362;p68"/>
                <p:cNvSpPr/>
                <p:nvPr/>
              </p:nvSpPr>
              <p:spPr>
                <a:xfrm>
                  <a:off x="38502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8" y="1039"/>
                      </a:cubicBezTo>
                      <a:cubicBezTo>
                        <a:pt x="843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363" name="Google Shape;6363;p68"/>
            <p:cNvGrpSpPr/>
            <p:nvPr/>
          </p:nvGrpSpPr>
          <p:grpSpPr>
            <a:xfrm>
              <a:off x="3090338" y="2927425"/>
              <a:ext cx="389575" cy="1365675"/>
              <a:chOff x="3090338" y="2927425"/>
              <a:chExt cx="389575" cy="1365675"/>
            </a:xfrm>
          </p:grpSpPr>
          <p:grpSp>
            <p:nvGrpSpPr>
              <p:cNvPr id="6364" name="Google Shape;6364;p68"/>
              <p:cNvGrpSpPr/>
              <p:nvPr/>
            </p:nvGrpSpPr>
            <p:grpSpPr>
              <a:xfrm>
                <a:off x="3090338" y="2927425"/>
                <a:ext cx="389575" cy="202550"/>
                <a:chOff x="3090338" y="2927425"/>
                <a:chExt cx="389575" cy="202550"/>
              </a:xfrm>
            </p:grpSpPr>
            <p:sp>
              <p:nvSpPr>
                <p:cNvPr id="6365" name="Google Shape;6365;p68"/>
                <p:cNvSpPr/>
                <p:nvPr/>
              </p:nvSpPr>
              <p:spPr>
                <a:xfrm>
                  <a:off x="3090338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66" name="Google Shape;6366;p68"/>
                <p:cNvSpPr/>
                <p:nvPr/>
              </p:nvSpPr>
              <p:spPr>
                <a:xfrm>
                  <a:off x="3102338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9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7"/>
                        <a:pt x="2102" y="6233"/>
                        <a:pt x="3369" y="6233"/>
                      </a:cubicBezTo>
                      <a:lnTo>
                        <a:pt x="11261" y="6233"/>
                      </a:lnTo>
                      <a:cubicBezTo>
                        <a:pt x="12982" y="6227"/>
                        <a:pt x="14371" y="4838"/>
                        <a:pt x="14371" y="3117"/>
                      </a:cubicBezTo>
                      <a:cubicBezTo>
                        <a:pt x="14371" y="1396"/>
                        <a:pt x="12982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67" name="Google Shape;6367;p68"/>
              <p:cNvGrpSpPr/>
              <p:nvPr/>
            </p:nvGrpSpPr>
            <p:grpSpPr>
              <a:xfrm>
                <a:off x="3090338" y="3218150"/>
                <a:ext cx="389575" cy="202575"/>
                <a:chOff x="3090338" y="3218150"/>
                <a:chExt cx="389575" cy="202575"/>
              </a:xfrm>
            </p:grpSpPr>
            <p:sp>
              <p:nvSpPr>
                <p:cNvPr id="6368" name="Google Shape;6368;p68"/>
                <p:cNvSpPr/>
                <p:nvPr/>
              </p:nvSpPr>
              <p:spPr>
                <a:xfrm>
                  <a:off x="3090338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69" name="Google Shape;6369;p68"/>
                <p:cNvSpPr/>
                <p:nvPr/>
              </p:nvSpPr>
              <p:spPr>
                <a:xfrm>
                  <a:off x="3102488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63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2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6"/>
                      </a:cubicBezTo>
                      <a:cubicBezTo>
                        <a:pt x="14365" y="1395"/>
                        <a:pt x="12976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70" name="Google Shape;6370;p68"/>
              <p:cNvGrpSpPr/>
              <p:nvPr/>
            </p:nvGrpSpPr>
            <p:grpSpPr>
              <a:xfrm>
                <a:off x="3090338" y="3509050"/>
                <a:ext cx="389575" cy="202550"/>
                <a:chOff x="3090338" y="3509050"/>
                <a:chExt cx="389575" cy="202550"/>
              </a:xfrm>
            </p:grpSpPr>
            <p:sp>
              <p:nvSpPr>
                <p:cNvPr id="6371" name="Google Shape;6371;p68"/>
                <p:cNvSpPr/>
                <p:nvPr/>
              </p:nvSpPr>
              <p:spPr>
                <a:xfrm>
                  <a:off x="3090338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6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72" name="Google Shape;6372;p68"/>
                <p:cNvSpPr/>
                <p:nvPr/>
              </p:nvSpPr>
              <p:spPr>
                <a:xfrm>
                  <a:off x="3102488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27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73" name="Google Shape;6373;p68"/>
              <p:cNvGrpSpPr/>
              <p:nvPr/>
            </p:nvGrpSpPr>
            <p:grpSpPr>
              <a:xfrm>
                <a:off x="3090338" y="3799800"/>
                <a:ext cx="389575" cy="202550"/>
                <a:chOff x="3090338" y="3799800"/>
                <a:chExt cx="389575" cy="202550"/>
              </a:xfrm>
            </p:grpSpPr>
            <p:sp>
              <p:nvSpPr>
                <p:cNvPr id="6374" name="Google Shape;6374;p68"/>
                <p:cNvSpPr/>
                <p:nvPr/>
              </p:nvSpPr>
              <p:spPr>
                <a:xfrm>
                  <a:off x="3090338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75" name="Google Shape;6375;p68"/>
                <p:cNvSpPr/>
                <p:nvPr/>
              </p:nvSpPr>
              <p:spPr>
                <a:xfrm>
                  <a:off x="3102488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7"/>
                      </a:cubicBezTo>
                      <a:cubicBezTo>
                        <a:pt x="14365" y="1396"/>
                        <a:pt x="12976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76" name="Google Shape;6376;p68"/>
              <p:cNvGrpSpPr/>
              <p:nvPr/>
            </p:nvGrpSpPr>
            <p:grpSpPr>
              <a:xfrm>
                <a:off x="3090338" y="4090525"/>
                <a:ext cx="389575" cy="202575"/>
                <a:chOff x="3090338" y="4090525"/>
                <a:chExt cx="389575" cy="202575"/>
              </a:xfrm>
            </p:grpSpPr>
            <p:sp>
              <p:nvSpPr>
                <p:cNvPr id="6377" name="Google Shape;6377;p68"/>
                <p:cNvSpPr/>
                <p:nvPr/>
              </p:nvSpPr>
              <p:spPr>
                <a:xfrm>
                  <a:off x="3090338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78" name="Google Shape;6378;p68"/>
                <p:cNvSpPr/>
                <p:nvPr/>
              </p:nvSpPr>
              <p:spPr>
                <a:xfrm>
                  <a:off x="3102488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34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379" name="Google Shape;6379;p68"/>
            <p:cNvGrpSpPr/>
            <p:nvPr/>
          </p:nvGrpSpPr>
          <p:grpSpPr>
            <a:xfrm>
              <a:off x="3602363" y="2927425"/>
              <a:ext cx="389575" cy="1365675"/>
              <a:chOff x="3602363" y="2927425"/>
              <a:chExt cx="389575" cy="1365675"/>
            </a:xfrm>
          </p:grpSpPr>
          <p:grpSp>
            <p:nvGrpSpPr>
              <p:cNvPr id="6380" name="Google Shape;6380;p68"/>
              <p:cNvGrpSpPr/>
              <p:nvPr/>
            </p:nvGrpSpPr>
            <p:grpSpPr>
              <a:xfrm>
                <a:off x="3602363" y="2927425"/>
                <a:ext cx="389575" cy="202550"/>
                <a:chOff x="3602363" y="2927425"/>
                <a:chExt cx="389575" cy="202550"/>
              </a:xfrm>
            </p:grpSpPr>
            <p:sp>
              <p:nvSpPr>
                <p:cNvPr id="6381" name="Google Shape;6381;p68"/>
                <p:cNvSpPr/>
                <p:nvPr/>
              </p:nvSpPr>
              <p:spPr>
                <a:xfrm>
                  <a:off x="3602363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82" name="Google Shape;6382;p68"/>
                <p:cNvSpPr/>
                <p:nvPr/>
              </p:nvSpPr>
              <p:spPr>
                <a:xfrm>
                  <a:off x="3614363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3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1"/>
                        <a:pt x="2102" y="6233"/>
                        <a:pt x="3363" y="6233"/>
                      </a:cubicBezTo>
                      <a:lnTo>
                        <a:pt x="11261" y="6233"/>
                      </a:lnTo>
                      <a:cubicBezTo>
                        <a:pt x="12976" y="6227"/>
                        <a:pt x="14371" y="4838"/>
                        <a:pt x="14371" y="3117"/>
                      </a:cubicBezTo>
                      <a:cubicBezTo>
                        <a:pt x="14371" y="1396"/>
                        <a:pt x="12976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83" name="Google Shape;6383;p68"/>
              <p:cNvGrpSpPr/>
              <p:nvPr/>
            </p:nvGrpSpPr>
            <p:grpSpPr>
              <a:xfrm>
                <a:off x="3602363" y="3218150"/>
                <a:ext cx="389575" cy="202575"/>
                <a:chOff x="3602363" y="3218150"/>
                <a:chExt cx="389575" cy="202575"/>
              </a:xfrm>
            </p:grpSpPr>
            <p:sp>
              <p:nvSpPr>
                <p:cNvPr id="6384" name="Google Shape;6384;p68"/>
                <p:cNvSpPr/>
                <p:nvPr/>
              </p:nvSpPr>
              <p:spPr>
                <a:xfrm>
                  <a:off x="3602363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85" name="Google Shape;6385;p68"/>
                <p:cNvSpPr/>
                <p:nvPr/>
              </p:nvSpPr>
              <p:spPr>
                <a:xfrm>
                  <a:off x="3614513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57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1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6"/>
                      </a:cubicBezTo>
                      <a:cubicBezTo>
                        <a:pt x="14365" y="1395"/>
                        <a:pt x="12970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86" name="Google Shape;6386;p68"/>
              <p:cNvGrpSpPr/>
              <p:nvPr/>
            </p:nvGrpSpPr>
            <p:grpSpPr>
              <a:xfrm>
                <a:off x="3602363" y="3509050"/>
                <a:ext cx="389575" cy="202550"/>
                <a:chOff x="3602363" y="3509050"/>
                <a:chExt cx="389575" cy="202550"/>
              </a:xfrm>
            </p:grpSpPr>
            <p:sp>
              <p:nvSpPr>
                <p:cNvPr id="6387" name="Google Shape;6387;p68"/>
                <p:cNvSpPr/>
                <p:nvPr/>
              </p:nvSpPr>
              <p:spPr>
                <a:xfrm>
                  <a:off x="3602363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0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88" name="Google Shape;6388;p68"/>
                <p:cNvSpPr/>
                <p:nvPr/>
              </p:nvSpPr>
              <p:spPr>
                <a:xfrm>
                  <a:off x="3614513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27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89" name="Google Shape;6389;p68"/>
              <p:cNvGrpSpPr/>
              <p:nvPr/>
            </p:nvGrpSpPr>
            <p:grpSpPr>
              <a:xfrm>
                <a:off x="3602363" y="3799800"/>
                <a:ext cx="389575" cy="202550"/>
                <a:chOff x="3602363" y="3799800"/>
                <a:chExt cx="389575" cy="202550"/>
              </a:xfrm>
            </p:grpSpPr>
            <p:sp>
              <p:nvSpPr>
                <p:cNvPr id="6390" name="Google Shape;6390;p68"/>
                <p:cNvSpPr/>
                <p:nvPr/>
              </p:nvSpPr>
              <p:spPr>
                <a:xfrm>
                  <a:off x="3602363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91" name="Google Shape;6391;p68"/>
                <p:cNvSpPr/>
                <p:nvPr/>
              </p:nvSpPr>
              <p:spPr>
                <a:xfrm>
                  <a:off x="3614513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7"/>
                      </a:cubicBezTo>
                      <a:cubicBezTo>
                        <a:pt x="14365" y="1396"/>
                        <a:pt x="12970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92" name="Google Shape;6392;p68"/>
              <p:cNvGrpSpPr/>
              <p:nvPr/>
            </p:nvGrpSpPr>
            <p:grpSpPr>
              <a:xfrm>
                <a:off x="3602363" y="4090525"/>
                <a:ext cx="389575" cy="202575"/>
                <a:chOff x="3602363" y="4090525"/>
                <a:chExt cx="389575" cy="202575"/>
              </a:xfrm>
            </p:grpSpPr>
            <p:sp>
              <p:nvSpPr>
                <p:cNvPr id="6393" name="Google Shape;6393;p68"/>
                <p:cNvSpPr/>
                <p:nvPr/>
              </p:nvSpPr>
              <p:spPr>
                <a:xfrm>
                  <a:off x="3602363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94" name="Google Shape;6394;p68"/>
                <p:cNvSpPr/>
                <p:nvPr/>
              </p:nvSpPr>
              <p:spPr>
                <a:xfrm>
                  <a:off x="3614513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34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395" name="Google Shape;6395;p68"/>
          <p:cNvGrpSpPr/>
          <p:nvPr/>
        </p:nvGrpSpPr>
        <p:grpSpPr>
          <a:xfrm>
            <a:off x="4358525" y="1562650"/>
            <a:ext cx="381425" cy="1329000"/>
            <a:chOff x="4358525" y="1562650"/>
            <a:chExt cx="381425" cy="1329000"/>
          </a:xfrm>
        </p:grpSpPr>
        <p:grpSp>
          <p:nvGrpSpPr>
            <p:cNvPr id="6396" name="Google Shape;6396;p68"/>
            <p:cNvGrpSpPr/>
            <p:nvPr/>
          </p:nvGrpSpPr>
          <p:grpSpPr>
            <a:xfrm>
              <a:off x="4358525" y="1562650"/>
              <a:ext cx="381425" cy="1329000"/>
              <a:chOff x="4358525" y="1562650"/>
              <a:chExt cx="381425" cy="1329000"/>
            </a:xfrm>
          </p:grpSpPr>
          <p:sp>
            <p:nvSpPr>
              <p:cNvPr id="6397" name="Google Shape;6397;p68"/>
              <p:cNvSpPr/>
              <p:nvPr/>
            </p:nvSpPr>
            <p:spPr>
              <a:xfrm>
                <a:off x="4458550" y="1632600"/>
                <a:ext cx="175225" cy="167075"/>
              </a:xfrm>
              <a:custGeom>
                <a:rect b="b" l="l" r="r" t="t"/>
                <a:pathLst>
                  <a:path extrusionOk="0" h="6683" w="7009">
                    <a:moveTo>
                      <a:pt x="3505" y="1"/>
                    </a:moveTo>
                    <a:lnTo>
                      <a:pt x="1" y="2072"/>
                    </a:lnTo>
                    <a:cubicBezTo>
                      <a:pt x="1" y="2072"/>
                      <a:pt x="782" y="5017"/>
                      <a:pt x="247" y="6682"/>
                    </a:cubicBezTo>
                    <a:lnTo>
                      <a:pt x="7008" y="6682"/>
                    </a:lnTo>
                    <a:cubicBezTo>
                      <a:pt x="7008" y="6682"/>
                      <a:pt x="6732" y="4974"/>
                      <a:pt x="7008" y="2146"/>
                    </a:cubicBezTo>
                    <a:lnTo>
                      <a:pt x="350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398" name="Google Shape;6398;p68"/>
              <p:cNvGrpSpPr/>
              <p:nvPr/>
            </p:nvGrpSpPr>
            <p:grpSpPr>
              <a:xfrm>
                <a:off x="4358525" y="1619100"/>
                <a:ext cx="381425" cy="1272550"/>
                <a:chOff x="4358525" y="1619100"/>
                <a:chExt cx="381425" cy="1272550"/>
              </a:xfrm>
            </p:grpSpPr>
            <p:sp>
              <p:nvSpPr>
                <p:cNvPr id="6399" name="Google Shape;6399;p68"/>
                <p:cNvSpPr/>
                <p:nvPr/>
              </p:nvSpPr>
              <p:spPr>
                <a:xfrm>
                  <a:off x="4358525" y="1732025"/>
                  <a:ext cx="381425" cy="1159625"/>
                </a:xfrm>
                <a:custGeom>
                  <a:rect b="b" l="l" r="r" t="t"/>
                  <a:pathLst>
                    <a:path extrusionOk="0" h="46385" w="15257">
                      <a:moveTo>
                        <a:pt x="6073" y="1"/>
                      </a:moveTo>
                      <a:cubicBezTo>
                        <a:pt x="6073" y="1"/>
                        <a:pt x="6147" y="1482"/>
                        <a:pt x="6073" y="1722"/>
                      </a:cubicBezTo>
                      <a:cubicBezTo>
                        <a:pt x="6006" y="1968"/>
                        <a:pt x="5834" y="2312"/>
                        <a:pt x="5176" y="2521"/>
                      </a:cubicBezTo>
                      <a:cubicBezTo>
                        <a:pt x="4524" y="2724"/>
                        <a:pt x="3830" y="2656"/>
                        <a:pt x="3037" y="3142"/>
                      </a:cubicBezTo>
                      <a:cubicBezTo>
                        <a:pt x="2244" y="3621"/>
                        <a:pt x="2041" y="5558"/>
                        <a:pt x="2041" y="6799"/>
                      </a:cubicBezTo>
                      <a:cubicBezTo>
                        <a:pt x="2041" y="8041"/>
                        <a:pt x="1937" y="10801"/>
                        <a:pt x="1697" y="11870"/>
                      </a:cubicBezTo>
                      <a:cubicBezTo>
                        <a:pt x="1451" y="12940"/>
                        <a:pt x="800" y="15841"/>
                        <a:pt x="763" y="16702"/>
                      </a:cubicBezTo>
                      <a:cubicBezTo>
                        <a:pt x="726" y="17562"/>
                        <a:pt x="418" y="18773"/>
                        <a:pt x="351" y="19289"/>
                      </a:cubicBezTo>
                      <a:cubicBezTo>
                        <a:pt x="277" y="19812"/>
                        <a:pt x="0" y="21779"/>
                        <a:pt x="209" y="22191"/>
                      </a:cubicBezTo>
                      <a:cubicBezTo>
                        <a:pt x="673" y="23114"/>
                        <a:pt x="1007" y="23375"/>
                        <a:pt x="1170" y="23375"/>
                      </a:cubicBezTo>
                      <a:cubicBezTo>
                        <a:pt x="1253" y="23375"/>
                        <a:pt x="1291" y="23306"/>
                        <a:pt x="1279" y="23223"/>
                      </a:cubicBezTo>
                      <a:cubicBezTo>
                        <a:pt x="1248" y="22983"/>
                        <a:pt x="972" y="22504"/>
                        <a:pt x="898" y="22018"/>
                      </a:cubicBezTo>
                      <a:cubicBezTo>
                        <a:pt x="843" y="21628"/>
                        <a:pt x="924" y="21082"/>
                        <a:pt x="1012" y="21082"/>
                      </a:cubicBezTo>
                      <a:cubicBezTo>
                        <a:pt x="1034" y="21082"/>
                        <a:pt x="1056" y="21114"/>
                        <a:pt x="1076" y="21189"/>
                      </a:cubicBezTo>
                      <a:cubicBezTo>
                        <a:pt x="1163" y="21526"/>
                        <a:pt x="1284" y="22372"/>
                        <a:pt x="1455" y="22372"/>
                      </a:cubicBezTo>
                      <a:cubicBezTo>
                        <a:pt x="1477" y="22372"/>
                        <a:pt x="1501" y="22358"/>
                        <a:pt x="1525" y="22326"/>
                      </a:cubicBezTo>
                      <a:cubicBezTo>
                        <a:pt x="1728" y="22049"/>
                        <a:pt x="1795" y="20943"/>
                        <a:pt x="1795" y="20396"/>
                      </a:cubicBezTo>
                      <a:cubicBezTo>
                        <a:pt x="1795" y="19849"/>
                        <a:pt x="1525" y="19289"/>
                        <a:pt x="1556" y="18736"/>
                      </a:cubicBezTo>
                      <a:cubicBezTo>
                        <a:pt x="1592" y="18189"/>
                        <a:pt x="2871" y="14907"/>
                        <a:pt x="3111" y="13530"/>
                      </a:cubicBezTo>
                      <a:cubicBezTo>
                        <a:pt x="3350" y="12147"/>
                        <a:pt x="3695" y="8385"/>
                        <a:pt x="3695" y="8385"/>
                      </a:cubicBezTo>
                      <a:cubicBezTo>
                        <a:pt x="3836" y="9246"/>
                        <a:pt x="4389" y="10352"/>
                        <a:pt x="4420" y="11975"/>
                      </a:cubicBezTo>
                      <a:cubicBezTo>
                        <a:pt x="4457" y="13597"/>
                        <a:pt x="3037" y="16253"/>
                        <a:pt x="2766" y="18496"/>
                      </a:cubicBezTo>
                      <a:cubicBezTo>
                        <a:pt x="2490" y="20740"/>
                        <a:pt x="3283" y="27403"/>
                        <a:pt x="3590" y="29923"/>
                      </a:cubicBezTo>
                      <a:cubicBezTo>
                        <a:pt x="3904" y="32443"/>
                        <a:pt x="3246" y="35068"/>
                        <a:pt x="3492" y="36586"/>
                      </a:cubicBezTo>
                      <a:cubicBezTo>
                        <a:pt x="3732" y="38104"/>
                        <a:pt x="4524" y="41799"/>
                        <a:pt x="4524" y="42315"/>
                      </a:cubicBezTo>
                      <a:cubicBezTo>
                        <a:pt x="4524" y="42831"/>
                        <a:pt x="4488" y="43280"/>
                        <a:pt x="4629" y="43624"/>
                      </a:cubicBezTo>
                      <a:cubicBezTo>
                        <a:pt x="4764" y="43968"/>
                        <a:pt x="4322" y="44522"/>
                        <a:pt x="4180" y="45112"/>
                      </a:cubicBezTo>
                      <a:cubicBezTo>
                        <a:pt x="4039" y="45696"/>
                        <a:pt x="4420" y="46384"/>
                        <a:pt x="5041" y="46384"/>
                      </a:cubicBezTo>
                      <a:cubicBezTo>
                        <a:pt x="5662" y="46384"/>
                        <a:pt x="6252" y="45868"/>
                        <a:pt x="6147" y="45419"/>
                      </a:cubicBezTo>
                      <a:cubicBezTo>
                        <a:pt x="6043" y="44970"/>
                        <a:pt x="6043" y="43870"/>
                        <a:pt x="6110" y="43280"/>
                      </a:cubicBezTo>
                      <a:cubicBezTo>
                        <a:pt x="6178" y="42696"/>
                        <a:pt x="5834" y="42383"/>
                        <a:pt x="5834" y="41829"/>
                      </a:cubicBezTo>
                      <a:cubicBezTo>
                        <a:pt x="5834" y="41276"/>
                        <a:pt x="6043" y="37207"/>
                        <a:pt x="6067" y="33949"/>
                      </a:cubicBezTo>
                      <a:cubicBezTo>
                        <a:pt x="6073" y="32566"/>
                        <a:pt x="6436" y="31509"/>
                        <a:pt x="6805" y="28380"/>
                      </a:cubicBezTo>
                      <a:cubicBezTo>
                        <a:pt x="7174" y="25252"/>
                        <a:pt x="7629" y="20740"/>
                        <a:pt x="7629" y="20740"/>
                      </a:cubicBezTo>
                      <a:cubicBezTo>
                        <a:pt x="7629" y="20740"/>
                        <a:pt x="8090" y="25252"/>
                        <a:pt x="8458" y="28380"/>
                      </a:cubicBezTo>
                      <a:cubicBezTo>
                        <a:pt x="8827" y="31509"/>
                        <a:pt x="9184" y="32566"/>
                        <a:pt x="9196" y="33949"/>
                      </a:cubicBezTo>
                      <a:cubicBezTo>
                        <a:pt x="9221" y="37207"/>
                        <a:pt x="9430" y="41276"/>
                        <a:pt x="9430" y="41829"/>
                      </a:cubicBezTo>
                      <a:cubicBezTo>
                        <a:pt x="9430" y="42383"/>
                        <a:pt x="9079" y="42696"/>
                        <a:pt x="9153" y="43280"/>
                      </a:cubicBezTo>
                      <a:cubicBezTo>
                        <a:pt x="9221" y="43870"/>
                        <a:pt x="9221" y="44970"/>
                        <a:pt x="9116" y="45419"/>
                      </a:cubicBezTo>
                      <a:cubicBezTo>
                        <a:pt x="9012" y="45868"/>
                        <a:pt x="9602" y="46384"/>
                        <a:pt x="10222" y="46384"/>
                      </a:cubicBezTo>
                      <a:cubicBezTo>
                        <a:pt x="10843" y="46384"/>
                        <a:pt x="11218" y="45696"/>
                        <a:pt x="11083" y="45112"/>
                      </a:cubicBezTo>
                      <a:cubicBezTo>
                        <a:pt x="10948" y="44522"/>
                        <a:pt x="10499" y="43968"/>
                        <a:pt x="10634" y="43624"/>
                      </a:cubicBezTo>
                      <a:cubicBezTo>
                        <a:pt x="10770" y="43280"/>
                        <a:pt x="10739" y="42831"/>
                        <a:pt x="10739" y="42315"/>
                      </a:cubicBezTo>
                      <a:cubicBezTo>
                        <a:pt x="10739" y="41799"/>
                        <a:pt x="11532" y="38104"/>
                        <a:pt x="11771" y="36586"/>
                      </a:cubicBezTo>
                      <a:cubicBezTo>
                        <a:pt x="12017" y="35068"/>
                        <a:pt x="11360" y="32443"/>
                        <a:pt x="11673" y="29923"/>
                      </a:cubicBezTo>
                      <a:cubicBezTo>
                        <a:pt x="11980" y="27403"/>
                        <a:pt x="12773" y="20740"/>
                        <a:pt x="12497" y="18496"/>
                      </a:cubicBezTo>
                      <a:cubicBezTo>
                        <a:pt x="12220" y="16253"/>
                        <a:pt x="10806" y="13597"/>
                        <a:pt x="10843" y="11975"/>
                      </a:cubicBezTo>
                      <a:cubicBezTo>
                        <a:pt x="10874" y="10352"/>
                        <a:pt x="11427" y="9246"/>
                        <a:pt x="11569" y="8385"/>
                      </a:cubicBezTo>
                      <a:cubicBezTo>
                        <a:pt x="11569" y="8385"/>
                        <a:pt x="11913" y="12147"/>
                        <a:pt x="12153" y="13530"/>
                      </a:cubicBezTo>
                      <a:cubicBezTo>
                        <a:pt x="12398" y="14907"/>
                        <a:pt x="13671" y="18189"/>
                        <a:pt x="13708" y="18736"/>
                      </a:cubicBezTo>
                      <a:cubicBezTo>
                        <a:pt x="13745" y="19289"/>
                        <a:pt x="13462" y="19842"/>
                        <a:pt x="13462" y="20396"/>
                      </a:cubicBezTo>
                      <a:cubicBezTo>
                        <a:pt x="13462" y="20949"/>
                        <a:pt x="13529" y="22055"/>
                        <a:pt x="13738" y="22326"/>
                      </a:cubicBezTo>
                      <a:cubicBezTo>
                        <a:pt x="13762" y="22358"/>
                        <a:pt x="13785" y="22372"/>
                        <a:pt x="13806" y="22372"/>
                      </a:cubicBezTo>
                      <a:cubicBezTo>
                        <a:pt x="13973" y="22372"/>
                        <a:pt x="14094" y="21526"/>
                        <a:pt x="14181" y="21189"/>
                      </a:cubicBezTo>
                      <a:cubicBezTo>
                        <a:pt x="14201" y="21114"/>
                        <a:pt x="14223" y="21082"/>
                        <a:pt x="14245" y="21082"/>
                      </a:cubicBezTo>
                      <a:cubicBezTo>
                        <a:pt x="14333" y="21082"/>
                        <a:pt x="14412" y="21628"/>
                        <a:pt x="14353" y="22018"/>
                      </a:cubicBezTo>
                      <a:cubicBezTo>
                        <a:pt x="14285" y="22498"/>
                        <a:pt x="14009" y="22983"/>
                        <a:pt x="13978" y="23223"/>
                      </a:cubicBezTo>
                      <a:cubicBezTo>
                        <a:pt x="13966" y="23306"/>
                        <a:pt x="14004" y="23375"/>
                        <a:pt x="14087" y="23375"/>
                      </a:cubicBezTo>
                      <a:cubicBezTo>
                        <a:pt x="14250" y="23375"/>
                        <a:pt x="14584" y="23114"/>
                        <a:pt x="15048" y="22191"/>
                      </a:cubicBezTo>
                      <a:cubicBezTo>
                        <a:pt x="15257" y="21779"/>
                        <a:pt x="14980" y="19812"/>
                        <a:pt x="14912" y="19289"/>
                      </a:cubicBezTo>
                      <a:cubicBezTo>
                        <a:pt x="14839" y="18773"/>
                        <a:pt x="14531" y="17568"/>
                        <a:pt x="14494" y="16702"/>
                      </a:cubicBezTo>
                      <a:cubicBezTo>
                        <a:pt x="14464" y="15841"/>
                        <a:pt x="13806" y="12940"/>
                        <a:pt x="13566" y="11870"/>
                      </a:cubicBezTo>
                      <a:cubicBezTo>
                        <a:pt x="13320" y="10801"/>
                        <a:pt x="13222" y="8041"/>
                        <a:pt x="13222" y="6799"/>
                      </a:cubicBezTo>
                      <a:cubicBezTo>
                        <a:pt x="13222" y="5558"/>
                        <a:pt x="13013" y="3621"/>
                        <a:pt x="12220" y="3142"/>
                      </a:cubicBezTo>
                      <a:cubicBezTo>
                        <a:pt x="11427" y="2656"/>
                        <a:pt x="10739" y="2724"/>
                        <a:pt x="10081" y="2521"/>
                      </a:cubicBezTo>
                      <a:cubicBezTo>
                        <a:pt x="9423" y="2312"/>
                        <a:pt x="9251" y="1968"/>
                        <a:pt x="9184" y="1722"/>
                      </a:cubicBezTo>
                      <a:cubicBezTo>
                        <a:pt x="9116" y="1482"/>
                        <a:pt x="9184" y="1"/>
                        <a:pt x="9184" y="1"/>
                      </a:cubicBezTo>
                      <a:lnTo>
                        <a:pt x="9184" y="1"/>
                      </a:lnTo>
                      <a:lnTo>
                        <a:pt x="7629" y="32"/>
                      </a:lnTo>
                      <a:lnTo>
                        <a:pt x="607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00" name="Google Shape;6400;p68"/>
                <p:cNvSpPr/>
                <p:nvPr/>
              </p:nvSpPr>
              <p:spPr>
                <a:xfrm>
                  <a:off x="4510350" y="1731875"/>
                  <a:ext cx="77775" cy="60725"/>
                </a:xfrm>
                <a:custGeom>
                  <a:rect b="b" l="l" r="r" t="t"/>
                  <a:pathLst>
                    <a:path extrusionOk="0" h="2429" w="311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"/>
                        <a:pt x="37" y="751"/>
                        <a:pt x="31" y="1267"/>
                      </a:cubicBezTo>
                      <a:cubicBezTo>
                        <a:pt x="504" y="1919"/>
                        <a:pt x="1088" y="2429"/>
                        <a:pt x="1556" y="2429"/>
                      </a:cubicBezTo>
                      <a:cubicBezTo>
                        <a:pt x="2023" y="2429"/>
                        <a:pt x="2607" y="1919"/>
                        <a:pt x="3080" y="1267"/>
                      </a:cubicBezTo>
                      <a:cubicBezTo>
                        <a:pt x="3074" y="751"/>
                        <a:pt x="3111" y="1"/>
                        <a:pt x="3111" y="1"/>
                      </a:cubicBezTo>
                      <a:lnTo>
                        <a:pt x="3111" y="1"/>
                      </a:lnTo>
                      <a:lnTo>
                        <a:pt x="1556" y="3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ECBD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01" name="Google Shape;6401;p68"/>
                <p:cNvSpPr/>
                <p:nvPr/>
              </p:nvSpPr>
              <p:spPr>
                <a:xfrm>
                  <a:off x="4485925" y="1619100"/>
                  <a:ext cx="126650" cy="162275"/>
                </a:xfrm>
                <a:custGeom>
                  <a:rect b="b" l="l" r="r" t="t"/>
                  <a:pathLst>
                    <a:path extrusionOk="0" h="6491" w="5066">
                      <a:moveTo>
                        <a:pt x="2533" y="0"/>
                      </a:moveTo>
                      <a:cubicBezTo>
                        <a:pt x="49" y="0"/>
                        <a:pt x="0" y="1057"/>
                        <a:pt x="185" y="3153"/>
                      </a:cubicBezTo>
                      <a:cubicBezTo>
                        <a:pt x="369" y="5249"/>
                        <a:pt x="1660" y="6491"/>
                        <a:pt x="2533" y="6491"/>
                      </a:cubicBezTo>
                      <a:cubicBezTo>
                        <a:pt x="3405" y="6491"/>
                        <a:pt x="4696" y="5249"/>
                        <a:pt x="4881" y="3153"/>
                      </a:cubicBezTo>
                      <a:cubicBezTo>
                        <a:pt x="5065" y="1057"/>
                        <a:pt x="5016" y="0"/>
                        <a:pt x="25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02" name="Google Shape;6402;p68"/>
              <p:cNvSpPr/>
              <p:nvPr/>
            </p:nvSpPr>
            <p:spPr>
              <a:xfrm>
                <a:off x="4445650" y="1562650"/>
                <a:ext cx="190125" cy="218425"/>
              </a:xfrm>
              <a:custGeom>
                <a:rect b="b" l="l" r="r" t="t"/>
                <a:pathLst>
                  <a:path extrusionOk="0" h="8737" w="7605">
                    <a:moveTo>
                      <a:pt x="3680" y="1"/>
                    </a:moveTo>
                    <a:cubicBezTo>
                      <a:pt x="3316" y="1"/>
                      <a:pt x="2904" y="60"/>
                      <a:pt x="2453" y="217"/>
                    </a:cubicBezTo>
                    <a:cubicBezTo>
                      <a:pt x="658" y="844"/>
                      <a:pt x="1" y="3395"/>
                      <a:pt x="726" y="5774"/>
                    </a:cubicBezTo>
                    <a:cubicBezTo>
                      <a:pt x="1451" y="8159"/>
                      <a:pt x="2828" y="8737"/>
                      <a:pt x="2828" y="8737"/>
                    </a:cubicBezTo>
                    <a:cubicBezTo>
                      <a:pt x="1832" y="7464"/>
                      <a:pt x="1796" y="5412"/>
                      <a:pt x="1796" y="5411"/>
                    </a:cubicBezTo>
                    <a:lnTo>
                      <a:pt x="1796" y="5411"/>
                    </a:lnTo>
                    <a:cubicBezTo>
                      <a:pt x="1998" y="6333"/>
                      <a:pt x="2588" y="6770"/>
                      <a:pt x="2588" y="6770"/>
                    </a:cubicBezTo>
                    <a:cubicBezTo>
                      <a:pt x="2140" y="6290"/>
                      <a:pt x="2072" y="4840"/>
                      <a:pt x="2588" y="4594"/>
                    </a:cubicBezTo>
                    <a:cubicBezTo>
                      <a:pt x="3105" y="4354"/>
                      <a:pt x="4137" y="3696"/>
                      <a:pt x="4137" y="3696"/>
                    </a:cubicBezTo>
                    <a:lnTo>
                      <a:pt x="4137" y="3696"/>
                    </a:lnTo>
                    <a:cubicBezTo>
                      <a:pt x="3867" y="4219"/>
                      <a:pt x="3215" y="4526"/>
                      <a:pt x="3215" y="4526"/>
                    </a:cubicBezTo>
                    <a:cubicBezTo>
                      <a:pt x="4734" y="4286"/>
                      <a:pt x="5182" y="3389"/>
                      <a:pt x="5182" y="3389"/>
                    </a:cubicBezTo>
                    <a:cubicBezTo>
                      <a:pt x="5182" y="3389"/>
                      <a:pt x="6252" y="4286"/>
                      <a:pt x="5871" y="6358"/>
                    </a:cubicBezTo>
                    <a:cubicBezTo>
                      <a:pt x="6141" y="5983"/>
                      <a:pt x="6307" y="5540"/>
                      <a:pt x="6350" y="5079"/>
                    </a:cubicBezTo>
                    <a:cubicBezTo>
                      <a:pt x="6350" y="5036"/>
                      <a:pt x="6356" y="4987"/>
                      <a:pt x="6356" y="4944"/>
                    </a:cubicBezTo>
                    <a:cubicBezTo>
                      <a:pt x="6356" y="4861"/>
                      <a:pt x="6360" y="4822"/>
                      <a:pt x="6364" y="4822"/>
                    </a:cubicBezTo>
                    <a:lnTo>
                      <a:pt x="6364" y="4822"/>
                    </a:lnTo>
                    <a:cubicBezTo>
                      <a:pt x="6404" y="4822"/>
                      <a:pt x="6538" y="7625"/>
                      <a:pt x="5459" y="8737"/>
                    </a:cubicBezTo>
                    <a:cubicBezTo>
                      <a:pt x="5459" y="8737"/>
                      <a:pt x="7457" y="7563"/>
                      <a:pt x="7530" y="4944"/>
                    </a:cubicBezTo>
                    <a:cubicBezTo>
                      <a:pt x="7604" y="2320"/>
                      <a:pt x="7045" y="592"/>
                      <a:pt x="5422" y="525"/>
                    </a:cubicBezTo>
                    <a:cubicBezTo>
                      <a:pt x="5422" y="525"/>
                      <a:pt x="4764" y="1"/>
                      <a:pt x="368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03" name="Google Shape;6403;p68"/>
            <p:cNvSpPr/>
            <p:nvPr/>
          </p:nvSpPr>
          <p:spPr>
            <a:xfrm>
              <a:off x="4646675" y="1802575"/>
              <a:ext cx="1075" cy="16775"/>
            </a:xfrm>
            <a:custGeom>
              <a:rect b="b" l="l" r="r" t="t"/>
              <a:pathLst>
                <a:path extrusionOk="0" h="671" w="43">
                  <a:moveTo>
                    <a:pt x="18" y="0"/>
                  </a:moveTo>
                  <a:cubicBezTo>
                    <a:pt x="7" y="176"/>
                    <a:pt x="1" y="383"/>
                    <a:pt x="5" y="612"/>
                  </a:cubicBezTo>
                  <a:lnTo>
                    <a:pt x="5" y="612"/>
                  </a:lnTo>
                  <a:cubicBezTo>
                    <a:pt x="2" y="415"/>
                    <a:pt x="15" y="214"/>
                    <a:pt x="43" y="19"/>
                  </a:cubicBezTo>
                  <a:cubicBezTo>
                    <a:pt x="36" y="13"/>
                    <a:pt x="24" y="6"/>
                    <a:pt x="18" y="0"/>
                  </a:cubicBezTo>
                  <a:close/>
                  <a:moveTo>
                    <a:pt x="5" y="612"/>
                  </a:moveTo>
                  <a:cubicBezTo>
                    <a:pt x="5" y="632"/>
                    <a:pt x="5" y="651"/>
                    <a:pt x="6" y="670"/>
                  </a:cubicBezTo>
                  <a:cubicBezTo>
                    <a:pt x="5" y="651"/>
                    <a:pt x="5" y="631"/>
                    <a:pt x="5" y="612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8"/>
            <p:cNvSpPr/>
            <p:nvPr/>
          </p:nvSpPr>
          <p:spPr>
            <a:xfrm>
              <a:off x="4450725" y="1802575"/>
              <a:ext cx="950" cy="16775"/>
            </a:xfrm>
            <a:custGeom>
              <a:rect b="b" l="l" r="r" t="t"/>
              <a:pathLst>
                <a:path extrusionOk="0" h="671" w="38">
                  <a:moveTo>
                    <a:pt x="25" y="0"/>
                  </a:moveTo>
                  <a:cubicBezTo>
                    <a:pt x="13" y="6"/>
                    <a:pt x="7" y="13"/>
                    <a:pt x="0" y="19"/>
                  </a:cubicBezTo>
                  <a:cubicBezTo>
                    <a:pt x="25" y="234"/>
                    <a:pt x="37" y="455"/>
                    <a:pt x="37" y="670"/>
                  </a:cubicBezTo>
                  <a:cubicBezTo>
                    <a:pt x="37" y="418"/>
                    <a:pt x="37" y="191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05" name="Google Shape;6405;p68"/>
            <p:cNvGrpSpPr/>
            <p:nvPr/>
          </p:nvGrpSpPr>
          <p:grpSpPr>
            <a:xfrm>
              <a:off x="4434425" y="1799150"/>
              <a:ext cx="229625" cy="176600"/>
              <a:chOff x="4434425" y="1799150"/>
              <a:chExt cx="229625" cy="176600"/>
            </a:xfrm>
          </p:grpSpPr>
          <p:sp>
            <p:nvSpPr>
              <p:cNvPr id="6406" name="Google Shape;6406;p68"/>
              <p:cNvSpPr/>
              <p:nvPr/>
            </p:nvSpPr>
            <p:spPr>
              <a:xfrm>
                <a:off x="4437500" y="1805750"/>
                <a:ext cx="223475" cy="170000"/>
              </a:xfrm>
              <a:custGeom>
                <a:rect b="b" l="l" r="r" t="t"/>
                <a:pathLst>
                  <a:path extrusionOk="0" h="6800" w="8939">
                    <a:moveTo>
                      <a:pt x="955" y="1"/>
                    </a:moveTo>
                    <a:cubicBezTo>
                      <a:pt x="728" y="1"/>
                      <a:pt x="529" y="156"/>
                      <a:pt x="529" y="156"/>
                    </a:cubicBezTo>
                    <a:cubicBezTo>
                      <a:pt x="634" y="875"/>
                      <a:pt x="511" y="3100"/>
                      <a:pt x="302" y="3696"/>
                    </a:cubicBezTo>
                    <a:cubicBezTo>
                      <a:pt x="1" y="4563"/>
                      <a:pt x="198" y="5596"/>
                      <a:pt x="456" y="6210"/>
                    </a:cubicBezTo>
                    <a:cubicBezTo>
                      <a:pt x="499" y="5743"/>
                      <a:pt x="536" y="5436"/>
                      <a:pt x="536" y="5436"/>
                    </a:cubicBezTo>
                    <a:cubicBezTo>
                      <a:pt x="597" y="5817"/>
                      <a:pt x="738" y="6247"/>
                      <a:pt x="880" y="6751"/>
                    </a:cubicBezTo>
                    <a:cubicBezTo>
                      <a:pt x="989" y="6784"/>
                      <a:pt x="1151" y="6800"/>
                      <a:pt x="1341" y="6800"/>
                    </a:cubicBezTo>
                    <a:cubicBezTo>
                      <a:pt x="1967" y="6800"/>
                      <a:pt x="2898" y="6634"/>
                      <a:pt x="3228" y="6389"/>
                    </a:cubicBezTo>
                    <a:cubicBezTo>
                      <a:pt x="3689" y="6045"/>
                      <a:pt x="4470" y="5719"/>
                      <a:pt x="4470" y="5719"/>
                    </a:cubicBezTo>
                    <a:cubicBezTo>
                      <a:pt x="4470" y="5719"/>
                      <a:pt x="5250" y="6045"/>
                      <a:pt x="5711" y="6389"/>
                    </a:cubicBezTo>
                    <a:cubicBezTo>
                      <a:pt x="6041" y="6634"/>
                      <a:pt x="6968" y="6800"/>
                      <a:pt x="7596" y="6800"/>
                    </a:cubicBezTo>
                    <a:cubicBezTo>
                      <a:pt x="7786" y="6800"/>
                      <a:pt x="7949" y="6784"/>
                      <a:pt x="8059" y="6751"/>
                    </a:cubicBezTo>
                    <a:cubicBezTo>
                      <a:pt x="8201" y="6247"/>
                      <a:pt x="8342" y="5817"/>
                      <a:pt x="8403" y="5436"/>
                    </a:cubicBezTo>
                    <a:cubicBezTo>
                      <a:pt x="8403" y="5436"/>
                      <a:pt x="8428" y="5743"/>
                      <a:pt x="8477" y="6210"/>
                    </a:cubicBezTo>
                    <a:cubicBezTo>
                      <a:pt x="8742" y="5596"/>
                      <a:pt x="8938" y="4563"/>
                      <a:pt x="8631" y="3696"/>
                    </a:cubicBezTo>
                    <a:cubicBezTo>
                      <a:pt x="8428" y="3100"/>
                      <a:pt x="8299" y="875"/>
                      <a:pt x="8410" y="156"/>
                    </a:cubicBezTo>
                    <a:cubicBezTo>
                      <a:pt x="8410" y="156"/>
                      <a:pt x="8211" y="1"/>
                      <a:pt x="7985" y="1"/>
                    </a:cubicBezTo>
                    <a:cubicBezTo>
                      <a:pt x="7940" y="1"/>
                      <a:pt x="7895" y="7"/>
                      <a:pt x="7850" y="21"/>
                    </a:cubicBezTo>
                    <a:cubicBezTo>
                      <a:pt x="7850" y="21"/>
                      <a:pt x="7654" y="2104"/>
                      <a:pt x="7481" y="2707"/>
                    </a:cubicBezTo>
                    <a:cubicBezTo>
                      <a:pt x="7438" y="2873"/>
                      <a:pt x="6725" y="2688"/>
                      <a:pt x="5988" y="3309"/>
                    </a:cubicBezTo>
                    <a:cubicBezTo>
                      <a:pt x="5250" y="3930"/>
                      <a:pt x="4881" y="4594"/>
                      <a:pt x="4470" y="4594"/>
                    </a:cubicBezTo>
                    <a:cubicBezTo>
                      <a:pt x="4052" y="4594"/>
                      <a:pt x="3683" y="3930"/>
                      <a:pt x="2951" y="3309"/>
                    </a:cubicBezTo>
                    <a:cubicBezTo>
                      <a:pt x="2214" y="2688"/>
                      <a:pt x="1501" y="2873"/>
                      <a:pt x="1452" y="2707"/>
                    </a:cubicBezTo>
                    <a:cubicBezTo>
                      <a:pt x="1279" y="2104"/>
                      <a:pt x="1089" y="21"/>
                      <a:pt x="1089" y="21"/>
                    </a:cubicBezTo>
                    <a:cubicBezTo>
                      <a:pt x="1044" y="7"/>
                      <a:pt x="999" y="1"/>
                      <a:pt x="9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7" name="Google Shape;6407;p68"/>
              <p:cNvSpPr/>
              <p:nvPr/>
            </p:nvSpPr>
            <p:spPr>
              <a:xfrm>
                <a:off x="4434425" y="1799150"/>
                <a:ext cx="229625" cy="170050"/>
              </a:xfrm>
              <a:custGeom>
                <a:rect b="b" l="l" r="r" t="t"/>
                <a:pathLst>
                  <a:path extrusionOk="0" h="6802" w="9185">
                    <a:moveTo>
                      <a:pt x="1078" y="1"/>
                    </a:moveTo>
                    <a:cubicBezTo>
                      <a:pt x="851" y="1"/>
                      <a:pt x="652" y="156"/>
                      <a:pt x="652" y="156"/>
                    </a:cubicBezTo>
                    <a:cubicBezTo>
                      <a:pt x="757" y="875"/>
                      <a:pt x="634" y="3100"/>
                      <a:pt x="425" y="3696"/>
                    </a:cubicBezTo>
                    <a:cubicBezTo>
                      <a:pt x="1" y="4932"/>
                      <a:pt x="579" y="6511"/>
                      <a:pt x="917" y="6714"/>
                    </a:cubicBezTo>
                    <a:cubicBezTo>
                      <a:pt x="1014" y="6774"/>
                      <a:pt x="1217" y="6801"/>
                      <a:pt x="1470" y="6801"/>
                    </a:cubicBezTo>
                    <a:cubicBezTo>
                      <a:pt x="2096" y="6801"/>
                      <a:pt x="3022" y="6634"/>
                      <a:pt x="3351" y="6388"/>
                    </a:cubicBezTo>
                    <a:cubicBezTo>
                      <a:pt x="3812" y="6044"/>
                      <a:pt x="4593" y="5725"/>
                      <a:pt x="4593" y="5725"/>
                    </a:cubicBezTo>
                    <a:cubicBezTo>
                      <a:pt x="4593" y="5725"/>
                      <a:pt x="5373" y="6044"/>
                      <a:pt x="5834" y="6388"/>
                    </a:cubicBezTo>
                    <a:cubicBezTo>
                      <a:pt x="6163" y="6634"/>
                      <a:pt x="7089" y="6801"/>
                      <a:pt x="7716" y="6801"/>
                    </a:cubicBezTo>
                    <a:cubicBezTo>
                      <a:pt x="7968" y="6801"/>
                      <a:pt x="8171" y="6774"/>
                      <a:pt x="8268" y="6714"/>
                    </a:cubicBezTo>
                    <a:cubicBezTo>
                      <a:pt x="8606" y="6511"/>
                      <a:pt x="9184" y="4932"/>
                      <a:pt x="8754" y="3696"/>
                    </a:cubicBezTo>
                    <a:cubicBezTo>
                      <a:pt x="8551" y="3100"/>
                      <a:pt x="8422" y="875"/>
                      <a:pt x="8533" y="156"/>
                    </a:cubicBezTo>
                    <a:cubicBezTo>
                      <a:pt x="8533" y="156"/>
                      <a:pt x="8334" y="1"/>
                      <a:pt x="8108" y="1"/>
                    </a:cubicBezTo>
                    <a:cubicBezTo>
                      <a:pt x="8063" y="1"/>
                      <a:pt x="8018" y="6"/>
                      <a:pt x="7973" y="20"/>
                    </a:cubicBezTo>
                    <a:cubicBezTo>
                      <a:pt x="7973" y="20"/>
                      <a:pt x="7777" y="2104"/>
                      <a:pt x="7604" y="2713"/>
                    </a:cubicBezTo>
                    <a:cubicBezTo>
                      <a:pt x="7561" y="2873"/>
                      <a:pt x="6848" y="2688"/>
                      <a:pt x="6111" y="3309"/>
                    </a:cubicBezTo>
                    <a:cubicBezTo>
                      <a:pt x="5373" y="3930"/>
                      <a:pt x="5004" y="4600"/>
                      <a:pt x="4593" y="4600"/>
                    </a:cubicBezTo>
                    <a:cubicBezTo>
                      <a:pt x="4175" y="4600"/>
                      <a:pt x="3806" y="3930"/>
                      <a:pt x="3074" y="3309"/>
                    </a:cubicBezTo>
                    <a:cubicBezTo>
                      <a:pt x="2337" y="2688"/>
                      <a:pt x="1624" y="2873"/>
                      <a:pt x="1575" y="2713"/>
                    </a:cubicBezTo>
                    <a:cubicBezTo>
                      <a:pt x="1402" y="2110"/>
                      <a:pt x="1212" y="20"/>
                      <a:pt x="1212" y="20"/>
                    </a:cubicBezTo>
                    <a:cubicBezTo>
                      <a:pt x="1167" y="6"/>
                      <a:pt x="1122" y="1"/>
                      <a:pt x="107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8" name="Google Shape;6408;p68"/>
              <p:cNvSpPr/>
              <p:nvPr/>
            </p:nvSpPr>
            <p:spPr>
              <a:xfrm>
                <a:off x="4440425" y="1912450"/>
                <a:ext cx="217625" cy="56675"/>
              </a:xfrm>
              <a:custGeom>
                <a:rect b="b" l="l" r="r" t="t"/>
                <a:pathLst>
                  <a:path extrusionOk="0" h="2267" w="8705">
                    <a:moveTo>
                      <a:pt x="38" y="0"/>
                    </a:moveTo>
                    <a:cubicBezTo>
                      <a:pt x="1" y="1020"/>
                      <a:pt x="412" y="2022"/>
                      <a:pt x="677" y="2182"/>
                    </a:cubicBezTo>
                    <a:cubicBezTo>
                      <a:pt x="773" y="2240"/>
                      <a:pt x="976" y="2267"/>
                      <a:pt x="1227" y="2267"/>
                    </a:cubicBezTo>
                    <a:cubicBezTo>
                      <a:pt x="1854" y="2267"/>
                      <a:pt x="2782" y="2102"/>
                      <a:pt x="3111" y="1856"/>
                    </a:cubicBezTo>
                    <a:cubicBezTo>
                      <a:pt x="3566" y="1512"/>
                      <a:pt x="4353" y="1186"/>
                      <a:pt x="4353" y="1186"/>
                    </a:cubicBezTo>
                    <a:cubicBezTo>
                      <a:pt x="4353" y="1186"/>
                      <a:pt x="5133" y="1506"/>
                      <a:pt x="5594" y="1856"/>
                    </a:cubicBezTo>
                    <a:cubicBezTo>
                      <a:pt x="5923" y="2102"/>
                      <a:pt x="6851" y="2267"/>
                      <a:pt x="7478" y="2267"/>
                    </a:cubicBezTo>
                    <a:cubicBezTo>
                      <a:pt x="7729" y="2267"/>
                      <a:pt x="7932" y="2240"/>
                      <a:pt x="8028" y="2182"/>
                    </a:cubicBezTo>
                    <a:cubicBezTo>
                      <a:pt x="8293" y="2022"/>
                      <a:pt x="8704" y="1020"/>
                      <a:pt x="8668" y="0"/>
                    </a:cubicBezTo>
                    <a:lnTo>
                      <a:pt x="8668" y="0"/>
                    </a:lnTo>
                    <a:cubicBezTo>
                      <a:pt x="8631" y="928"/>
                      <a:pt x="8268" y="1777"/>
                      <a:pt x="8028" y="1924"/>
                    </a:cubicBezTo>
                    <a:cubicBezTo>
                      <a:pt x="7932" y="1982"/>
                      <a:pt x="7730" y="2008"/>
                      <a:pt x="7480" y="2008"/>
                    </a:cubicBezTo>
                    <a:cubicBezTo>
                      <a:pt x="6853" y="2008"/>
                      <a:pt x="5924" y="1843"/>
                      <a:pt x="5594" y="1592"/>
                    </a:cubicBezTo>
                    <a:cubicBezTo>
                      <a:pt x="5133" y="1248"/>
                      <a:pt x="4353" y="928"/>
                      <a:pt x="4353" y="928"/>
                    </a:cubicBezTo>
                    <a:cubicBezTo>
                      <a:pt x="4353" y="928"/>
                      <a:pt x="3566" y="1248"/>
                      <a:pt x="3111" y="1592"/>
                    </a:cubicBezTo>
                    <a:cubicBezTo>
                      <a:pt x="2781" y="1843"/>
                      <a:pt x="1852" y="2008"/>
                      <a:pt x="1225" y="2008"/>
                    </a:cubicBezTo>
                    <a:cubicBezTo>
                      <a:pt x="975" y="2008"/>
                      <a:pt x="773" y="1982"/>
                      <a:pt x="677" y="1924"/>
                    </a:cubicBezTo>
                    <a:cubicBezTo>
                      <a:pt x="437" y="1777"/>
                      <a:pt x="68" y="928"/>
                      <a:pt x="3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09" name="Google Shape;6409;p68"/>
            <p:cNvGrpSpPr/>
            <p:nvPr/>
          </p:nvGrpSpPr>
          <p:grpSpPr>
            <a:xfrm>
              <a:off x="4427975" y="2144625"/>
              <a:ext cx="241150" cy="131875"/>
              <a:chOff x="4427975" y="2144625"/>
              <a:chExt cx="241150" cy="131875"/>
            </a:xfrm>
          </p:grpSpPr>
          <p:sp>
            <p:nvSpPr>
              <p:cNvPr id="6410" name="Google Shape;6410;p68"/>
              <p:cNvSpPr/>
              <p:nvPr/>
            </p:nvSpPr>
            <p:spPr>
              <a:xfrm>
                <a:off x="4427975" y="2154475"/>
                <a:ext cx="241150" cy="122025"/>
              </a:xfrm>
              <a:custGeom>
                <a:rect b="b" l="l" r="r" t="t"/>
                <a:pathLst>
                  <a:path extrusionOk="0" h="4881" w="9646">
                    <a:moveTo>
                      <a:pt x="406" y="0"/>
                    </a:moveTo>
                    <a:cubicBezTo>
                      <a:pt x="351" y="68"/>
                      <a:pt x="302" y="142"/>
                      <a:pt x="259" y="221"/>
                    </a:cubicBezTo>
                    <a:cubicBezTo>
                      <a:pt x="154" y="603"/>
                      <a:pt x="75" y="996"/>
                      <a:pt x="13" y="1389"/>
                    </a:cubicBezTo>
                    <a:cubicBezTo>
                      <a:pt x="1" y="1568"/>
                      <a:pt x="1" y="1684"/>
                      <a:pt x="1" y="1684"/>
                    </a:cubicBezTo>
                    <a:cubicBezTo>
                      <a:pt x="443" y="1801"/>
                      <a:pt x="1347" y="2440"/>
                      <a:pt x="2447" y="3135"/>
                    </a:cubicBezTo>
                    <a:cubicBezTo>
                      <a:pt x="3554" y="3823"/>
                      <a:pt x="3990" y="4881"/>
                      <a:pt x="4334" y="4881"/>
                    </a:cubicBezTo>
                    <a:lnTo>
                      <a:pt x="4740" y="4881"/>
                    </a:lnTo>
                    <a:cubicBezTo>
                      <a:pt x="4808" y="4241"/>
                      <a:pt x="4851" y="3842"/>
                      <a:pt x="4851" y="3842"/>
                    </a:cubicBezTo>
                    <a:cubicBezTo>
                      <a:pt x="4851" y="3842"/>
                      <a:pt x="4887" y="4241"/>
                      <a:pt x="4955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3"/>
                      <a:pt x="7192" y="3135"/>
                    </a:cubicBezTo>
                    <a:cubicBezTo>
                      <a:pt x="8293" y="2440"/>
                      <a:pt x="9196" y="1801"/>
                      <a:pt x="9639" y="1684"/>
                    </a:cubicBezTo>
                    <a:cubicBezTo>
                      <a:pt x="9645" y="1684"/>
                      <a:pt x="9639" y="430"/>
                      <a:pt x="9233" y="0"/>
                    </a:cubicBezTo>
                    <a:cubicBezTo>
                      <a:pt x="9233" y="0"/>
                      <a:pt x="7537" y="830"/>
                      <a:pt x="4820" y="830"/>
                    </a:cubicBezTo>
                    <a:cubicBezTo>
                      <a:pt x="2103" y="830"/>
                      <a:pt x="406" y="0"/>
                      <a:pt x="4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1" name="Google Shape;6411;p68"/>
              <p:cNvSpPr/>
              <p:nvPr/>
            </p:nvSpPr>
            <p:spPr>
              <a:xfrm>
                <a:off x="4427975" y="2144625"/>
                <a:ext cx="241150" cy="122050"/>
              </a:xfrm>
              <a:custGeom>
                <a:rect b="b" l="l" r="r" t="t"/>
                <a:pathLst>
                  <a:path extrusionOk="0" h="4882" w="9646">
                    <a:moveTo>
                      <a:pt x="413" y="1"/>
                    </a:moveTo>
                    <a:cubicBezTo>
                      <a:pt x="7" y="431"/>
                      <a:pt x="1" y="1685"/>
                      <a:pt x="1" y="1685"/>
                    </a:cubicBezTo>
                    <a:cubicBezTo>
                      <a:pt x="443" y="1802"/>
                      <a:pt x="1347" y="2447"/>
                      <a:pt x="2447" y="3136"/>
                    </a:cubicBezTo>
                    <a:cubicBezTo>
                      <a:pt x="3554" y="3824"/>
                      <a:pt x="3990" y="4881"/>
                      <a:pt x="4334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4"/>
                      <a:pt x="7192" y="3136"/>
                    </a:cubicBezTo>
                    <a:cubicBezTo>
                      <a:pt x="8293" y="2447"/>
                      <a:pt x="9196" y="1802"/>
                      <a:pt x="9639" y="1685"/>
                    </a:cubicBezTo>
                    <a:cubicBezTo>
                      <a:pt x="9645" y="1685"/>
                      <a:pt x="9639" y="431"/>
                      <a:pt x="9233" y="1"/>
                    </a:cubicBezTo>
                    <a:cubicBezTo>
                      <a:pt x="9233" y="1"/>
                      <a:pt x="7537" y="837"/>
                      <a:pt x="4820" y="837"/>
                    </a:cubicBezTo>
                    <a:cubicBezTo>
                      <a:pt x="2103" y="837"/>
                      <a:pt x="413" y="1"/>
                      <a:pt x="4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2" name="Google Shape;6412;p68"/>
              <p:cNvSpPr/>
              <p:nvPr/>
            </p:nvSpPr>
            <p:spPr>
              <a:xfrm>
                <a:off x="4427975" y="2178600"/>
                <a:ext cx="240975" cy="88075"/>
              </a:xfrm>
              <a:custGeom>
                <a:rect b="b" l="l" r="r" t="t"/>
                <a:pathLst>
                  <a:path extrusionOk="0" h="3523" w="9639">
                    <a:moveTo>
                      <a:pt x="13" y="0"/>
                    </a:moveTo>
                    <a:cubicBezTo>
                      <a:pt x="1" y="197"/>
                      <a:pt x="1" y="326"/>
                      <a:pt x="1" y="326"/>
                    </a:cubicBezTo>
                    <a:cubicBezTo>
                      <a:pt x="443" y="443"/>
                      <a:pt x="1347" y="1082"/>
                      <a:pt x="2447" y="1771"/>
                    </a:cubicBezTo>
                    <a:cubicBezTo>
                      <a:pt x="3554" y="2465"/>
                      <a:pt x="3990" y="3522"/>
                      <a:pt x="4334" y="3522"/>
                    </a:cubicBezTo>
                    <a:lnTo>
                      <a:pt x="5305" y="3522"/>
                    </a:lnTo>
                    <a:cubicBezTo>
                      <a:pt x="5650" y="3522"/>
                      <a:pt x="6086" y="2465"/>
                      <a:pt x="7192" y="1771"/>
                    </a:cubicBezTo>
                    <a:cubicBezTo>
                      <a:pt x="8293" y="1082"/>
                      <a:pt x="9196" y="443"/>
                      <a:pt x="9639" y="326"/>
                    </a:cubicBezTo>
                    <a:cubicBezTo>
                      <a:pt x="9639" y="326"/>
                      <a:pt x="9639" y="197"/>
                      <a:pt x="9627" y="0"/>
                    </a:cubicBezTo>
                    <a:cubicBezTo>
                      <a:pt x="9172" y="129"/>
                      <a:pt x="8280" y="762"/>
                      <a:pt x="7192" y="1445"/>
                    </a:cubicBezTo>
                    <a:cubicBezTo>
                      <a:pt x="6086" y="2139"/>
                      <a:pt x="5650" y="3197"/>
                      <a:pt x="5305" y="3197"/>
                    </a:cubicBezTo>
                    <a:lnTo>
                      <a:pt x="4334" y="3197"/>
                    </a:lnTo>
                    <a:cubicBezTo>
                      <a:pt x="3990" y="3197"/>
                      <a:pt x="3554" y="2133"/>
                      <a:pt x="2447" y="1445"/>
                    </a:cubicBezTo>
                    <a:cubicBezTo>
                      <a:pt x="1359" y="762"/>
                      <a:pt x="468" y="129"/>
                      <a:pt x="1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13" name="Google Shape;6413;p68"/>
          <p:cNvGrpSpPr/>
          <p:nvPr/>
        </p:nvGrpSpPr>
        <p:grpSpPr>
          <a:xfrm>
            <a:off x="4331625" y="3022588"/>
            <a:ext cx="435225" cy="1370250"/>
            <a:chOff x="4331625" y="2992450"/>
            <a:chExt cx="435225" cy="1370250"/>
          </a:xfrm>
        </p:grpSpPr>
        <p:grpSp>
          <p:nvGrpSpPr>
            <p:cNvPr id="6414" name="Google Shape;6414;p68"/>
            <p:cNvGrpSpPr/>
            <p:nvPr/>
          </p:nvGrpSpPr>
          <p:grpSpPr>
            <a:xfrm>
              <a:off x="4331625" y="2992450"/>
              <a:ext cx="435225" cy="1370250"/>
              <a:chOff x="4331625" y="2992450"/>
              <a:chExt cx="435225" cy="1370250"/>
            </a:xfrm>
          </p:grpSpPr>
          <p:sp>
            <p:nvSpPr>
              <p:cNvPr id="6415" name="Google Shape;6415;p68"/>
              <p:cNvSpPr/>
              <p:nvPr/>
            </p:nvSpPr>
            <p:spPr>
              <a:xfrm>
                <a:off x="43316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49" y="1"/>
                    </a:moveTo>
                    <a:cubicBezTo>
                      <a:pt x="7149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7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0" y="12902"/>
                      <a:pt x="861" y="16179"/>
                      <a:pt x="831" y="17058"/>
                    </a:cubicBezTo>
                    <a:cubicBezTo>
                      <a:pt x="794" y="17937"/>
                      <a:pt x="658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59" y="22299"/>
                      <a:pt x="1840" y="22299"/>
                    </a:cubicBezTo>
                    <a:cubicBezTo>
                      <a:pt x="1883" y="22299"/>
                      <a:pt x="1933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35" y="19602"/>
                      <a:pt x="2140" y="19301"/>
                      <a:pt x="2195" y="18717"/>
                    </a:cubicBezTo>
                    <a:cubicBezTo>
                      <a:pt x="2244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1" y="7997"/>
                      <a:pt x="4648" y="10665"/>
                      <a:pt x="4678" y="12319"/>
                    </a:cubicBezTo>
                    <a:cubicBezTo>
                      <a:pt x="4715" y="13966"/>
                      <a:pt x="4457" y="15798"/>
                      <a:pt x="4334" y="18521"/>
                    </a:cubicBezTo>
                    <a:cubicBezTo>
                      <a:pt x="4224" y="20813"/>
                      <a:pt x="3418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494" y="38823"/>
                      <a:pt x="5355" y="42118"/>
                      <a:pt x="5269" y="42634"/>
                    </a:cubicBezTo>
                    <a:cubicBezTo>
                      <a:pt x="5195" y="43126"/>
                      <a:pt x="5244" y="43624"/>
                      <a:pt x="5410" y="44091"/>
                    </a:cubicBezTo>
                    <a:cubicBezTo>
                      <a:pt x="5545" y="44441"/>
                      <a:pt x="5090" y="45652"/>
                      <a:pt x="4949" y="46248"/>
                    </a:cubicBezTo>
                    <a:cubicBezTo>
                      <a:pt x="4808" y="46845"/>
                      <a:pt x="5521" y="47595"/>
                      <a:pt x="6141" y="47595"/>
                    </a:cubicBezTo>
                    <a:cubicBezTo>
                      <a:pt x="6762" y="47595"/>
                      <a:pt x="7481" y="46605"/>
                      <a:pt x="7377" y="46144"/>
                    </a:cubicBezTo>
                    <a:cubicBezTo>
                      <a:pt x="7272" y="45689"/>
                      <a:pt x="7211" y="44300"/>
                      <a:pt x="7328" y="43611"/>
                    </a:cubicBezTo>
                    <a:cubicBezTo>
                      <a:pt x="7444" y="42917"/>
                      <a:pt x="7162" y="42862"/>
                      <a:pt x="7162" y="42302"/>
                    </a:cubicBezTo>
                    <a:cubicBezTo>
                      <a:pt x="7162" y="41749"/>
                      <a:pt x="7377" y="37969"/>
                      <a:pt x="7401" y="34656"/>
                    </a:cubicBezTo>
                    <a:cubicBezTo>
                      <a:pt x="7408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86" y="24882"/>
                      <a:pt x="9522" y="28865"/>
                    </a:cubicBezTo>
                    <a:cubicBezTo>
                      <a:pt x="9872" y="32049"/>
                      <a:pt x="9983" y="33254"/>
                      <a:pt x="9989" y="34656"/>
                    </a:cubicBezTo>
                    <a:cubicBezTo>
                      <a:pt x="10014" y="37969"/>
                      <a:pt x="10229" y="41743"/>
                      <a:pt x="10229" y="42302"/>
                    </a:cubicBezTo>
                    <a:cubicBezTo>
                      <a:pt x="10229" y="42868"/>
                      <a:pt x="9946" y="42923"/>
                      <a:pt x="10063" y="43611"/>
                    </a:cubicBezTo>
                    <a:cubicBezTo>
                      <a:pt x="10180" y="44300"/>
                      <a:pt x="10118" y="45695"/>
                      <a:pt x="10014" y="46144"/>
                    </a:cubicBezTo>
                    <a:cubicBezTo>
                      <a:pt x="9909" y="46599"/>
                      <a:pt x="10628" y="47595"/>
                      <a:pt x="11249" y="47595"/>
                    </a:cubicBezTo>
                    <a:cubicBezTo>
                      <a:pt x="11870" y="47595"/>
                      <a:pt x="12583" y="46845"/>
                      <a:pt x="12442" y="46248"/>
                    </a:cubicBezTo>
                    <a:cubicBezTo>
                      <a:pt x="12307" y="45652"/>
                      <a:pt x="11846" y="44441"/>
                      <a:pt x="11981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36" y="42118"/>
                      <a:pt x="12897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75" y="13966"/>
                      <a:pt x="12712" y="12319"/>
                    </a:cubicBezTo>
                    <a:cubicBezTo>
                      <a:pt x="12749" y="10665"/>
                      <a:pt x="12669" y="7997"/>
                      <a:pt x="12804" y="7118"/>
                    </a:cubicBezTo>
                    <a:cubicBezTo>
                      <a:pt x="12804" y="7118"/>
                      <a:pt x="13757" y="11243"/>
                      <a:pt x="14028" y="13572"/>
                    </a:cubicBezTo>
                    <a:cubicBezTo>
                      <a:pt x="14187" y="14992"/>
                      <a:pt x="15146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65" y="20881"/>
                      <a:pt x="15109" y="22055"/>
                      <a:pt x="15405" y="22245"/>
                    </a:cubicBezTo>
                    <a:cubicBezTo>
                      <a:pt x="15463" y="22282"/>
                      <a:pt x="15512" y="22299"/>
                      <a:pt x="15555" y="22299"/>
                    </a:cubicBezTo>
                    <a:cubicBezTo>
                      <a:pt x="15833" y="22299"/>
                      <a:pt x="15818" y="21599"/>
                      <a:pt x="15952" y="21274"/>
                    </a:cubicBezTo>
                    <a:cubicBezTo>
                      <a:pt x="15982" y="21202"/>
                      <a:pt x="16013" y="21170"/>
                      <a:pt x="16042" y="21170"/>
                    </a:cubicBezTo>
                    <a:cubicBezTo>
                      <a:pt x="16176" y="21170"/>
                      <a:pt x="16290" y="21806"/>
                      <a:pt x="16234" y="22209"/>
                    </a:cubicBezTo>
                    <a:cubicBezTo>
                      <a:pt x="16161" y="22700"/>
                      <a:pt x="15521" y="23327"/>
                      <a:pt x="15638" y="23659"/>
                    </a:cubicBezTo>
                    <a:cubicBezTo>
                      <a:pt x="15659" y="23714"/>
                      <a:pt x="15699" y="23748"/>
                      <a:pt x="15758" y="23748"/>
                    </a:cubicBezTo>
                    <a:cubicBezTo>
                      <a:pt x="15944" y="23748"/>
                      <a:pt x="16323" y="23420"/>
                      <a:pt x="16923" y="22387"/>
                    </a:cubicBezTo>
                    <a:cubicBezTo>
                      <a:pt x="17408" y="21575"/>
                      <a:pt x="16886" y="20229"/>
                      <a:pt x="16812" y="19701"/>
                    </a:cubicBezTo>
                    <a:cubicBezTo>
                      <a:pt x="16745" y="19178"/>
                      <a:pt x="16609" y="17937"/>
                      <a:pt x="16579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83" y="2453"/>
                      <a:pt x="10641" y="2256"/>
                      <a:pt x="10567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4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6" name="Google Shape;6416;p68"/>
              <p:cNvSpPr/>
              <p:nvPr/>
            </p:nvSpPr>
            <p:spPr>
              <a:xfrm>
                <a:off x="44739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74" y="8047"/>
                      <a:pt x="3013" y="8047"/>
                    </a:cubicBezTo>
                    <a:cubicBezTo>
                      <a:pt x="4051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7" name="Google Shape;6417;p68"/>
              <p:cNvSpPr/>
              <p:nvPr/>
            </p:nvSpPr>
            <p:spPr>
              <a:xfrm>
                <a:off x="4505900" y="3192950"/>
                <a:ext cx="86525" cy="38750"/>
              </a:xfrm>
              <a:custGeom>
                <a:rect b="b" l="l" r="r" t="t"/>
                <a:pathLst>
                  <a:path extrusionOk="0" h="1550" w="3461">
                    <a:moveTo>
                      <a:pt x="62" y="1"/>
                    </a:moveTo>
                    <a:cubicBezTo>
                      <a:pt x="43" y="142"/>
                      <a:pt x="25" y="283"/>
                      <a:pt x="0" y="419"/>
                    </a:cubicBezTo>
                    <a:cubicBezTo>
                      <a:pt x="547" y="1150"/>
                      <a:pt x="1205" y="1550"/>
                      <a:pt x="1734" y="1550"/>
                    </a:cubicBezTo>
                    <a:cubicBezTo>
                      <a:pt x="2262" y="1550"/>
                      <a:pt x="2920" y="1150"/>
                      <a:pt x="3461" y="419"/>
                    </a:cubicBezTo>
                    <a:cubicBezTo>
                      <a:pt x="3442" y="283"/>
                      <a:pt x="3418" y="142"/>
                      <a:pt x="3399" y="1"/>
                    </a:cubicBezTo>
                    <a:cubicBezTo>
                      <a:pt x="2865" y="683"/>
                      <a:pt x="2244" y="1052"/>
                      <a:pt x="1734" y="1052"/>
                    </a:cubicBezTo>
                    <a:cubicBezTo>
                      <a:pt x="1223" y="1052"/>
                      <a:pt x="596" y="683"/>
                      <a:pt x="62" y="1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8" name="Google Shape;6418;p68"/>
              <p:cNvSpPr/>
              <p:nvPr/>
            </p:nvSpPr>
            <p:spPr>
              <a:xfrm>
                <a:off x="4465425" y="2992450"/>
                <a:ext cx="201850" cy="156325"/>
              </a:xfrm>
              <a:custGeom>
                <a:rect b="b" l="l" r="r" t="t"/>
                <a:pathLst>
                  <a:path extrusionOk="0" h="6253" w="8074">
                    <a:moveTo>
                      <a:pt x="3160" y="0"/>
                    </a:moveTo>
                    <a:cubicBezTo>
                      <a:pt x="1498" y="0"/>
                      <a:pt x="330" y="1278"/>
                      <a:pt x="187" y="2513"/>
                    </a:cubicBezTo>
                    <a:cubicBezTo>
                      <a:pt x="1" y="4124"/>
                      <a:pt x="402" y="6229"/>
                      <a:pt x="771" y="6229"/>
                    </a:cubicBezTo>
                    <a:cubicBezTo>
                      <a:pt x="779" y="6229"/>
                      <a:pt x="787" y="6228"/>
                      <a:pt x="796" y="6226"/>
                    </a:cubicBezTo>
                    <a:cubicBezTo>
                      <a:pt x="1131" y="6136"/>
                      <a:pt x="520" y="3966"/>
                      <a:pt x="1179" y="3966"/>
                    </a:cubicBezTo>
                    <a:cubicBezTo>
                      <a:pt x="1196" y="3966"/>
                      <a:pt x="1213" y="3967"/>
                      <a:pt x="1232" y="3970"/>
                    </a:cubicBezTo>
                    <a:cubicBezTo>
                      <a:pt x="1481" y="4008"/>
                      <a:pt x="1715" y="4025"/>
                      <a:pt x="1937" y="4025"/>
                    </a:cubicBezTo>
                    <a:cubicBezTo>
                      <a:pt x="3641" y="4025"/>
                      <a:pt x="4527" y="3023"/>
                      <a:pt x="4527" y="3023"/>
                    </a:cubicBezTo>
                    <a:cubicBezTo>
                      <a:pt x="4527" y="3023"/>
                      <a:pt x="5190" y="3810"/>
                      <a:pt x="5664" y="4001"/>
                    </a:cubicBezTo>
                    <a:cubicBezTo>
                      <a:pt x="6143" y="4197"/>
                      <a:pt x="5461" y="6121"/>
                      <a:pt x="5903" y="6250"/>
                    </a:cubicBezTo>
                    <a:cubicBezTo>
                      <a:pt x="5908" y="6252"/>
                      <a:pt x="5913" y="6253"/>
                      <a:pt x="5918" y="6253"/>
                    </a:cubicBezTo>
                    <a:cubicBezTo>
                      <a:pt x="6362" y="6253"/>
                      <a:pt x="8074" y="788"/>
                      <a:pt x="4938" y="460"/>
                    </a:cubicBezTo>
                    <a:cubicBezTo>
                      <a:pt x="4305" y="138"/>
                      <a:pt x="3706" y="0"/>
                      <a:pt x="316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19" name="Google Shape;6419;p68"/>
            <p:cNvGrpSpPr/>
            <p:nvPr/>
          </p:nvGrpSpPr>
          <p:grpSpPr>
            <a:xfrm>
              <a:off x="4415850" y="3599250"/>
              <a:ext cx="266625" cy="293850"/>
              <a:chOff x="4415850" y="3599250"/>
              <a:chExt cx="266625" cy="293850"/>
            </a:xfrm>
          </p:grpSpPr>
          <p:sp>
            <p:nvSpPr>
              <p:cNvPr id="6420" name="Google Shape;6420;p68"/>
              <p:cNvSpPr/>
              <p:nvPr/>
            </p:nvSpPr>
            <p:spPr>
              <a:xfrm>
                <a:off x="4423375" y="3863550"/>
                <a:ext cx="108500" cy="29550"/>
              </a:xfrm>
              <a:custGeom>
                <a:rect b="b" l="l" r="r" t="t"/>
                <a:pathLst>
                  <a:path extrusionOk="0" h="1182" w="4340">
                    <a:moveTo>
                      <a:pt x="37" y="1"/>
                    </a:moveTo>
                    <a:cubicBezTo>
                      <a:pt x="19" y="407"/>
                      <a:pt x="7" y="806"/>
                      <a:pt x="0" y="1181"/>
                    </a:cubicBezTo>
                    <a:lnTo>
                      <a:pt x="4211" y="1181"/>
                    </a:lnTo>
                    <a:cubicBezTo>
                      <a:pt x="4260" y="782"/>
                      <a:pt x="4297" y="388"/>
                      <a:pt x="434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1" name="Google Shape;6421;p68"/>
              <p:cNvSpPr/>
              <p:nvPr/>
            </p:nvSpPr>
            <p:spPr>
              <a:xfrm>
                <a:off x="4566425" y="3863550"/>
                <a:ext cx="108525" cy="29550"/>
              </a:xfrm>
              <a:custGeom>
                <a:rect b="b" l="l" r="r" t="t"/>
                <a:pathLst>
                  <a:path extrusionOk="0" h="1182" w="4341">
                    <a:moveTo>
                      <a:pt x="1" y="1"/>
                    </a:moveTo>
                    <a:cubicBezTo>
                      <a:pt x="44" y="388"/>
                      <a:pt x="87" y="782"/>
                      <a:pt x="130" y="1181"/>
                    </a:cubicBezTo>
                    <a:lnTo>
                      <a:pt x="4341" y="1181"/>
                    </a:lnTo>
                    <a:cubicBezTo>
                      <a:pt x="4334" y="806"/>
                      <a:pt x="4322" y="407"/>
                      <a:pt x="43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2" name="Google Shape;6422;p68"/>
              <p:cNvSpPr/>
              <p:nvPr/>
            </p:nvSpPr>
            <p:spPr>
              <a:xfrm>
                <a:off x="4415850" y="3617700"/>
                <a:ext cx="133400" cy="269700"/>
              </a:xfrm>
              <a:custGeom>
                <a:rect b="b" l="l" r="r" t="t"/>
                <a:pathLst>
                  <a:path extrusionOk="0" h="10788" w="5336">
                    <a:moveTo>
                      <a:pt x="1008" y="0"/>
                    </a:moveTo>
                    <a:cubicBezTo>
                      <a:pt x="492" y="2324"/>
                      <a:pt x="0" y="10788"/>
                      <a:pt x="0" y="10788"/>
                    </a:cubicBezTo>
                    <a:lnTo>
                      <a:pt x="4942" y="10788"/>
                    </a:lnTo>
                    <a:cubicBezTo>
                      <a:pt x="4942" y="9644"/>
                      <a:pt x="5336" y="6411"/>
                      <a:pt x="5336" y="6411"/>
                    </a:cubicBezTo>
                    <a:lnTo>
                      <a:pt x="5336" y="726"/>
                    </a:lnTo>
                    <a:cubicBezTo>
                      <a:pt x="5022" y="363"/>
                      <a:pt x="1008" y="0"/>
                      <a:pt x="100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3" name="Google Shape;6423;p68"/>
              <p:cNvSpPr/>
              <p:nvPr/>
            </p:nvSpPr>
            <p:spPr>
              <a:xfrm>
                <a:off x="4428900" y="3599250"/>
                <a:ext cx="120350" cy="36600"/>
              </a:xfrm>
              <a:custGeom>
                <a:rect b="b" l="l" r="r" t="t"/>
                <a:pathLst>
                  <a:path extrusionOk="0" h="1464" w="4814">
                    <a:moveTo>
                      <a:pt x="529" y="1"/>
                    </a:moveTo>
                    <a:cubicBezTo>
                      <a:pt x="1" y="1"/>
                      <a:pt x="81" y="1464"/>
                      <a:pt x="443" y="1464"/>
                    </a:cubicBezTo>
                    <a:lnTo>
                      <a:pt x="4814" y="1464"/>
                    </a:lnTo>
                    <a:lnTo>
                      <a:pt x="4814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4" name="Google Shape;6424;p68"/>
              <p:cNvSpPr/>
              <p:nvPr/>
            </p:nvSpPr>
            <p:spPr>
              <a:xfrm>
                <a:off x="4416000" y="3857575"/>
                <a:ext cx="124950" cy="29525"/>
              </a:xfrm>
              <a:custGeom>
                <a:rect b="b" l="l" r="r" t="t"/>
                <a:pathLst>
                  <a:path extrusionOk="0" h="1181" w="4998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7"/>
                      <a:pt x="499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5" name="Google Shape;6425;p68"/>
              <p:cNvSpPr/>
              <p:nvPr/>
            </p:nvSpPr>
            <p:spPr>
              <a:xfrm>
                <a:off x="4549225" y="3617700"/>
                <a:ext cx="133250" cy="269700"/>
              </a:xfrm>
              <a:custGeom>
                <a:rect b="b" l="l" r="r" t="t"/>
                <a:pathLst>
                  <a:path extrusionOk="0" h="10788" w="5330">
                    <a:moveTo>
                      <a:pt x="4328" y="0"/>
                    </a:moveTo>
                    <a:cubicBezTo>
                      <a:pt x="4328" y="0"/>
                      <a:pt x="320" y="363"/>
                      <a:pt x="1" y="726"/>
                    </a:cubicBezTo>
                    <a:lnTo>
                      <a:pt x="1" y="6411"/>
                    </a:lnTo>
                    <a:cubicBezTo>
                      <a:pt x="1" y="6411"/>
                      <a:pt x="394" y="9644"/>
                      <a:pt x="394" y="10788"/>
                    </a:cubicBezTo>
                    <a:lnTo>
                      <a:pt x="5330" y="10788"/>
                    </a:lnTo>
                    <a:cubicBezTo>
                      <a:pt x="5330" y="10788"/>
                      <a:pt x="4844" y="2324"/>
                      <a:pt x="43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6" name="Google Shape;6426;p68"/>
              <p:cNvSpPr/>
              <p:nvPr/>
            </p:nvSpPr>
            <p:spPr>
              <a:xfrm>
                <a:off x="4549225" y="3599250"/>
                <a:ext cx="120200" cy="36600"/>
              </a:xfrm>
              <a:custGeom>
                <a:rect b="b" l="l" r="r" t="t"/>
                <a:pathLst>
                  <a:path extrusionOk="0" h="1464" w="4808">
                    <a:moveTo>
                      <a:pt x="1" y="1"/>
                    </a:moveTo>
                    <a:lnTo>
                      <a:pt x="1" y="1464"/>
                    </a:lnTo>
                    <a:lnTo>
                      <a:pt x="4365" y="1464"/>
                    </a:lnTo>
                    <a:cubicBezTo>
                      <a:pt x="4727" y="1464"/>
                      <a:pt x="4807" y="1"/>
                      <a:pt x="42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7" name="Google Shape;6427;p68"/>
              <p:cNvSpPr/>
              <p:nvPr/>
            </p:nvSpPr>
            <p:spPr>
              <a:xfrm>
                <a:off x="4557375" y="3857575"/>
                <a:ext cx="125100" cy="29525"/>
              </a:xfrm>
              <a:custGeom>
                <a:rect b="b" l="l" r="r" t="t"/>
                <a:pathLst>
                  <a:path extrusionOk="0" h="1181" w="5004">
                    <a:moveTo>
                      <a:pt x="0" y="0"/>
                    </a:moveTo>
                    <a:cubicBezTo>
                      <a:pt x="37" y="467"/>
                      <a:pt x="68" y="885"/>
                      <a:pt x="68" y="1180"/>
                    </a:cubicBezTo>
                    <a:lnTo>
                      <a:pt x="5004" y="1180"/>
                    </a:lnTo>
                    <a:cubicBezTo>
                      <a:pt x="4998" y="1045"/>
                      <a:pt x="4973" y="615"/>
                      <a:pt x="493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8" name="Google Shape;6428;p68"/>
              <p:cNvSpPr/>
              <p:nvPr/>
            </p:nvSpPr>
            <p:spPr>
              <a:xfrm>
                <a:off x="4416000" y="3857575"/>
                <a:ext cx="266475" cy="29525"/>
              </a:xfrm>
              <a:custGeom>
                <a:rect b="b" l="l" r="r" t="t"/>
                <a:pathLst>
                  <a:path extrusionOk="0" h="1181" w="10659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1"/>
                      <a:pt x="4998" y="0"/>
                    </a:cubicBezTo>
                    <a:close/>
                    <a:moveTo>
                      <a:pt x="5655" y="0"/>
                    </a:moveTo>
                    <a:cubicBezTo>
                      <a:pt x="5692" y="461"/>
                      <a:pt x="5717" y="885"/>
                      <a:pt x="5723" y="1180"/>
                    </a:cubicBezTo>
                    <a:lnTo>
                      <a:pt x="10659" y="1180"/>
                    </a:lnTo>
                    <a:cubicBezTo>
                      <a:pt x="10653" y="1045"/>
                      <a:pt x="10628" y="615"/>
                      <a:pt x="1058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29" name="Google Shape;6429;p68"/>
          <p:cNvGrpSpPr/>
          <p:nvPr/>
        </p:nvGrpSpPr>
        <p:grpSpPr>
          <a:xfrm>
            <a:off x="998276" y="1542725"/>
            <a:ext cx="1785800" cy="2843650"/>
            <a:chOff x="998276" y="1542725"/>
            <a:chExt cx="1785800" cy="2843650"/>
          </a:xfrm>
        </p:grpSpPr>
        <p:sp>
          <p:nvSpPr>
            <p:cNvPr id="6430" name="Google Shape;6430;p68"/>
            <p:cNvSpPr/>
            <p:nvPr/>
          </p:nvSpPr>
          <p:spPr>
            <a:xfrm>
              <a:off x="998276" y="1542725"/>
              <a:ext cx="1785800" cy="2843650"/>
            </a:xfrm>
            <a:custGeom>
              <a:rect b="b" l="l" r="r" t="t"/>
              <a:pathLst>
                <a:path extrusionOk="0" h="113746" w="71432">
                  <a:moveTo>
                    <a:pt x="70079" y="101052"/>
                  </a:moveTo>
                  <a:cubicBezTo>
                    <a:pt x="69821" y="95870"/>
                    <a:pt x="67719" y="85439"/>
                    <a:pt x="65955" y="80252"/>
                  </a:cubicBezTo>
                  <a:cubicBezTo>
                    <a:pt x="64682" y="75211"/>
                    <a:pt x="64375" y="68825"/>
                    <a:pt x="64190" y="64535"/>
                  </a:cubicBezTo>
                  <a:cubicBezTo>
                    <a:pt x="64012" y="60422"/>
                    <a:pt x="62137" y="53446"/>
                    <a:pt x="61252" y="45222"/>
                  </a:cubicBezTo>
                  <a:cubicBezTo>
                    <a:pt x="60226" y="39124"/>
                    <a:pt x="58240" y="37802"/>
                    <a:pt x="53176" y="36118"/>
                  </a:cubicBezTo>
                  <a:cubicBezTo>
                    <a:pt x="51264" y="35454"/>
                    <a:pt x="49574" y="34791"/>
                    <a:pt x="48326" y="34428"/>
                  </a:cubicBezTo>
                  <a:cubicBezTo>
                    <a:pt x="45246" y="33518"/>
                    <a:pt x="42671" y="32811"/>
                    <a:pt x="42671" y="32811"/>
                  </a:cubicBezTo>
                  <a:cubicBezTo>
                    <a:pt x="40175" y="32037"/>
                    <a:pt x="40833" y="28994"/>
                    <a:pt x="42302" y="26154"/>
                  </a:cubicBezTo>
                  <a:cubicBezTo>
                    <a:pt x="43433" y="23972"/>
                    <a:pt x="46377" y="21268"/>
                    <a:pt x="47527" y="16264"/>
                  </a:cubicBezTo>
                  <a:cubicBezTo>
                    <a:pt x="47729" y="17432"/>
                    <a:pt x="47822" y="18612"/>
                    <a:pt x="47797" y="19786"/>
                  </a:cubicBezTo>
                  <a:cubicBezTo>
                    <a:pt x="47773" y="21594"/>
                    <a:pt x="47570" y="23468"/>
                    <a:pt x="48221" y="25152"/>
                  </a:cubicBezTo>
                  <a:cubicBezTo>
                    <a:pt x="48768" y="26566"/>
                    <a:pt x="49881" y="27697"/>
                    <a:pt x="51092" y="28601"/>
                  </a:cubicBezTo>
                  <a:cubicBezTo>
                    <a:pt x="52438" y="29603"/>
                    <a:pt x="54141" y="30402"/>
                    <a:pt x="55751" y="29935"/>
                  </a:cubicBezTo>
                  <a:cubicBezTo>
                    <a:pt x="53618" y="28558"/>
                    <a:pt x="53514" y="25503"/>
                    <a:pt x="53944" y="23007"/>
                  </a:cubicBezTo>
                  <a:cubicBezTo>
                    <a:pt x="54429" y="20211"/>
                    <a:pt x="55302" y="17500"/>
                    <a:pt x="56525" y="14937"/>
                  </a:cubicBezTo>
                  <a:cubicBezTo>
                    <a:pt x="57460" y="12988"/>
                    <a:pt x="58622" y="11070"/>
                    <a:pt x="58861" y="8919"/>
                  </a:cubicBezTo>
                  <a:cubicBezTo>
                    <a:pt x="59292" y="5016"/>
                    <a:pt x="56286" y="1414"/>
                    <a:pt x="52438" y="639"/>
                  </a:cubicBezTo>
                  <a:cubicBezTo>
                    <a:pt x="49242" y="0"/>
                    <a:pt x="45793" y="1186"/>
                    <a:pt x="43587" y="3553"/>
                  </a:cubicBezTo>
                  <a:cubicBezTo>
                    <a:pt x="41491" y="2022"/>
                    <a:pt x="38651" y="1014"/>
                    <a:pt x="35073" y="744"/>
                  </a:cubicBezTo>
                  <a:cubicBezTo>
                    <a:pt x="30303" y="160"/>
                    <a:pt x="24821" y="1113"/>
                    <a:pt x="21944" y="4727"/>
                  </a:cubicBezTo>
                  <a:cubicBezTo>
                    <a:pt x="21434" y="5354"/>
                    <a:pt x="21028" y="6055"/>
                    <a:pt x="20733" y="6805"/>
                  </a:cubicBezTo>
                  <a:cubicBezTo>
                    <a:pt x="20137" y="8433"/>
                    <a:pt x="20297" y="10247"/>
                    <a:pt x="21169" y="11747"/>
                  </a:cubicBezTo>
                  <a:cubicBezTo>
                    <a:pt x="21335" y="11703"/>
                    <a:pt x="21501" y="11673"/>
                    <a:pt x="21667" y="11636"/>
                  </a:cubicBezTo>
                  <a:cubicBezTo>
                    <a:pt x="21839" y="12705"/>
                    <a:pt x="22159" y="13732"/>
                    <a:pt x="22141" y="15047"/>
                  </a:cubicBezTo>
                  <a:cubicBezTo>
                    <a:pt x="22104" y="17371"/>
                    <a:pt x="19762" y="18871"/>
                    <a:pt x="19928" y="19737"/>
                  </a:cubicBezTo>
                  <a:cubicBezTo>
                    <a:pt x="20069" y="20426"/>
                    <a:pt x="21200" y="20579"/>
                    <a:pt x="21852" y="20579"/>
                  </a:cubicBezTo>
                  <a:cubicBezTo>
                    <a:pt x="22036" y="20579"/>
                    <a:pt x="22159" y="20573"/>
                    <a:pt x="22159" y="20573"/>
                  </a:cubicBezTo>
                  <a:cubicBezTo>
                    <a:pt x="22546" y="21421"/>
                    <a:pt x="21489" y="22048"/>
                    <a:pt x="21471" y="22571"/>
                  </a:cubicBezTo>
                  <a:cubicBezTo>
                    <a:pt x="21452" y="23087"/>
                    <a:pt x="22122" y="23438"/>
                    <a:pt x="22122" y="23438"/>
                  </a:cubicBezTo>
                  <a:cubicBezTo>
                    <a:pt x="22122" y="23438"/>
                    <a:pt x="21471" y="23733"/>
                    <a:pt x="22122" y="24489"/>
                  </a:cubicBezTo>
                  <a:cubicBezTo>
                    <a:pt x="22768" y="25269"/>
                    <a:pt x="22159" y="25435"/>
                    <a:pt x="22122" y="26800"/>
                  </a:cubicBezTo>
                  <a:cubicBezTo>
                    <a:pt x="22091" y="27925"/>
                    <a:pt x="23493" y="28164"/>
                    <a:pt x="25023" y="28164"/>
                  </a:cubicBezTo>
                  <a:cubicBezTo>
                    <a:pt x="25380" y="28164"/>
                    <a:pt x="25743" y="28146"/>
                    <a:pt x="26093" y="28134"/>
                  </a:cubicBezTo>
                  <a:cubicBezTo>
                    <a:pt x="26191" y="28128"/>
                    <a:pt x="26296" y="28121"/>
                    <a:pt x="26388" y="28121"/>
                  </a:cubicBezTo>
                  <a:cubicBezTo>
                    <a:pt x="28078" y="28121"/>
                    <a:pt x="30426" y="28509"/>
                    <a:pt x="30844" y="30365"/>
                  </a:cubicBezTo>
                  <a:cubicBezTo>
                    <a:pt x="31305" y="32326"/>
                    <a:pt x="30801" y="32959"/>
                    <a:pt x="29179" y="33500"/>
                  </a:cubicBezTo>
                  <a:cubicBezTo>
                    <a:pt x="27556" y="34041"/>
                    <a:pt x="26585" y="34330"/>
                    <a:pt x="24753" y="34864"/>
                  </a:cubicBezTo>
                  <a:cubicBezTo>
                    <a:pt x="23505" y="35086"/>
                    <a:pt x="22694" y="35233"/>
                    <a:pt x="18950" y="36481"/>
                  </a:cubicBezTo>
                  <a:cubicBezTo>
                    <a:pt x="16406" y="37262"/>
                    <a:pt x="10861" y="38743"/>
                    <a:pt x="10136" y="48080"/>
                  </a:cubicBezTo>
                  <a:cubicBezTo>
                    <a:pt x="9109" y="55278"/>
                    <a:pt x="8569" y="60662"/>
                    <a:pt x="7640" y="66151"/>
                  </a:cubicBezTo>
                  <a:cubicBezTo>
                    <a:pt x="7198" y="70263"/>
                    <a:pt x="7044" y="76601"/>
                    <a:pt x="5139" y="81278"/>
                  </a:cubicBezTo>
                  <a:cubicBezTo>
                    <a:pt x="3497" y="86521"/>
                    <a:pt x="2987" y="95870"/>
                    <a:pt x="2496" y="100960"/>
                  </a:cubicBezTo>
                  <a:cubicBezTo>
                    <a:pt x="1912" y="106006"/>
                    <a:pt x="184" y="113192"/>
                    <a:pt x="0" y="113653"/>
                  </a:cubicBezTo>
                  <a:lnTo>
                    <a:pt x="6743" y="113653"/>
                  </a:lnTo>
                  <a:cubicBezTo>
                    <a:pt x="6743" y="113653"/>
                    <a:pt x="8716" y="106154"/>
                    <a:pt x="10480" y="102331"/>
                  </a:cubicBezTo>
                  <a:cubicBezTo>
                    <a:pt x="12435" y="98022"/>
                    <a:pt x="14058" y="88113"/>
                    <a:pt x="14002" y="86079"/>
                  </a:cubicBezTo>
                  <a:cubicBezTo>
                    <a:pt x="13929" y="84063"/>
                    <a:pt x="15096" y="78168"/>
                    <a:pt x="15668" y="75205"/>
                  </a:cubicBezTo>
                  <a:cubicBezTo>
                    <a:pt x="16682" y="69981"/>
                    <a:pt x="17186" y="59537"/>
                    <a:pt x="17186" y="59537"/>
                  </a:cubicBezTo>
                  <a:cubicBezTo>
                    <a:pt x="17186" y="59537"/>
                    <a:pt x="19940" y="72624"/>
                    <a:pt x="19977" y="77756"/>
                  </a:cubicBezTo>
                  <a:cubicBezTo>
                    <a:pt x="19995" y="82895"/>
                    <a:pt x="18827" y="85722"/>
                    <a:pt x="18606" y="88531"/>
                  </a:cubicBezTo>
                  <a:cubicBezTo>
                    <a:pt x="18121" y="91482"/>
                    <a:pt x="17137" y="94795"/>
                    <a:pt x="15963" y="98618"/>
                  </a:cubicBezTo>
                  <a:cubicBezTo>
                    <a:pt x="15084" y="101851"/>
                    <a:pt x="13517" y="106990"/>
                    <a:pt x="14543" y="113745"/>
                  </a:cubicBezTo>
                  <a:lnTo>
                    <a:pt x="56698" y="113598"/>
                  </a:lnTo>
                  <a:cubicBezTo>
                    <a:pt x="57730" y="105963"/>
                    <a:pt x="56212" y="101943"/>
                    <a:pt x="55524" y="98618"/>
                  </a:cubicBezTo>
                  <a:cubicBezTo>
                    <a:pt x="54940" y="95090"/>
                    <a:pt x="53932" y="92951"/>
                    <a:pt x="52979" y="89804"/>
                  </a:cubicBezTo>
                  <a:cubicBezTo>
                    <a:pt x="52192" y="87062"/>
                    <a:pt x="51079" y="83485"/>
                    <a:pt x="51116" y="78346"/>
                  </a:cubicBezTo>
                  <a:cubicBezTo>
                    <a:pt x="51135" y="73208"/>
                    <a:pt x="54497" y="58812"/>
                    <a:pt x="54497" y="58812"/>
                  </a:cubicBezTo>
                  <a:cubicBezTo>
                    <a:pt x="54497" y="58812"/>
                    <a:pt x="55880" y="72310"/>
                    <a:pt x="56261" y="75015"/>
                  </a:cubicBezTo>
                  <a:cubicBezTo>
                    <a:pt x="56864" y="79299"/>
                    <a:pt x="58886" y="84413"/>
                    <a:pt x="58757" y="86423"/>
                  </a:cubicBezTo>
                  <a:cubicBezTo>
                    <a:pt x="58548" y="89810"/>
                    <a:pt x="60625" y="99669"/>
                    <a:pt x="61842" y="101993"/>
                  </a:cubicBezTo>
                  <a:cubicBezTo>
                    <a:pt x="63059" y="104304"/>
                    <a:pt x="65955" y="113598"/>
                    <a:pt x="65955" y="113598"/>
                  </a:cubicBezTo>
                  <a:lnTo>
                    <a:pt x="71431" y="113659"/>
                  </a:lnTo>
                  <a:cubicBezTo>
                    <a:pt x="71229" y="113198"/>
                    <a:pt x="70313" y="106449"/>
                    <a:pt x="70079" y="101052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31" name="Google Shape;6431;p68"/>
            <p:cNvGrpSpPr/>
            <p:nvPr/>
          </p:nvGrpSpPr>
          <p:grpSpPr>
            <a:xfrm>
              <a:off x="1459126" y="1614025"/>
              <a:ext cx="848725" cy="2691675"/>
              <a:chOff x="1459126" y="1614025"/>
              <a:chExt cx="848725" cy="2691675"/>
            </a:xfrm>
          </p:grpSpPr>
          <p:sp>
            <p:nvSpPr>
              <p:cNvPr id="6432" name="Google Shape;6432;p68"/>
              <p:cNvSpPr/>
              <p:nvPr/>
            </p:nvSpPr>
            <p:spPr>
              <a:xfrm>
                <a:off x="1577901" y="1614025"/>
                <a:ext cx="587050" cy="514500"/>
              </a:xfrm>
              <a:custGeom>
                <a:rect b="b" l="l" r="r" t="t"/>
                <a:pathLst>
                  <a:path extrusionOk="0" h="20580" w="23482">
                    <a:moveTo>
                      <a:pt x="11163" y="0"/>
                    </a:moveTo>
                    <a:cubicBezTo>
                      <a:pt x="4402" y="0"/>
                      <a:pt x="603" y="2680"/>
                      <a:pt x="308" y="6626"/>
                    </a:cubicBezTo>
                    <a:cubicBezTo>
                      <a:pt x="1" y="10640"/>
                      <a:pt x="1820" y="11931"/>
                      <a:pt x="4383" y="11931"/>
                    </a:cubicBezTo>
                    <a:cubicBezTo>
                      <a:pt x="4635" y="11931"/>
                      <a:pt x="4887" y="11919"/>
                      <a:pt x="5145" y="11894"/>
                    </a:cubicBezTo>
                    <a:cubicBezTo>
                      <a:pt x="5145" y="11894"/>
                      <a:pt x="5373" y="11876"/>
                      <a:pt x="5668" y="11876"/>
                    </a:cubicBezTo>
                    <a:cubicBezTo>
                      <a:pt x="6246" y="11876"/>
                      <a:pt x="7088" y="11943"/>
                      <a:pt x="7088" y="12318"/>
                    </a:cubicBezTo>
                    <a:cubicBezTo>
                      <a:pt x="7088" y="12878"/>
                      <a:pt x="6903" y="14390"/>
                      <a:pt x="8139" y="14427"/>
                    </a:cubicBezTo>
                    <a:cubicBezTo>
                      <a:pt x="8557" y="14445"/>
                      <a:pt x="8944" y="14451"/>
                      <a:pt x="9276" y="14451"/>
                    </a:cubicBezTo>
                    <a:cubicBezTo>
                      <a:pt x="9946" y="14451"/>
                      <a:pt x="10395" y="14427"/>
                      <a:pt x="10395" y="14427"/>
                    </a:cubicBezTo>
                    <a:cubicBezTo>
                      <a:pt x="10395" y="14427"/>
                      <a:pt x="10745" y="16129"/>
                      <a:pt x="11489" y="16480"/>
                    </a:cubicBezTo>
                    <a:cubicBezTo>
                      <a:pt x="12226" y="16848"/>
                      <a:pt x="11931" y="17512"/>
                      <a:pt x="12153" y="17899"/>
                    </a:cubicBezTo>
                    <a:cubicBezTo>
                      <a:pt x="12374" y="18268"/>
                      <a:pt x="13259" y="18699"/>
                      <a:pt x="13609" y="19270"/>
                    </a:cubicBezTo>
                    <a:cubicBezTo>
                      <a:pt x="13966" y="19823"/>
                      <a:pt x="14113" y="20561"/>
                      <a:pt x="14704" y="20579"/>
                    </a:cubicBezTo>
                    <a:lnTo>
                      <a:pt x="14734" y="20579"/>
                    </a:lnTo>
                    <a:cubicBezTo>
                      <a:pt x="15331" y="20579"/>
                      <a:pt x="15785" y="20088"/>
                      <a:pt x="15404" y="19307"/>
                    </a:cubicBezTo>
                    <a:cubicBezTo>
                      <a:pt x="14999" y="18490"/>
                      <a:pt x="14611" y="17770"/>
                      <a:pt x="14870" y="17697"/>
                    </a:cubicBezTo>
                    <a:cubicBezTo>
                      <a:pt x="14876" y="17697"/>
                      <a:pt x="14888" y="17697"/>
                      <a:pt x="14894" y="17697"/>
                    </a:cubicBezTo>
                    <a:cubicBezTo>
                      <a:pt x="15128" y="17697"/>
                      <a:pt x="16037" y="18004"/>
                      <a:pt x="17015" y="18004"/>
                    </a:cubicBezTo>
                    <a:cubicBezTo>
                      <a:pt x="17593" y="18004"/>
                      <a:pt x="18195" y="17893"/>
                      <a:pt x="18693" y="17549"/>
                    </a:cubicBezTo>
                    <a:cubicBezTo>
                      <a:pt x="20094" y="16590"/>
                      <a:pt x="22037" y="15385"/>
                      <a:pt x="21115" y="12595"/>
                    </a:cubicBezTo>
                    <a:lnTo>
                      <a:pt x="21115" y="12595"/>
                    </a:lnTo>
                    <a:lnTo>
                      <a:pt x="21164" y="12595"/>
                    </a:lnTo>
                    <a:cubicBezTo>
                      <a:pt x="21471" y="12595"/>
                      <a:pt x="23020" y="12478"/>
                      <a:pt x="23241" y="10062"/>
                    </a:cubicBezTo>
                    <a:cubicBezTo>
                      <a:pt x="23481" y="7382"/>
                      <a:pt x="21889" y="799"/>
                      <a:pt x="13597" y="99"/>
                    </a:cubicBezTo>
                    <a:cubicBezTo>
                      <a:pt x="12743" y="31"/>
                      <a:pt x="11938" y="0"/>
                      <a:pt x="111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33" name="Google Shape;6433;p68"/>
              <p:cNvGrpSpPr/>
              <p:nvPr/>
            </p:nvGrpSpPr>
            <p:grpSpPr>
              <a:xfrm>
                <a:off x="1459126" y="2549075"/>
                <a:ext cx="848725" cy="608875"/>
                <a:chOff x="1459126" y="2549075"/>
                <a:chExt cx="848725" cy="608875"/>
              </a:xfrm>
            </p:grpSpPr>
            <p:sp>
              <p:nvSpPr>
                <p:cNvPr id="6434" name="Google Shape;6434;p68"/>
                <p:cNvSpPr/>
                <p:nvPr/>
              </p:nvSpPr>
              <p:spPr>
                <a:xfrm>
                  <a:off x="1912751" y="2564925"/>
                  <a:ext cx="395100" cy="593025"/>
                </a:xfrm>
                <a:custGeom>
                  <a:rect b="b" l="l" r="r" t="t"/>
                  <a:pathLst>
                    <a:path extrusionOk="0" h="23721" w="15804">
                      <a:moveTo>
                        <a:pt x="4850" y="6"/>
                      </a:moveTo>
                      <a:cubicBezTo>
                        <a:pt x="4137" y="6"/>
                        <a:pt x="2736" y="234"/>
                        <a:pt x="2275" y="1973"/>
                      </a:cubicBezTo>
                      <a:cubicBezTo>
                        <a:pt x="1666" y="4321"/>
                        <a:pt x="129" y="7241"/>
                        <a:pt x="904" y="10603"/>
                      </a:cubicBezTo>
                      <a:cubicBezTo>
                        <a:pt x="1666" y="13965"/>
                        <a:pt x="0" y="16904"/>
                        <a:pt x="1740" y="18754"/>
                      </a:cubicBezTo>
                      <a:cubicBezTo>
                        <a:pt x="3418" y="20555"/>
                        <a:pt x="7419" y="23720"/>
                        <a:pt x="11335" y="23720"/>
                      </a:cubicBezTo>
                      <a:cubicBezTo>
                        <a:pt x="11476" y="23720"/>
                        <a:pt x="11618" y="23720"/>
                        <a:pt x="11753" y="23708"/>
                      </a:cubicBezTo>
                      <a:cubicBezTo>
                        <a:pt x="15804" y="23468"/>
                        <a:pt x="15711" y="19922"/>
                        <a:pt x="15029" y="18569"/>
                      </a:cubicBezTo>
                      <a:cubicBezTo>
                        <a:pt x="14365" y="17217"/>
                        <a:pt x="12829" y="14334"/>
                        <a:pt x="12699" y="12650"/>
                      </a:cubicBezTo>
                      <a:cubicBezTo>
                        <a:pt x="12570" y="10990"/>
                        <a:pt x="10610" y="1733"/>
                        <a:pt x="5268" y="31"/>
                      </a:cubicBezTo>
                      <a:cubicBezTo>
                        <a:pt x="5127" y="12"/>
                        <a:pt x="4991" y="0"/>
                        <a:pt x="4850" y="6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35" name="Google Shape;6435;p68"/>
                <p:cNvSpPr/>
                <p:nvPr/>
              </p:nvSpPr>
              <p:spPr>
                <a:xfrm>
                  <a:off x="1459126" y="2549075"/>
                  <a:ext cx="395550" cy="593200"/>
                </a:xfrm>
                <a:custGeom>
                  <a:rect b="b" l="l" r="r" t="t"/>
                  <a:pathLst>
                    <a:path extrusionOk="0" h="23728" w="15822">
                      <a:moveTo>
                        <a:pt x="10997" y="1"/>
                      </a:moveTo>
                      <a:cubicBezTo>
                        <a:pt x="10843" y="1"/>
                        <a:pt x="10695" y="13"/>
                        <a:pt x="10554" y="38"/>
                      </a:cubicBezTo>
                      <a:cubicBezTo>
                        <a:pt x="5194" y="1734"/>
                        <a:pt x="3252" y="10979"/>
                        <a:pt x="3123" y="12657"/>
                      </a:cubicBezTo>
                      <a:cubicBezTo>
                        <a:pt x="2994" y="14323"/>
                        <a:pt x="1463" y="17224"/>
                        <a:pt x="775" y="18576"/>
                      </a:cubicBezTo>
                      <a:cubicBezTo>
                        <a:pt x="111" y="19904"/>
                        <a:pt x="0" y="23475"/>
                        <a:pt x="4045" y="23715"/>
                      </a:cubicBezTo>
                      <a:cubicBezTo>
                        <a:pt x="4186" y="23721"/>
                        <a:pt x="4327" y="23727"/>
                        <a:pt x="4469" y="23727"/>
                      </a:cubicBezTo>
                      <a:cubicBezTo>
                        <a:pt x="8384" y="23727"/>
                        <a:pt x="12404" y="20562"/>
                        <a:pt x="14082" y="18761"/>
                      </a:cubicBezTo>
                      <a:cubicBezTo>
                        <a:pt x="15822" y="16892"/>
                        <a:pt x="14138" y="13954"/>
                        <a:pt x="14912" y="10610"/>
                      </a:cubicBezTo>
                      <a:cubicBezTo>
                        <a:pt x="15687" y="7248"/>
                        <a:pt x="14156" y="4328"/>
                        <a:pt x="13529" y="1956"/>
                      </a:cubicBezTo>
                      <a:cubicBezTo>
                        <a:pt x="13068" y="235"/>
                        <a:pt x="11704" y="1"/>
                        <a:pt x="109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36" name="Google Shape;6436;p68"/>
              <p:cNvSpPr/>
              <p:nvPr/>
            </p:nvSpPr>
            <p:spPr>
              <a:xfrm>
                <a:off x="1834226" y="2227925"/>
                <a:ext cx="114650" cy="514800"/>
              </a:xfrm>
              <a:custGeom>
                <a:rect b="b" l="l" r="r" t="t"/>
                <a:pathLst>
                  <a:path extrusionOk="0" h="20592" w="4586">
                    <a:moveTo>
                      <a:pt x="3215" y="0"/>
                    </a:moveTo>
                    <a:cubicBezTo>
                      <a:pt x="3215" y="0"/>
                      <a:pt x="2109" y="609"/>
                      <a:pt x="775" y="683"/>
                    </a:cubicBezTo>
                    <a:cubicBezTo>
                      <a:pt x="775" y="683"/>
                      <a:pt x="1666" y="9724"/>
                      <a:pt x="1236" y="13253"/>
                    </a:cubicBezTo>
                    <a:cubicBezTo>
                      <a:pt x="793" y="16799"/>
                      <a:pt x="0" y="18090"/>
                      <a:pt x="0" y="18090"/>
                    </a:cubicBezTo>
                    <a:cubicBezTo>
                      <a:pt x="13" y="18422"/>
                      <a:pt x="142" y="18520"/>
                      <a:pt x="289" y="18520"/>
                    </a:cubicBezTo>
                    <a:cubicBezTo>
                      <a:pt x="510" y="18520"/>
                      <a:pt x="775" y="18293"/>
                      <a:pt x="775" y="18293"/>
                    </a:cubicBezTo>
                    <a:lnTo>
                      <a:pt x="1371" y="17174"/>
                    </a:lnTo>
                    <a:cubicBezTo>
                      <a:pt x="1414" y="17174"/>
                      <a:pt x="1463" y="17168"/>
                      <a:pt x="1506" y="17168"/>
                    </a:cubicBezTo>
                    <a:cubicBezTo>
                      <a:pt x="2348" y="17168"/>
                      <a:pt x="2385" y="17654"/>
                      <a:pt x="2385" y="17654"/>
                    </a:cubicBezTo>
                    <a:lnTo>
                      <a:pt x="2201" y="18133"/>
                    </a:lnTo>
                    <a:lnTo>
                      <a:pt x="3953" y="20592"/>
                    </a:lnTo>
                    <a:lnTo>
                      <a:pt x="4586" y="18096"/>
                    </a:lnTo>
                    <a:cubicBezTo>
                      <a:pt x="4586" y="18096"/>
                      <a:pt x="2975" y="16412"/>
                      <a:pt x="3252" y="11900"/>
                    </a:cubicBezTo>
                    <a:cubicBezTo>
                      <a:pt x="3547" y="7413"/>
                      <a:pt x="3215" y="0"/>
                      <a:pt x="321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7" name="Google Shape;6437;p68"/>
              <p:cNvSpPr/>
              <p:nvPr/>
            </p:nvSpPr>
            <p:spPr>
              <a:xfrm>
                <a:off x="1625226" y="3065100"/>
                <a:ext cx="639600" cy="411550"/>
              </a:xfrm>
              <a:custGeom>
                <a:rect b="b" l="l" r="r" t="t"/>
                <a:pathLst>
                  <a:path extrusionOk="0" h="16462" w="25584">
                    <a:moveTo>
                      <a:pt x="18373" y="1"/>
                    </a:moveTo>
                    <a:cubicBezTo>
                      <a:pt x="15589" y="1"/>
                      <a:pt x="12540" y="1003"/>
                      <a:pt x="11003" y="1500"/>
                    </a:cubicBezTo>
                    <a:cubicBezTo>
                      <a:pt x="9436" y="1998"/>
                      <a:pt x="6756" y="1832"/>
                      <a:pt x="3996" y="2072"/>
                    </a:cubicBezTo>
                    <a:cubicBezTo>
                      <a:pt x="1242" y="2312"/>
                      <a:pt x="1" y="4070"/>
                      <a:pt x="634" y="4826"/>
                    </a:cubicBezTo>
                    <a:cubicBezTo>
                      <a:pt x="1267" y="5563"/>
                      <a:pt x="4113" y="4660"/>
                      <a:pt x="5496" y="6319"/>
                    </a:cubicBezTo>
                    <a:cubicBezTo>
                      <a:pt x="6897" y="7985"/>
                      <a:pt x="8766" y="8889"/>
                      <a:pt x="9842" y="9411"/>
                    </a:cubicBezTo>
                    <a:cubicBezTo>
                      <a:pt x="10174" y="9559"/>
                      <a:pt x="10727" y="9792"/>
                      <a:pt x="11354" y="10112"/>
                    </a:cubicBezTo>
                    <a:cubicBezTo>
                      <a:pt x="11723" y="10278"/>
                      <a:pt x="12110" y="10462"/>
                      <a:pt x="12516" y="10665"/>
                    </a:cubicBezTo>
                    <a:cubicBezTo>
                      <a:pt x="13610" y="11255"/>
                      <a:pt x="14734" y="11938"/>
                      <a:pt x="15331" y="12626"/>
                    </a:cubicBezTo>
                    <a:cubicBezTo>
                      <a:pt x="16474" y="14009"/>
                      <a:pt x="20445" y="15712"/>
                      <a:pt x="21982" y="16283"/>
                    </a:cubicBezTo>
                    <a:cubicBezTo>
                      <a:pt x="22252" y="16394"/>
                      <a:pt x="22541" y="16455"/>
                      <a:pt x="22836" y="16462"/>
                    </a:cubicBezTo>
                    <a:cubicBezTo>
                      <a:pt x="23881" y="16462"/>
                      <a:pt x="24582" y="15552"/>
                      <a:pt x="24864" y="13972"/>
                    </a:cubicBezTo>
                    <a:cubicBezTo>
                      <a:pt x="25233" y="11993"/>
                      <a:pt x="25104" y="8409"/>
                      <a:pt x="25344" y="5121"/>
                    </a:cubicBezTo>
                    <a:cubicBezTo>
                      <a:pt x="25583" y="1814"/>
                      <a:pt x="22793" y="388"/>
                      <a:pt x="22793" y="388"/>
                    </a:cubicBezTo>
                    <a:cubicBezTo>
                      <a:pt x="22793" y="388"/>
                      <a:pt x="21281" y="38"/>
                      <a:pt x="1845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8" name="Google Shape;6438;p68"/>
              <p:cNvSpPr/>
              <p:nvPr/>
            </p:nvSpPr>
            <p:spPr>
              <a:xfrm>
                <a:off x="1524726" y="3048050"/>
                <a:ext cx="355325" cy="574750"/>
              </a:xfrm>
              <a:custGeom>
                <a:rect b="b" l="l" r="r" t="t"/>
                <a:pathLst>
                  <a:path extrusionOk="0" h="22990" w="14213">
                    <a:moveTo>
                      <a:pt x="10180" y="0"/>
                    </a:moveTo>
                    <a:lnTo>
                      <a:pt x="8207" y="1500"/>
                    </a:lnTo>
                    <a:cubicBezTo>
                      <a:pt x="7315" y="1205"/>
                      <a:pt x="6541" y="1076"/>
                      <a:pt x="5852" y="1076"/>
                    </a:cubicBezTo>
                    <a:cubicBezTo>
                      <a:pt x="4021" y="1076"/>
                      <a:pt x="2791" y="1992"/>
                      <a:pt x="1623" y="3147"/>
                    </a:cubicBezTo>
                    <a:cubicBezTo>
                      <a:pt x="1" y="4733"/>
                      <a:pt x="56" y="9595"/>
                      <a:pt x="2054" y="12294"/>
                    </a:cubicBezTo>
                    <a:cubicBezTo>
                      <a:pt x="4045" y="14992"/>
                      <a:pt x="8373" y="15785"/>
                      <a:pt x="10327" y="16154"/>
                    </a:cubicBezTo>
                    <a:cubicBezTo>
                      <a:pt x="12307" y="16523"/>
                      <a:pt x="11827" y="17482"/>
                      <a:pt x="11790" y="18275"/>
                    </a:cubicBezTo>
                    <a:cubicBezTo>
                      <a:pt x="11735" y="19074"/>
                      <a:pt x="8741" y="21182"/>
                      <a:pt x="8852" y="22116"/>
                    </a:cubicBezTo>
                    <a:cubicBezTo>
                      <a:pt x="8926" y="22934"/>
                      <a:pt x="10020" y="22989"/>
                      <a:pt x="10309" y="22989"/>
                    </a:cubicBezTo>
                    <a:lnTo>
                      <a:pt x="10383" y="22989"/>
                    </a:lnTo>
                    <a:cubicBezTo>
                      <a:pt x="10383" y="22989"/>
                      <a:pt x="10788" y="21938"/>
                      <a:pt x="11882" y="20733"/>
                    </a:cubicBezTo>
                    <a:cubicBezTo>
                      <a:pt x="12970" y="19516"/>
                      <a:pt x="14132" y="18662"/>
                      <a:pt x="14040" y="16873"/>
                    </a:cubicBezTo>
                    <a:cubicBezTo>
                      <a:pt x="13954" y="15103"/>
                      <a:pt x="12491" y="14562"/>
                      <a:pt x="12491" y="14562"/>
                    </a:cubicBezTo>
                    <a:cubicBezTo>
                      <a:pt x="12491" y="14562"/>
                      <a:pt x="14212" y="13953"/>
                      <a:pt x="13413" y="11808"/>
                    </a:cubicBezTo>
                    <a:cubicBezTo>
                      <a:pt x="12614" y="9669"/>
                      <a:pt x="8698" y="10978"/>
                      <a:pt x="8735" y="8907"/>
                    </a:cubicBezTo>
                    <a:cubicBezTo>
                      <a:pt x="8791" y="6854"/>
                      <a:pt x="7942" y="5342"/>
                      <a:pt x="9178" y="3750"/>
                    </a:cubicBezTo>
                    <a:cubicBezTo>
                      <a:pt x="10401" y="2182"/>
                      <a:pt x="11305" y="203"/>
                      <a:pt x="11305" y="203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39" name="Google Shape;6439;p68"/>
              <p:cNvGrpSpPr/>
              <p:nvPr/>
            </p:nvGrpSpPr>
            <p:grpSpPr>
              <a:xfrm>
                <a:off x="1674701" y="3317900"/>
                <a:ext cx="433525" cy="379725"/>
                <a:chOff x="1674701" y="3317900"/>
                <a:chExt cx="433525" cy="379725"/>
              </a:xfrm>
            </p:grpSpPr>
            <p:sp>
              <p:nvSpPr>
                <p:cNvPr id="6440" name="Google Shape;6440;p68"/>
                <p:cNvSpPr/>
                <p:nvPr/>
              </p:nvSpPr>
              <p:spPr>
                <a:xfrm>
                  <a:off x="1946101" y="3390425"/>
                  <a:ext cx="162125" cy="232050"/>
                </a:xfrm>
                <a:custGeom>
                  <a:rect b="b" l="l" r="r" t="t"/>
                  <a:pathLst>
                    <a:path extrusionOk="0" h="9282" w="6485">
                      <a:moveTo>
                        <a:pt x="3289" y="0"/>
                      </a:moveTo>
                      <a:cubicBezTo>
                        <a:pt x="2317" y="0"/>
                        <a:pt x="1051" y="277"/>
                        <a:pt x="590" y="1512"/>
                      </a:cubicBezTo>
                      <a:cubicBezTo>
                        <a:pt x="0" y="3104"/>
                        <a:pt x="1715" y="3953"/>
                        <a:pt x="1715" y="3953"/>
                      </a:cubicBezTo>
                      <a:cubicBezTo>
                        <a:pt x="1494" y="4506"/>
                        <a:pt x="1770" y="4856"/>
                        <a:pt x="1770" y="4856"/>
                      </a:cubicBezTo>
                      <a:cubicBezTo>
                        <a:pt x="1475" y="5416"/>
                        <a:pt x="1715" y="5692"/>
                        <a:pt x="1715" y="5692"/>
                      </a:cubicBezTo>
                      <a:cubicBezTo>
                        <a:pt x="1205" y="6129"/>
                        <a:pt x="910" y="6774"/>
                        <a:pt x="922" y="7444"/>
                      </a:cubicBezTo>
                      <a:cubicBezTo>
                        <a:pt x="922" y="8360"/>
                        <a:pt x="2047" y="9282"/>
                        <a:pt x="3436" y="9282"/>
                      </a:cubicBezTo>
                      <a:cubicBezTo>
                        <a:pt x="3842" y="9282"/>
                        <a:pt x="4241" y="9202"/>
                        <a:pt x="4616" y="9054"/>
                      </a:cubicBezTo>
                      <a:cubicBezTo>
                        <a:pt x="6485" y="8311"/>
                        <a:pt x="6190" y="6374"/>
                        <a:pt x="6153" y="3455"/>
                      </a:cubicBezTo>
                      <a:cubicBezTo>
                        <a:pt x="6116" y="517"/>
                        <a:pt x="4032" y="56"/>
                        <a:pt x="4032" y="56"/>
                      </a:cubicBezTo>
                      <a:cubicBezTo>
                        <a:pt x="3787" y="19"/>
                        <a:pt x="3535" y="0"/>
                        <a:pt x="328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41" name="Google Shape;6441;p68"/>
                <p:cNvSpPr/>
                <p:nvPr/>
              </p:nvSpPr>
              <p:spPr>
                <a:xfrm>
                  <a:off x="1674701" y="3385650"/>
                  <a:ext cx="162300" cy="232075"/>
                </a:xfrm>
                <a:custGeom>
                  <a:rect b="b" l="l" r="r" t="t"/>
                  <a:pathLst>
                    <a:path extrusionOk="0" h="9283" w="6492">
                      <a:moveTo>
                        <a:pt x="3154" y="1"/>
                      </a:moveTo>
                      <a:cubicBezTo>
                        <a:pt x="2921" y="1"/>
                        <a:pt x="2687" y="13"/>
                        <a:pt x="2460" y="44"/>
                      </a:cubicBezTo>
                      <a:cubicBezTo>
                        <a:pt x="2460" y="44"/>
                        <a:pt x="370" y="505"/>
                        <a:pt x="333" y="3443"/>
                      </a:cubicBezTo>
                      <a:cubicBezTo>
                        <a:pt x="296" y="6381"/>
                        <a:pt x="1" y="8323"/>
                        <a:pt x="1870" y="9061"/>
                      </a:cubicBezTo>
                      <a:cubicBezTo>
                        <a:pt x="2245" y="9208"/>
                        <a:pt x="2638" y="9282"/>
                        <a:pt x="3037" y="9282"/>
                      </a:cubicBezTo>
                      <a:cubicBezTo>
                        <a:pt x="4433" y="9282"/>
                        <a:pt x="5570" y="8354"/>
                        <a:pt x="5570" y="7438"/>
                      </a:cubicBezTo>
                      <a:cubicBezTo>
                        <a:pt x="5576" y="6762"/>
                        <a:pt x="5287" y="6117"/>
                        <a:pt x="4777" y="5680"/>
                      </a:cubicBezTo>
                      <a:cubicBezTo>
                        <a:pt x="4777" y="5680"/>
                        <a:pt x="5017" y="5422"/>
                        <a:pt x="4722" y="4869"/>
                      </a:cubicBezTo>
                      <a:cubicBezTo>
                        <a:pt x="4722" y="4869"/>
                        <a:pt x="4998" y="4519"/>
                        <a:pt x="4777" y="3947"/>
                      </a:cubicBezTo>
                      <a:cubicBezTo>
                        <a:pt x="4777" y="3947"/>
                        <a:pt x="6492" y="3117"/>
                        <a:pt x="5902" y="1525"/>
                      </a:cubicBezTo>
                      <a:cubicBezTo>
                        <a:pt x="5435" y="265"/>
                        <a:pt x="4132" y="1"/>
                        <a:pt x="315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42" name="Google Shape;6442;p68"/>
                <p:cNvSpPr/>
                <p:nvPr/>
              </p:nvSpPr>
              <p:spPr>
                <a:xfrm>
                  <a:off x="1792726" y="3317900"/>
                  <a:ext cx="197650" cy="379725"/>
                </a:xfrm>
                <a:custGeom>
                  <a:rect b="b" l="l" r="r" t="t"/>
                  <a:pathLst>
                    <a:path extrusionOk="0" h="15189" w="7906">
                      <a:moveTo>
                        <a:pt x="4654" y="0"/>
                      </a:moveTo>
                      <a:lnTo>
                        <a:pt x="4654" y="4192"/>
                      </a:lnTo>
                      <a:cubicBezTo>
                        <a:pt x="4654" y="4192"/>
                        <a:pt x="1734" y="6817"/>
                        <a:pt x="130" y="6964"/>
                      </a:cubicBezTo>
                      <a:lnTo>
                        <a:pt x="1" y="7579"/>
                      </a:lnTo>
                      <a:cubicBezTo>
                        <a:pt x="1" y="7579"/>
                        <a:pt x="2840" y="6725"/>
                        <a:pt x="4248" y="5563"/>
                      </a:cubicBezTo>
                      <a:lnTo>
                        <a:pt x="4248" y="5563"/>
                      </a:lnTo>
                      <a:cubicBezTo>
                        <a:pt x="4064" y="5729"/>
                        <a:pt x="1144" y="8298"/>
                        <a:pt x="56" y="8390"/>
                      </a:cubicBezTo>
                      <a:lnTo>
                        <a:pt x="554" y="8980"/>
                      </a:lnTo>
                      <a:cubicBezTo>
                        <a:pt x="554" y="8980"/>
                        <a:pt x="4174" y="7075"/>
                        <a:pt x="4303" y="6300"/>
                      </a:cubicBezTo>
                      <a:lnTo>
                        <a:pt x="4303" y="15189"/>
                      </a:lnTo>
                      <a:lnTo>
                        <a:pt x="5766" y="15189"/>
                      </a:lnTo>
                      <a:lnTo>
                        <a:pt x="5766" y="8095"/>
                      </a:lnTo>
                      <a:cubicBezTo>
                        <a:pt x="6295" y="8943"/>
                        <a:pt x="7199" y="8999"/>
                        <a:pt x="7426" y="8999"/>
                      </a:cubicBezTo>
                      <a:cubicBezTo>
                        <a:pt x="7444" y="8999"/>
                        <a:pt x="7463" y="8999"/>
                        <a:pt x="7481" y="8999"/>
                      </a:cubicBezTo>
                      <a:lnTo>
                        <a:pt x="7850" y="8593"/>
                      </a:lnTo>
                      <a:cubicBezTo>
                        <a:pt x="6725" y="8482"/>
                        <a:pt x="6227" y="7358"/>
                        <a:pt x="6227" y="7358"/>
                      </a:cubicBezTo>
                      <a:lnTo>
                        <a:pt x="6227" y="7358"/>
                      </a:lnTo>
                      <a:cubicBezTo>
                        <a:pt x="6781" y="7720"/>
                        <a:pt x="7420" y="7769"/>
                        <a:pt x="7727" y="7769"/>
                      </a:cubicBezTo>
                      <a:cubicBezTo>
                        <a:pt x="7838" y="7769"/>
                        <a:pt x="7905" y="7763"/>
                        <a:pt x="7905" y="7763"/>
                      </a:cubicBezTo>
                      <a:lnTo>
                        <a:pt x="7776" y="7173"/>
                      </a:lnTo>
                      <a:cubicBezTo>
                        <a:pt x="7678" y="7186"/>
                        <a:pt x="7580" y="7186"/>
                        <a:pt x="7481" y="7186"/>
                      </a:cubicBezTo>
                      <a:cubicBezTo>
                        <a:pt x="6092" y="7186"/>
                        <a:pt x="5803" y="5987"/>
                        <a:pt x="5803" y="5987"/>
                      </a:cubicBezTo>
                      <a:lnTo>
                        <a:pt x="5803" y="553"/>
                      </a:lnTo>
                      <a:cubicBezTo>
                        <a:pt x="5410" y="350"/>
                        <a:pt x="5029" y="166"/>
                        <a:pt x="46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43" name="Google Shape;6443;p68"/>
              <p:cNvSpPr/>
              <p:nvPr/>
            </p:nvSpPr>
            <p:spPr>
              <a:xfrm>
                <a:off x="1513051" y="3450200"/>
                <a:ext cx="724875" cy="855500"/>
              </a:xfrm>
              <a:custGeom>
                <a:rect b="b" l="l" r="r" t="t"/>
                <a:pathLst>
                  <a:path extrusionOk="0" h="34220" w="28995">
                    <a:moveTo>
                      <a:pt x="2244" y="0"/>
                    </a:moveTo>
                    <a:cubicBezTo>
                      <a:pt x="1974" y="6"/>
                      <a:pt x="1703" y="43"/>
                      <a:pt x="1445" y="123"/>
                    </a:cubicBezTo>
                    <a:cubicBezTo>
                      <a:pt x="1" y="511"/>
                      <a:pt x="1021" y="2059"/>
                      <a:pt x="1095" y="2803"/>
                    </a:cubicBezTo>
                    <a:cubicBezTo>
                      <a:pt x="1150" y="3522"/>
                      <a:pt x="1593" y="4703"/>
                      <a:pt x="1593" y="4703"/>
                    </a:cubicBezTo>
                    <a:cubicBezTo>
                      <a:pt x="1371" y="5668"/>
                      <a:pt x="2312" y="6995"/>
                      <a:pt x="2312" y="6995"/>
                    </a:cubicBezTo>
                    <a:cubicBezTo>
                      <a:pt x="1851" y="8200"/>
                      <a:pt x="2404" y="8753"/>
                      <a:pt x="2404" y="8753"/>
                    </a:cubicBezTo>
                    <a:cubicBezTo>
                      <a:pt x="1925" y="9528"/>
                      <a:pt x="2422" y="10935"/>
                      <a:pt x="2422" y="10935"/>
                    </a:cubicBezTo>
                    <a:cubicBezTo>
                      <a:pt x="1519" y="12706"/>
                      <a:pt x="2293" y="13855"/>
                      <a:pt x="2293" y="13855"/>
                    </a:cubicBezTo>
                    <a:cubicBezTo>
                      <a:pt x="1648" y="14740"/>
                      <a:pt x="1980" y="16314"/>
                      <a:pt x="1980" y="16314"/>
                    </a:cubicBezTo>
                    <a:cubicBezTo>
                      <a:pt x="947" y="17955"/>
                      <a:pt x="1832" y="19823"/>
                      <a:pt x="1832" y="19823"/>
                    </a:cubicBezTo>
                    <a:cubicBezTo>
                      <a:pt x="1500" y="21114"/>
                      <a:pt x="1740" y="22430"/>
                      <a:pt x="1740" y="22430"/>
                    </a:cubicBezTo>
                    <a:cubicBezTo>
                      <a:pt x="1408" y="24347"/>
                      <a:pt x="2220" y="25017"/>
                      <a:pt x="2220" y="25017"/>
                    </a:cubicBezTo>
                    <a:cubicBezTo>
                      <a:pt x="2367" y="27642"/>
                      <a:pt x="4955" y="28011"/>
                      <a:pt x="4955" y="28011"/>
                    </a:cubicBezTo>
                    <a:cubicBezTo>
                      <a:pt x="5416" y="28939"/>
                      <a:pt x="6141" y="29222"/>
                      <a:pt x="6854" y="29222"/>
                    </a:cubicBezTo>
                    <a:cubicBezTo>
                      <a:pt x="7930" y="29222"/>
                      <a:pt x="8969" y="28589"/>
                      <a:pt x="8969" y="28589"/>
                    </a:cubicBezTo>
                    <a:cubicBezTo>
                      <a:pt x="9313" y="28705"/>
                      <a:pt x="9676" y="28767"/>
                      <a:pt x="10038" y="28779"/>
                    </a:cubicBezTo>
                    <a:cubicBezTo>
                      <a:pt x="10917" y="28779"/>
                      <a:pt x="11163" y="28238"/>
                      <a:pt x="11741" y="28011"/>
                    </a:cubicBezTo>
                    <a:cubicBezTo>
                      <a:pt x="11956" y="27919"/>
                      <a:pt x="12183" y="27870"/>
                      <a:pt x="12417" y="27863"/>
                    </a:cubicBezTo>
                    <a:cubicBezTo>
                      <a:pt x="12841" y="27863"/>
                      <a:pt x="13161" y="28091"/>
                      <a:pt x="13308" y="28638"/>
                    </a:cubicBezTo>
                    <a:cubicBezTo>
                      <a:pt x="13530" y="29455"/>
                      <a:pt x="13142" y="30709"/>
                      <a:pt x="12976" y="31969"/>
                    </a:cubicBezTo>
                    <a:cubicBezTo>
                      <a:pt x="12810" y="33205"/>
                      <a:pt x="13603" y="34219"/>
                      <a:pt x="13603" y="34219"/>
                    </a:cubicBezTo>
                    <a:lnTo>
                      <a:pt x="15490" y="34219"/>
                    </a:lnTo>
                    <a:cubicBezTo>
                      <a:pt x="15454" y="34219"/>
                      <a:pt x="15306" y="34182"/>
                      <a:pt x="15951" y="33076"/>
                    </a:cubicBezTo>
                    <a:cubicBezTo>
                      <a:pt x="16652" y="31889"/>
                      <a:pt x="15693" y="30746"/>
                      <a:pt x="16597" y="29302"/>
                    </a:cubicBezTo>
                    <a:cubicBezTo>
                      <a:pt x="17507" y="27863"/>
                      <a:pt x="17451" y="26032"/>
                      <a:pt x="17451" y="26032"/>
                    </a:cubicBezTo>
                    <a:cubicBezTo>
                      <a:pt x="17894" y="23591"/>
                      <a:pt x="16744" y="23518"/>
                      <a:pt x="15822" y="22485"/>
                    </a:cubicBezTo>
                    <a:cubicBezTo>
                      <a:pt x="15429" y="22061"/>
                      <a:pt x="14808" y="21932"/>
                      <a:pt x="14218" y="21932"/>
                    </a:cubicBezTo>
                    <a:cubicBezTo>
                      <a:pt x="13689" y="21944"/>
                      <a:pt x="13167" y="22024"/>
                      <a:pt x="12663" y="22172"/>
                    </a:cubicBezTo>
                    <a:cubicBezTo>
                      <a:pt x="12454" y="22092"/>
                      <a:pt x="12226" y="22049"/>
                      <a:pt x="12005" y="22042"/>
                    </a:cubicBezTo>
                    <a:cubicBezTo>
                      <a:pt x="11556" y="22030"/>
                      <a:pt x="11151" y="22301"/>
                      <a:pt x="10997" y="22725"/>
                    </a:cubicBezTo>
                    <a:cubicBezTo>
                      <a:pt x="10856" y="22676"/>
                      <a:pt x="10708" y="22651"/>
                      <a:pt x="10561" y="22651"/>
                    </a:cubicBezTo>
                    <a:cubicBezTo>
                      <a:pt x="9805" y="22651"/>
                      <a:pt x="9172" y="23266"/>
                      <a:pt x="9172" y="23266"/>
                    </a:cubicBezTo>
                    <a:cubicBezTo>
                      <a:pt x="9110" y="22885"/>
                      <a:pt x="8803" y="22780"/>
                      <a:pt x="8471" y="22780"/>
                    </a:cubicBezTo>
                    <a:cubicBezTo>
                      <a:pt x="8182" y="22792"/>
                      <a:pt x="7893" y="22848"/>
                      <a:pt x="7616" y="22946"/>
                    </a:cubicBezTo>
                    <a:cubicBezTo>
                      <a:pt x="7696" y="22079"/>
                      <a:pt x="6897" y="21766"/>
                      <a:pt x="6897" y="21766"/>
                    </a:cubicBezTo>
                    <a:cubicBezTo>
                      <a:pt x="7561" y="20512"/>
                      <a:pt x="6621" y="19676"/>
                      <a:pt x="6621" y="19676"/>
                    </a:cubicBezTo>
                    <a:cubicBezTo>
                      <a:pt x="7709" y="18109"/>
                      <a:pt x="7045" y="16295"/>
                      <a:pt x="7045" y="16295"/>
                    </a:cubicBezTo>
                    <a:cubicBezTo>
                      <a:pt x="7506" y="14433"/>
                      <a:pt x="6473" y="13394"/>
                      <a:pt x="6473" y="13394"/>
                    </a:cubicBezTo>
                    <a:cubicBezTo>
                      <a:pt x="7580" y="11919"/>
                      <a:pt x="6270" y="10554"/>
                      <a:pt x="6270" y="10554"/>
                    </a:cubicBezTo>
                    <a:cubicBezTo>
                      <a:pt x="6694" y="10149"/>
                      <a:pt x="6547" y="9257"/>
                      <a:pt x="6510" y="9036"/>
                    </a:cubicBezTo>
                    <a:lnTo>
                      <a:pt x="6510" y="9036"/>
                    </a:lnTo>
                    <a:cubicBezTo>
                      <a:pt x="6682" y="10007"/>
                      <a:pt x="7758" y="10075"/>
                      <a:pt x="8059" y="10075"/>
                    </a:cubicBezTo>
                    <a:lnTo>
                      <a:pt x="8133" y="10075"/>
                    </a:lnTo>
                    <a:cubicBezTo>
                      <a:pt x="8219" y="10917"/>
                      <a:pt x="9307" y="11028"/>
                      <a:pt x="9842" y="11028"/>
                    </a:cubicBezTo>
                    <a:cubicBezTo>
                      <a:pt x="10014" y="11028"/>
                      <a:pt x="10130" y="11015"/>
                      <a:pt x="10130" y="11015"/>
                    </a:cubicBezTo>
                    <a:cubicBezTo>
                      <a:pt x="10296" y="11765"/>
                      <a:pt x="10764" y="11962"/>
                      <a:pt x="11194" y="11962"/>
                    </a:cubicBezTo>
                    <a:cubicBezTo>
                      <a:pt x="11507" y="11950"/>
                      <a:pt x="11809" y="11876"/>
                      <a:pt x="12091" y="11741"/>
                    </a:cubicBezTo>
                    <a:cubicBezTo>
                      <a:pt x="12509" y="12146"/>
                      <a:pt x="13044" y="12275"/>
                      <a:pt x="13560" y="12275"/>
                    </a:cubicBezTo>
                    <a:cubicBezTo>
                      <a:pt x="14452" y="12275"/>
                      <a:pt x="15269" y="11894"/>
                      <a:pt x="15269" y="11894"/>
                    </a:cubicBezTo>
                    <a:cubicBezTo>
                      <a:pt x="15490" y="12109"/>
                      <a:pt x="15798" y="12226"/>
                      <a:pt x="16111" y="12214"/>
                    </a:cubicBezTo>
                    <a:cubicBezTo>
                      <a:pt x="17009" y="12214"/>
                      <a:pt x="18023" y="11501"/>
                      <a:pt x="18023" y="11501"/>
                    </a:cubicBezTo>
                    <a:cubicBezTo>
                      <a:pt x="18213" y="11568"/>
                      <a:pt x="18410" y="11599"/>
                      <a:pt x="18613" y="11599"/>
                    </a:cubicBezTo>
                    <a:cubicBezTo>
                      <a:pt x="19744" y="11599"/>
                      <a:pt x="20033" y="10413"/>
                      <a:pt x="20033" y="10413"/>
                    </a:cubicBezTo>
                    <a:lnTo>
                      <a:pt x="20076" y="10413"/>
                    </a:lnTo>
                    <a:cubicBezTo>
                      <a:pt x="21668" y="10394"/>
                      <a:pt x="21975" y="9313"/>
                      <a:pt x="21975" y="9313"/>
                    </a:cubicBezTo>
                    <a:cubicBezTo>
                      <a:pt x="22172" y="9380"/>
                      <a:pt x="22381" y="9417"/>
                      <a:pt x="22590" y="9423"/>
                    </a:cubicBezTo>
                    <a:cubicBezTo>
                      <a:pt x="23002" y="9423"/>
                      <a:pt x="23119" y="9202"/>
                      <a:pt x="23162" y="9067"/>
                    </a:cubicBezTo>
                    <a:lnTo>
                      <a:pt x="23162" y="9067"/>
                    </a:lnTo>
                    <a:cubicBezTo>
                      <a:pt x="22977" y="10382"/>
                      <a:pt x="23807" y="10603"/>
                      <a:pt x="23807" y="10603"/>
                    </a:cubicBezTo>
                    <a:cubicBezTo>
                      <a:pt x="23586" y="11396"/>
                      <a:pt x="23487" y="12220"/>
                      <a:pt x="23512" y="13044"/>
                    </a:cubicBezTo>
                    <a:cubicBezTo>
                      <a:pt x="22602" y="15336"/>
                      <a:pt x="24084" y="16240"/>
                      <a:pt x="24084" y="16240"/>
                    </a:cubicBezTo>
                    <a:cubicBezTo>
                      <a:pt x="22996" y="17611"/>
                      <a:pt x="23807" y="18938"/>
                      <a:pt x="23807" y="18938"/>
                    </a:cubicBezTo>
                    <a:cubicBezTo>
                      <a:pt x="23401" y="19553"/>
                      <a:pt x="23586" y="21415"/>
                      <a:pt x="23586" y="21415"/>
                    </a:cubicBezTo>
                    <a:cubicBezTo>
                      <a:pt x="23045" y="22024"/>
                      <a:pt x="22768" y="23303"/>
                      <a:pt x="22768" y="23303"/>
                    </a:cubicBezTo>
                    <a:cubicBezTo>
                      <a:pt x="20943" y="24077"/>
                      <a:pt x="21035" y="25706"/>
                      <a:pt x="21035" y="25706"/>
                    </a:cubicBezTo>
                    <a:cubicBezTo>
                      <a:pt x="21145" y="25755"/>
                      <a:pt x="21244" y="25841"/>
                      <a:pt x="21311" y="25946"/>
                    </a:cubicBezTo>
                    <a:cubicBezTo>
                      <a:pt x="21570" y="26327"/>
                      <a:pt x="22215" y="26757"/>
                      <a:pt x="22215" y="26757"/>
                    </a:cubicBezTo>
                    <a:cubicBezTo>
                      <a:pt x="21496" y="27089"/>
                      <a:pt x="20850" y="29455"/>
                      <a:pt x="20648" y="30027"/>
                    </a:cubicBezTo>
                    <a:cubicBezTo>
                      <a:pt x="20586" y="30193"/>
                      <a:pt x="20654" y="30267"/>
                      <a:pt x="20777" y="30267"/>
                    </a:cubicBezTo>
                    <a:cubicBezTo>
                      <a:pt x="21109" y="30267"/>
                      <a:pt x="21871" y="29750"/>
                      <a:pt x="22067" y="28921"/>
                    </a:cubicBezTo>
                    <a:cubicBezTo>
                      <a:pt x="22362" y="27796"/>
                      <a:pt x="23180" y="27384"/>
                      <a:pt x="23180" y="27384"/>
                    </a:cubicBezTo>
                    <a:cubicBezTo>
                      <a:pt x="23567" y="28251"/>
                      <a:pt x="24194" y="28521"/>
                      <a:pt x="24852" y="28521"/>
                    </a:cubicBezTo>
                    <a:cubicBezTo>
                      <a:pt x="25565" y="28521"/>
                      <a:pt x="26309" y="28195"/>
                      <a:pt x="26800" y="27974"/>
                    </a:cubicBezTo>
                    <a:cubicBezTo>
                      <a:pt x="27741" y="27550"/>
                      <a:pt x="27649" y="25405"/>
                      <a:pt x="27649" y="25405"/>
                    </a:cubicBezTo>
                    <a:cubicBezTo>
                      <a:pt x="27649" y="25405"/>
                      <a:pt x="27962" y="25276"/>
                      <a:pt x="28497" y="23782"/>
                    </a:cubicBezTo>
                    <a:cubicBezTo>
                      <a:pt x="28835" y="22928"/>
                      <a:pt x="28749" y="21975"/>
                      <a:pt x="28276" y="21194"/>
                    </a:cubicBezTo>
                    <a:cubicBezTo>
                      <a:pt x="28927" y="19197"/>
                      <a:pt x="27852" y="18035"/>
                      <a:pt x="27852" y="18035"/>
                    </a:cubicBezTo>
                    <a:cubicBezTo>
                      <a:pt x="28798" y="16461"/>
                      <a:pt x="27833" y="15078"/>
                      <a:pt x="27833" y="15078"/>
                    </a:cubicBezTo>
                    <a:cubicBezTo>
                      <a:pt x="28632" y="13726"/>
                      <a:pt x="27759" y="12435"/>
                      <a:pt x="27759" y="12435"/>
                    </a:cubicBezTo>
                    <a:cubicBezTo>
                      <a:pt x="28552" y="11286"/>
                      <a:pt x="27981" y="9792"/>
                      <a:pt x="27981" y="9792"/>
                    </a:cubicBezTo>
                    <a:cubicBezTo>
                      <a:pt x="28995" y="8311"/>
                      <a:pt x="28036" y="7352"/>
                      <a:pt x="28036" y="7352"/>
                    </a:cubicBezTo>
                    <a:cubicBezTo>
                      <a:pt x="28036" y="7352"/>
                      <a:pt x="28663" y="7167"/>
                      <a:pt x="28589" y="5151"/>
                    </a:cubicBezTo>
                    <a:cubicBezTo>
                      <a:pt x="28540" y="3424"/>
                      <a:pt x="26973" y="3301"/>
                      <a:pt x="26524" y="3301"/>
                    </a:cubicBezTo>
                    <a:lnTo>
                      <a:pt x="26407" y="3301"/>
                    </a:lnTo>
                    <a:cubicBezTo>
                      <a:pt x="26032" y="2895"/>
                      <a:pt x="25663" y="2754"/>
                      <a:pt x="25344" y="2754"/>
                    </a:cubicBezTo>
                    <a:cubicBezTo>
                      <a:pt x="24581" y="2754"/>
                      <a:pt x="24041" y="3541"/>
                      <a:pt x="24041" y="3541"/>
                    </a:cubicBezTo>
                    <a:cubicBezTo>
                      <a:pt x="23942" y="3510"/>
                      <a:pt x="23844" y="3498"/>
                      <a:pt x="23739" y="3498"/>
                    </a:cubicBezTo>
                    <a:cubicBezTo>
                      <a:pt x="22658" y="3498"/>
                      <a:pt x="21809" y="5016"/>
                      <a:pt x="21809" y="5016"/>
                    </a:cubicBezTo>
                    <a:lnTo>
                      <a:pt x="21729" y="5016"/>
                    </a:lnTo>
                    <a:cubicBezTo>
                      <a:pt x="20574" y="5016"/>
                      <a:pt x="20641" y="5834"/>
                      <a:pt x="20641" y="5834"/>
                    </a:cubicBezTo>
                    <a:cubicBezTo>
                      <a:pt x="20439" y="5784"/>
                      <a:pt x="20230" y="5754"/>
                      <a:pt x="20021" y="5754"/>
                    </a:cubicBezTo>
                    <a:cubicBezTo>
                      <a:pt x="19344" y="5748"/>
                      <a:pt x="18717" y="6104"/>
                      <a:pt x="18392" y="6700"/>
                    </a:cubicBezTo>
                    <a:cubicBezTo>
                      <a:pt x="18152" y="6571"/>
                      <a:pt x="17888" y="6510"/>
                      <a:pt x="17617" y="6504"/>
                    </a:cubicBezTo>
                    <a:cubicBezTo>
                      <a:pt x="16707" y="6510"/>
                      <a:pt x="16136" y="7315"/>
                      <a:pt x="16136" y="7315"/>
                    </a:cubicBezTo>
                    <a:cubicBezTo>
                      <a:pt x="15902" y="7247"/>
                      <a:pt x="15656" y="7217"/>
                      <a:pt x="15417" y="7217"/>
                    </a:cubicBezTo>
                    <a:cubicBezTo>
                      <a:pt x="14396" y="7217"/>
                      <a:pt x="13843" y="7831"/>
                      <a:pt x="13843" y="7831"/>
                    </a:cubicBezTo>
                    <a:cubicBezTo>
                      <a:pt x="13339" y="7167"/>
                      <a:pt x="12743" y="6977"/>
                      <a:pt x="12233" y="6977"/>
                    </a:cubicBezTo>
                    <a:cubicBezTo>
                      <a:pt x="11790" y="6983"/>
                      <a:pt x="11360" y="7106"/>
                      <a:pt x="10979" y="7333"/>
                    </a:cubicBezTo>
                    <a:cubicBezTo>
                      <a:pt x="10942" y="6393"/>
                      <a:pt x="10198" y="6245"/>
                      <a:pt x="9737" y="6245"/>
                    </a:cubicBezTo>
                    <a:cubicBezTo>
                      <a:pt x="9614" y="6245"/>
                      <a:pt x="9491" y="6258"/>
                      <a:pt x="9368" y="6276"/>
                    </a:cubicBezTo>
                    <a:cubicBezTo>
                      <a:pt x="9202" y="5225"/>
                      <a:pt x="7598" y="5041"/>
                      <a:pt x="7598" y="5041"/>
                    </a:cubicBezTo>
                    <a:cubicBezTo>
                      <a:pt x="8114" y="3762"/>
                      <a:pt x="6688" y="3320"/>
                      <a:pt x="6688" y="3320"/>
                    </a:cubicBezTo>
                    <a:cubicBezTo>
                      <a:pt x="6744" y="2176"/>
                      <a:pt x="5600" y="1807"/>
                      <a:pt x="5600" y="1807"/>
                    </a:cubicBezTo>
                    <a:cubicBezTo>
                      <a:pt x="5422" y="578"/>
                      <a:pt x="4777" y="302"/>
                      <a:pt x="4236" y="302"/>
                    </a:cubicBezTo>
                    <a:cubicBezTo>
                      <a:pt x="3959" y="308"/>
                      <a:pt x="3689" y="363"/>
                      <a:pt x="3443" y="474"/>
                    </a:cubicBezTo>
                    <a:cubicBezTo>
                      <a:pt x="3443" y="474"/>
                      <a:pt x="3092" y="0"/>
                      <a:pt x="224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4" name="Google Shape;6444;p68"/>
              <p:cNvSpPr/>
              <p:nvPr/>
            </p:nvSpPr>
            <p:spPr>
              <a:xfrm>
                <a:off x="1726651" y="2627300"/>
                <a:ext cx="281400" cy="432450"/>
              </a:xfrm>
              <a:custGeom>
                <a:rect b="b" l="l" r="r" t="t"/>
                <a:pathLst>
                  <a:path extrusionOk="0" h="17298" w="11256">
                    <a:moveTo>
                      <a:pt x="6147" y="1"/>
                    </a:moveTo>
                    <a:cubicBezTo>
                      <a:pt x="6141" y="1"/>
                      <a:pt x="6129" y="1"/>
                      <a:pt x="6117" y="1"/>
                    </a:cubicBezTo>
                    <a:cubicBezTo>
                      <a:pt x="6043" y="56"/>
                      <a:pt x="5570" y="873"/>
                      <a:pt x="5514" y="1175"/>
                    </a:cubicBezTo>
                    <a:cubicBezTo>
                      <a:pt x="5483" y="1359"/>
                      <a:pt x="5299" y="1414"/>
                      <a:pt x="5127" y="1414"/>
                    </a:cubicBezTo>
                    <a:cubicBezTo>
                      <a:pt x="5022" y="1414"/>
                      <a:pt x="4918" y="1396"/>
                      <a:pt x="4820" y="1359"/>
                    </a:cubicBezTo>
                    <a:cubicBezTo>
                      <a:pt x="4684" y="1322"/>
                      <a:pt x="4684" y="99"/>
                      <a:pt x="4684" y="99"/>
                    </a:cubicBezTo>
                    <a:cubicBezTo>
                      <a:pt x="4119" y="99"/>
                      <a:pt x="3553" y="548"/>
                      <a:pt x="3553" y="548"/>
                    </a:cubicBezTo>
                    <a:lnTo>
                      <a:pt x="3738" y="1605"/>
                    </a:lnTo>
                    <a:cubicBezTo>
                      <a:pt x="3215" y="2066"/>
                      <a:pt x="3418" y="2502"/>
                      <a:pt x="3418" y="2502"/>
                    </a:cubicBezTo>
                    <a:cubicBezTo>
                      <a:pt x="2681" y="3049"/>
                      <a:pt x="2797" y="4242"/>
                      <a:pt x="2361" y="4242"/>
                    </a:cubicBezTo>
                    <a:cubicBezTo>
                      <a:pt x="1974" y="4223"/>
                      <a:pt x="1974" y="4045"/>
                      <a:pt x="1851" y="4045"/>
                    </a:cubicBezTo>
                    <a:cubicBezTo>
                      <a:pt x="1826" y="4045"/>
                      <a:pt x="1808" y="4045"/>
                      <a:pt x="1795" y="4051"/>
                    </a:cubicBezTo>
                    <a:cubicBezTo>
                      <a:pt x="1623" y="4131"/>
                      <a:pt x="1377" y="4371"/>
                      <a:pt x="1586" y="4525"/>
                    </a:cubicBezTo>
                    <a:cubicBezTo>
                      <a:pt x="1777" y="4691"/>
                      <a:pt x="1605" y="4691"/>
                      <a:pt x="1377" y="4973"/>
                    </a:cubicBezTo>
                    <a:cubicBezTo>
                      <a:pt x="1132" y="5262"/>
                      <a:pt x="1642" y="5828"/>
                      <a:pt x="1832" y="5895"/>
                    </a:cubicBezTo>
                    <a:cubicBezTo>
                      <a:pt x="1845" y="5902"/>
                      <a:pt x="1857" y="5902"/>
                      <a:pt x="1869" y="5902"/>
                    </a:cubicBezTo>
                    <a:cubicBezTo>
                      <a:pt x="2121" y="5902"/>
                      <a:pt x="2963" y="5465"/>
                      <a:pt x="2963" y="5465"/>
                    </a:cubicBezTo>
                    <a:lnTo>
                      <a:pt x="2963" y="5465"/>
                    </a:lnTo>
                    <a:cubicBezTo>
                      <a:pt x="2736" y="5957"/>
                      <a:pt x="2773" y="6633"/>
                      <a:pt x="2773" y="6633"/>
                    </a:cubicBezTo>
                    <a:cubicBezTo>
                      <a:pt x="2773" y="6633"/>
                      <a:pt x="2631" y="6221"/>
                      <a:pt x="2269" y="6221"/>
                    </a:cubicBezTo>
                    <a:cubicBezTo>
                      <a:pt x="2189" y="6227"/>
                      <a:pt x="2115" y="6246"/>
                      <a:pt x="2041" y="6276"/>
                    </a:cubicBezTo>
                    <a:cubicBezTo>
                      <a:pt x="1513" y="6485"/>
                      <a:pt x="1494" y="6879"/>
                      <a:pt x="1494" y="6879"/>
                    </a:cubicBezTo>
                    <a:cubicBezTo>
                      <a:pt x="1869" y="6897"/>
                      <a:pt x="2023" y="7278"/>
                      <a:pt x="2023" y="7278"/>
                    </a:cubicBezTo>
                    <a:cubicBezTo>
                      <a:pt x="1" y="10659"/>
                      <a:pt x="1" y="15927"/>
                      <a:pt x="683" y="16683"/>
                    </a:cubicBezTo>
                    <a:cubicBezTo>
                      <a:pt x="1070" y="17089"/>
                      <a:pt x="1574" y="17298"/>
                      <a:pt x="2293" y="17298"/>
                    </a:cubicBezTo>
                    <a:cubicBezTo>
                      <a:pt x="2871" y="17298"/>
                      <a:pt x="3590" y="17168"/>
                      <a:pt x="4512" y="16904"/>
                    </a:cubicBezTo>
                    <a:cubicBezTo>
                      <a:pt x="6608" y="16302"/>
                      <a:pt x="10063" y="13868"/>
                      <a:pt x="10647" y="11354"/>
                    </a:cubicBezTo>
                    <a:cubicBezTo>
                      <a:pt x="11255" y="8846"/>
                      <a:pt x="9178" y="7407"/>
                      <a:pt x="9178" y="7407"/>
                    </a:cubicBezTo>
                    <a:cubicBezTo>
                      <a:pt x="9178" y="7407"/>
                      <a:pt x="9251" y="6670"/>
                      <a:pt x="9178" y="5182"/>
                    </a:cubicBezTo>
                    <a:cubicBezTo>
                      <a:pt x="9129" y="3855"/>
                      <a:pt x="8182" y="3781"/>
                      <a:pt x="7973" y="3781"/>
                    </a:cubicBezTo>
                    <a:lnTo>
                      <a:pt x="7930" y="3781"/>
                    </a:lnTo>
                    <a:cubicBezTo>
                      <a:pt x="8041" y="2349"/>
                      <a:pt x="6664" y="1931"/>
                      <a:pt x="6664" y="1740"/>
                    </a:cubicBezTo>
                    <a:cubicBezTo>
                      <a:pt x="6682" y="1531"/>
                      <a:pt x="7082" y="837"/>
                      <a:pt x="7155" y="511"/>
                    </a:cubicBezTo>
                    <a:cubicBezTo>
                      <a:pt x="7241" y="216"/>
                      <a:pt x="6344" y="1"/>
                      <a:pt x="614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45" name="Google Shape;6445;p68"/>
          <p:cNvGrpSpPr/>
          <p:nvPr/>
        </p:nvGrpSpPr>
        <p:grpSpPr>
          <a:xfrm>
            <a:off x="1234609" y="2417569"/>
            <a:ext cx="224507" cy="215983"/>
            <a:chOff x="2648935" y="1948120"/>
            <a:chExt cx="233594" cy="224748"/>
          </a:xfrm>
        </p:grpSpPr>
        <p:sp>
          <p:nvSpPr>
            <p:cNvPr id="6446" name="Google Shape;6446;p68"/>
            <p:cNvSpPr/>
            <p:nvPr/>
          </p:nvSpPr>
          <p:spPr>
            <a:xfrm>
              <a:off x="2648935" y="1948120"/>
              <a:ext cx="233594" cy="224748"/>
            </a:xfrm>
            <a:custGeom>
              <a:rect b="b" l="l" r="r" t="t"/>
              <a:pathLst>
                <a:path extrusionOk="0" h="8893" w="9243">
                  <a:moveTo>
                    <a:pt x="4802" y="1351"/>
                  </a:moveTo>
                  <a:cubicBezTo>
                    <a:pt x="5200" y="1351"/>
                    <a:pt x="5602" y="1428"/>
                    <a:pt x="5984" y="1586"/>
                  </a:cubicBezTo>
                  <a:cubicBezTo>
                    <a:pt x="7139" y="2066"/>
                    <a:pt x="7896" y="3194"/>
                    <a:pt x="7896" y="4447"/>
                  </a:cubicBezTo>
                  <a:cubicBezTo>
                    <a:pt x="7891" y="6158"/>
                    <a:pt x="6507" y="7542"/>
                    <a:pt x="4796" y="7542"/>
                  </a:cubicBezTo>
                  <a:cubicBezTo>
                    <a:pt x="3548" y="7542"/>
                    <a:pt x="2415" y="6790"/>
                    <a:pt x="1941" y="5630"/>
                  </a:cubicBezTo>
                  <a:cubicBezTo>
                    <a:pt x="1461" y="4474"/>
                    <a:pt x="1723" y="3145"/>
                    <a:pt x="2611" y="2257"/>
                  </a:cubicBezTo>
                  <a:cubicBezTo>
                    <a:pt x="3202" y="1666"/>
                    <a:pt x="3995" y="1351"/>
                    <a:pt x="4802" y="1351"/>
                  </a:cubicBezTo>
                  <a:close/>
                  <a:moveTo>
                    <a:pt x="4796" y="1"/>
                  </a:moveTo>
                  <a:cubicBezTo>
                    <a:pt x="2998" y="1"/>
                    <a:pt x="1380" y="1085"/>
                    <a:pt x="693" y="2747"/>
                  </a:cubicBezTo>
                  <a:cubicBezTo>
                    <a:pt x="1" y="4409"/>
                    <a:pt x="382" y="6322"/>
                    <a:pt x="1652" y="7591"/>
                  </a:cubicBezTo>
                  <a:cubicBezTo>
                    <a:pt x="2505" y="8441"/>
                    <a:pt x="3645" y="8893"/>
                    <a:pt x="4803" y="8893"/>
                  </a:cubicBezTo>
                  <a:cubicBezTo>
                    <a:pt x="5375" y="8893"/>
                    <a:pt x="5952" y="8783"/>
                    <a:pt x="6502" y="8556"/>
                  </a:cubicBezTo>
                  <a:cubicBezTo>
                    <a:pt x="8158" y="7864"/>
                    <a:pt x="9242" y="6245"/>
                    <a:pt x="9242" y="4447"/>
                  </a:cubicBezTo>
                  <a:cubicBezTo>
                    <a:pt x="9242" y="1995"/>
                    <a:pt x="7254" y="6"/>
                    <a:pt x="479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8"/>
            <p:cNvSpPr/>
            <p:nvPr/>
          </p:nvSpPr>
          <p:spPr>
            <a:xfrm>
              <a:off x="2733370" y="2023735"/>
              <a:ext cx="73695" cy="73568"/>
            </a:xfrm>
            <a:custGeom>
              <a:rect b="b" l="l" r="r" t="t"/>
              <a:pathLst>
                <a:path extrusionOk="0" h="2911" w="2916">
                  <a:moveTo>
                    <a:pt x="1455" y="0"/>
                  </a:moveTo>
                  <a:cubicBezTo>
                    <a:pt x="654" y="0"/>
                    <a:pt x="0" y="649"/>
                    <a:pt x="0" y="1455"/>
                  </a:cubicBezTo>
                  <a:cubicBezTo>
                    <a:pt x="0" y="2262"/>
                    <a:pt x="654" y="2910"/>
                    <a:pt x="1455" y="2910"/>
                  </a:cubicBezTo>
                  <a:cubicBezTo>
                    <a:pt x="2261" y="2910"/>
                    <a:pt x="2915" y="2262"/>
                    <a:pt x="2915" y="1455"/>
                  </a:cubicBezTo>
                  <a:cubicBezTo>
                    <a:pt x="2915" y="649"/>
                    <a:pt x="2261" y="0"/>
                    <a:pt x="1455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68"/>
          <p:cNvGrpSpPr/>
          <p:nvPr/>
        </p:nvGrpSpPr>
        <p:grpSpPr>
          <a:xfrm>
            <a:off x="2463611" y="3301566"/>
            <a:ext cx="330071" cy="317580"/>
            <a:chOff x="3628558" y="2776198"/>
            <a:chExt cx="257045" cy="247375"/>
          </a:xfrm>
        </p:grpSpPr>
        <p:sp>
          <p:nvSpPr>
            <p:cNvPr id="6449" name="Google Shape;6449;p68"/>
            <p:cNvSpPr/>
            <p:nvPr/>
          </p:nvSpPr>
          <p:spPr>
            <a:xfrm>
              <a:off x="3686627" y="2843457"/>
              <a:ext cx="131842" cy="112806"/>
            </a:xfrm>
            <a:custGeom>
              <a:rect b="b" l="l" r="r" t="t"/>
              <a:pathLst>
                <a:path extrusionOk="0" h="4468" w="5222">
                  <a:moveTo>
                    <a:pt x="2969" y="0"/>
                  </a:moveTo>
                  <a:cubicBezTo>
                    <a:pt x="2421" y="0"/>
                    <a:pt x="1863" y="203"/>
                    <a:pt x="1409" y="655"/>
                  </a:cubicBezTo>
                  <a:cubicBezTo>
                    <a:pt x="1" y="2063"/>
                    <a:pt x="998" y="4468"/>
                    <a:pt x="2986" y="4468"/>
                  </a:cubicBezTo>
                  <a:cubicBezTo>
                    <a:pt x="4224" y="4468"/>
                    <a:pt x="5221" y="3470"/>
                    <a:pt x="5221" y="2239"/>
                  </a:cubicBezTo>
                  <a:cubicBezTo>
                    <a:pt x="5221" y="892"/>
                    <a:pt x="4118" y="0"/>
                    <a:pt x="2969" y="0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8"/>
            <p:cNvSpPr/>
            <p:nvPr/>
          </p:nvSpPr>
          <p:spPr>
            <a:xfrm>
              <a:off x="3663097" y="2808237"/>
              <a:ext cx="190593" cy="183398"/>
            </a:xfrm>
            <a:custGeom>
              <a:rect b="b" l="l" r="r" t="t"/>
              <a:pathLst>
                <a:path extrusionOk="0" h="7264" w="7549">
                  <a:moveTo>
                    <a:pt x="3918" y="440"/>
                  </a:moveTo>
                  <a:cubicBezTo>
                    <a:pt x="5678" y="446"/>
                    <a:pt x="7105" y="1874"/>
                    <a:pt x="7105" y="3634"/>
                  </a:cubicBezTo>
                  <a:cubicBezTo>
                    <a:pt x="7105" y="4924"/>
                    <a:pt x="6329" y="6084"/>
                    <a:pt x="5137" y="6579"/>
                  </a:cubicBezTo>
                  <a:cubicBezTo>
                    <a:pt x="4742" y="6744"/>
                    <a:pt x="4327" y="6823"/>
                    <a:pt x="3916" y="6823"/>
                  </a:cubicBezTo>
                  <a:cubicBezTo>
                    <a:pt x="3087" y="6823"/>
                    <a:pt x="2273" y="6499"/>
                    <a:pt x="1663" y="5889"/>
                  </a:cubicBezTo>
                  <a:cubicBezTo>
                    <a:pt x="750" y="4976"/>
                    <a:pt x="477" y="3601"/>
                    <a:pt x="972" y="2415"/>
                  </a:cubicBezTo>
                  <a:cubicBezTo>
                    <a:pt x="1461" y="1222"/>
                    <a:pt x="2627" y="440"/>
                    <a:pt x="3918" y="440"/>
                  </a:cubicBezTo>
                  <a:close/>
                  <a:moveTo>
                    <a:pt x="3916" y="1"/>
                  </a:moveTo>
                  <a:cubicBezTo>
                    <a:pt x="2971" y="1"/>
                    <a:pt x="2043" y="369"/>
                    <a:pt x="1350" y="1066"/>
                  </a:cubicBezTo>
                  <a:cubicBezTo>
                    <a:pt x="307" y="2102"/>
                    <a:pt x="1" y="3666"/>
                    <a:pt x="561" y="5022"/>
                  </a:cubicBezTo>
                  <a:cubicBezTo>
                    <a:pt x="1122" y="6377"/>
                    <a:pt x="2445" y="7264"/>
                    <a:pt x="3918" y="7264"/>
                  </a:cubicBezTo>
                  <a:cubicBezTo>
                    <a:pt x="5919" y="7264"/>
                    <a:pt x="7548" y="5641"/>
                    <a:pt x="7548" y="3634"/>
                  </a:cubicBezTo>
                  <a:cubicBezTo>
                    <a:pt x="7548" y="2161"/>
                    <a:pt x="6662" y="838"/>
                    <a:pt x="5306" y="277"/>
                  </a:cubicBezTo>
                  <a:cubicBezTo>
                    <a:pt x="4857" y="91"/>
                    <a:pt x="4384" y="1"/>
                    <a:pt x="391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8"/>
            <p:cNvSpPr/>
            <p:nvPr/>
          </p:nvSpPr>
          <p:spPr>
            <a:xfrm>
              <a:off x="3628558" y="2776198"/>
              <a:ext cx="257045" cy="247375"/>
            </a:xfrm>
            <a:custGeom>
              <a:rect b="b" l="l" r="r" t="t"/>
              <a:pathLst>
                <a:path extrusionOk="0" h="9798" w="10181">
                  <a:moveTo>
                    <a:pt x="5286" y="223"/>
                  </a:moveTo>
                  <a:cubicBezTo>
                    <a:pt x="7867" y="229"/>
                    <a:pt x="9959" y="2322"/>
                    <a:pt x="9959" y="4903"/>
                  </a:cubicBezTo>
                  <a:cubicBezTo>
                    <a:pt x="9959" y="6793"/>
                    <a:pt x="8818" y="8500"/>
                    <a:pt x="7072" y="9224"/>
                  </a:cubicBezTo>
                  <a:cubicBezTo>
                    <a:pt x="6495" y="9463"/>
                    <a:pt x="5890" y="9579"/>
                    <a:pt x="5289" y="9579"/>
                  </a:cubicBezTo>
                  <a:cubicBezTo>
                    <a:pt x="4072" y="9579"/>
                    <a:pt x="2874" y="9102"/>
                    <a:pt x="1975" y="8207"/>
                  </a:cubicBezTo>
                  <a:cubicBezTo>
                    <a:pt x="639" y="6871"/>
                    <a:pt x="241" y="4857"/>
                    <a:pt x="965" y="3110"/>
                  </a:cubicBezTo>
                  <a:cubicBezTo>
                    <a:pt x="1688" y="1364"/>
                    <a:pt x="3396" y="223"/>
                    <a:pt x="5286" y="223"/>
                  </a:cubicBezTo>
                  <a:close/>
                  <a:moveTo>
                    <a:pt x="5286" y="1"/>
                  </a:moveTo>
                  <a:cubicBezTo>
                    <a:pt x="4011" y="1"/>
                    <a:pt x="2756" y="498"/>
                    <a:pt x="1819" y="1435"/>
                  </a:cubicBezTo>
                  <a:cubicBezTo>
                    <a:pt x="417" y="2836"/>
                    <a:pt x="0" y="4942"/>
                    <a:pt x="756" y="6773"/>
                  </a:cubicBezTo>
                  <a:cubicBezTo>
                    <a:pt x="1519" y="8605"/>
                    <a:pt x="3305" y="9797"/>
                    <a:pt x="5286" y="9797"/>
                  </a:cubicBezTo>
                  <a:cubicBezTo>
                    <a:pt x="7991" y="9797"/>
                    <a:pt x="10181" y="7607"/>
                    <a:pt x="10181" y="4903"/>
                  </a:cubicBezTo>
                  <a:cubicBezTo>
                    <a:pt x="10181" y="2921"/>
                    <a:pt x="8988" y="1135"/>
                    <a:pt x="7156" y="373"/>
                  </a:cubicBezTo>
                  <a:cubicBezTo>
                    <a:pt x="6552" y="123"/>
                    <a:pt x="5917" y="1"/>
                    <a:pt x="528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68"/>
          <p:cNvGrpSpPr/>
          <p:nvPr/>
        </p:nvGrpSpPr>
        <p:grpSpPr>
          <a:xfrm>
            <a:off x="5117800" y="1548900"/>
            <a:ext cx="389275" cy="1356725"/>
            <a:chOff x="5117800" y="1548900"/>
            <a:chExt cx="389275" cy="1356725"/>
          </a:xfrm>
        </p:grpSpPr>
        <p:sp>
          <p:nvSpPr>
            <p:cNvPr id="6453" name="Google Shape;6453;p68"/>
            <p:cNvSpPr/>
            <p:nvPr/>
          </p:nvSpPr>
          <p:spPr>
            <a:xfrm>
              <a:off x="5220000" y="1620325"/>
              <a:ext cx="178725" cy="170600"/>
            </a:xfrm>
            <a:custGeom>
              <a:rect b="b" l="l" r="r" t="t"/>
              <a:pathLst>
                <a:path extrusionOk="0" h="6824" w="7149">
                  <a:moveTo>
                    <a:pt x="3571" y="0"/>
                  </a:moveTo>
                  <a:lnTo>
                    <a:pt x="0" y="2109"/>
                  </a:lnTo>
                  <a:cubicBezTo>
                    <a:pt x="0" y="2109"/>
                    <a:pt x="799" y="5114"/>
                    <a:pt x="246" y="6823"/>
                  </a:cubicBezTo>
                  <a:lnTo>
                    <a:pt x="7149" y="6823"/>
                  </a:lnTo>
                  <a:cubicBezTo>
                    <a:pt x="7149" y="6823"/>
                    <a:pt x="6872" y="5077"/>
                    <a:pt x="7149" y="2188"/>
                  </a:cubicBezTo>
                  <a:lnTo>
                    <a:pt x="35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54" name="Google Shape;6454;p68"/>
            <p:cNvGrpSpPr/>
            <p:nvPr/>
          </p:nvGrpSpPr>
          <p:grpSpPr>
            <a:xfrm>
              <a:off x="5117800" y="1606500"/>
              <a:ext cx="389275" cy="1299125"/>
              <a:chOff x="5117800" y="1606500"/>
              <a:chExt cx="389275" cy="1299125"/>
            </a:xfrm>
          </p:grpSpPr>
          <p:grpSp>
            <p:nvGrpSpPr>
              <p:cNvPr id="6455" name="Google Shape;6455;p68"/>
              <p:cNvGrpSpPr/>
              <p:nvPr/>
            </p:nvGrpSpPr>
            <p:grpSpPr>
              <a:xfrm>
                <a:off x="5117800" y="1606500"/>
                <a:ext cx="389275" cy="1299125"/>
                <a:chOff x="5117800" y="1606500"/>
                <a:chExt cx="389275" cy="1299125"/>
              </a:xfrm>
            </p:grpSpPr>
            <p:sp>
              <p:nvSpPr>
                <p:cNvPr id="6456" name="Google Shape;6456;p68"/>
                <p:cNvSpPr/>
                <p:nvPr/>
              </p:nvSpPr>
              <p:spPr>
                <a:xfrm>
                  <a:off x="5117800" y="1721575"/>
                  <a:ext cx="389275" cy="1184050"/>
                </a:xfrm>
                <a:custGeom>
                  <a:rect b="b" l="l" r="r" t="t"/>
                  <a:pathLst>
                    <a:path extrusionOk="0" h="47362" w="15571">
                      <a:moveTo>
                        <a:pt x="9374" y="1"/>
                      </a:moveTo>
                      <a:lnTo>
                        <a:pt x="7788" y="38"/>
                      </a:lnTo>
                      <a:lnTo>
                        <a:pt x="6203" y="7"/>
                      </a:lnTo>
                      <a:lnTo>
                        <a:pt x="6203" y="7"/>
                      </a:lnTo>
                      <a:cubicBezTo>
                        <a:pt x="6203" y="7"/>
                        <a:pt x="6270" y="1525"/>
                        <a:pt x="6203" y="1771"/>
                      </a:cubicBezTo>
                      <a:cubicBezTo>
                        <a:pt x="6129" y="2017"/>
                        <a:pt x="5957" y="2367"/>
                        <a:pt x="5287" y="2576"/>
                      </a:cubicBezTo>
                      <a:cubicBezTo>
                        <a:pt x="4617" y="2792"/>
                        <a:pt x="3910" y="2718"/>
                        <a:pt x="3098" y="3216"/>
                      </a:cubicBezTo>
                      <a:cubicBezTo>
                        <a:pt x="2293" y="3707"/>
                        <a:pt x="2078" y="5680"/>
                        <a:pt x="2078" y="6947"/>
                      </a:cubicBezTo>
                      <a:cubicBezTo>
                        <a:pt x="2078" y="8213"/>
                        <a:pt x="1974" y="11034"/>
                        <a:pt x="1728" y="12128"/>
                      </a:cubicBezTo>
                      <a:cubicBezTo>
                        <a:pt x="1482" y="13216"/>
                        <a:pt x="812" y="16179"/>
                        <a:pt x="775" y="17058"/>
                      </a:cubicBezTo>
                      <a:cubicBezTo>
                        <a:pt x="738" y="17937"/>
                        <a:pt x="425" y="19173"/>
                        <a:pt x="351" y="19701"/>
                      </a:cubicBezTo>
                      <a:cubicBezTo>
                        <a:pt x="283" y="20230"/>
                        <a:pt x="1" y="22234"/>
                        <a:pt x="210" y="22658"/>
                      </a:cubicBezTo>
                      <a:cubicBezTo>
                        <a:pt x="682" y="23602"/>
                        <a:pt x="1024" y="23870"/>
                        <a:pt x="1191" y="23870"/>
                      </a:cubicBezTo>
                      <a:cubicBezTo>
                        <a:pt x="1277" y="23870"/>
                        <a:pt x="1316" y="23800"/>
                        <a:pt x="1304" y="23715"/>
                      </a:cubicBezTo>
                      <a:cubicBezTo>
                        <a:pt x="1267" y="23469"/>
                        <a:pt x="990" y="22977"/>
                        <a:pt x="923" y="22486"/>
                      </a:cubicBezTo>
                      <a:cubicBezTo>
                        <a:pt x="863" y="22089"/>
                        <a:pt x="943" y="21530"/>
                        <a:pt x="1031" y="21530"/>
                      </a:cubicBezTo>
                      <a:cubicBezTo>
                        <a:pt x="1053" y="21530"/>
                        <a:pt x="1074" y="21562"/>
                        <a:pt x="1095" y="21637"/>
                      </a:cubicBezTo>
                      <a:cubicBezTo>
                        <a:pt x="1187" y="21980"/>
                        <a:pt x="1308" y="22847"/>
                        <a:pt x="1484" y="22847"/>
                      </a:cubicBezTo>
                      <a:cubicBezTo>
                        <a:pt x="1507" y="22847"/>
                        <a:pt x="1531" y="22832"/>
                        <a:pt x="1556" y="22799"/>
                      </a:cubicBezTo>
                      <a:cubicBezTo>
                        <a:pt x="1771" y="22522"/>
                        <a:pt x="1838" y="21391"/>
                        <a:pt x="1838" y="20832"/>
                      </a:cubicBezTo>
                      <a:cubicBezTo>
                        <a:pt x="1838" y="20267"/>
                        <a:pt x="1556" y="19701"/>
                        <a:pt x="1586" y="19142"/>
                      </a:cubicBezTo>
                      <a:cubicBezTo>
                        <a:pt x="1623" y="18576"/>
                        <a:pt x="2926" y="15226"/>
                        <a:pt x="3172" y="13819"/>
                      </a:cubicBezTo>
                      <a:cubicBezTo>
                        <a:pt x="3424" y="12411"/>
                        <a:pt x="3775" y="8569"/>
                        <a:pt x="3775" y="8569"/>
                      </a:cubicBezTo>
                      <a:cubicBezTo>
                        <a:pt x="3916" y="9448"/>
                        <a:pt x="4475" y="10579"/>
                        <a:pt x="4512" y="12233"/>
                      </a:cubicBezTo>
                      <a:cubicBezTo>
                        <a:pt x="4549" y="13886"/>
                        <a:pt x="3105" y="16603"/>
                        <a:pt x="2822" y="18890"/>
                      </a:cubicBezTo>
                      <a:cubicBezTo>
                        <a:pt x="2539" y="21182"/>
                        <a:pt x="3351" y="27981"/>
                        <a:pt x="3670" y="30556"/>
                      </a:cubicBezTo>
                      <a:cubicBezTo>
                        <a:pt x="3984" y="33126"/>
                        <a:pt x="3314" y="35806"/>
                        <a:pt x="3559" y="37355"/>
                      </a:cubicBezTo>
                      <a:cubicBezTo>
                        <a:pt x="3805" y="38903"/>
                        <a:pt x="4617" y="42671"/>
                        <a:pt x="4617" y="43200"/>
                      </a:cubicBezTo>
                      <a:cubicBezTo>
                        <a:pt x="4617" y="43729"/>
                        <a:pt x="4586" y="44190"/>
                        <a:pt x="4727" y="44540"/>
                      </a:cubicBezTo>
                      <a:cubicBezTo>
                        <a:pt x="4863" y="44890"/>
                        <a:pt x="4408" y="45456"/>
                        <a:pt x="4266" y="46058"/>
                      </a:cubicBezTo>
                      <a:cubicBezTo>
                        <a:pt x="4119" y="46654"/>
                        <a:pt x="4512" y="47361"/>
                        <a:pt x="5145" y="47361"/>
                      </a:cubicBezTo>
                      <a:cubicBezTo>
                        <a:pt x="5778" y="47361"/>
                        <a:pt x="6375" y="46833"/>
                        <a:pt x="6270" y="46378"/>
                      </a:cubicBezTo>
                      <a:cubicBezTo>
                        <a:pt x="6172" y="45917"/>
                        <a:pt x="6166" y="44792"/>
                        <a:pt x="6233" y="44190"/>
                      </a:cubicBezTo>
                      <a:cubicBezTo>
                        <a:pt x="6307" y="43593"/>
                        <a:pt x="5957" y="43274"/>
                        <a:pt x="5957" y="42714"/>
                      </a:cubicBezTo>
                      <a:cubicBezTo>
                        <a:pt x="5957" y="42149"/>
                        <a:pt x="6166" y="37988"/>
                        <a:pt x="6190" y="34668"/>
                      </a:cubicBezTo>
                      <a:cubicBezTo>
                        <a:pt x="6196" y="33261"/>
                        <a:pt x="6565" y="32179"/>
                        <a:pt x="6940" y="28983"/>
                      </a:cubicBezTo>
                      <a:cubicBezTo>
                        <a:pt x="7315" y="25786"/>
                        <a:pt x="7788" y="21182"/>
                        <a:pt x="7788" y="21182"/>
                      </a:cubicBezTo>
                      <a:cubicBezTo>
                        <a:pt x="7788" y="21182"/>
                        <a:pt x="8256" y="25786"/>
                        <a:pt x="8631" y="28983"/>
                      </a:cubicBezTo>
                      <a:cubicBezTo>
                        <a:pt x="9006" y="32173"/>
                        <a:pt x="9374" y="33255"/>
                        <a:pt x="9380" y="34668"/>
                      </a:cubicBezTo>
                      <a:cubicBezTo>
                        <a:pt x="9405" y="37988"/>
                        <a:pt x="9620" y="42149"/>
                        <a:pt x="9620" y="42714"/>
                      </a:cubicBezTo>
                      <a:cubicBezTo>
                        <a:pt x="9620" y="43274"/>
                        <a:pt x="9264" y="43593"/>
                        <a:pt x="9337" y="44190"/>
                      </a:cubicBezTo>
                      <a:cubicBezTo>
                        <a:pt x="9405" y="44792"/>
                        <a:pt x="9405" y="45917"/>
                        <a:pt x="9301" y="46378"/>
                      </a:cubicBezTo>
                      <a:cubicBezTo>
                        <a:pt x="9196" y="46833"/>
                        <a:pt x="9792" y="47361"/>
                        <a:pt x="10425" y="47361"/>
                      </a:cubicBezTo>
                      <a:cubicBezTo>
                        <a:pt x="11065" y="47361"/>
                        <a:pt x="11452" y="46654"/>
                        <a:pt x="11311" y="46058"/>
                      </a:cubicBezTo>
                      <a:cubicBezTo>
                        <a:pt x="11169" y="45456"/>
                        <a:pt x="10708" y="44890"/>
                        <a:pt x="10850" y="44540"/>
                      </a:cubicBezTo>
                      <a:cubicBezTo>
                        <a:pt x="10985" y="44190"/>
                        <a:pt x="10954" y="43729"/>
                        <a:pt x="10954" y="43200"/>
                      </a:cubicBezTo>
                      <a:cubicBezTo>
                        <a:pt x="10954" y="42671"/>
                        <a:pt x="11765" y="38897"/>
                        <a:pt x="12011" y="37355"/>
                      </a:cubicBezTo>
                      <a:cubicBezTo>
                        <a:pt x="12257" y="35806"/>
                        <a:pt x="11587" y="33126"/>
                        <a:pt x="11907" y="30556"/>
                      </a:cubicBezTo>
                      <a:cubicBezTo>
                        <a:pt x="12220" y="27981"/>
                        <a:pt x="13032" y="21182"/>
                        <a:pt x="12749" y="18890"/>
                      </a:cubicBezTo>
                      <a:cubicBezTo>
                        <a:pt x="12466" y="16603"/>
                        <a:pt x="11022" y="13886"/>
                        <a:pt x="11059" y="12233"/>
                      </a:cubicBezTo>
                      <a:cubicBezTo>
                        <a:pt x="11095" y="10579"/>
                        <a:pt x="11661" y="9448"/>
                        <a:pt x="11796" y="8569"/>
                      </a:cubicBezTo>
                      <a:cubicBezTo>
                        <a:pt x="11796" y="8569"/>
                        <a:pt x="12153" y="12411"/>
                        <a:pt x="12399" y="13819"/>
                      </a:cubicBezTo>
                      <a:cubicBezTo>
                        <a:pt x="12644" y="15226"/>
                        <a:pt x="13947" y="18576"/>
                        <a:pt x="13984" y="19142"/>
                      </a:cubicBezTo>
                      <a:cubicBezTo>
                        <a:pt x="14021" y="19701"/>
                        <a:pt x="13739" y="20267"/>
                        <a:pt x="13739" y="20832"/>
                      </a:cubicBezTo>
                      <a:cubicBezTo>
                        <a:pt x="13739" y="21391"/>
                        <a:pt x="13806" y="22522"/>
                        <a:pt x="14021" y="22799"/>
                      </a:cubicBezTo>
                      <a:cubicBezTo>
                        <a:pt x="14045" y="22832"/>
                        <a:pt x="14069" y="22847"/>
                        <a:pt x="14091" y="22847"/>
                      </a:cubicBezTo>
                      <a:cubicBezTo>
                        <a:pt x="14263" y="22847"/>
                        <a:pt x="14384" y="21980"/>
                        <a:pt x="14482" y="21637"/>
                      </a:cubicBezTo>
                      <a:cubicBezTo>
                        <a:pt x="14503" y="21562"/>
                        <a:pt x="14524" y="21530"/>
                        <a:pt x="14545" y="21530"/>
                      </a:cubicBezTo>
                      <a:cubicBezTo>
                        <a:pt x="14634" y="21530"/>
                        <a:pt x="14714" y="22089"/>
                        <a:pt x="14654" y="22486"/>
                      </a:cubicBezTo>
                      <a:cubicBezTo>
                        <a:pt x="14587" y="22977"/>
                        <a:pt x="14304" y="23469"/>
                        <a:pt x="14273" y="23715"/>
                      </a:cubicBezTo>
                      <a:cubicBezTo>
                        <a:pt x="14261" y="23800"/>
                        <a:pt x="14300" y="23870"/>
                        <a:pt x="14384" y="23870"/>
                      </a:cubicBezTo>
                      <a:cubicBezTo>
                        <a:pt x="14549" y="23870"/>
                        <a:pt x="14889" y="23602"/>
                        <a:pt x="15361" y="22658"/>
                      </a:cubicBezTo>
                      <a:cubicBezTo>
                        <a:pt x="15570" y="22234"/>
                        <a:pt x="15294" y="20230"/>
                        <a:pt x="15220" y="19701"/>
                      </a:cubicBezTo>
                      <a:cubicBezTo>
                        <a:pt x="15152" y="19173"/>
                        <a:pt x="14833" y="17937"/>
                        <a:pt x="14796" y="17058"/>
                      </a:cubicBezTo>
                      <a:cubicBezTo>
                        <a:pt x="14759" y="16173"/>
                        <a:pt x="14095" y="13216"/>
                        <a:pt x="13843" y="12122"/>
                      </a:cubicBezTo>
                      <a:cubicBezTo>
                        <a:pt x="13597" y="11034"/>
                        <a:pt x="13493" y="8213"/>
                        <a:pt x="13493" y="6947"/>
                      </a:cubicBezTo>
                      <a:cubicBezTo>
                        <a:pt x="13493" y="5674"/>
                        <a:pt x="13284" y="3701"/>
                        <a:pt x="12472" y="3209"/>
                      </a:cubicBezTo>
                      <a:cubicBezTo>
                        <a:pt x="11661" y="2718"/>
                        <a:pt x="10954" y="2785"/>
                        <a:pt x="10290" y="2576"/>
                      </a:cubicBezTo>
                      <a:cubicBezTo>
                        <a:pt x="9620" y="2367"/>
                        <a:pt x="9442" y="2011"/>
                        <a:pt x="9374" y="1765"/>
                      </a:cubicBezTo>
                      <a:cubicBezTo>
                        <a:pt x="9301" y="1519"/>
                        <a:pt x="9374" y="1"/>
                        <a:pt x="9374" y="1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57" name="Google Shape;6457;p68"/>
                <p:cNvSpPr/>
                <p:nvPr/>
              </p:nvSpPr>
              <p:spPr>
                <a:xfrm>
                  <a:off x="5247800" y="1606500"/>
                  <a:ext cx="129275" cy="165675"/>
                </a:xfrm>
                <a:custGeom>
                  <a:rect b="b" l="l" r="r" t="t"/>
                  <a:pathLst>
                    <a:path extrusionOk="0" h="6627" w="5171">
                      <a:moveTo>
                        <a:pt x="2588" y="0"/>
                      </a:moveTo>
                      <a:cubicBezTo>
                        <a:pt x="50" y="0"/>
                        <a:pt x="1" y="1082"/>
                        <a:pt x="191" y="3221"/>
                      </a:cubicBezTo>
                      <a:cubicBezTo>
                        <a:pt x="382" y="5360"/>
                        <a:pt x="1697" y="6626"/>
                        <a:pt x="2588" y="6626"/>
                      </a:cubicBezTo>
                      <a:cubicBezTo>
                        <a:pt x="3480" y="6626"/>
                        <a:pt x="4795" y="5360"/>
                        <a:pt x="4986" y="3221"/>
                      </a:cubicBezTo>
                      <a:cubicBezTo>
                        <a:pt x="5170" y="1082"/>
                        <a:pt x="5121" y="0"/>
                        <a:pt x="2588" y="0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458" name="Google Shape;6458;p68"/>
              <p:cNvGrpSpPr/>
              <p:nvPr/>
            </p:nvGrpSpPr>
            <p:grpSpPr>
              <a:xfrm>
                <a:off x="5125650" y="1613550"/>
                <a:ext cx="373725" cy="1286875"/>
                <a:chOff x="5125650" y="1613550"/>
                <a:chExt cx="373725" cy="1286875"/>
              </a:xfrm>
            </p:grpSpPr>
            <p:sp>
              <p:nvSpPr>
                <p:cNvPr id="6459" name="Google Shape;6459;p68"/>
                <p:cNvSpPr/>
                <p:nvPr/>
              </p:nvSpPr>
              <p:spPr>
                <a:xfrm>
                  <a:off x="5221075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485" y="0"/>
                      </a:moveTo>
                      <a:cubicBezTo>
                        <a:pt x="219" y="0"/>
                        <a:pt x="23" y="143"/>
                        <a:pt x="19" y="460"/>
                      </a:cubicBezTo>
                      <a:cubicBezTo>
                        <a:pt x="0" y="1996"/>
                        <a:pt x="301" y="7172"/>
                        <a:pt x="252" y="8549"/>
                      </a:cubicBezTo>
                      <a:cubicBezTo>
                        <a:pt x="203" y="9920"/>
                        <a:pt x="0" y="12034"/>
                        <a:pt x="117" y="12704"/>
                      </a:cubicBezTo>
                      <a:cubicBezTo>
                        <a:pt x="193" y="13121"/>
                        <a:pt x="667" y="13407"/>
                        <a:pt x="1105" y="13407"/>
                      </a:cubicBezTo>
                      <a:cubicBezTo>
                        <a:pt x="1372" y="13407"/>
                        <a:pt x="1626" y="13301"/>
                        <a:pt x="1770" y="13054"/>
                      </a:cubicBezTo>
                      <a:cubicBezTo>
                        <a:pt x="2158" y="12403"/>
                        <a:pt x="1438" y="8174"/>
                        <a:pt x="1309" y="6502"/>
                      </a:cubicBezTo>
                      <a:cubicBezTo>
                        <a:pt x="1186" y="4836"/>
                        <a:pt x="2022" y="1966"/>
                        <a:pt x="1899" y="1339"/>
                      </a:cubicBezTo>
                      <a:cubicBezTo>
                        <a:pt x="1739" y="514"/>
                        <a:pt x="988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0" name="Google Shape;6460;p68"/>
                <p:cNvSpPr/>
                <p:nvPr/>
              </p:nvSpPr>
              <p:spPr>
                <a:xfrm>
                  <a:off x="5216150" y="2586575"/>
                  <a:ext cx="49800" cy="223800"/>
                </a:xfrm>
                <a:custGeom>
                  <a:rect b="b" l="l" r="r" t="t"/>
                  <a:pathLst>
                    <a:path extrusionOk="0" h="8952" w="1992">
                      <a:moveTo>
                        <a:pt x="519" y="1683"/>
                      </a:moveTo>
                      <a:cubicBezTo>
                        <a:pt x="629" y="1683"/>
                        <a:pt x="1481" y="6700"/>
                        <a:pt x="1279" y="6861"/>
                      </a:cubicBezTo>
                      <a:cubicBezTo>
                        <a:pt x="1275" y="6863"/>
                        <a:pt x="1271" y="6865"/>
                        <a:pt x="1267" y="6865"/>
                      </a:cubicBezTo>
                      <a:cubicBezTo>
                        <a:pt x="1041" y="6865"/>
                        <a:pt x="390" y="2495"/>
                        <a:pt x="511" y="1703"/>
                      </a:cubicBezTo>
                      <a:cubicBezTo>
                        <a:pt x="513" y="1690"/>
                        <a:pt x="516" y="1683"/>
                        <a:pt x="519" y="1683"/>
                      </a:cubicBezTo>
                      <a:close/>
                      <a:moveTo>
                        <a:pt x="68" y="1"/>
                      </a:moveTo>
                      <a:cubicBezTo>
                        <a:pt x="0" y="241"/>
                        <a:pt x="93" y="1040"/>
                        <a:pt x="80" y="1919"/>
                      </a:cubicBezTo>
                      <a:cubicBezTo>
                        <a:pt x="68" y="2798"/>
                        <a:pt x="972" y="8594"/>
                        <a:pt x="1088" y="8834"/>
                      </a:cubicBezTo>
                      <a:cubicBezTo>
                        <a:pt x="1129" y="8915"/>
                        <a:pt x="1202" y="8951"/>
                        <a:pt x="1284" y="8951"/>
                      </a:cubicBezTo>
                      <a:cubicBezTo>
                        <a:pt x="1439" y="8951"/>
                        <a:pt x="1627" y="8821"/>
                        <a:pt x="1691" y="8612"/>
                      </a:cubicBezTo>
                      <a:cubicBezTo>
                        <a:pt x="1789" y="8287"/>
                        <a:pt x="1592" y="2877"/>
                        <a:pt x="1605" y="2078"/>
                      </a:cubicBezTo>
                      <a:cubicBezTo>
                        <a:pt x="1617" y="1279"/>
                        <a:pt x="1992" y="425"/>
                        <a:pt x="1844" y="234"/>
                      </a:cubicBezTo>
                      <a:cubicBezTo>
                        <a:pt x="1816" y="196"/>
                        <a:pt x="1787" y="181"/>
                        <a:pt x="1754" y="181"/>
                      </a:cubicBezTo>
                      <a:cubicBezTo>
                        <a:pt x="1617" y="181"/>
                        <a:pt x="1421" y="453"/>
                        <a:pt x="984" y="493"/>
                      </a:cubicBezTo>
                      <a:cubicBezTo>
                        <a:pt x="958" y="495"/>
                        <a:pt x="932" y="496"/>
                        <a:pt x="907" y="496"/>
                      </a:cubicBezTo>
                      <a:cubicBezTo>
                        <a:pt x="408" y="496"/>
                        <a:pt x="68" y="1"/>
                        <a:pt x="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1" name="Google Shape;6461;p68"/>
                <p:cNvSpPr/>
                <p:nvPr/>
              </p:nvSpPr>
              <p:spPr>
                <a:xfrm>
                  <a:off x="5236950" y="2807700"/>
                  <a:ext cx="32400" cy="24975"/>
                </a:xfrm>
                <a:custGeom>
                  <a:rect b="b" l="l" r="r" t="t"/>
                  <a:pathLst>
                    <a:path extrusionOk="0" h="999" w="1296">
                      <a:moveTo>
                        <a:pt x="994" y="1"/>
                      </a:moveTo>
                      <a:cubicBezTo>
                        <a:pt x="891" y="1"/>
                        <a:pt x="634" y="271"/>
                        <a:pt x="421" y="271"/>
                      </a:cubicBezTo>
                      <a:cubicBezTo>
                        <a:pt x="396" y="271"/>
                        <a:pt x="372" y="267"/>
                        <a:pt x="349" y="259"/>
                      </a:cubicBezTo>
                      <a:cubicBezTo>
                        <a:pt x="286" y="237"/>
                        <a:pt x="241" y="227"/>
                        <a:pt x="208" y="227"/>
                      </a:cubicBezTo>
                      <a:cubicBezTo>
                        <a:pt x="122" y="227"/>
                        <a:pt x="110" y="290"/>
                        <a:pt x="66" y="370"/>
                      </a:cubicBezTo>
                      <a:cubicBezTo>
                        <a:pt x="0" y="477"/>
                        <a:pt x="4" y="998"/>
                        <a:pt x="183" y="998"/>
                      </a:cubicBezTo>
                      <a:cubicBezTo>
                        <a:pt x="189" y="998"/>
                        <a:pt x="195" y="998"/>
                        <a:pt x="201" y="997"/>
                      </a:cubicBezTo>
                      <a:cubicBezTo>
                        <a:pt x="374" y="969"/>
                        <a:pt x="568" y="763"/>
                        <a:pt x="782" y="763"/>
                      </a:cubicBezTo>
                      <a:cubicBezTo>
                        <a:pt x="803" y="763"/>
                        <a:pt x="825" y="765"/>
                        <a:pt x="847" y="769"/>
                      </a:cubicBezTo>
                      <a:cubicBezTo>
                        <a:pt x="911" y="783"/>
                        <a:pt x="964" y="790"/>
                        <a:pt x="1008" y="790"/>
                      </a:cubicBezTo>
                      <a:cubicBezTo>
                        <a:pt x="1126" y="790"/>
                        <a:pt x="1178" y="738"/>
                        <a:pt x="1228" y="622"/>
                      </a:cubicBezTo>
                      <a:cubicBezTo>
                        <a:pt x="1295" y="462"/>
                        <a:pt x="1148" y="19"/>
                        <a:pt x="1000" y="1"/>
                      </a:cubicBezTo>
                      <a:cubicBezTo>
                        <a:pt x="998" y="1"/>
                        <a:pt x="996" y="1"/>
                        <a:pt x="99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2" name="Google Shape;6462;p68"/>
                <p:cNvSpPr/>
                <p:nvPr/>
              </p:nvSpPr>
              <p:spPr>
                <a:xfrm>
                  <a:off x="5259175" y="2830450"/>
                  <a:ext cx="11700" cy="28625"/>
                </a:xfrm>
                <a:custGeom>
                  <a:rect b="b" l="l" r="r" t="t"/>
                  <a:pathLst>
                    <a:path extrusionOk="0" h="1145" w="468">
                      <a:moveTo>
                        <a:pt x="271" y="1"/>
                      </a:moveTo>
                      <a:cubicBezTo>
                        <a:pt x="203" y="1"/>
                        <a:pt x="120" y="19"/>
                        <a:pt x="74" y="44"/>
                      </a:cubicBezTo>
                      <a:cubicBezTo>
                        <a:pt x="1" y="87"/>
                        <a:pt x="99" y="345"/>
                        <a:pt x="111" y="406"/>
                      </a:cubicBezTo>
                      <a:cubicBezTo>
                        <a:pt x="123" y="468"/>
                        <a:pt x="148" y="1015"/>
                        <a:pt x="148" y="1095"/>
                      </a:cubicBezTo>
                      <a:cubicBezTo>
                        <a:pt x="148" y="1129"/>
                        <a:pt x="184" y="1144"/>
                        <a:pt x="229" y="1144"/>
                      </a:cubicBezTo>
                      <a:cubicBezTo>
                        <a:pt x="289" y="1144"/>
                        <a:pt x="365" y="1118"/>
                        <a:pt x="400" y="1076"/>
                      </a:cubicBezTo>
                      <a:cubicBezTo>
                        <a:pt x="468" y="1009"/>
                        <a:pt x="302" y="523"/>
                        <a:pt x="277" y="406"/>
                      </a:cubicBezTo>
                      <a:cubicBezTo>
                        <a:pt x="253" y="290"/>
                        <a:pt x="400" y="99"/>
                        <a:pt x="375" y="37"/>
                      </a:cubicBezTo>
                      <a:cubicBezTo>
                        <a:pt x="365" y="11"/>
                        <a:pt x="323" y="1"/>
                        <a:pt x="27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3" name="Google Shape;6463;p68"/>
                <p:cNvSpPr/>
                <p:nvPr/>
              </p:nvSpPr>
              <p:spPr>
                <a:xfrm>
                  <a:off x="5252725" y="2831550"/>
                  <a:ext cx="8775" cy="28775"/>
                </a:xfrm>
                <a:custGeom>
                  <a:rect b="b" l="l" r="r" t="t"/>
                  <a:pathLst>
                    <a:path extrusionOk="0" h="1151" w="351">
                      <a:moveTo>
                        <a:pt x="174" y="1"/>
                      </a:moveTo>
                      <a:cubicBezTo>
                        <a:pt x="130" y="1"/>
                        <a:pt x="59" y="37"/>
                        <a:pt x="37" y="86"/>
                      </a:cubicBezTo>
                      <a:cubicBezTo>
                        <a:pt x="13" y="147"/>
                        <a:pt x="99" y="461"/>
                        <a:pt x="86" y="639"/>
                      </a:cubicBezTo>
                      <a:cubicBezTo>
                        <a:pt x="68" y="823"/>
                        <a:pt x="0" y="1026"/>
                        <a:pt x="25" y="1094"/>
                      </a:cubicBezTo>
                      <a:cubicBezTo>
                        <a:pt x="41" y="1132"/>
                        <a:pt x="114" y="1151"/>
                        <a:pt x="184" y="1151"/>
                      </a:cubicBezTo>
                      <a:cubicBezTo>
                        <a:pt x="248" y="1151"/>
                        <a:pt x="308" y="1135"/>
                        <a:pt x="320" y="1106"/>
                      </a:cubicBezTo>
                      <a:cubicBezTo>
                        <a:pt x="351" y="1038"/>
                        <a:pt x="246" y="707"/>
                        <a:pt x="259" y="565"/>
                      </a:cubicBezTo>
                      <a:cubicBezTo>
                        <a:pt x="265" y="381"/>
                        <a:pt x="252" y="196"/>
                        <a:pt x="209" y="18"/>
                      </a:cubicBezTo>
                      <a:cubicBezTo>
                        <a:pt x="204" y="6"/>
                        <a:pt x="191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4" name="Google Shape;6464;p68"/>
                <p:cNvSpPr/>
                <p:nvPr/>
              </p:nvSpPr>
              <p:spPr>
                <a:xfrm>
                  <a:off x="5244575" y="2833525"/>
                  <a:ext cx="7550" cy="27075"/>
                </a:xfrm>
                <a:custGeom>
                  <a:rect b="b" l="l" r="r" t="t"/>
                  <a:pathLst>
                    <a:path extrusionOk="0" h="1083" w="302">
                      <a:moveTo>
                        <a:pt x="212" y="0"/>
                      </a:moveTo>
                      <a:cubicBezTo>
                        <a:pt x="171" y="0"/>
                        <a:pt x="130" y="15"/>
                        <a:pt x="130" y="37"/>
                      </a:cubicBezTo>
                      <a:cubicBezTo>
                        <a:pt x="130" y="80"/>
                        <a:pt x="210" y="437"/>
                        <a:pt x="142" y="603"/>
                      </a:cubicBezTo>
                      <a:cubicBezTo>
                        <a:pt x="81" y="769"/>
                        <a:pt x="1" y="953"/>
                        <a:pt x="31" y="1021"/>
                      </a:cubicBezTo>
                      <a:cubicBezTo>
                        <a:pt x="48" y="1061"/>
                        <a:pt x="108" y="1083"/>
                        <a:pt x="163" y="1083"/>
                      </a:cubicBezTo>
                      <a:cubicBezTo>
                        <a:pt x="210" y="1083"/>
                        <a:pt x="254" y="1067"/>
                        <a:pt x="265" y="1033"/>
                      </a:cubicBezTo>
                      <a:cubicBezTo>
                        <a:pt x="296" y="953"/>
                        <a:pt x="240" y="603"/>
                        <a:pt x="265" y="523"/>
                      </a:cubicBezTo>
                      <a:cubicBezTo>
                        <a:pt x="296" y="363"/>
                        <a:pt x="302" y="197"/>
                        <a:pt x="289" y="37"/>
                      </a:cubicBezTo>
                      <a:cubicBezTo>
                        <a:pt x="284" y="11"/>
                        <a:pt x="248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5" name="Google Shape;6465;p68"/>
                <p:cNvSpPr/>
                <p:nvPr/>
              </p:nvSpPr>
              <p:spPr>
                <a:xfrm>
                  <a:off x="5263475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258" y="0"/>
                      </a:moveTo>
                      <a:cubicBezTo>
                        <a:pt x="256" y="0"/>
                        <a:pt x="254" y="0"/>
                        <a:pt x="253" y="1"/>
                      </a:cubicBezTo>
                      <a:cubicBezTo>
                        <a:pt x="210" y="7"/>
                        <a:pt x="56" y="32"/>
                        <a:pt x="38" y="81"/>
                      </a:cubicBezTo>
                      <a:cubicBezTo>
                        <a:pt x="7" y="179"/>
                        <a:pt x="1" y="351"/>
                        <a:pt x="81" y="407"/>
                      </a:cubicBezTo>
                      <a:cubicBezTo>
                        <a:pt x="93" y="415"/>
                        <a:pt x="106" y="419"/>
                        <a:pt x="120" y="419"/>
                      </a:cubicBezTo>
                      <a:cubicBezTo>
                        <a:pt x="198" y="419"/>
                        <a:pt x="298" y="300"/>
                        <a:pt x="308" y="216"/>
                      </a:cubicBezTo>
                      <a:cubicBezTo>
                        <a:pt x="326" y="116"/>
                        <a:pt x="293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6" name="Google Shape;6466;p68"/>
                <p:cNvSpPr/>
                <p:nvPr/>
              </p:nvSpPr>
              <p:spPr>
                <a:xfrm>
                  <a:off x="5252725" y="2885275"/>
                  <a:ext cx="8475" cy="12900"/>
                </a:xfrm>
                <a:custGeom>
                  <a:rect b="b" l="l" r="r" t="t"/>
                  <a:pathLst>
                    <a:path extrusionOk="0" h="516" w="339">
                      <a:moveTo>
                        <a:pt x="188" y="0"/>
                      </a:moveTo>
                      <a:cubicBezTo>
                        <a:pt x="123" y="0"/>
                        <a:pt x="60" y="38"/>
                        <a:pt x="37" y="106"/>
                      </a:cubicBezTo>
                      <a:cubicBezTo>
                        <a:pt x="7" y="223"/>
                        <a:pt x="0" y="481"/>
                        <a:pt x="99" y="506"/>
                      </a:cubicBezTo>
                      <a:cubicBezTo>
                        <a:pt x="118" y="513"/>
                        <a:pt x="137" y="516"/>
                        <a:pt x="157" y="516"/>
                      </a:cubicBezTo>
                      <a:cubicBezTo>
                        <a:pt x="225" y="516"/>
                        <a:pt x="290" y="476"/>
                        <a:pt x="314" y="414"/>
                      </a:cubicBezTo>
                      <a:cubicBezTo>
                        <a:pt x="338" y="291"/>
                        <a:pt x="332" y="162"/>
                        <a:pt x="302" y="45"/>
                      </a:cubicBezTo>
                      <a:cubicBezTo>
                        <a:pt x="269" y="15"/>
                        <a:pt x="228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7" name="Google Shape;6467;p68"/>
                <p:cNvSpPr/>
                <p:nvPr/>
              </p:nvSpPr>
              <p:spPr>
                <a:xfrm>
                  <a:off x="5242875" y="2886450"/>
                  <a:ext cx="7575" cy="13975"/>
                </a:xfrm>
                <a:custGeom>
                  <a:rect b="b" l="l" r="r" t="t"/>
                  <a:pathLst>
                    <a:path extrusionOk="0" h="559" w="303">
                      <a:moveTo>
                        <a:pt x="137" y="1"/>
                      </a:moveTo>
                      <a:cubicBezTo>
                        <a:pt x="87" y="1"/>
                        <a:pt x="40" y="33"/>
                        <a:pt x="26" y="90"/>
                      </a:cubicBezTo>
                      <a:cubicBezTo>
                        <a:pt x="1" y="176"/>
                        <a:pt x="1" y="514"/>
                        <a:pt x="87" y="539"/>
                      </a:cubicBezTo>
                      <a:cubicBezTo>
                        <a:pt x="127" y="547"/>
                        <a:pt x="165" y="558"/>
                        <a:pt x="199" y="558"/>
                      </a:cubicBezTo>
                      <a:cubicBezTo>
                        <a:pt x="242" y="558"/>
                        <a:pt x="276" y="539"/>
                        <a:pt x="290" y="465"/>
                      </a:cubicBezTo>
                      <a:cubicBezTo>
                        <a:pt x="302" y="324"/>
                        <a:pt x="284" y="182"/>
                        <a:pt x="235" y="53"/>
                      </a:cubicBezTo>
                      <a:cubicBezTo>
                        <a:pt x="209" y="17"/>
                        <a:pt x="172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8" name="Google Shape;6468;p68"/>
                <p:cNvSpPr/>
                <p:nvPr/>
              </p:nvSpPr>
              <p:spPr>
                <a:xfrm>
                  <a:off x="5233350" y="2885150"/>
                  <a:ext cx="7400" cy="12900"/>
                </a:xfrm>
                <a:custGeom>
                  <a:rect b="b" l="l" r="r" t="t"/>
                  <a:pathLst>
                    <a:path extrusionOk="0" h="516" w="296">
                      <a:moveTo>
                        <a:pt x="150" y="1"/>
                      </a:moveTo>
                      <a:cubicBezTo>
                        <a:pt x="108" y="1"/>
                        <a:pt x="68" y="25"/>
                        <a:pt x="50" y="68"/>
                      </a:cubicBezTo>
                      <a:cubicBezTo>
                        <a:pt x="25" y="130"/>
                        <a:pt x="1" y="400"/>
                        <a:pt x="62" y="462"/>
                      </a:cubicBezTo>
                      <a:cubicBezTo>
                        <a:pt x="99" y="498"/>
                        <a:pt x="134" y="515"/>
                        <a:pt x="164" y="515"/>
                      </a:cubicBezTo>
                      <a:cubicBezTo>
                        <a:pt x="189" y="515"/>
                        <a:pt x="211" y="503"/>
                        <a:pt x="228" y="480"/>
                      </a:cubicBezTo>
                      <a:cubicBezTo>
                        <a:pt x="271" y="431"/>
                        <a:pt x="296" y="93"/>
                        <a:pt x="234" y="38"/>
                      </a:cubicBezTo>
                      <a:cubicBezTo>
                        <a:pt x="209" y="12"/>
                        <a:pt x="179" y="1"/>
                        <a:pt x="1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9" name="Google Shape;6469;p68"/>
                <p:cNvSpPr/>
                <p:nvPr/>
              </p:nvSpPr>
              <p:spPr>
                <a:xfrm>
                  <a:off x="5227075" y="2881775"/>
                  <a:ext cx="6400" cy="9250"/>
                </a:xfrm>
                <a:custGeom>
                  <a:rect b="b" l="l" r="r" t="t"/>
                  <a:pathLst>
                    <a:path extrusionOk="0" h="370" w="256">
                      <a:moveTo>
                        <a:pt x="93" y="1"/>
                      </a:moveTo>
                      <a:cubicBezTo>
                        <a:pt x="51" y="1"/>
                        <a:pt x="1" y="91"/>
                        <a:pt x="6" y="173"/>
                      </a:cubicBezTo>
                      <a:cubicBezTo>
                        <a:pt x="12" y="265"/>
                        <a:pt x="31" y="363"/>
                        <a:pt x="92" y="369"/>
                      </a:cubicBezTo>
                      <a:cubicBezTo>
                        <a:pt x="93" y="370"/>
                        <a:pt x="94" y="370"/>
                        <a:pt x="95" y="370"/>
                      </a:cubicBezTo>
                      <a:cubicBezTo>
                        <a:pt x="157" y="370"/>
                        <a:pt x="256" y="170"/>
                        <a:pt x="117" y="13"/>
                      </a:cubicBezTo>
                      <a:cubicBezTo>
                        <a:pt x="109" y="5"/>
                        <a:pt x="10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0" name="Google Shape;6470;p68"/>
                <p:cNvSpPr/>
                <p:nvPr/>
              </p:nvSpPr>
              <p:spPr>
                <a:xfrm>
                  <a:off x="5238425" y="2836575"/>
                  <a:ext cx="8475" cy="23350"/>
                </a:xfrm>
                <a:custGeom>
                  <a:rect b="b" l="l" r="r" t="t"/>
                  <a:pathLst>
                    <a:path extrusionOk="0" h="934" w="339">
                      <a:moveTo>
                        <a:pt x="290" y="1"/>
                      </a:moveTo>
                      <a:cubicBezTo>
                        <a:pt x="252" y="1"/>
                        <a:pt x="191" y="54"/>
                        <a:pt x="191" y="88"/>
                      </a:cubicBezTo>
                      <a:cubicBezTo>
                        <a:pt x="185" y="241"/>
                        <a:pt x="173" y="389"/>
                        <a:pt x="136" y="536"/>
                      </a:cubicBezTo>
                      <a:cubicBezTo>
                        <a:pt x="105" y="641"/>
                        <a:pt x="1" y="874"/>
                        <a:pt x="19" y="899"/>
                      </a:cubicBezTo>
                      <a:cubicBezTo>
                        <a:pt x="27" y="919"/>
                        <a:pt x="52" y="933"/>
                        <a:pt x="87" y="933"/>
                      </a:cubicBezTo>
                      <a:cubicBezTo>
                        <a:pt x="107" y="933"/>
                        <a:pt x="130" y="928"/>
                        <a:pt x="154" y="917"/>
                      </a:cubicBezTo>
                      <a:cubicBezTo>
                        <a:pt x="197" y="893"/>
                        <a:pt x="277" y="462"/>
                        <a:pt x="314" y="370"/>
                      </a:cubicBezTo>
                      <a:cubicBezTo>
                        <a:pt x="339" y="254"/>
                        <a:pt x="339" y="131"/>
                        <a:pt x="314" y="14"/>
                      </a:cubicBezTo>
                      <a:cubicBezTo>
                        <a:pt x="309" y="5"/>
                        <a:pt x="300" y="1"/>
                        <a:pt x="2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1" name="Google Shape;6471;p68"/>
                <p:cNvSpPr/>
                <p:nvPr/>
              </p:nvSpPr>
              <p:spPr>
                <a:xfrm>
                  <a:off x="5232050" y="2840700"/>
                  <a:ext cx="9625" cy="17500"/>
                </a:xfrm>
                <a:custGeom>
                  <a:rect b="b" l="l" r="r" t="t"/>
                  <a:pathLst>
                    <a:path extrusionOk="0" h="700" w="385">
                      <a:moveTo>
                        <a:pt x="343" y="0"/>
                      </a:moveTo>
                      <a:cubicBezTo>
                        <a:pt x="328" y="0"/>
                        <a:pt x="307" y="20"/>
                        <a:pt x="280" y="76"/>
                      </a:cubicBezTo>
                      <a:cubicBezTo>
                        <a:pt x="225" y="205"/>
                        <a:pt x="22" y="586"/>
                        <a:pt x="10" y="623"/>
                      </a:cubicBezTo>
                      <a:cubicBezTo>
                        <a:pt x="1" y="656"/>
                        <a:pt x="84" y="699"/>
                        <a:pt x="132" y="699"/>
                      </a:cubicBezTo>
                      <a:cubicBezTo>
                        <a:pt x="147" y="699"/>
                        <a:pt x="159" y="695"/>
                        <a:pt x="164" y="685"/>
                      </a:cubicBezTo>
                      <a:cubicBezTo>
                        <a:pt x="188" y="636"/>
                        <a:pt x="385" y="125"/>
                        <a:pt x="379" y="70"/>
                      </a:cubicBezTo>
                      <a:cubicBezTo>
                        <a:pt x="375" y="35"/>
                        <a:pt x="364" y="0"/>
                        <a:pt x="34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2" name="Google Shape;6472;p68"/>
                <p:cNvSpPr/>
                <p:nvPr/>
              </p:nvSpPr>
              <p:spPr>
                <a:xfrm>
                  <a:off x="5263025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156" y="0"/>
                      </a:moveTo>
                      <a:cubicBezTo>
                        <a:pt x="96" y="0"/>
                        <a:pt x="30" y="23"/>
                        <a:pt x="19" y="64"/>
                      </a:cubicBezTo>
                      <a:cubicBezTo>
                        <a:pt x="6" y="168"/>
                        <a:pt x="19" y="273"/>
                        <a:pt x="49" y="371"/>
                      </a:cubicBezTo>
                      <a:cubicBezTo>
                        <a:pt x="80" y="476"/>
                        <a:pt x="0" y="703"/>
                        <a:pt x="6" y="777"/>
                      </a:cubicBezTo>
                      <a:cubicBezTo>
                        <a:pt x="11" y="809"/>
                        <a:pt x="46" y="823"/>
                        <a:pt x="91" y="823"/>
                      </a:cubicBezTo>
                      <a:cubicBezTo>
                        <a:pt x="158" y="823"/>
                        <a:pt x="247" y="791"/>
                        <a:pt x="295" y="740"/>
                      </a:cubicBezTo>
                      <a:cubicBezTo>
                        <a:pt x="375" y="654"/>
                        <a:pt x="277" y="598"/>
                        <a:pt x="265" y="482"/>
                      </a:cubicBezTo>
                      <a:cubicBezTo>
                        <a:pt x="246" y="371"/>
                        <a:pt x="301" y="88"/>
                        <a:pt x="252" y="33"/>
                      </a:cubicBezTo>
                      <a:cubicBezTo>
                        <a:pt x="235" y="11"/>
                        <a:pt x="197" y="0"/>
                        <a:pt x="1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3" name="Google Shape;6473;p68"/>
                <p:cNvSpPr/>
                <p:nvPr/>
              </p:nvSpPr>
              <p:spPr>
                <a:xfrm>
                  <a:off x="5253025" y="2862075"/>
                  <a:ext cx="7550" cy="21350"/>
                </a:xfrm>
                <a:custGeom>
                  <a:rect b="b" l="l" r="r" t="t"/>
                  <a:pathLst>
                    <a:path extrusionOk="0" h="854" w="302">
                      <a:moveTo>
                        <a:pt x="182" y="0"/>
                      </a:moveTo>
                      <a:cubicBezTo>
                        <a:pt x="126" y="0"/>
                        <a:pt x="63" y="23"/>
                        <a:pt x="56" y="63"/>
                      </a:cubicBezTo>
                      <a:cubicBezTo>
                        <a:pt x="38" y="137"/>
                        <a:pt x="117" y="383"/>
                        <a:pt x="93" y="512"/>
                      </a:cubicBezTo>
                      <a:cubicBezTo>
                        <a:pt x="68" y="635"/>
                        <a:pt x="1" y="733"/>
                        <a:pt x="44" y="807"/>
                      </a:cubicBezTo>
                      <a:cubicBezTo>
                        <a:pt x="65" y="838"/>
                        <a:pt x="105" y="853"/>
                        <a:pt x="147" y="853"/>
                      </a:cubicBezTo>
                      <a:cubicBezTo>
                        <a:pt x="204" y="853"/>
                        <a:pt x="263" y="826"/>
                        <a:pt x="277" y="776"/>
                      </a:cubicBezTo>
                      <a:cubicBezTo>
                        <a:pt x="302" y="684"/>
                        <a:pt x="228" y="592"/>
                        <a:pt x="247" y="475"/>
                      </a:cubicBezTo>
                      <a:cubicBezTo>
                        <a:pt x="259" y="352"/>
                        <a:pt x="296" y="88"/>
                        <a:pt x="271" y="33"/>
                      </a:cubicBezTo>
                      <a:cubicBezTo>
                        <a:pt x="256" y="10"/>
                        <a:pt x="221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4" name="Google Shape;6474;p68"/>
                <p:cNvSpPr/>
                <p:nvPr/>
              </p:nvSpPr>
              <p:spPr>
                <a:xfrm>
                  <a:off x="5244425" y="2863800"/>
                  <a:ext cx="6175" cy="19550"/>
                </a:xfrm>
                <a:custGeom>
                  <a:rect b="b" l="l" r="r" t="t"/>
                  <a:pathLst>
                    <a:path extrusionOk="0" h="782" w="247">
                      <a:moveTo>
                        <a:pt x="130" y="0"/>
                      </a:moveTo>
                      <a:cubicBezTo>
                        <a:pt x="93" y="7"/>
                        <a:pt x="62" y="25"/>
                        <a:pt x="43" y="62"/>
                      </a:cubicBezTo>
                      <a:cubicBezTo>
                        <a:pt x="31" y="99"/>
                        <a:pt x="25" y="136"/>
                        <a:pt x="31" y="173"/>
                      </a:cubicBezTo>
                      <a:cubicBezTo>
                        <a:pt x="37" y="283"/>
                        <a:pt x="80" y="400"/>
                        <a:pt x="56" y="504"/>
                      </a:cubicBezTo>
                      <a:cubicBezTo>
                        <a:pt x="43" y="554"/>
                        <a:pt x="19" y="603"/>
                        <a:pt x="13" y="652"/>
                      </a:cubicBezTo>
                      <a:cubicBezTo>
                        <a:pt x="0" y="701"/>
                        <a:pt x="19" y="750"/>
                        <a:pt x="68" y="775"/>
                      </a:cubicBezTo>
                      <a:cubicBezTo>
                        <a:pt x="79" y="779"/>
                        <a:pt x="90" y="781"/>
                        <a:pt x="101" y="781"/>
                      </a:cubicBezTo>
                      <a:cubicBezTo>
                        <a:pt x="138" y="781"/>
                        <a:pt x="172" y="758"/>
                        <a:pt x="191" y="720"/>
                      </a:cubicBezTo>
                      <a:cubicBezTo>
                        <a:pt x="209" y="670"/>
                        <a:pt x="209" y="621"/>
                        <a:pt x="197" y="572"/>
                      </a:cubicBezTo>
                      <a:cubicBezTo>
                        <a:pt x="185" y="523"/>
                        <a:pt x="173" y="474"/>
                        <a:pt x="173" y="425"/>
                      </a:cubicBezTo>
                      <a:cubicBezTo>
                        <a:pt x="173" y="314"/>
                        <a:pt x="246" y="209"/>
                        <a:pt x="228" y="105"/>
                      </a:cubicBezTo>
                      <a:cubicBezTo>
                        <a:pt x="228" y="50"/>
                        <a:pt x="185" y="7"/>
                        <a:pt x="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5" name="Google Shape;6475;p68"/>
                <p:cNvSpPr/>
                <p:nvPr/>
              </p:nvSpPr>
              <p:spPr>
                <a:xfrm>
                  <a:off x="5235675" y="2863500"/>
                  <a:ext cx="5850" cy="18775"/>
                </a:xfrm>
                <a:custGeom>
                  <a:rect b="b" l="l" r="r" t="t"/>
                  <a:pathLst>
                    <a:path extrusionOk="0" h="751" w="234">
                      <a:moveTo>
                        <a:pt x="116" y="1"/>
                      </a:moveTo>
                      <a:cubicBezTo>
                        <a:pt x="104" y="1"/>
                        <a:pt x="92" y="3"/>
                        <a:pt x="80" y="6"/>
                      </a:cubicBezTo>
                      <a:cubicBezTo>
                        <a:pt x="37" y="37"/>
                        <a:pt x="12" y="92"/>
                        <a:pt x="25" y="142"/>
                      </a:cubicBezTo>
                      <a:cubicBezTo>
                        <a:pt x="25" y="240"/>
                        <a:pt x="68" y="338"/>
                        <a:pt x="49" y="437"/>
                      </a:cubicBezTo>
                      <a:cubicBezTo>
                        <a:pt x="43" y="498"/>
                        <a:pt x="12" y="553"/>
                        <a:pt x="6" y="615"/>
                      </a:cubicBezTo>
                      <a:cubicBezTo>
                        <a:pt x="0" y="670"/>
                        <a:pt x="31" y="744"/>
                        <a:pt x="86" y="750"/>
                      </a:cubicBezTo>
                      <a:cubicBezTo>
                        <a:pt x="90" y="751"/>
                        <a:pt x="95" y="751"/>
                        <a:pt x="99" y="751"/>
                      </a:cubicBezTo>
                      <a:cubicBezTo>
                        <a:pt x="143" y="751"/>
                        <a:pt x="180" y="722"/>
                        <a:pt x="197" y="682"/>
                      </a:cubicBezTo>
                      <a:cubicBezTo>
                        <a:pt x="209" y="633"/>
                        <a:pt x="209" y="590"/>
                        <a:pt x="197" y="547"/>
                      </a:cubicBezTo>
                      <a:cubicBezTo>
                        <a:pt x="184" y="498"/>
                        <a:pt x="172" y="455"/>
                        <a:pt x="172" y="406"/>
                      </a:cubicBezTo>
                      <a:cubicBezTo>
                        <a:pt x="178" y="357"/>
                        <a:pt x="191" y="301"/>
                        <a:pt x="209" y="252"/>
                      </a:cubicBezTo>
                      <a:cubicBezTo>
                        <a:pt x="234" y="197"/>
                        <a:pt x="234" y="142"/>
                        <a:pt x="221" y="80"/>
                      </a:cubicBezTo>
                      <a:cubicBezTo>
                        <a:pt x="207" y="31"/>
                        <a:pt x="164" y="1"/>
                        <a:pt x="11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6" name="Google Shape;6476;p68"/>
                <p:cNvSpPr/>
                <p:nvPr/>
              </p:nvSpPr>
              <p:spPr>
                <a:xfrm>
                  <a:off x="5227825" y="2862850"/>
                  <a:ext cx="6800" cy="16400"/>
                </a:xfrm>
                <a:custGeom>
                  <a:rect b="b" l="l" r="r" t="t"/>
                  <a:pathLst>
                    <a:path extrusionOk="0" h="656" w="272">
                      <a:moveTo>
                        <a:pt x="184" y="1"/>
                      </a:moveTo>
                      <a:cubicBezTo>
                        <a:pt x="146" y="1"/>
                        <a:pt x="109" y="24"/>
                        <a:pt x="93" y="57"/>
                      </a:cubicBezTo>
                      <a:cubicBezTo>
                        <a:pt x="74" y="100"/>
                        <a:pt x="74" y="143"/>
                        <a:pt x="81" y="186"/>
                      </a:cubicBezTo>
                      <a:cubicBezTo>
                        <a:pt x="81" y="229"/>
                        <a:pt x="93" y="272"/>
                        <a:pt x="93" y="309"/>
                      </a:cubicBezTo>
                      <a:cubicBezTo>
                        <a:pt x="99" y="370"/>
                        <a:pt x="87" y="432"/>
                        <a:pt x="56" y="481"/>
                      </a:cubicBezTo>
                      <a:cubicBezTo>
                        <a:pt x="31" y="524"/>
                        <a:pt x="1" y="573"/>
                        <a:pt x="25" y="616"/>
                      </a:cubicBezTo>
                      <a:cubicBezTo>
                        <a:pt x="38" y="642"/>
                        <a:pt x="62" y="655"/>
                        <a:pt x="86" y="655"/>
                      </a:cubicBezTo>
                      <a:cubicBezTo>
                        <a:pt x="97" y="655"/>
                        <a:pt x="108" y="653"/>
                        <a:pt x="117" y="647"/>
                      </a:cubicBezTo>
                      <a:cubicBezTo>
                        <a:pt x="154" y="635"/>
                        <a:pt x="179" y="604"/>
                        <a:pt x="185" y="573"/>
                      </a:cubicBezTo>
                      <a:cubicBezTo>
                        <a:pt x="197" y="536"/>
                        <a:pt x="203" y="493"/>
                        <a:pt x="203" y="456"/>
                      </a:cubicBezTo>
                      <a:cubicBezTo>
                        <a:pt x="197" y="333"/>
                        <a:pt x="216" y="211"/>
                        <a:pt x="253" y="94"/>
                      </a:cubicBezTo>
                      <a:cubicBezTo>
                        <a:pt x="271" y="51"/>
                        <a:pt x="240" y="8"/>
                        <a:pt x="197" y="2"/>
                      </a:cubicBezTo>
                      <a:cubicBezTo>
                        <a:pt x="193" y="1"/>
                        <a:pt x="188" y="1"/>
                        <a:pt x="1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7" name="Google Shape;6477;p68"/>
                <p:cNvSpPr/>
                <p:nvPr/>
              </p:nvSpPr>
              <p:spPr>
                <a:xfrm>
                  <a:off x="5219375" y="2559325"/>
                  <a:ext cx="41050" cy="33625"/>
                </a:xfrm>
                <a:custGeom>
                  <a:rect b="b" l="l" r="r" t="t"/>
                  <a:pathLst>
                    <a:path extrusionOk="0" h="1345" w="1642">
                      <a:moveTo>
                        <a:pt x="526" y="0"/>
                      </a:moveTo>
                      <a:cubicBezTo>
                        <a:pt x="448" y="0"/>
                        <a:pt x="372" y="13"/>
                        <a:pt x="302" y="52"/>
                      </a:cubicBezTo>
                      <a:cubicBezTo>
                        <a:pt x="185" y="132"/>
                        <a:pt x="105" y="261"/>
                        <a:pt x="93" y="408"/>
                      </a:cubicBezTo>
                      <a:cubicBezTo>
                        <a:pt x="1" y="845"/>
                        <a:pt x="296" y="1275"/>
                        <a:pt x="744" y="1337"/>
                      </a:cubicBezTo>
                      <a:cubicBezTo>
                        <a:pt x="780" y="1342"/>
                        <a:pt x="816" y="1344"/>
                        <a:pt x="852" y="1344"/>
                      </a:cubicBezTo>
                      <a:cubicBezTo>
                        <a:pt x="1251" y="1344"/>
                        <a:pt x="1596" y="1036"/>
                        <a:pt x="1629" y="624"/>
                      </a:cubicBezTo>
                      <a:cubicBezTo>
                        <a:pt x="1642" y="519"/>
                        <a:pt x="1629" y="408"/>
                        <a:pt x="1580" y="316"/>
                      </a:cubicBezTo>
                      <a:cubicBezTo>
                        <a:pt x="1500" y="193"/>
                        <a:pt x="1377" y="107"/>
                        <a:pt x="1236" y="77"/>
                      </a:cubicBezTo>
                      <a:cubicBezTo>
                        <a:pt x="1095" y="52"/>
                        <a:pt x="947" y="34"/>
                        <a:pt x="806" y="27"/>
                      </a:cubicBezTo>
                      <a:cubicBezTo>
                        <a:pt x="713" y="17"/>
                        <a:pt x="618" y="0"/>
                        <a:pt x="5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8" name="Google Shape;6478;p68"/>
                <p:cNvSpPr/>
                <p:nvPr/>
              </p:nvSpPr>
              <p:spPr>
                <a:xfrm>
                  <a:off x="5208475" y="2128425"/>
                  <a:ext cx="208075" cy="116600"/>
                </a:xfrm>
                <a:custGeom>
                  <a:rect b="b" l="l" r="r" t="t"/>
                  <a:pathLst>
                    <a:path extrusionOk="0" h="4664" w="8323">
                      <a:moveTo>
                        <a:pt x="1584" y="1"/>
                      </a:moveTo>
                      <a:cubicBezTo>
                        <a:pt x="1329" y="1"/>
                        <a:pt x="1078" y="38"/>
                        <a:pt x="842" y="145"/>
                      </a:cubicBezTo>
                      <a:cubicBezTo>
                        <a:pt x="344" y="366"/>
                        <a:pt x="0" y="1024"/>
                        <a:pt x="283" y="1497"/>
                      </a:cubicBezTo>
                      <a:cubicBezTo>
                        <a:pt x="467" y="1792"/>
                        <a:pt x="824" y="1915"/>
                        <a:pt x="1094" y="2124"/>
                      </a:cubicBezTo>
                      <a:cubicBezTo>
                        <a:pt x="1531" y="2456"/>
                        <a:pt x="1758" y="2997"/>
                        <a:pt x="2004" y="3489"/>
                      </a:cubicBezTo>
                      <a:cubicBezTo>
                        <a:pt x="2256" y="3980"/>
                        <a:pt x="2600" y="4484"/>
                        <a:pt x="3123" y="4632"/>
                      </a:cubicBezTo>
                      <a:cubicBezTo>
                        <a:pt x="3196" y="4653"/>
                        <a:pt x="3274" y="4664"/>
                        <a:pt x="3352" y="4664"/>
                      </a:cubicBezTo>
                      <a:cubicBezTo>
                        <a:pt x="3680" y="4664"/>
                        <a:pt x="4015" y="4481"/>
                        <a:pt x="4069" y="4159"/>
                      </a:cubicBezTo>
                      <a:cubicBezTo>
                        <a:pt x="4137" y="3759"/>
                        <a:pt x="3774" y="3452"/>
                        <a:pt x="3498" y="3175"/>
                      </a:cubicBezTo>
                      <a:cubicBezTo>
                        <a:pt x="3153" y="2819"/>
                        <a:pt x="2889" y="2382"/>
                        <a:pt x="2735" y="1909"/>
                      </a:cubicBezTo>
                      <a:cubicBezTo>
                        <a:pt x="2705" y="1811"/>
                        <a:pt x="2680" y="1681"/>
                        <a:pt x="2760" y="1608"/>
                      </a:cubicBezTo>
                      <a:cubicBezTo>
                        <a:pt x="2790" y="1579"/>
                        <a:pt x="2823" y="1567"/>
                        <a:pt x="2858" y="1567"/>
                      </a:cubicBezTo>
                      <a:cubicBezTo>
                        <a:pt x="2967" y="1567"/>
                        <a:pt x="3090" y="1685"/>
                        <a:pt x="3160" y="1792"/>
                      </a:cubicBezTo>
                      <a:cubicBezTo>
                        <a:pt x="3460" y="2252"/>
                        <a:pt x="3803" y="3218"/>
                        <a:pt x="4164" y="3218"/>
                      </a:cubicBezTo>
                      <a:cubicBezTo>
                        <a:pt x="4165" y="3218"/>
                        <a:pt x="4166" y="3218"/>
                        <a:pt x="4168" y="3218"/>
                      </a:cubicBezTo>
                      <a:cubicBezTo>
                        <a:pt x="4536" y="3212"/>
                        <a:pt x="4862" y="2253"/>
                        <a:pt x="5157" y="1792"/>
                      </a:cubicBezTo>
                      <a:cubicBezTo>
                        <a:pt x="5227" y="1685"/>
                        <a:pt x="5350" y="1567"/>
                        <a:pt x="5459" y="1567"/>
                      </a:cubicBezTo>
                      <a:cubicBezTo>
                        <a:pt x="5494" y="1567"/>
                        <a:pt x="5527" y="1579"/>
                        <a:pt x="5557" y="1608"/>
                      </a:cubicBezTo>
                      <a:cubicBezTo>
                        <a:pt x="5637" y="1681"/>
                        <a:pt x="5612" y="1811"/>
                        <a:pt x="5581" y="1909"/>
                      </a:cubicBezTo>
                      <a:cubicBezTo>
                        <a:pt x="5428" y="2382"/>
                        <a:pt x="5170" y="2819"/>
                        <a:pt x="4819" y="3175"/>
                      </a:cubicBezTo>
                      <a:cubicBezTo>
                        <a:pt x="4543" y="3452"/>
                        <a:pt x="4186" y="3765"/>
                        <a:pt x="4248" y="4159"/>
                      </a:cubicBezTo>
                      <a:cubicBezTo>
                        <a:pt x="4297" y="4477"/>
                        <a:pt x="4638" y="4663"/>
                        <a:pt x="4968" y="4663"/>
                      </a:cubicBezTo>
                      <a:cubicBezTo>
                        <a:pt x="5045" y="4663"/>
                        <a:pt x="5122" y="4653"/>
                        <a:pt x="5194" y="4632"/>
                      </a:cubicBezTo>
                      <a:cubicBezTo>
                        <a:pt x="5717" y="4484"/>
                        <a:pt x="6061" y="3980"/>
                        <a:pt x="6313" y="3489"/>
                      </a:cubicBezTo>
                      <a:cubicBezTo>
                        <a:pt x="6565" y="2997"/>
                        <a:pt x="6786" y="2456"/>
                        <a:pt x="7223" y="2124"/>
                      </a:cubicBezTo>
                      <a:cubicBezTo>
                        <a:pt x="7493" y="1915"/>
                        <a:pt x="7850" y="1792"/>
                        <a:pt x="8034" y="1497"/>
                      </a:cubicBezTo>
                      <a:cubicBezTo>
                        <a:pt x="8323" y="1024"/>
                        <a:pt x="7972" y="366"/>
                        <a:pt x="7475" y="145"/>
                      </a:cubicBezTo>
                      <a:cubicBezTo>
                        <a:pt x="7242" y="38"/>
                        <a:pt x="6991" y="1"/>
                        <a:pt x="6735" y="1"/>
                      </a:cubicBezTo>
                      <a:cubicBezTo>
                        <a:pt x="6444" y="1"/>
                        <a:pt x="6146" y="49"/>
                        <a:pt x="5858" y="102"/>
                      </a:cubicBezTo>
                      <a:cubicBezTo>
                        <a:pt x="5292" y="200"/>
                        <a:pt x="4727" y="311"/>
                        <a:pt x="4161" y="434"/>
                      </a:cubicBezTo>
                      <a:cubicBezTo>
                        <a:pt x="3596" y="311"/>
                        <a:pt x="3030" y="200"/>
                        <a:pt x="2459" y="102"/>
                      </a:cubicBezTo>
                      <a:cubicBezTo>
                        <a:pt x="2171" y="49"/>
                        <a:pt x="1875" y="1"/>
                        <a:pt x="15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9" name="Google Shape;6479;p68"/>
                <p:cNvSpPr/>
                <p:nvPr/>
              </p:nvSpPr>
              <p:spPr>
                <a:xfrm>
                  <a:off x="5166825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1589" y="0"/>
                      </a:moveTo>
                      <a:cubicBezTo>
                        <a:pt x="1274" y="0"/>
                        <a:pt x="885" y="222"/>
                        <a:pt x="873" y="544"/>
                      </a:cubicBezTo>
                      <a:cubicBezTo>
                        <a:pt x="849" y="1036"/>
                        <a:pt x="720" y="2739"/>
                        <a:pt x="701" y="3802"/>
                      </a:cubicBezTo>
                      <a:cubicBezTo>
                        <a:pt x="676" y="4866"/>
                        <a:pt x="443" y="6531"/>
                        <a:pt x="363" y="6974"/>
                      </a:cubicBezTo>
                      <a:cubicBezTo>
                        <a:pt x="277" y="7423"/>
                        <a:pt x="0" y="7552"/>
                        <a:pt x="43" y="7828"/>
                      </a:cubicBezTo>
                      <a:cubicBezTo>
                        <a:pt x="67" y="8003"/>
                        <a:pt x="451" y="8153"/>
                        <a:pt x="763" y="8153"/>
                      </a:cubicBezTo>
                      <a:cubicBezTo>
                        <a:pt x="945" y="8153"/>
                        <a:pt x="1102" y="8102"/>
                        <a:pt x="1150" y="7976"/>
                      </a:cubicBezTo>
                      <a:cubicBezTo>
                        <a:pt x="1273" y="7638"/>
                        <a:pt x="1033" y="6722"/>
                        <a:pt x="1027" y="6144"/>
                      </a:cubicBezTo>
                      <a:cubicBezTo>
                        <a:pt x="1021" y="5572"/>
                        <a:pt x="1512" y="1589"/>
                        <a:pt x="1678" y="1294"/>
                      </a:cubicBezTo>
                      <a:cubicBezTo>
                        <a:pt x="1807" y="1079"/>
                        <a:pt x="2152" y="569"/>
                        <a:pt x="1955" y="188"/>
                      </a:cubicBezTo>
                      <a:cubicBezTo>
                        <a:pt x="1891" y="58"/>
                        <a:pt x="1749" y="0"/>
                        <a:pt x="158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0" name="Google Shape;6480;p68"/>
                <p:cNvSpPr/>
                <p:nvPr/>
              </p:nvSpPr>
              <p:spPr>
                <a:xfrm>
                  <a:off x="5132400" y="2022800"/>
                  <a:ext cx="67125" cy="185725"/>
                </a:xfrm>
                <a:custGeom>
                  <a:rect b="b" l="l" r="r" t="t"/>
                  <a:pathLst>
                    <a:path extrusionOk="0" h="7429" w="2685">
                      <a:moveTo>
                        <a:pt x="1790" y="707"/>
                      </a:moveTo>
                      <a:cubicBezTo>
                        <a:pt x="1882" y="707"/>
                        <a:pt x="1966" y="777"/>
                        <a:pt x="1955" y="885"/>
                      </a:cubicBezTo>
                      <a:cubicBezTo>
                        <a:pt x="1931" y="1069"/>
                        <a:pt x="1045" y="3767"/>
                        <a:pt x="935" y="4634"/>
                      </a:cubicBezTo>
                      <a:cubicBezTo>
                        <a:pt x="935" y="4634"/>
                        <a:pt x="1291" y="1542"/>
                        <a:pt x="1599" y="848"/>
                      </a:cubicBezTo>
                      <a:cubicBezTo>
                        <a:pt x="1641" y="749"/>
                        <a:pt x="1718" y="707"/>
                        <a:pt x="1790" y="707"/>
                      </a:cubicBezTo>
                      <a:close/>
                      <a:moveTo>
                        <a:pt x="1474" y="1"/>
                      </a:moveTo>
                      <a:cubicBezTo>
                        <a:pt x="1446" y="1"/>
                        <a:pt x="1426" y="11"/>
                        <a:pt x="1414" y="36"/>
                      </a:cubicBezTo>
                      <a:cubicBezTo>
                        <a:pt x="1070" y="780"/>
                        <a:pt x="0" y="7074"/>
                        <a:pt x="62" y="7296"/>
                      </a:cubicBezTo>
                      <a:cubicBezTo>
                        <a:pt x="90" y="7388"/>
                        <a:pt x="196" y="7428"/>
                        <a:pt x="320" y="7428"/>
                      </a:cubicBezTo>
                      <a:cubicBezTo>
                        <a:pt x="490" y="7428"/>
                        <a:pt x="694" y="7352"/>
                        <a:pt x="769" y="7234"/>
                      </a:cubicBezTo>
                      <a:cubicBezTo>
                        <a:pt x="898" y="7037"/>
                        <a:pt x="1371" y="5046"/>
                        <a:pt x="1715" y="3583"/>
                      </a:cubicBezTo>
                      <a:cubicBezTo>
                        <a:pt x="2045" y="2156"/>
                        <a:pt x="2685" y="162"/>
                        <a:pt x="2528" y="162"/>
                      </a:cubicBezTo>
                      <a:cubicBezTo>
                        <a:pt x="2524" y="162"/>
                        <a:pt x="2519" y="163"/>
                        <a:pt x="2514" y="165"/>
                      </a:cubicBezTo>
                      <a:cubicBezTo>
                        <a:pt x="2421" y="213"/>
                        <a:pt x="2327" y="232"/>
                        <a:pt x="2234" y="232"/>
                      </a:cubicBezTo>
                      <a:cubicBezTo>
                        <a:pt x="1908" y="232"/>
                        <a:pt x="1606" y="1"/>
                        <a:pt x="14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1" name="Google Shape;6481;p68"/>
                <p:cNvSpPr/>
                <p:nvPr/>
              </p:nvSpPr>
              <p:spPr>
                <a:xfrm>
                  <a:off x="5144375" y="2212375"/>
                  <a:ext cx="15100" cy="37250"/>
                </a:xfrm>
                <a:custGeom>
                  <a:rect b="b" l="l" r="r" t="t"/>
                  <a:pathLst>
                    <a:path extrusionOk="0" h="1490" w="604">
                      <a:moveTo>
                        <a:pt x="229" y="0"/>
                      </a:moveTo>
                      <a:cubicBezTo>
                        <a:pt x="161" y="0"/>
                        <a:pt x="96" y="35"/>
                        <a:pt x="62" y="94"/>
                      </a:cubicBezTo>
                      <a:cubicBezTo>
                        <a:pt x="19" y="167"/>
                        <a:pt x="1" y="260"/>
                        <a:pt x="13" y="346"/>
                      </a:cubicBezTo>
                      <a:cubicBezTo>
                        <a:pt x="19" y="542"/>
                        <a:pt x="87" y="739"/>
                        <a:pt x="75" y="942"/>
                      </a:cubicBezTo>
                      <a:cubicBezTo>
                        <a:pt x="69" y="1022"/>
                        <a:pt x="44" y="1102"/>
                        <a:pt x="44" y="1188"/>
                      </a:cubicBezTo>
                      <a:cubicBezTo>
                        <a:pt x="32" y="1268"/>
                        <a:pt x="56" y="1354"/>
                        <a:pt x="112" y="1415"/>
                      </a:cubicBezTo>
                      <a:cubicBezTo>
                        <a:pt x="161" y="1465"/>
                        <a:pt x="224" y="1489"/>
                        <a:pt x="289" y="1489"/>
                      </a:cubicBezTo>
                      <a:cubicBezTo>
                        <a:pt x="345" y="1489"/>
                        <a:pt x="401" y="1471"/>
                        <a:pt x="450" y="1434"/>
                      </a:cubicBezTo>
                      <a:cubicBezTo>
                        <a:pt x="548" y="1354"/>
                        <a:pt x="603" y="1231"/>
                        <a:pt x="603" y="1108"/>
                      </a:cubicBezTo>
                      <a:cubicBezTo>
                        <a:pt x="603" y="985"/>
                        <a:pt x="585" y="856"/>
                        <a:pt x="554" y="739"/>
                      </a:cubicBezTo>
                      <a:lnTo>
                        <a:pt x="431" y="241"/>
                      </a:lnTo>
                      <a:cubicBezTo>
                        <a:pt x="407" y="149"/>
                        <a:pt x="376" y="38"/>
                        <a:pt x="284" y="8"/>
                      </a:cubicBezTo>
                      <a:cubicBezTo>
                        <a:pt x="266" y="3"/>
                        <a:pt x="247" y="0"/>
                        <a:pt x="22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2" name="Google Shape;6482;p68"/>
                <p:cNvSpPr/>
                <p:nvPr/>
              </p:nvSpPr>
              <p:spPr>
                <a:xfrm>
                  <a:off x="5149150" y="2254150"/>
                  <a:ext cx="10000" cy="15600"/>
                </a:xfrm>
                <a:custGeom>
                  <a:rect b="b" l="l" r="r" t="t"/>
                  <a:pathLst>
                    <a:path extrusionOk="0" h="624" w="400">
                      <a:moveTo>
                        <a:pt x="211" y="0"/>
                      </a:moveTo>
                      <a:cubicBezTo>
                        <a:pt x="195" y="0"/>
                        <a:pt x="177" y="3"/>
                        <a:pt x="160" y="9"/>
                      </a:cubicBezTo>
                      <a:cubicBezTo>
                        <a:pt x="111" y="21"/>
                        <a:pt x="62" y="45"/>
                        <a:pt x="19" y="76"/>
                      </a:cubicBezTo>
                      <a:cubicBezTo>
                        <a:pt x="0" y="254"/>
                        <a:pt x="87" y="568"/>
                        <a:pt x="259" y="623"/>
                      </a:cubicBezTo>
                      <a:cubicBezTo>
                        <a:pt x="357" y="488"/>
                        <a:pt x="400" y="316"/>
                        <a:pt x="369" y="150"/>
                      </a:cubicBezTo>
                      <a:cubicBezTo>
                        <a:pt x="363" y="107"/>
                        <a:pt x="345" y="70"/>
                        <a:pt x="314" y="39"/>
                      </a:cubicBezTo>
                      <a:cubicBezTo>
                        <a:pt x="284" y="14"/>
                        <a:pt x="249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3" name="Google Shape;6483;p68"/>
                <p:cNvSpPr/>
                <p:nvPr/>
              </p:nvSpPr>
              <p:spPr>
                <a:xfrm>
                  <a:off x="5152825" y="2275925"/>
                  <a:ext cx="5875" cy="10425"/>
                </a:xfrm>
                <a:custGeom>
                  <a:rect b="b" l="l" r="r" t="t"/>
                  <a:pathLst>
                    <a:path extrusionOk="0" h="417" w="235">
                      <a:moveTo>
                        <a:pt x="91" y="0"/>
                      </a:moveTo>
                      <a:cubicBezTo>
                        <a:pt x="64" y="0"/>
                        <a:pt x="39" y="9"/>
                        <a:pt x="19" y="29"/>
                      </a:cubicBezTo>
                      <a:cubicBezTo>
                        <a:pt x="1" y="139"/>
                        <a:pt x="7" y="250"/>
                        <a:pt x="44" y="355"/>
                      </a:cubicBezTo>
                      <a:cubicBezTo>
                        <a:pt x="50" y="385"/>
                        <a:pt x="81" y="416"/>
                        <a:pt x="99" y="416"/>
                      </a:cubicBezTo>
                      <a:cubicBezTo>
                        <a:pt x="118" y="416"/>
                        <a:pt x="136" y="392"/>
                        <a:pt x="142" y="373"/>
                      </a:cubicBezTo>
                      <a:cubicBezTo>
                        <a:pt x="179" y="324"/>
                        <a:pt x="204" y="269"/>
                        <a:pt x="222" y="207"/>
                      </a:cubicBezTo>
                      <a:cubicBezTo>
                        <a:pt x="235" y="152"/>
                        <a:pt x="222" y="84"/>
                        <a:pt x="179" y="41"/>
                      </a:cubicBezTo>
                      <a:cubicBezTo>
                        <a:pt x="156" y="14"/>
                        <a:pt x="123" y="0"/>
                        <a:pt x="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4" name="Google Shape;6484;p68"/>
                <p:cNvSpPr/>
                <p:nvPr/>
              </p:nvSpPr>
              <p:spPr>
                <a:xfrm>
                  <a:off x="5128250" y="2216675"/>
                  <a:ext cx="13550" cy="37100"/>
                </a:xfrm>
                <a:custGeom>
                  <a:rect b="b" l="l" r="r" t="t"/>
                  <a:pathLst>
                    <a:path extrusionOk="0" h="1484" w="542">
                      <a:moveTo>
                        <a:pt x="293" y="1"/>
                      </a:moveTo>
                      <a:cubicBezTo>
                        <a:pt x="288" y="1"/>
                        <a:pt x="282" y="1"/>
                        <a:pt x="277" y="2"/>
                      </a:cubicBezTo>
                      <a:cubicBezTo>
                        <a:pt x="179" y="20"/>
                        <a:pt x="136" y="125"/>
                        <a:pt x="117" y="217"/>
                      </a:cubicBezTo>
                      <a:cubicBezTo>
                        <a:pt x="50" y="500"/>
                        <a:pt x="13" y="788"/>
                        <a:pt x="7" y="1077"/>
                      </a:cubicBezTo>
                      <a:cubicBezTo>
                        <a:pt x="1" y="1157"/>
                        <a:pt x="13" y="1243"/>
                        <a:pt x="37" y="1323"/>
                      </a:cubicBezTo>
                      <a:cubicBezTo>
                        <a:pt x="62" y="1403"/>
                        <a:pt x="130" y="1465"/>
                        <a:pt x="209" y="1483"/>
                      </a:cubicBezTo>
                      <a:cubicBezTo>
                        <a:pt x="214" y="1483"/>
                        <a:pt x="219" y="1483"/>
                        <a:pt x="224" y="1483"/>
                      </a:cubicBezTo>
                      <a:cubicBezTo>
                        <a:pt x="317" y="1483"/>
                        <a:pt x="402" y="1429"/>
                        <a:pt x="443" y="1348"/>
                      </a:cubicBezTo>
                      <a:cubicBezTo>
                        <a:pt x="480" y="1256"/>
                        <a:pt x="505" y="1163"/>
                        <a:pt x="505" y="1065"/>
                      </a:cubicBezTo>
                      <a:cubicBezTo>
                        <a:pt x="541" y="801"/>
                        <a:pt x="541" y="530"/>
                        <a:pt x="505" y="266"/>
                      </a:cubicBezTo>
                      <a:cubicBezTo>
                        <a:pt x="498" y="198"/>
                        <a:pt x="480" y="137"/>
                        <a:pt x="443" y="82"/>
                      </a:cubicBezTo>
                      <a:cubicBezTo>
                        <a:pt x="409" y="31"/>
                        <a:pt x="350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5" name="Google Shape;6485;p68"/>
                <p:cNvSpPr/>
                <p:nvPr/>
              </p:nvSpPr>
              <p:spPr>
                <a:xfrm>
                  <a:off x="5125650" y="2258950"/>
                  <a:ext cx="10000" cy="22800"/>
                </a:xfrm>
                <a:custGeom>
                  <a:rect b="b" l="l" r="r" t="t"/>
                  <a:pathLst>
                    <a:path extrusionOk="0" h="912" w="400">
                      <a:moveTo>
                        <a:pt x="215" y="1"/>
                      </a:moveTo>
                      <a:cubicBezTo>
                        <a:pt x="166" y="1"/>
                        <a:pt x="117" y="26"/>
                        <a:pt x="92" y="69"/>
                      </a:cubicBezTo>
                      <a:cubicBezTo>
                        <a:pt x="61" y="112"/>
                        <a:pt x="49" y="161"/>
                        <a:pt x="43" y="216"/>
                      </a:cubicBezTo>
                      <a:cubicBezTo>
                        <a:pt x="37" y="308"/>
                        <a:pt x="49" y="401"/>
                        <a:pt x="37" y="493"/>
                      </a:cubicBezTo>
                      <a:cubicBezTo>
                        <a:pt x="18" y="573"/>
                        <a:pt x="6" y="646"/>
                        <a:pt x="6" y="726"/>
                      </a:cubicBezTo>
                      <a:cubicBezTo>
                        <a:pt x="0" y="806"/>
                        <a:pt x="49" y="880"/>
                        <a:pt x="123" y="911"/>
                      </a:cubicBezTo>
                      <a:cubicBezTo>
                        <a:pt x="129" y="911"/>
                        <a:pt x="134" y="911"/>
                        <a:pt x="140" y="911"/>
                      </a:cubicBezTo>
                      <a:cubicBezTo>
                        <a:pt x="202" y="911"/>
                        <a:pt x="261" y="881"/>
                        <a:pt x="295" y="825"/>
                      </a:cubicBezTo>
                      <a:cubicBezTo>
                        <a:pt x="332" y="769"/>
                        <a:pt x="350" y="702"/>
                        <a:pt x="357" y="634"/>
                      </a:cubicBezTo>
                      <a:cubicBezTo>
                        <a:pt x="400" y="480"/>
                        <a:pt x="400" y="321"/>
                        <a:pt x="375" y="161"/>
                      </a:cubicBezTo>
                      <a:cubicBezTo>
                        <a:pt x="350" y="87"/>
                        <a:pt x="301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6" name="Google Shape;6486;p68"/>
                <p:cNvSpPr/>
                <p:nvPr/>
              </p:nvSpPr>
              <p:spPr>
                <a:xfrm>
                  <a:off x="5130875" y="2286450"/>
                  <a:ext cx="11225" cy="17200"/>
                </a:xfrm>
                <a:custGeom>
                  <a:rect b="b" l="l" r="r" t="t"/>
                  <a:pathLst>
                    <a:path extrusionOk="0" h="688" w="449">
                      <a:moveTo>
                        <a:pt x="118" y="1"/>
                      </a:moveTo>
                      <a:cubicBezTo>
                        <a:pt x="55" y="1"/>
                        <a:pt x="6" y="48"/>
                        <a:pt x="0" y="112"/>
                      </a:cubicBezTo>
                      <a:cubicBezTo>
                        <a:pt x="0" y="173"/>
                        <a:pt x="25" y="235"/>
                        <a:pt x="68" y="278"/>
                      </a:cubicBezTo>
                      <a:cubicBezTo>
                        <a:pt x="104" y="327"/>
                        <a:pt x="141" y="376"/>
                        <a:pt x="172" y="432"/>
                      </a:cubicBezTo>
                      <a:cubicBezTo>
                        <a:pt x="197" y="499"/>
                        <a:pt x="221" y="561"/>
                        <a:pt x="246" y="616"/>
                      </a:cubicBezTo>
                      <a:cubicBezTo>
                        <a:pt x="271" y="658"/>
                        <a:pt x="316" y="688"/>
                        <a:pt x="357" y="688"/>
                      </a:cubicBezTo>
                      <a:cubicBezTo>
                        <a:pt x="377" y="688"/>
                        <a:pt x="396" y="681"/>
                        <a:pt x="412" y="665"/>
                      </a:cubicBezTo>
                      <a:cubicBezTo>
                        <a:pt x="436" y="641"/>
                        <a:pt x="449" y="604"/>
                        <a:pt x="436" y="567"/>
                      </a:cubicBezTo>
                      <a:cubicBezTo>
                        <a:pt x="430" y="530"/>
                        <a:pt x="412" y="493"/>
                        <a:pt x="393" y="462"/>
                      </a:cubicBezTo>
                      <a:cubicBezTo>
                        <a:pt x="326" y="358"/>
                        <a:pt x="270" y="247"/>
                        <a:pt x="234" y="136"/>
                      </a:cubicBezTo>
                      <a:cubicBezTo>
                        <a:pt x="209" y="81"/>
                        <a:pt x="184" y="20"/>
                        <a:pt x="129" y="1"/>
                      </a:cubicBezTo>
                      <a:cubicBezTo>
                        <a:pt x="125" y="1"/>
                        <a:pt x="121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7" name="Google Shape;6487;p68"/>
                <p:cNvSpPr/>
                <p:nvPr/>
              </p:nvSpPr>
              <p:spPr>
                <a:xfrm>
                  <a:off x="5141625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56" y="0"/>
                      </a:moveTo>
                      <a:lnTo>
                        <a:pt x="56" y="0"/>
                      </a:lnTo>
                      <a:cubicBezTo>
                        <a:pt x="0" y="123"/>
                        <a:pt x="62" y="270"/>
                        <a:pt x="191" y="320"/>
                      </a:cubicBezTo>
                      <a:cubicBezTo>
                        <a:pt x="209" y="252"/>
                        <a:pt x="209" y="184"/>
                        <a:pt x="197" y="117"/>
                      </a:cubicBezTo>
                      <a:cubicBezTo>
                        <a:pt x="185" y="55"/>
                        <a:pt x="123" y="6"/>
                        <a:pt x="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8" name="Google Shape;6488;p68"/>
                <p:cNvSpPr/>
                <p:nvPr/>
              </p:nvSpPr>
              <p:spPr>
                <a:xfrm>
                  <a:off x="5229575" y="1823150"/>
                  <a:ext cx="82950" cy="196300"/>
                </a:xfrm>
                <a:custGeom>
                  <a:rect b="b" l="l" r="r" t="t"/>
                  <a:pathLst>
                    <a:path extrusionOk="0" h="7852" w="3318">
                      <a:moveTo>
                        <a:pt x="2690" y="1"/>
                      </a:moveTo>
                      <a:cubicBezTo>
                        <a:pt x="2690" y="1"/>
                        <a:pt x="2770" y="4427"/>
                        <a:pt x="2690" y="4494"/>
                      </a:cubicBezTo>
                      <a:cubicBezTo>
                        <a:pt x="2617" y="4562"/>
                        <a:pt x="2211" y="4808"/>
                        <a:pt x="1701" y="5619"/>
                      </a:cubicBezTo>
                      <a:cubicBezTo>
                        <a:pt x="1209" y="6400"/>
                        <a:pt x="1068" y="7260"/>
                        <a:pt x="779" y="7315"/>
                      </a:cubicBezTo>
                      <a:cubicBezTo>
                        <a:pt x="771" y="7317"/>
                        <a:pt x="763" y="7318"/>
                        <a:pt x="755" y="7318"/>
                      </a:cubicBezTo>
                      <a:cubicBezTo>
                        <a:pt x="504" y="7318"/>
                        <a:pt x="249" y="6662"/>
                        <a:pt x="133" y="6662"/>
                      </a:cubicBezTo>
                      <a:cubicBezTo>
                        <a:pt x="121" y="6662"/>
                        <a:pt x="111" y="6668"/>
                        <a:pt x="103" y="6682"/>
                      </a:cubicBezTo>
                      <a:cubicBezTo>
                        <a:pt x="0" y="6839"/>
                        <a:pt x="223" y="7852"/>
                        <a:pt x="758" y="7852"/>
                      </a:cubicBezTo>
                      <a:cubicBezTo>
                        <a:pt x="769" y="7852"/>
                        <a:pt x="780" y="7851"/>
                        <a:pt x="791" y="7850"/>
                      </a:cubicBezTo>
                      <a:cubicBezTo>
                        <a:pt x="1350" y="7801"/>
                        <a:pt x="1695" y="6842"/>
                        <a:pt x="2002" y="6092"/>
                      </a:cubicBezTo>
                      <a:cubicBezTo>
                        <a:pt x="2309" y="5342"/>
                        <a:pt x="3317" y="4937"/>
                        <a:pt x="3317" y="4937"/>
                      </a:cubicBezTo>
                      <a:lnTo>
                        <a:pt x="3317" y="25"/>
                      </a:lnTo>
                      <a:cubicBezTo>
                        <a:pt x="2992" y="25"/>
                        <a:pt x="2691" y="1"/>
                        <a:pt x="26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9" name="Google Shape;6489;p68"/>
                <p:cNvSpPr/>
                <p:nvPr/>
              </p:nvSpPr>
              <p:spPr>
                <a:xfrm>
                  <a:off x="5231925" y="1823375"/>
                  <a:ext cx="68775" cy="13925"/>
                </a:xfrm>
                <a:custGeom>
                  <a:rect b="b" l="l" r="r" t="t"/>
                  <a:pathLst>
                    <a:path extrusionOk="0" h="557" w="2751">
                      <a:moveTo>
                        <a:pt x="516" y="0"/>
                      </a:moveTo>
                      <a:cubicBezTo>
                        <a:pt x="137" y="0"/>
                        <a:pt x="1" y="197"/>
                        <a:pt x="82" y="312"/>
                      </a:cubicBezTo>
                      <a:cubicBezTo>
                        <a:pt x="150" y="411"/>
                        <a:pt x="1135" y="556"/>
                        <a:pt x="1963" y="556"/>
                      </a:cubicBezTo>
                      <a:cubicBezTo>
                        <a:pt x="2263" y="556"/>
                        <a:pt x="2542" y="537"/>
                        <a:pt x="2750" y="490"/>
                      </a:cubicBezTo>
                      <a:lnTo>
                        <a:pt x="2670" y="53"/>
                      </a:lnTo>
                      <a:cubicBezTo>
                        <a:pt x="2670" y="53"/>
                        <a:pt x="2459" y="56"/>
                        <a:pt x="2169" y="56"/>
                      </a:cubicBezTo>
                      <a:cubicBezTo>
                        <a:pt x="1686" y="56"/>
                        <a:pt x="984" y="49"/>
                        <a:pt x="673" y="10"/>
                      </a:cubicBezTo>
                      <a:cubicBezTo>
                        <a:pt x="616" y="3"/>
                        <a:pt x="564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0" name="Google Shape;6490;p68"/>
                <p:cNvSpPr/>
                <p:nvPr/>
              </p:nvSpPr>
              <p:spPr>
                <a:xfrm>
                  <a:off x="5273175" y="1794500"/>
                  <a:ext cx="35050" cy="10050"/>
                </a:xfrm>
                <a:custGeom>
                  <a:rect b="b" l="l" r="r" t="t"/>
                  <a:pathLst>
                    <a:path extrusionOk="0" h="402" w="1402">
                      <a:moveTo>
                        <a:pt x="244" y="0"/>
                      </a:moveTo>
                      <a:cubicBezTo>
                        <a:pt x="59" y="0"/>
                        <a:pt x="0" y="126"/>
                        <a:pt x="43" y="206"/>
                      </a:cubicBezTo>
                      <a:cubicBezTo>
                        <a:pt x="81" y="278"/>
                        <a:pt x="641" y="401"/>
                        <a:pt x="1074" y="401"/>
                      </a:cubicBezTo>
                      <a:cubicBezTo>
                        <a:pt x="1199" y="401"/>
                        <a:pt x="1313" y="391"/>
                        <a:pt x="1401" y="366"/>
                      </a:cubicBezTo>
                      <a:lnTo>
                        <a:pt x="1358" y="71"/>
                      </a:lnTo>
                      <a:cubicBezTo>
                        <a:pt x="1358" y="71"/>
                        <a:pt x="590" y="59"/>
                        <a:pt x="338" y="10"/>
                      </a:cubicBezTo>
                      <a:cubicBezTo>
                        <a:pt x="304" y="3"/>
                        <a:pt x="272" y="0"/>
                        <a:pt x="2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1" name="Google Shape;6491;p68"/>
                <p:cNvSpPr/>
                <p:nvPr/>
              </p:nvSpPr>
              <p:spPr>
                <a:xfrm>
                  <a:off x="5284975" y="1779250"/>
                  <a:ext cx="27250" cy="9250"/>
                </a:xfrm>
                <a:custGeom>
                  <a:rect b="b" l="l" r="r" t="t"/>
                  <a:pathLst>
                    <a:path extrusionOk="0" h="370" w="1090">
                      <a:moveTo>
                        <a:pt x="181" y="1"/>
                      </a:moveTo>
                      <a:cubicBezTo>
                        <a:pt x="45" y="1"/>
                        <a:pt x="0" y="110"/>
                        <a:pt x="32" y="183"/>
                      </a:cubicBezTo>
                      <a:cubicBezTo>
                        <a:pt x="66" y="247"/>
                        <a:pt x="523" y="370"/>
                        <a:pt x="863" y="370"/>
                      </a:cubicBezTo>
                      <a:cubicBezTo>
                        <a:pt x="949" y="370"/>
                        <a:pt x="1027" y="362"/>
                        <a:pt x="1089" y="343"/>
                      </a:cubicBezTo>
                      <a:lnTo>
                        <a:pt x="1052" y="79"/>
                      </a:lnTo>
                      <a:cubicBezTo>
                        <a:pt x="1052" y="79"/>
                        <a:pt x="456" y="54"/>
                        <a:pt x="259" y="11"/>
                      </a:cubicBezTo>
                      <a:cubicBezTo>
                        <a:pt x="230" y="4"/>
                        <a:pt x="204" y="1"/>
                        <a:pt x="1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2" name="Google Shape;6492;p68"/>
                <p:cNvSpPr/>
                <p:nvPr/>
              </p:nvSpPr>
              <p:spPr>
                <a:xfrm>
                  <a:off x="5284950" y="197365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176" y="1"/>
                      </a:moveTo>
                      <a:cubicBezTo>
                        <a:pt x="32" y="1"/>
                        <a:pt x="1" y="129"/>
                        <a:pt x="45" y="208"/>
                      </a:cubicBezTo>
                      <a:cubicBezTo>
                        <a:pt x="79" y="263"/>
                        <a:pt x="408" y="339"/>
                        <a:pt x="692" y="339"/>
                      </a:cubicBezTo>
                      <a:cubicBezTo>
                        <a:pt x="816" y="339"/>
                        <a:pt x="932" y="325"/>
                        <a:pt x="1010" y="287"/>
                      </a:cubicBezTo>
                      <a:lnTo>
                        <a:pt x="943" y="11"/>
                      </a:lnTo>
                      <a:cubicBezTo>
                        <a:pt x="943" y="11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5"/>
                      </a:cubicBezTo>
                      <a:cubicBezTo>
                        <a:pt x="207" y="2"/>
                        <a:pt x="191" y="1"/>
                        <a:pt x="1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3" name="Google Shape;6493;p68"/>
                <p:cNvSpPr/>
                <p:nvPr/>
              </p:nvSpPr>
              <p:spPr>
                <a:xfrm>
                  <a:off x="5284925" y="1991775"/>
                  <a:ext cx="25300" cy="8500"/>
                </a:xfrm>
                <a:custGeom>
                  <a:rect b="b" l="l" r="r" t="t"/>
                  <a:pathLst>
                    <a:path extrusionOk="0" h="340" w="1012">
                      <a:moveTo>
                        <a:pt x="179" y="1"/>
                      </a:moveTo>
                      <a:cubicBezTo>
                        <a:pt x="38" y="1"/>
                        <a:pt x="1" y="130"/>
                        <a:pt x="40" y="208"/>
                      </a:cubicBezTo>
                      <a:cubicBezTo>
                        <a:pt x="74" y="263"/>
                        <a:pt x="406" y="340"/>
                        <a:pt x="691" y="340"/>
                      </a:cubicBezTo>
                      <a:cubicBezTo>
                        <a:pt x="816" y="340"/>
                        <a:pt x="933" y="325"/>
                        <a:pt x="1011" y="288"/>
                      </a:cubicBezTo>
                      <a:lnTo>
                        <a:pt x="944" y="11"/>
                      </a:lnTo>
                      <a:cubicBezTo>
                        <a:pt x="944" y="11"/>
                        <a:pt x="739" y="20"/>
                        <a:pt x="540" y="20"/>
                      </a:cubicBezTo>
                      <a:cubicBezTo>
                        <a:pt x="415" y="20"/>
                        <a:pt x="293" y="17"/>
                        <a:pt x="224" y="5"/>
                      </a:cubicBezTo>
                      <a:cubicBezTo>
                        <a:pt x="208" y="2"/>
                        <a:pt x="193" y="1"/>
                        <a:pt x="1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4" name="Google Shape;6494;p68"/>
                <p:cNvSpPr/>
                <p:nvPr/>
              </p:nvSpPr>
              <p:spPr>
                <a:xfrm>
                  <a:off x="528480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183" y="0"/>
                      </a:moveTo>
                      <a:cubicBezTo>
                        <a:pt x="42" y="0"/>
                        <a:pt x="1" y="129"/>
                        <a:pt x="51" y="207"/>
                      </a:cubicBezTo>
                      <a:cubicBezTo>
                        <a:pt x="85" y="266"/>
                        <a:pt x="408" y="340"/>
                        <a:pt x="690" y="340"/>
                      </a:cubicBezTo>
                      <a:cubicBezTo>
                        <a:pt x="817" y="340"/>
                        <a:pt x="936" y="325"/>
                        <a:pt x="1016" y="287"/>
                      </a:cubicBezTo>
                      <a:lnTo>
                        <a:pt x="949" y="10"/>
                      </a:lnTo>
                      <a:cubicBezTo>
                        <a:pt x="949" y="10"/>
                        <a:pt x="737" y="22"/>
                        <a:pt x="535" y="22"/>
                      </a:cubicBezTo>
                      <a:cubicBezTo>
                        <a:pt x="414" y="22"/>
                        <a:pt x="296" y="18"/>
                        <a:pt x="229" y="4"/>
                      </a:cubicBezTo>
                      <a:cubicBezTo>
                        <a:pt x="213" y="1"/>
                        <a:pt x="198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5" name="Google Shape;6495;p68"/>
                <p:cNvSpPr/>
                <p:nvPr/>
              </p:nvSpPr>
              <p:spPr>
                <a:xfrm>
                  <a:off x="528480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7"/>
                        <a:pt x="410" y="345"/>
                        <a:pt x="696" y="345"/>
                      </a:cubicBezTo>
                      <a:cubicBezTo>
                        <a:pt x="820" y="345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40" y="23"/>
                        <a:pt x="538" y="23"/>
                      </a:cubicBezTo>
                      <a:cubicBezTo>
                        <a:pt x="417" y="23"/>
                        <a:pt x="299" y="18"/>
                        <a:pt x="229" y="5"/>
                      </a:cubicBezTo>
                      <a:cubicBezTo>
                        <a:pt x="213" y="2"/>
                        <a:pt x="197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6" name="Google Shape;6496;p68"/>
                <p:cNvSpPr/>
                <p:nvPr/>
              </p:nvSpPr>
              <p:spPr>
                <a:xfrm>
                  <a:off x="528480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1"/>
                      </a:moveTo>
                      <a:cubicBezTo>
                        <a:pt x="37" y="1"/>
                        <a:pt x="0" y="130"/>
                        <a:pt x="45" y="208"/>
                      </a:cubicBezTo>
                      <a:cubicBezTo>
                        <a:pt x="79" y="268"/>
                        <a:pt x="410" y="346"/>
                        <a:pt x="696" y="346"/>
                      </a:cubicBezTo>
                      <a:cubicBezTo>
                        <a:pt x="820" y="346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37" y="23"/>
                        <a:pt x="535" y="23"/>
                      </a:cubicBezTo>
                      <a:cubicBezTo>
                        <a:pt x="414" y="23"/>
                        <a:pt x="296" y="19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7" name="Google Shape;6497;p68"/>
                <p:cNvSpPr/>
                <p:nvPr/>
              </p:nvSpPr>
              <p:spPr>
                <a:xfrm>
                  <a:off x="5284825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174" y="1"/>
                      </a:moveTo>
                      <a:cubicBezTo>
                        <a:pt x="35" y="1"/>
                        <a:pt x="0" y="126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8" y="13"/>
                      </a:lnTo>
                      <a:cubicBezTo>
                        <a:pt x="948" y="13"/>
                        <a:pt x="743" y="22"/>
                        <a:pt x="544" y="22"/>
                      </a:cubicBezTo>
                      <a:cubicBezTo>
                        <a:pt x="419" y="22"/>
                        <a:pt x="297" y="18"/>
                        <a:pt x="228" y="6"/>
                      </a:cubicBezTo>
                      <a:cubicBezTo>
                        <a:pt x="209" y="2"/>
                        <a:pt x="190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8" name="Google Shape;6498;p68"/>
                <p:cNvSpPr/>
                <p:nvPr/>
              </p:nvSpPr>
              <p:spPr>
                <a:xfrm>
                  <a:off x="5284800" y="208260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82" y="1"/>
                      </a:moveTo>
                      <a:cubicBezTo>
                        <a:pt x="37" y="1"/>
                        <a:pt x="0" y="129"/>
                        <a:pt x="45" y="208"/>
                      </a:cubicBezTo>
                      <a:cubicBezTo>
                        <a:pt x="79" y="263"/>
                        <a:pt x="408" y="340"/>
                        <a:pt x="694" y="340"/>
                      </a:cubicBezTo>
                      <a:cubicBezTo>
                        <a:pt x="819" y="340"/>
                        <a:pt x="936" y="325"/>
                        <a:pt x="1016" y="287"/>
                      </a:cubicBezTo>
                      <a:lnTo>
                        <a:pt x="942" y="11"/>
                      </a:lnTo>
                      <a:cubicBezTo>
                        <a:pt x="942" y="11"/>
                        <a:pt x="742" y="20"/>
                        <a:pt x="545" y="20"/>
                      </a:cubicBezTo>
                      <a:cubicBezTo>
                        <a:pt x="422" y="20"/>
                        <a:pt x="300" y="17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9" name="Google Shape;6499;p68"/>
                <p:cNvSpPr/>
                <p:nvPr/>
              </p:nvSpPr>
              <p:spPr>
                <a:xfrm>
                  <a:off x="5284825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175" y="0"/>
                      </a:moveTo>
                      <a:cubicBezTo>
                        <a:pt x="35" y="0"/>
                        <a:pt x="0" y="131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1" y="12"/>
                      </a:lnTo>
                      <a:cubicBezTo>
                        <a:pt x="941" y="12"/>
                        <a:pt x="739" y="21"/>
                        <a:pt x="542" y="21"/>
                      </a:cubicBezTo>
                      <a:cubicBezTo>
                        <a:pt x="418" y="21"/>
                        <a:pt x="297" y="18"/>
                        <a:pt x="228" y="6"/>
                      </a:cubicBezTo>
                      <a:cubicBezTo>
                        <a:pt x="209" y="2"/>
                        <a:pt x="191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0" name="Google Shape;6500;p68"/>
                <p:cNvSpPr/>
                <p:nvPr/>
              </p:nvSpPr>
              <p:spPr>
                <a:xfrm>
                  <a:off x="5284800" y="21188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77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3"/>
                        <a:pt x="408" y="339"/>
                        <a:pt x="694" y="339"/>
                      </a:cubicBezTo>
                      <a:cubicBezTo>
                        <a:pt x="819" y="339"/>
                        <a:pt x="936" y="324"/>
                        <a:pt x="1016" y="287"/>
                      </a:cubicBezTo>
                      <a:lnTo>
                        <a:pt x="942" y="10"/>
                      </a:lnTo>
                      <a:cubicBezTo>
                        <a:pt x="942" y="10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4"/>
                      </a:cubicBezTo>
                      <a:cubicBezTo>
                        <a:pt x="207" y="1"/>
                        <a:pt x="192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1" name="Google Shape;6501;p68"/>
                <p:cNvSpPr/>
                <p:nvPr/>
              </p:nvSpPr>
              <p:spPr>
                <a:xfrm>
                  <a:off x="5218350" y="1840700"/>
                  <a:ext cx="83100" cy="17425"/>
                </a:xfrm>
                <a:custGeom>
                  <a:rect b="b" l="l" r="r" t="t"/>
                  <a:pathLst>
                    <a:path extrusionOk="0" h="697" w="3324">
                      <a:moveTo>
                        <a:pt x="305" y="1"/>
                      </a:moveTo>
                      <a:cubicBezTo>
                        <a:pt x="0" y="1"/>
                        <a:pt x="45" y="325"/>
                        <a:pt x="306" y="461"/>
                      </a:cubicBezTo>
                      <a:cubicBezTo>
                        <a:pt x="539" y="585"/>
                        <a:pt x="2067" y="696"/>
                        <a:pt x="2885" y="696"/>
                      </a:cubicBezTo>
                      <a:cubicBezTo>
                        <a:pt x="3082" y="696"/>
                        <a:pt x="3237" y="690"/>
                        <a:pt x="3324" y="676"/>
                      </a:cubicBezTo>
                      <a:lnTo>
                        <a:pt x="3275" y="295"/>
                      </a:lnTo>
                      <a:cubicBezTo>
                        <a:pt x="3275" y="295"/>
                        <a:pt x="1277" y="215"/>
                        <a:pt x="441" y="18"/>
                      </a:cubicBezTo>
                      <a:cubicBezTo>
                        <a:pt x="390" y="6"/>
                        <a:pt x="344" y="1"/>
                        <a:pt x="3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2" name="Google Shape;6502;p68"/>
                <p:cNvSpPr/>
                <p:nvPr/>
              </p:nvSpPr>
              <p:spPr>
                <a:xfrm>
                  <a:off x="5208600" y="1889900"/>
                  <a:ext cx="93475" cy="14250"/>
                </a:xfrm>
                <a:custGeom>
                  <a:rect b="b" l="l" r="r" t="t"/>
                  <a:pathLst>
                    <a:path extrusionOk="0" h="570" w="3739">
                      <a:moveTo>
                        <a:pt x="381" y="1"/>
                      </a:moveTo>
                      <a:cubicBezTo>
                        <a:pt x="0" y="1"/>
                        <a:pt x="73" y="367"/>
                        <a:pt x="382" y="490"/>
                      </a:cubicBezTo>
                      <a:cubicBezTo>
                        <a:pt x="522" y="546"/>
                        <a:pt x="1034" y="569"/>
                        <a:pt x="1621" y="569"/>
                      </a:cubicBezTo>
                      <a:cubicBezTo>
                        <a:pt x="2458" y="569"/>
                        <a:pt x="3450" y="522"/>
                        <a:pt x="3738" y="453"/>
                      </a:cubicBezTo>
                      <a:lnTo>
                        <a:pt x="3646" y="54"/>
                      </a:lnTo>
                      <a:cubicBezTo>
                        <a:pt x="3646" y="54"/>
                        <a:pt x="2912" y="85"/>
                        <a:pt x="2110" y="85"/>
                      </a:cubicBezTo>
                      <a:cubicBezTo>
                        <a:pt x="1522" y="85"/>
                        <a:pt x="897" y="68"/>
                        <a:pt x="499" y="11"/>
                      </a:cubicBezTo>
                      <a:cubicBezTo>
                        <a:pt x="456" y="4"/>
                        <a:pt x="417" y="1"/>
                        <a:pt x="3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3" name="Google Shape;6503;p68"/>
                <p:cNvSpPr/>
                <p:nvPr/>
              </p:nvSpPr>
              <p:spPr>
                <a:xfrm>
                  <a:off x="5210350" y="1863550"/>
                  <a:ext cx="94025" cy="19475"/>
                </a:xfrm>
                <a:custGeom>
                  <a:rect b="b" l="l" r="r" t="t"/>
                  <a:pathLst>
                    <a:path extrusionOk="0" h="779" w="3761">
                      <a:moveTo>
                        <a:pt x="381" y="0"/>
                      </a:moveTo>
                      <a:cubicBezTo>
                        <a:pt x="84" y="0"/>
                        <a:pt x="0" y="322"/>
                        <a:pt x="368" y="506"/>
                      </a:cubicBezTo>
                      <a:cubicBezTo>
                        <a:pt x="688" y="666"/>
                        <a:pt x="2231" y="779"/>
                        <a:pt x="3148" y="779"/>
                      </a:cubicBezTo>
                      <a:cubicBezTo>
                        <a:pt x="3428" y="779"/>
                        <a:pt x="3650" y="768"/>
                        <a:pt x="3761" y="745"/>
                      </a:cubicBezTo>
                      <a:lnTo>
                        <a:pt x="3687" y="278"/>
                      </a:lnTo>
                      <a:cubicBezTo>
                        <a:pt x="3687" y="278"/>
                        <a:pt x="3529" y="283"/>
                        <a:pt x="3276" y="283"/>
                      </a:cubicBezTo>
                      <a:cubicBezTo>
                        <a:pt x="2618" y="283"/>
                        <a:pt x="1323" y="251"/>
                        <a:pt x="515" y="20"/>
                      </a:cubicBezTo>
                      <a:cubicBezTo>
                        <a:pt x="467" y="7"/>
                        <a:pt x="422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4" name="Google Shape;6504;p68"/>
                <p:cNvSpPr/>
                <p:nvPr/>
              </p:nvSpPr>
              <p:spPr>
                <a:xfrm>
                  <a:off x="5213750" y="1912125"/>
                  <a:ext cx="91550" cy="14400"/>
                </a:xfrm>
                <a:custGeom>
                  <a:rect b="b" l="l" r="r" t="t"/>
                  <a:pathLst>
                    <a:path extrusionOk="0" h="576" w="3662">
                      <a:moveTo>
                        <a:pt x="3551" y="1"/>
                      </a:moveTo>
                      <a:cubicBezTo>
                        <a:pt x="3551" y="1"/>
                        <a:pt x="2511" y="131"/>
                        <a:pt x="1520" y="131"/>
                      </a:cubicBezTo>
                      <a:cubicBezTo>
                        <a:pt x="1148" y="131"/>
                        <a:pt x="784" y="113"/>
                        <a:pt x="484" y="62"/>
                      </a:cubicBezTo>
                      <a:cubicBezTo>
                        <a:pt x="453" y="58"/>
                        <a:pt x="424" y="55"/>
                        <a:pt x="397" y="55"/>
                      </a:cubicBezTo>
                      <a:cubicBezTo>
                        <a:pt x="74" y="55"/>
                        <a:pt x="0" y="369"/>
                        <a:pt x="385" y="505"/>
                      </a:cubicBezTo>
                      <a:cubicBezTo>
                        <a:pt x="527" y="555"/>
                        <a:pt x="899" y="575"/>
                        <a:pt x="1345" y="575"/>
                      </a:cubicBezTo>
                      <a:cubicBezTo>
                        <a:pt x="2215" y="575"/>
                        <a:pt x="3369" y="498"/>
                        <a:pt x="3662" y="413"/>
                      </a:cubicBezTo>
                      <a:lnTo>
                        <a:pt x="3551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5" name="Google Shape;6505;p68"/>
                <p:cNvSpPr/>
                <p:nvPr/>
              </p:nvSpPr>
              <p:spPr>
                <a:xfrm>
                  <a:off x="5219325" y="1931650"/>
                  <a:ext cx="89675" cy="15550"/>
                </a:xfrm>
                <a:custGeom>
                  <a:rect b="b" l="l" r="r" t="t"/>
                  <a:pathLst>
                    <a:path extrusionOk="0" h="622" w="3587">
                      <a:moveTo>
                        <a:pt x="3469" y="0"/>
                      </a:moveTo>
                      <a:cubicBezTo>
                        <a:pt x="3469" y="0"/>
                        <a:pt x="2096" y="221"/>
                        <a:pt x="1019" y="221"/>
                      </a:cubicBezTo>
                      <a:cubicBezTo>
                        <a:pt x="825" y="221"/>
                        <a:pt x="641" y="214"/>
                        <a:pt x="476" y="197"/>
                      </a:cubicBezTo>
                      <a:cubicBezTo>
                        <a:pt x="455" y="195"/>
                        <a:pt x="435" y="194"/>
                        <a:pt x="416" y="194"/>
                      </a:cubicBezTo>
                      <a:cubicBezTo>
                        <a:pt x="84" y="194"/>
                        <a:pt x="0" y="486"/>
                        <a:pt x="390" y="591"/>
                      </a:cubicBezTo>
                      <a:cubicBezTo>
                        <a:pt x="469" y="612"/>
                        <a:pt x="621" y="621"/>
                        <a:pt x="818" y="621"/>
                      </a:cubicBezTo>
                      <a:cubicBezTo>
                        <a:pt x="1639" y="621"/>
                        <a:pt x="3239" y="460"/>
                        <a:pt x="3586" y="351"/>
                      </a:cubicBezTo>
                      <a:lnTo>
                        <a:pt x="3469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6" name="Google Shape;6506;p68"/>
                <p:cNvSpPr/>
                <p:nvPr/>
              </p:nvSpPr>
              <p:spPr>
                <a:xfrm>
                  <a:off x="5221775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2455" y="0"/>
                      </a:moveTo>
                      <a:cubicBezTo>
                        <a:pt x="2455" y="0"/>
                        <a:pt x="1638" y="141"/>
                        <a:pt x="910" y="141"/>
                      </a:cubicBezTo>
                      <a:cubicBezTo>
                        <a:pt x="700" y="141"/>
                        <a:pt x="496" y="129"/>
                        <a:pt x="323" y="98"/>
                      </a:cubicBezTo>
                      <a:cubicBezTo>
                        <a:pt x="302" y="95"/>
                        <a:pt x="283" y="93"/>
                        <a:pt x="264" y="93"/>
                      </a:cubicBezTo>
                      <a:cubicBezTo>
                        <a:pt x="38" y="93"/>
                        <a:pt x="0" y="359"/>
                        <a:pt x="273" y="467"/>
                      </a:cubicBezTo>
                      <a:cubicBezTo>
                        <a:pt x="357" y="500"/>
                        <a:pt x="547" y="513"/>
                        <a:pt x="784" y="513"/>
                      </a:cubicBezTo>
                      <a:cubicBezTo>
                        <a:pt x="1399" y="513"/>
                        <a:pt x="2332" y="422"/>
                        <a:pt x="2554" y="338"/>
                      </a:cubicBezTo>
                      <a:lnTo>
                        <a:pt x="2455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7" name="Google Shape;6507;p68"/>
                <p:cNvSpPr/>
                <p:nvPr/>
              </p:nvSpPr>
              <p:spPr>
                <a:xfrm>
                  <a:off x="522950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1642" y="1"/>
                      </a:moveTo>
                      <a:cubicBezTo>
                        <a:pt x="1642" y="1"/>
                        <a:pt x="1217" y="78"/>
                        <a:pt x="781" y="78"/>
                      </a:cubicBezTo>
                      <a:cubicBezTo>
                        <a:pt x="580" y="78"/>
                        <a:pt x="376" y="62"/>
                        <a:pt x="210" y="13"/>
                      </a:cubicBezTo>
                      <a:cubicBezTo>
                        <a:pt x="194" y="8"/>
                        <a:pt x="178" y="6"/>
                        <a:pt x="164" y="6"/>
                      </a:cubicBezTo>
                      <a:cubicBezTo>
                        <a:pt x="15" y="6"/>
                        <a:pt x="1" y="251"/>
                        <a:pt x="186" y="357"/>
                      </a:cubicBezTo>
                      <a:cubicBezTo>
                        <a:pt x="271" y="407"/>
                        <a:pt x="509" y="428"/>
                        <a:pt x="773" y="428"/>
                      </a:cubicBezTo>
                      <a:cubicBezTo>
                        <a:pt x="1158" y="428"/>
                        <a:pt x="1600" y="385"/>
                        <a:pt x="1716" y="326"/>
                      </a:cubicBezTo>
                      <a:lnTo>
                        <a:pt x="1642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8" name="Google Shape;6508;p68"/>
                <p:cNvSpPr/>
                <p:nvPr/>
              </p:nvSpPr>
              <p:spPr>
                <a:xfrm>
                  <a:off x="5296675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228" y="1"/>
                      </a:moveTo>
                      <a:cubicBezTo>
                        <a:pt x="228" y="1"/>
                        <a:pt x="0" y="1162"/>
                        <a:pt x="0" y="1943"/>
                      </a:cubicBezTo>
                      <a:cubicBezTo>
                        <a:pt x="0" y="1943"/>
                        <a:pt x="280" y="1992"/>
                        <a:pt x="474" y="1992"/>
                      </a:cubicBezTo>
                      <a:cubicBezTo>
                        <a:pt x="544" y="1992"/>
                        <a:pt x="604" y="1986"/>
                        <a:pt x="633" y="1967"/>
                      </a:cubicBezTo>
                      <a:lnTo>
                        <a:pt x="633" y="93"/>
                      </a:lnTo>
                      <a:cubicBezTo>
                        <a:pt x="633" y="93"/>
                        <a:pt x="326" y="62"/>
                        <a:pt x="2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9" name="Google Shape;6509;p68"/>
                <p:cNvSpPr/>
                <p:nvPr/>
              </p:nvSpPr>
              <p:spPr>
                <a:xfrm>
                  <a:off x="5194025" y="1804725"/>
                  <a:ext cx="29825" cy="15700"/>
                </a:xfrm>
                <a:custGeom>
                  <a:rect b="b" l="l" r="r" t="t"/>
                  <a:pathLst>
                    <a:path extrusionOk="0" h="628" w="1193">
                      <a:moveTo>
                        <a:pt x="640" y="1"/>
                      </a:moveTo>
                      <a:cubicBezTo>
                        <a:pt x="454" y="1"/>
                        <a:pt x="270" y="75"/>
                        <a:pt x="136" y="209"/>
                      </a:cubicBezTo>
                      <a:cubicBezTo>
                        <a:pt x="62" y="277"/>
                        <a:pt x="13" y="369"/>
                        <a:pt x="0" y="474"/>
                      </a:cubicBezTo>
                      <a:cubicBezTo>
                        <a:pt x="136" y="393"/>
                        <a:pt x="287" y="353"/>
                        <a:pt x="437" y="353"/>
                      </a:cubicBezTo>
                      <a:cubicBezTo>
                        <a:pt x="641" y="353"/>
                        <a:pt x="843" y="427"/>
                        <a:pt x="1002" y="572"/>
                      </a:cubicBezTo>
                      <a:cubicBezTo>
                        <a:pt x="1031" y="595"/>
                        <a:pt x="1064" y="628"/>
                        <a:pt x="1098" y="628"/>
                      </a:cubicBezTo>
                      <a:cubicBezTo>
                        <a:pt x="1101" y="628"/>
                        <a:pt x="1104" y="628"/>
                        <a:pt x="1107" y="627"/>
                      </a:cubicBezTo>
                      <a:cubicBezTo>
                        <a:pt x="1168" y="621"/>
                        <a:pt x="1193" y="547"/>
                        <a:pt x="1193" y="486"/>
                      </a:cubicBezTo>
                      <a:cubicBezTo>
                        <a:pt x="1174" y="252"/>
                        <a:pt x="1002" y="56"/>
                        <a:pt x="769" y="13"/>
                      </a:cubicBezTo>
                      <a:cubicBezTo>
                        <a:pt x="726" y="4"/>
                        <a:pt x="683" y="1"/>
                        <a:pt x="64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0" name="Google Shape;6510;p68"/>
                <p:cNvSpPr/>
                <p:nvPr/>
              </p:nvSpPr>
              <p:spPr>
                <a:xfrm>
                  <a:off x="5219825" y="1800025"/>
                  <a:ext cx="83475" cy="18850"/>
                </a:xfrm>
                <a:custGeom>
                  <a:rect b="b" l="l" r="r" t="t"/>
                  <a:pathLst>
                    <a:path extrusionOk="0" h="754" w="3339">
                      <a:moveTo>
                        <a:pt x="373" y="0"/>
                      </a:moveTo>
                      <a:cubicBezTo>
                        <a:pt x="292" y="0"/>
                        <a:pt x="223" y="10"/>
                        <a:pt x="167" y="35"/>
                      </a:cubicBezTo>
                      <a:cubicBezTo>
                        <a:pt x="1" y="108"/>
                        <a:pt x="130" y="403"/>
                        <a:pt x="671" y="502"/>
                      </a:cubicBezTo>
                      <a:cubicBezTo>
                        <a:pt x="1047" y="567"/>
                        <a:pt x="1807" y="753"/>
                        <a:pt x="2511" y="753"/>
                      </a:cubicBezTo>
                      <a:cubicBezTo>
                        <a:pt x="2808" y="753"/>
                        <a:pt x="3095" y="720"/>
                        <a:pt x="3339" y="631"/>
                      </a:cubicBezTo>
                      <a:lnTo>
                        <a:pt x="3246" y="287"/>
                      </a:lnTo>
                      <a:cubicBezTo>
                        <a:pt x="3246" y="287"/>
                        <a:pt x="3050" y="370"/>
                        <a:pt x="2629" y="370"/>
                      </a:cubicBezTo>
                      <a:cubicBezTo>
                        <a:pt x="2477" y="370"/>
                        <a:pt x="2296" y="359"/>
                        <a:pt x="2085" y="330"/>
                      </a:cubicBezTo>
                      <a:cubicBezTo>
                        <a:pt x="1422" y="243"/>
                        <a:pt x="764" y="0"/>
                        <a:pt x="3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1" name="Google Shape;6511;p68"/>
                <p:cNvSpPr/>
                <p:nvPr/>
              </p:nvSpPr>
              <p:spPr>
                <a:xfrm>
                  <a:off x="5299425" y="1955325"/>
                  <a:ext cx="13100" cy="176425"/>
                </a:xfrm>
                <a:custGeom>
                  <a:rect b="b" l="l" r="r" t="t"/>
                  <a:pathLst>
                    <a:path extrusionOk="0" h="7057" w="524">
                      <a:moveTo>
                        <a:pt x="523" y="0"/>
                      </a:moveTo>
                      <a:cubicBezTo>
                        <a:pt x="204" y="0"/>
                        <a:pt x="1" y="338"/>
                        <a:pt x="1" y="338"/>
                      </a:cubicBezTo>
                      <a:cubicBezTo>
                        <a:pt x="50" y="959"/>
                        <a:pt x="1" y="6921"/>
                        <a:pt x="1" y="6921"/>
                      </a:cubicBezTo>
                      <a:cubicBezTo>
                        <a:pt x="5" y="6921"/>
                        <a:pt x="8" y="6921"/>
                        <a:pt x="12" y="6921"/>
                      </a:cubicBezTo>
                      <a:cubicBezTo>
                        <a:pt x="182" y="6921"/>
                        <a:pt x="523" y="7056"/>
                        <a:pt x="523" y="7056"/>
                      </a:cubicBezTo>
                      <a:lnTo>
                        <a:pt x="523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2" name="Google Shape;6512;p68"/>
                <p:cNvSpPr/>
                <p:nvPr/>
              </p:nvSpPr>
              <p:spPr>
                <a:xfrm>
                  <a:off x="5350000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1671" y="0"/>
                      </a:moveTo>
                      <a:cubicBezTo>
                        <a:pt x="1167" y="0"/>
                        <a:pt x="413" y="514"/>
                        <a:pt x="252" y="1339"/>
                      </a:cubicBezTo>
                      <a:cubicBezTo>
                        <a:pt x="129" y="1966"/>
                        <a:pt x="959" y="4836"/>
                        <a:pt x="842" y="6502"/>
                      </a:cubicBezTo>
                      <a:cubicBezTo>
                        <a:pt x="719" y="8174"/>
                        <a:pt x="0" y="12403"/>
                        <a:pt x="381" y="13054"/>
                      </a:cubicBezTo>
                      <a:cubicBezTo>
                        <a:pt x="528" y="13301"/>
                        <a:pt x="782" y="13407"/>
                        <a:pt x="1049" y="13407"/>
                      </a:cubicBezTo>
                      <a:cubicBezTo>
                        <a:pt x="1487" y="13407"/>
                        <a:pt x="1958" y="13121"/>
                        <a:pt x="2035" y="12704"/>
                      </a:cubicBezTo>
                      <a:cubicBezTo>
                        <a:pt x="2158" y="12034"/>
                        <a:pt x="1949" y="9920"/>
                        <a:pt x="1900" y="8549"/>
                      </a:cubicBezTo>
                      <a:cubicBezTo>
                        <a:pt x="1857" y="7172"/>
                        <a:pt x="2158" y="1996"/>
                        <a:pt x="2139" y="460"/>
                      </a:cubicBezTo>
                      <a:cubicBezTo>
                        <a:pt x="2135" y="143"/>
                        <a:pt x="1938" y="0"/>
                        <a:pt x="16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3" name="Google Shape;6513;p68"/>
                <p:cNvSpPr/>
                <p:nvPr/>
              </p:nvSpPr>
              <p:spPr>
                <a:xfrm>
                  <a:off x="5358900" y="2586575"/>
                  <a:ext cx="49825" cy="223850"/>
                </a:xfrm>
                <a:custGeom>
                  <a:rect b="b" l="l" r="r" t="t"/>
                  <a:pathLst>
                    <a:path extrusionOk="0" h="8954" w="1993">
                      <a:moveTo>
                        <a:pt x="1479" y="1683"/>
                      </a:moveTo>
                      <a:cubicBezTo>
                        <a:pt x="1483" y="1683"/>
                        <a:pt x="1486" y="1690"/>
                        <a:pt x="1488" y="1703"/>
                      </a:cubicBezTo>
                      <a:cubicBezTo>
                        <a:pt x="1609" y="2494"/>
                        <a:pt x="959" y="6859"/>
                        <a:pt x="732" y="6859"/>
                      </a:cubicBezTo>
                      <a:cubicBezTo>
                        <a:pt x="728" y="6859"/>
                        <a:pt x="724" y="6857"/>
                        <a:pt x="720" y="6854"/>
                      </a:cubicBezTo>
                      <a:cubicBezTo>
                        <a:pt x="512" y="6700"/>
                        <a:pt x="1364" y="1683"/>
                        <a:pt x="1479" y="1683"/>
                      </a:cubicBezTo>
                      <a:close/>
                      <a:moveTo>
                        <a:pt x="1931" y="1"/>
                      </a:moveTo>
                      <a:cubicBezTo>
                        <a:pt x="1931" y="1"/>
                        <a:pt x="1591" y="496"/>
                        <a:pt x="1092" y="496"/>
                      </a:cubicBezTo>
                      <a:cubicBezTo>
                        <a:pt x="1067" y="496"/>
                        <a:pt x="1041" y="495"/>
                        <a:pt x="1015" y="493"/>
                      </a:cubicBezTo>
                      <a:cubicBezTo>
                        <a:pt x="575" y="453"/>
                        <a:pt x="381" y="179"/>
                        <a:pt x="243" y="179"/>
                      </a:cubicBezTo>
                      <a:cubicBezTo>
                        <a:pt x="209" y="179"/>
                        <a:pt x="178" y="195"/>
                        <a:pt x="148" y="234"/>
                      </a:cubicBezTo>
                      <a:cubicBezTo>
                        <a:pt x="1" y="431"/>
                        <a:pt x="376" y="1279"/>
                        <a:pt x="394" y="2078"/>
                      </a:cubicBezTo>
                      <a:cubicBezTo>
                        <a:pt x="406" y="2877"/>
                        <a:pt x="204" y="8287"/>
                        <a:pt x="302" y="8612"/>
                      </a:cubicBezTo>
                      <a:cubicBezTo>
                        <a:pt x="370" y="8821"/>
                        <a:pt x="559" y="8954"/>
                        <a:pt x="715" y="8954"/>
                      </a:cubicBezTo>
                      <a:cubicBezTo>
                        <a:pt x="797" y="8954"/>
                        <a:pt x="870" y="8917"/>
                        <a:pt x="910" y="8834"/>
                      </a:cubicBezTo>
                      <a:cubicBezTo>
                        <a:pt x="1021" y="8594"/>
                        <a:pt x="1931" y="2798"/>
                        <a:pt x="1912" y="1919"/>
                      </a:cubicBezTo>
                      <a:cubicBezTo>
                        <a:pt x="1900" y="1040"/>
                        <a:pt x="1992" y="241"/>
                        <a:pt x="19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4" name="Google Shape;6514;p68"/>
                <p:cNvSpPr/>
                <p:nvPr/>
              </p:nvSpPr>
              <p:spPr>
                <a:xfrm>
                  <a:off x="5355675" y="2807700"/>
                  <a:ext cx="32250" cy="24975"/>
                </a:xfrm>
                <a:custGeom>
                  <a:rect b="b" l="l" r="r" t="t"/>
                  <a:pathLst>
                    <a:path extrusionOk="0" h="999" w="1290">
                      <a:moveTo>
                        <a:pt x="296" y="1"/>
                      </a:moveTo>
                      <a:cubicBezTo>
                        <a:pt x="294" y="1"/>
                        <a:pt x="292" y="1"/>
                        <a:pt x="290" y="1"/>
                      </a:cubicBezTo>
                      <a:cubicBezTo>
                        <a:pt x="148" y="19"/>
                        <a:pt x="1" y="462"/>
                        <a:pt x="62" y="622"/>
                      </a:cubicBezTo>
                      <a:cubicBezTo>
                        <a:pt x="112" y="738"/>
                        <a:pt x="167" y="790"/>
                        <a:pt x="287" y="790"/>
                      </a:cubicBezTo>
                      <a:cubicBezTo>
                        <a:pt x="332" y="790"/>
                        <a:pt x="385" y="783"/>
                        <a:pt x="449" y="769"/>
                      </a:cubicBezTo>
                      <a:cubicBezTo>
                        <a:pt x="471" y="765"/>
                        <a:pt x="493" y="763"/>
                        <a:pt x="514" y="763"/>
                      </a:cubicBezTo>
                      <a:cubicBezTo>
                        <a:pt x="728" y="763"/>
                        <a:pt x="921" y="969"/>
                        <a:pt x="1095" y="997"/>
                      </a:cubicBezTo>
                      <a:cubicBezTo>
                        <a:pt x="1101" y="998"/>
                        <a:pt x="1107" y="998"/>
                        <a:pt x="1113" y="998"/>
                      </a:cubicBezTo>
                      <a:cubicBezTo>
                        <a:pt x="1286" y="998"/>
                        <a:pt x="1290" y="477"/>
                        <a:pt x="1230" y="370"/>
                      </a:cubicBezTo>
                      <a:cubicBezTo>
                        <a:pt x="1186" y="290"/>
                        <a:pt x="1173" y="227"/>
                        <a:pt x="1086" y="227"/>
                      </a:cubicBezTo>
                      <a:cubicBezTo>
                        <a:pt x="1051" y="227"/>
                        <a:pt x="1005" y="237"/>
                        <a:pt x="941" y="259"/>
                      </a:cubicBezTo>
                      <a:cubicBezTo>
                        <a:pt x="918" y="267"/>
                        <a:pt x="895" y="271"/>
                        <a:pt x="870" y="271"/>
                      </a:cubicBezTo>
                      <a:cubicBezTo>
                        <a:pt x="662" y="271"/>
                        <a:pt x="405" y="1"/>
                        <a:pt x="2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5" name="Google Shape;6515;p68"/>
                <p:cNvSpPr/>
                <p:nvPr/>
              </p:nvSpPr>
              <p:spPr>
                <a:xfrm>
                  <a:off x="5354150" y="2830450"/>
                  <a:ext cx="11550" cy="28625"/>
                </a:xfrm>
                <a:custGeom>
                  <a:rect b="b" l="l" r="r" t="t"/>
                  <a:pathLst>
                    <a:path extrusionOk="0" h="1145" w="462">
                      <a:moveTo>
                        <a:pt x="196" y="1"/>
                      </a:moveTo>
                      <a:cubicBezTo>
                        <a:pt x="145" y="1"/>
                        <a:pt x="103" y="11"/>
                        <a:pt x="92" y="37"/>
                      </a:cubicBezTo>
                      <a:cubicBezTo>
                        <a:pt x="68" y="99"/>
                        <a:pt x="215" y="290"/>
                        <a:pt x="191" y="406"/>
                      </a:cubicBezTo>
                      <a:cubicBezTo>
                        <a:pt x="166" y="523"/>
                        <a:pt x="0" y="1009"/>
                        <a:pt x="62" y="1076"/>
                      </a:cubicBezTo>
                      <a:cubicBezTo>
                        <a:pt x="97" y="1118"/>
                        <a:pt x="173" y="1144"/>
                        <a:pt x="233" y="1144"/>
                      </a:cubicBezTo>
                      <a:cubicBezTo>
                        <a:pt x="278" y="1144"/>
                        <a:pt x="314" y="1129"/>
                        <a:pt x="314" y="1095"/>
                      </a:cubicBezTo>
                      <a:cubicBezTo>
                        <a:pt x="314" y="1015"/>
                        <a:pt x="338" y="468"/>
                        <a:pt x="351" y="406"/>
                      </a:cubicBezTo>
                      <a:cubicBezTo>
                        <a:pt x="369" y="345"/>
                        <a:pt x="461" y="87"/>
                        <a:pt x="387" y="44"/>
                      </a:cubicBezTo>
                      <a:cubicBezTo>
                        <a:pt x="345" y="19"/>
                        <a:pt x="263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6" name="Google Shape;6516;p68"/>
                <p:cNvSpPr/>
                <p:nvPr/>
              </p:nvSpPr>
              <p:spPr>
                <a:xfrm>
                  <a:off x="5363375" y="2831550"/>
                  <a:ext cx="8925" cy="28775"/>
                </a:xfrm>
                <a:custGeom>
                  <a:rect b="b" l="l" r="r" t="t"/>
                  <a:pathLst>
                    <a:path extrusionOk="0" h="1151" w="357">
                      <a:moveTo>
                        <a:pt x="180" y="1"/>
                      </a:moveTo>
                      <a:cubicBezTo>
                        <a:pt x="163" y="1"/>
                        <a:pt x="148" y="6"/>
                        <a:pt x="141" y="18"/>
                      </a:cubicBezTo>
                      <a:cubicBezTo>
                        <a:pt x="105" y="196"/>
                        <a:pt x="86" y="381"/>
                        <a:pt x="98" y="565"/>
                      </a:cubicBezTo>
                      <a:cubicBezTo>
                        <a:pt x="111" y="707"/>
                        <a:pt x="0" y="1038"/>
                        <a:pt x="31" y="1106"/>
                      </a:cubicBezTo>
                      <a:cubicBezTo>
                        <a:pt x="45" y="1135"/>
                        <a:pt x="108" y="1151"/>
                        <a:pt x="171" y="1151"/>
                      </a:cubicBezTo>
                      <a:cubicBezTo>
                        <a:pt x="241" y="1151"/>
                        <a:pt x="313" y="1132"/>
                        <a:pt x="326" y="1094"/>
                      </a:cubicBezTo>
                      <a:cubicBezTo>
                        <a:pt x="357" y="1026"/>
                        <a:pt x="283" y="823"/>
                        <a:pt x="270" y="639"/>
                      </a:cubicBezTo>
                      <a:cubicBezTo>
                        <a:pt x="252" y="461"/>
                        <a:pt x="344" y="147"/>
                        <a:pt x="314" y="86"/>
                      </a:cubicBezTo>
                      <a:cubicBezTo>
                        <a:pt x="296" y="37"/>
                        <a:pt x="227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7" name="Google Shape;6517;p68"/>
                <p:cNvSpPr/>
                <p:nvPr/>
              </p:nvSpPr>
              <p:spPr>
                <a:xfrm>
                  <a:off x="5372725" y="2833525"/>
                  <a:ext cx="7725" cy="27075"/>
                </a:xfrm>
                <a:custGeom>
                  <a:rect b="b" l="l" r="r" t="t"/>
                  <a:pathLst>
                    <a:path extrusionOk="0" h="1083" w="309">
                      <a:moveTo>
                        <a:pt x="94" y="0"/>
                      </a:moveTo>
                      <a:cubicBezTo>
                        <a:pt x="59" y="0"/>
                        <a:pt x="25" y="11"/>
                        <a:pt x="19" y="37"/>
                      </a:cubicBezTo>
                      <a:cubicBezTo>
                        <a:pt x="1" y="197"/>
                        <a:pt x="13" y="363"/>
                        <a:pt x="38" y="523"/>
                      </a:cubicBezTo>
                      <a:cubicBezTo>
                        <a:pt x="69" y="603"/>
                        <a:pt x="7" y="953"/>
                        <a:pt x="38" y="1033"/>
                      </a:cubicBezTo>
                      <a:cubicBezTo>
                        <a:pt x="52" y="1067"/>
                        <a:pt x="97" y="1083"/>
                        <a:pt x="145" y="1083"/>
                      </a:cubicBezTo>
                      <a:cubicBezTo>
                        <a:pt x="201" y="1083"/>
                        <a:pt x="261" y="1061"/>
                        <a:pt x="278" y="1021"/>
                      </a:cubicBezTo>
                      <a:cubicBezTo>
                        <a:pt x="308" y="953"/>
                        <a:pt x="222" y="769"/>
                        <a:pt x="161" y="603"/>
                      </a:cubicBezTo>
                      <a:cubicBezTo>
                        <a:pt x="99" y="437"/>
                        <a:pt x="173" y="80"/>
                        <a:pt x="173" y="37"/>
                      </a:cubicBezTo>
                      <a:cubicBezTo>
                        <a:pt x="173" y="15"/>
                        <a:pt x="133" y="0"/>
                        <a:pt x="9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8" name="Google Shape;6518;p68"/>
                <p:cNvSpPr/>
                <p:nvPr/>
              </p:nvSpPr>
              <p:spPr>
                <a:xfrm>
                  <a:off x="5353400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67" y="0"/>
                      </a:moveTo>
                      <a:cubicBezTo>
                        <a:pt x="27" y="0"/>
                        <a:pt x="0" y="116"/>
                        <a:pt x="18" y="216"/>
                      </a:cubicBezTo>
                      <a:cubicBezTo>
                        <a:pt x="28" y="300"/>
                        <a:pt x="128" y="419"/>
                        <a:pt x="206" y="419"/>
                      </a:cubicBezTo>
                      <a:cubicBezTo>
                        <a:pt x="220" y="419"/>
                        <a:pt x="233" y="415"/>
                        <a:pt x="245" y="407"/>
                      </a:cubicBezTo>
                      <a:cubicBezTo>
                        <a:pt x="325" y="351"/>
                        <a:pt x="319" y="179"/>
                        <a:pt x="288" y="81"/>
                      </a:cubicBezTo>
                      <a:cubicBezTo>
                        <a:pt x="270" y="32"/>
                        <a:pt x="110" y="7"/>
                        <a:pt x="73" y="1"/>
                      </a:cubicBezTo>
                      <a:cubicBezTo>
                        <a:pt x="71" y="0"/>
                        <a:pt x="69" y="0"/>
                        <a:pt x="6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9" name="Google Shape;6519;p68"/>
                <p:cNvSpPr/>
                <p:nvPr/>
              </p:nvSpPr>
              <p:spPr>
                <a:xfrm>
                  <a:off x="5363675" y="2885275"/>
                  <a:ext cx="8625" cy="12900"/>
                </a:xfrm>
                <a:custGeom>
                  <a:rect b="b" l="l" r="r" t="t"/>
                  <a:pathLst>
                    <a:path extrusionOk="0" h="516" w="345">
                      <a:moveTo>
                        <a:pt x="152" y="0"/>
                      </a:moveTo>
                      <a:cubicBezTo>
                        <a:pt x="113" y="0"/>
                        <a:pt x="74" y="15"/>
                        <a:pt x="43" y="45"/>
                      </a:cubicBezTo>
                      <a:cubicBezTo>
                        <a:pt x="6" y="162"/>
                        <a:pt x="0" y="291"/>
                        <a:pt x="25" y="414"/>
                      </a:cubicBezTo>
                      <a:cubicBezTo>
                        <a:pt x="54" y="476"/>
                        <a:pt x="116" y="516"/>
                        <a:pt x="183" y="516"/>
                      </a:cubicBezTo>
                      <a:cubicBezTo>
                        <a:pt x="202" y="516"/>
                        <a:pt x="221" y="513"/>
                        <a:pt x="240" y="506"/>
                      </a:cubicBezTo>
                      <a:cubicBezTo>
                        <a:pt x="345" y="481"/>
                        <a:pt x="338" y="223"/>
                        <a:pt x="302" y="106"/>
                      </a:cubicBezTo>
                      <a:cubicBezTo>
                        <a:pt x="279" y="38"/>
                        <a:pt x="216" y="0"/>
                        <a:pt x="15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0" name="Google Shape;6520;p68"/>
                <p:cNvSpPr/>
                <p:nvPr/>
              </p:nvSpPr>
              <p:spPr>
                <a:xfrm>
                  <a:off x="5374575" y="2886525"/>
                  <a:ext cx="7400" cy="13900"/>
                </a:xfrm>
                <a:custGeom>
                  <a:rect b="b" l="l" r="r" t="t"/>
                  <a:pathLst>
                    <a:path extrusionOk="0" h="556" w="296">
                      <a:moveTo>
                        <a:pt x="164" y="0"/>
                      </a:moveTo>
                      <a:cubicBezTo>
                        <a:pt x="128" y="0"/>
                        <a:pt x="92" y="17"/>
                        <a:pt x="68" y="50"/>
                      </a:cubicBezTo>
                      <a:cubicBezTo>
                        <a:pt x="19" y="179"/>
                        <a:pt x="1" y="321"/>
                        <a:pt x="13" y="462"/>
                      </a:cubicBezTo>
                      <a:cubicBezTo>
                        <a:pt x="27" y="536"/>
                        <a:pt x="61" y="555"/>
                        <a:pt x="103" y="555"/>
                      </a:cubicBezTo>
                      <a:cubicBezTo>
                        <a:pt x="135" y="555"/>
                        <a:pt x="173" y="544"/>
                        <a:pt x="210" y="536"/>
                      </a:cubicBezTo>
                      <a:cubicBezTo>
                        <a:pt x="296" y="511"/>
                        <a:pt x="296" y="173"/>
                        <a:pt x="271" y="87"/>
                      </a:cubicBezTo>
                      <a:cubicBezTo>
                        <a:pt x="261" y="30"/>
                        <a:pt x="213" y="0"/>
                        <a:pt x="16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1" name="Google Shape;6521;p68"/>
                <p:cNvSpPr/>
                <p:nvPr/>
              </p:nvSpPr>
              <p:spPr>
                <a:xfrm>
                  <a:off x="5384250" y="2885150"/>
                  <a:ext cx="7425" cy="12900"/>
                </a:xfrm>
                <a:custGeom>
                  <a:rect b="b" l="l" r="r" t="t"/>
                  <a:pathLst>
                    <a:path extrusionOk="0" h="516" w="297">
                      <a:moveTo>
                        <a:pt x="143" y="1"/>
                      </a:moveTo>
                      <a:cubicBezTo>
                        <a:pt x="114" y="1"/>
                        <a:pt x="85" y="12"/>
                        <a:pt x="62" y="38"/>
                      </a:cubicBezTo>
                      <a:cubicBezTo>
                        <a:pt x="1" y="93"/>
                        <a:pt x="26" y="431"/>
                        <a:pt x="62" y="480"/>
                      </a:cubicBezTo>
                      <a:cubicBezTo>
                        <a:pt x="82" y="503"/>
                        <a:pt x="106" y="515"/>
                        <a:pt x="132" y="515"/>
                      </a:cubicBezTo>
                      <a:cubicBezTo>
                        <a:pt x="162" y="515"/>
                        <a:pt x="195" y="498"/>
                        <a:pt x="228" y="462"/>
                      </a:cubicBezTo>
                      <a:cubicBezTo>
                        <a:pt x="296" y="400"/>
                        <a:pt x="271" y="130"/>
                        <a:pt x="247" y="68"/>
                      </a:cubicBezTo>
                      <a:cubicBezTo>
                        <a:pt x="225" y="25"/>
                        <a:pt x="184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2" name="Google Shape;6522;p68"/>
                <p:cNvSpPr/>
                <p:nvPr/>
              </p:nvSpPr>
              <p:spPr>
                <a:xfrm>
                  <a:off x="5391375" y="2881775"/>
                  <a:ext cx="6550" cy="9250"/>
                </a:xfrm>
                <a:custGeom>
                  <a:rect b="b" l="l" r="r" t="t"/>
                  <a:pathLst>
                    <a:path extrusionOk="0" h="370" w="262">
                      <a:moveTo>
                        <a:pt x="170" y="1"/>
                      </a:moveTo>
                      <a:cubicBezTo>
                        <a:pt x="162" y="1"/>
                        <a:pt x="154" y="5"/>
                        <a:pt x="146" y="13"/>
                      </a:cubicBezTo>
                      <a:cubicBezTo>
                        <a:pt x="1" y="170"/>
                        <a:pt x="100" y="370"/>
                        <a:pt x="162" y="370"/>
                      </a:cubicBezTo>
                      <a:cubicBezTo>
                        <a:pt x="163" y="370"/>
                        <a:pt x="164" y="370"/>
                        <a:pt x="165" y="369"/>
                      </a:cubicBezTo>
                      <a:cubicBezTo>
                        <a:pt x="232" y="363"/>
                        <a:pt x="245" y="265"/>
                        <a:pt x="257" y="173"/>
                      </a:cubicBezTo>
                      <a:cubicBezTo>
                        <a:pt x="262" y="91"/>
                        <a:pt x="212" y="1"/>
                        <a:pt x="17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3" name="Google Shape;6523;p68"/>
                <p:cNvSpPr/>
                <p:nvPr/>
              </p:nvSpPr>
              <p:spPr>
                <a:xfrm>
                  <a:off x="5377950" y="2836575"/>
                  <a:ext cx="8500" cy="23350"/>
                </a:xfrm>
                <a:custGeom>
                  <a:rect b="b" l="l" r="r" t="t"/>
                  <a:pathLst>
                    <a:path extrusionOk="0" h="934" w="340">
                      <a:moveTo>
                        <a:pt x="53" y="1"/>
                      </a:moveTo>
                      <a:cubicBezTo>
                        <a:pt x="43" y="1"/>
                        <a:pt x="36" y="5"/>
                        <a:pt x="32" y="14"/>
                      </a:cubicBezTo>
                      <a:cubicBezTo>
                        <a:pt x="1" y="131"/>
                        <a:pt x="1" y="254"/>
                        <a:pt x="32" y="370"/>
                      </a:cubicBezTo>
                      <a:cubicBezTo>
                        <a:pt x="69" y="462"/>
                        <a:pt x="142" y="893"/>
                        <a:pt x="192" y="917"/>
                      </a:cubicBezTo>
                      <a:cubicBezTo>
                        <a:pt x="214" y="928"/>
                        <a:pt x="235" y="933"/>
                        <a:pt x="254" y="933"/>
                      </a:cubicBezTo>
                      <a:cubicBezTo>
                        <a:pt x="288" y="933"/>
                        <a:pt x="315" y="919"/>
                        <a:pt x="327" y="899"/>
                      </a:cubicBezTo>
                      <a:cubicBezTo>
                        <a:pt x="339" y="874"/>
                        <a:pt x="241" y="641"/>
                        <a:pt x="204" y="536"/>
                      </a:cubicBezTo>
                      <a:cubicBezTo>
                        <a:pt x="173" y="389"/>
                        <a:pt x="155" y="241"/>
                        <a:pt x="155" y="88"/>
                      </a:cubicBezTo>
                      <a:cubicBezTo>
                        <a:pt x="155" y="54"/>
                        <a:pt x="90" y="1"/>
                        <a:pt x="5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4" name="Google Shape;6524;p68"/>
                <p:cNvSpPr/>
                <p:nvPr/>
              </p:nvSpPr>
              <p:spPr>
                <a:xfrm>
                  <a:off x="5383350" y="2840700"/>
                  <a:ext cx="9475" cy="17500"/>
                </a:xfrm>
                <a:custGeom>
                  <a:rect b="b" l="l" r="r" t="t"/>
                  <a:pathLst>
                    <a:path extrusionOk="0" h="700" w="379">
                      <a:moveTo>
                        <a:pt x="41" y="0"/>
                      </a:moveTo>
                      <a:cubicBezTo>
                        <a:pt x="21" y="0"/>
                        <a:pt x="10" y="35"/>
                        <a:pt x="6" y="70"/>
                      </a:cubicBezTo>
                      <a:cubicBezTo>
                        <a:pt x="0" y="125"/>
                        <a:pt x="197" y="636"/>
                        <a:pt x="215" y="685"/>
                      </a:cubicBezTo>
                      <a:cubicBezTo>
                        <a:pt x="220" y="695"/>
                        <a:pt x="231" y="699"/>
                        <a:pt x="247" y="699"/>
                      </a:cubicBezTo>
                      <a:cubicBezTo>
                        <a:pt x="295" y="699"/>
                        <a:pt x="378" y="656"/>
                        <a:pt x="369" y="623"/>
                      </a:cubicBezTo>
                      <a:cubicBezTo>
                        <a:pt x="363" y="586"/>
                        <a:pt x="160" y="205"/>
                        <a:pt x="98" y="76"/>
                      </a:cubicBezTo>
                      <a:cubicBezTo>
                        <a:pt x="75" y="20"/>
                        <a:pt x="55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5" name="Google Shape;6525;p68"/>
                <p:cNvSpPr/>
                <p:nvPr/>
              </p:nvSpPr>
              <p:spPr>
                <a:xfrm>
                  <a:off x="5352600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217" y="0"/>
                      </a:moveTo>
                      <a:cubicBezTo>
                        <a:pt x="176" y="0"/>
                        <a:pt x="137" y="11"/>
                        <a:pt x="118" y="33"/>
                      </a:cubicBezTo>
                      <a:cubicBezTo>
                        <a:pt x="75" y="88"/>
                        <a:pt x="130" y="371"/>
                        <a:pt x="111" y="482"/>
                      </a:cubicBezTo>
                      <a:cubicBezTo>
                        <a:pt x="93" y="598"/>
                        <a:pt x="1" y="654"/>
                        <a:pt x="81" y="740"/>
                      </a:cubicBezTo>
                      <a:cubicBezTo>
                        <a:pt x="129" y="791"/>
                        <a:pt x="218" y="823"/>
                        <a:pt x="284" y="823"/>
                      </a:cubicBezTo>
                      <a:cubicBezTo>
                        <a:pt x="328" y="823"/>
                        <a:pt x="361" y="809"/>
                        <a:pt x="363" y="777"/>
                      </a:cubicBezTo>
                      <a:cubicBezTo>
                        <a:pt x="376" y="703"/>
                        <a:pt x="296" y="476"/>
                        <a:pt x="327" y="371"/>
                      </a:cubicBezTo>
                      <a:cubicBezTo>
                        <a:pt x="357" y="273"/>
                        <a:pt x="370" y="168"/>
                        <a:pt x="357" y="64"/>
                      </a:cubicBezTo>
                      <a:cubicBezTo>
                        <a:pt x="343" y="23"/>
                        <a:pt x="277" y="0"/>
                        <a:pt x="2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6" name="Google Shape;6526;p68"/>
                <p:cNvSpPr/>
                <p:nvPr/>
              </p:nvSpPr>
              <p:spPr>
                <a:xfrm>
                  <a:off x="5364450" y="2862075"/>
                  <a:ext cx="7700" cy="21350"/>
                </a:xfrm>
                <a:custGeom>
                  <a:rect b="b" l="l" r="r" t="t"/>
                  <a:pathLst>
                    <a:path extrusionOk="0" h="854" w="308">
                      <a:moveTo>
                        <a:pt x="124" y="0"/>
                      </a:moveTo>
                      <a:cubicBezTo>
                        <a:pt x="86" y="0"/>
                        <a:pt x="52" y="10"/>
                        <a:pt x="37" y="33"/>
                      </a:cubicBezTo>
                      <a:cubicBezTo>
                        <a:pt x="0" y="88"/>
                        <a:pt x="49" y="352"/>
                        <a:pt x="62" y="475"/>
                      </a:cubicBezTo>
                      <a:cubicBezTo>
                        <a:pt x="80" y="592"/>
                        <a:pt x="6" y="684"/>
                        <a:pt x="31" y="776"/>
                      </a:cubicBezTo>
                      <a:cubicBezTo>
                        <a:pt x="45" y="826"/>
                        <a:pt x="104" y="853"/>
                        <a:pt x="160" y="853"/>
                      </a:cubicBezTo>
                      <a:cubicBezTo>
                        <a:pt x="201" y="853"/>
                        <a:pt x="240" y="838"/>
                        <a:pt x="258" y="807"/>
                      </a:cubicBezTo>
                      <a:cubicBezTo>
                        <a:pt x="307" y="733"/>
                        <a:pt x="234" y="635"/>
                        <a:pt x="215" y="512"/>
                      </a:cubicBezTo>
                      <a:cubicBezTo>
                        <a:pt x="191" y="383"/>
                        <a:pt x="271" y="137"/>
                        <a:pt x="252" y="63"/>
                      </a:cubicBezTo>
                      <a:cubicBezTo>
                        <a:pt x="241" y="23"/>
                        <a:pt x="179" y="0"/>
                        <a:pt x="12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7" name="Google Shape;6527;p68"/>
                <p:cNvSpPr/>
                <p:nvPr/>
              </p:nvSpPr>
              <p:spPr>
                <a:xfrm>
                  <a:off x="5374275" y="2863800"/>
                  <a:ext cx="6325" cy="19550"/>
                </a:xfrm>
                <a:custGeom>
                  <a:rect b="b" l="l" r="r" t="t"/>
                  <a:pathLst>
                    <a:path extrusionOk="0" h="782" w="253">
                      <a:moveTo>
                        <a:pt x="117" y="0"/>
                      </a:moveTo>
                      <a:cubicBezTo>
                        <a:pt x="68" y="7"/>
                        <a:pt x="25" y="50"/>
                        <a:pt x="19" y="105"/>
                      </a:cubicBezTo>
                      <a:cubicBezTo>
                        <a:pt x="0" y="209"/>
                        <a:pt x="80" y="314"/>
                        <a:pt x="80" y="425"/>
                      </a:cubicBezTo>
                      <a:cubicBezTo>
                        <a:pt x="74" y="474"/>
                        <a:pt x="68" y="523"/>
                        <a:pt x="56" y="572"/>
                      </a:cubicBezTo>
                      <a:cubicBezTo>
                        <a:pt x="37" y="621"/>
                        <a:pt x="43" y="670"/>
                        <a:pt x="62" y="720"/>
                      </a:cubicBezTo>
                      <a:cubicBezTo>
                        <a:pt x="76" y="758"/>
                        <a:pt x="113" y="781"/>
                        <a:pt x="151" y="781"/>
                      </a:cubicBezTo>
                      <a:cubicBezTo>
                        <a:pt x="162" y="781"/>
                        <a:pt x="174" y="779"/>
                        <a:pt x="185" y="775"/>
                      </a:cubicBezTo>
                      <a:cubicBezTo>
                        <a:pt x="228" y="750"/>
                        <a:pt x="252" y="701"/>
                        <a:pt x="240" y="652"/>
                      </a:cubicBezTo>
                      <a:cubicBezTo>
                        <a:pt x="234" y="603"/>
                        <a:pt x="209" y="554"/>
                        <a:pt x="197" y="504"/>
                      </a:cubicBezTo>
                      <a:cubicBezTo>
                        <a:pt x="173" y="400"/>
                        <a:pt x="209" y="283"/>
                        <a:pt x="222" y="173"/>
                      </a:cubicBezTo>
                      <a:cubicBezTo>
                        <a:pt x="222" y="136"/>
                        <a:pt x="222" y="99"/>
                        <a:pt x="203" y="62"/>
                      </a:cubicBezTo>
                      <a:cubicBezTo>
                        <a:pt x="191" y="25"/>
                        <a:pt x="154" y="7"/>
                        <a:pt x="1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8" name="Google Shape;6528;p68"/>
                <p:cNvSpPr/>
                <p:nvPr/>
              </p:nvSpPr>
              <p:spPr>
                <a:xfrm>
                  <a:off x="5383350" y="2863500"/>
                  <a:ext cx="6000" cy="18775"/>
                </a:xfrm>
                <a:custGeom>
                  <a:rect b="b" l="l" r="r" t="t"/>
                  <a:pathLst>
                    <a:path extrusionOk="0" h="751" w="240">
                      <a:moveTo>
                        <a:pt x="118" y="1"/>
                      </a:moveTo>
                      <a:cubicBezTo>
                        <a:pt x="70" y="1"/>
                        <a:pt x="28" y="31"/>
                        <a:pt x="19" y="80"/>
                      </a:cubicBezTo>
                      <a:cubicBezTo>
                        <a:pt x="0" y="142"/>
                        <a:pt x="6" y="197"/>
                        <a:pt x="31" y="252"/>
                      </a:cubicBezTo>
                      <a:cubicBezTo>
                        <a:pt x="49" y="301"/>
                        <a:pt x="62" y="357"/>
                        <a:pt x="62" y="406"/>
                      </a:cubicBezTo>
                      <a:cubicBezTo>
                        <a:pt x="62" y="455"/>
                        <a:pt x="55" y="498"/>
                        <a:pt x="43" y="547"/>
                      </a:cubicBezTo>
                      <a:cubicBezTo>
                        <a:pt x="31" y="590"/>
                        <a:pt x="31" y="633"/>
                        <a:pt x="43" y="682"/>
                      </a:cubicBezTo>
                      <a:cubicBezTo>
                        <a:pt x="54" y="722"/>
                        <a:pt x="91" y="751"/>
                        <a:pt x="135" y="751"/>
                      </a:cubicBezTo>
                      <a:cubicBezTo>
                        <a:pt x="139" y="751"/>
                        <a:pt x="143" y="751"/>
                        <a:pt x="148" y="750"/>
                      </a:cubicBezTo>
                      <a:cubicBezTo>
                        <a:pt x="209" y="744"/>
                        <a:pt x="240" y="670"/>
                        <a:pt x="234" y="615"/>
                      </a:cubicBezTo>
                      <a:cubicBezTo>
                        <a:pt x="228" y="553"/>
                        <a:pt x="197" y="498"/>
                        <a:pt x="185" y="437"/>
                      </a:cubicBezTo>
                      <a:cubicBezTo>
                        <a:pt x="172" y="338"/>
                        <a:pt x="209" y="240"/>
                        <a:pt x="209" y="142"/>
                      </a:cubicBezTo>
                      <a:cubicBezTo>
                        <a:pt x="221" y="92"/>
                        <a:pt x="197" y="37"/>
                        <a:pt x="154" y="6"/>
                      </a:cubicBezTo>
                      <a:cubicBezTo>
                        <a:pt x="142" y="3"/>
                        <a:pt x="130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9" name="Google Shape;6529;p68"/>
                <p:cNvSpPr/>
                <p:nvPr/>
              </p:nvSpPr>
              <p:spPr>
                <a:xfrm>
                  <a:off x="5390400" y="2862850"/>
                  <a:ext cx="6650" cy="16400"/>
                </a:xfrm>
                <a:custGeom>
                  <a:rect b="b" l="l" r="r" t="t"/>
                  <a:pathLst>
                    <a:path extrusionOk="0" h="656" w="266">
                      <a:moveTo>
                        <a:pt x="82" y="1"/>
                      </a:moveTo>
                      <a:cubicBezTo>
                        <a:pt x="77" y="1"/>
                        <a:pt x="73" y="1"/>
                        <a:pt x="68" y="2"/>
                      </a:cubicBezTo>
                      <a:cubicBezTo>
                        <a:pt x="25" y="8"/>
                        <a:pt x="1" y="51"/>
                        <a:pt x="13" y="94"/>
                      </a:cubicBezTo>
                      <a:cubicBezTo>
                        <a:pt x="50" y="211"/>
                        <a:pt x="68" y="340"/>
                        <a:pt x="68" y="463"/>
                      </a:cubicBezTo>
                      <a:cubicBezTo>
                        <a:pt x="68" y="499"/>
                        <a:pt x="75" y="536"/>
                        <a:pt x="81" y="573"/>
                      </a:cubicBezTo>
                      <a:cubicBezTo>
                        <a:pt x="93" y="604"/>
                        <a:pt x="118" y="635"/>
                        <a:pt x="148" y="647"/>
                      </a:cubicBezTo>
                      <a:cubicBezTo>
                        <a:pt x="160" y="653"/>
                        <a:pt x="171" y="655"/>
                        <a:pt x="182" y="655"/>
                      </a:cubicBezTo>
                      <a:cubicBezTo>
                        <a:pt x="207" y="655"/>
                        <a:pt x="230" y="642"/>
                        <a:pt x="247" y="616"/>
                      </a:cubicBezTo>
                      <a:cubicBezTo>
                        <a:pt x="265" y="573"/>
                        <a:pt x="234" y="524"/>
                        <a:pt x="210" y="481"/>
                      </a:cubicBezTo>
                      <a:cubicBezTo>
                        <a:pt x="185" y="432"/>
                        <a:pt x="173" y="370"/>
                        <a:pt x="173" y="309"/>
                      </a:cubicBezTo>
                      <a:cubicBezTo>
                        <a:pt x="173" y="272"/>
                        <a:pt x="185" y="229"/>
                        <a:pt x="191" y="186"/>
                      </a:cubicBezTo>
                      <a:cubicBezTo>
                        <a:pt x="198" y="143"/>
                        <a:pt x="191" y="100"/>
                        <a:pt x="173" y="57"/>
                      </a:cubicBezTo>
                      <a:cubicBezTo>
                        <a:pt x="156" y="24"/>
                        <a:pt x="120" y="1"/>
                        <a:pt x="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0" name="Google Shape;6530;p68"/>
                <p:cNvSpPr/>
                <p:nvPr/>
              </p:nvSpPr>
              <p:spPr>
                <a:xfrm>
                  <a:off x="5364275" y="2559325"/>
                  <a:ext cx="40600" cy="32375"/>
                </a:xfrm>
                <a:custGeom>
                  <a:rect b="b" l="l" r="r" t="t"/>
                  <a:pathLst>
                    <a:path extrusionOk="0" h="1295" w="1624">
                      <a:moveTo>
                        <a:pt x="1120" y="0"/>
                      </a:moveTo>
                      <a:cubicBezTo>
                        <a:pt x="1028" y="0"/>
                        <a:pt x="933" y="17"/>
                        <a:pt x="843" y="27"/>
                      </a:cubicBezTo>
                      <a:cubicBezTo>
                        <a:pt x="702" y="34"/>
                        <a:pt x="554" y="52"/>
                        <a:pt x="413" y="77"/>
                      </a:cubicBezTo>
                      <a:cubicBezTo>
                        <a:pt x="271" y="107"/>
                        <a:pt x="148" y="193"/>
                        <a:pt x="69" y="316"/>
                      </a:cubicBezTo>
                      <a:cubicBezTo>
                        <a:pt x="19" y="408"/>
                        <a:pt x="1" y="519"/>
                        <a:pt x="19" y="624"/>
                      </a:cubicBezTo>
                      <a:cubicBezTo>
                        <a:pt x="76" y="1013"/>
                        <a:pt x="413" y="1294"/>
                        <a:pt x="796" y="1294"/>
                      </a:cubicBezTo>
                      <a:cubicBezTo>
                        <a:pt x="830" y="1294"/>
                        <a:pt x="864" y="1292"/>
                        <a:pt x="898" y="1287"/>
                      </a:cubicBezTo>
                      <a:cubicBezTo>
                        <a:pt x="1322" y="1226"/>
                        <a:pt x="1624" y="833"/>
                        <a:pt x="1562" y="408"/>
                      </a:cubicBezTo>
                      <a:cubicBezTo>
                        <a:pt x="1550" y="261"/>
                        <a:pt x="1470" y="132"/>
                        <a:pt x="1341" y="52"/>
                      </a:cubicBezTo>
                      <a:cubicBezTo>
                        <a:pt x="1273" y="13"/>
                        <a:pt x="1198" y="0"/>
                        <a:pt x="112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1" name="Google Shape;6531;p68"/>
                <p:cNvSpPr/>
                <p:nvPr/>
              </p:nvSpPr>
              <p:spPr>
                <a:xfrm>
                  <a:off x="5404400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560" y="0"/>
                      </a:moveTo>
                      <a:cubicBezTo>
                        <a:pt x="399" y="0"/>
                        <a:pt x="257" y="58"/>
                        <a:pt x="191" y="188"/>
                      </a:cubicBezTo>
                      <a:cubicBezTo>
                        <a:pt x="0" y="569"/>
                        <a:pt x="344" y="1079"/>
                        <a:pt x="467" y="1294"/>
                      </a:cubicBezTo>
                      <a:cubicBezTo>
                        <a:pt x="639" y="1589"/>
                        <a:pt x="1131" y="5572"/>
                        <a:pt x="1125" y="6144"/>
                      </a:cubicBezTo>
                      <a:cubicBezTo>
                        <a:pt x="1119" y="6722"/>
                        <a:pt x="873" y="7638"/>
                        <a:pt x="1002" y="7976"/>
                      </a:cubicBezTo>
                      <a:cubicBezTo>
                        <a:pt x="1050" y="8102"/>
                        <a:pt x="1206" y="8153"/>
                        <a:pt x="1387" y="8153"/>
                      </a:cubicBezTo>
                      <a:cubicBezTo>
                        <a:pt x="1698" y="8153"/>
                        <a:pt x="2081" y="8003"/>
                        <a:pt x="2109" y="7828"/>
                      </a:cubicBezTo>
                      <a:cubicBezTo>
                        <a:pt x="2152" y="7552"/>
                        <a:pt x="1875" y="7423"/>
                        <a:pt x="1789" y="6974"/>
                      </a:cubicBezTo>
                      <a:cubicBezTo>
                        <a:pt x="1703" y="6531"/>
                        <a:pt x="1469" y="4866"/>
                        <a:pt x="1451" y="3802"/>
                      </a:cubicBezTo>
                      <a:cubicBezTo>
                        <a:pt x="1426" y="2739"/>
                        <a:pt x="1297" y="1036"/>
                        <a:pt x="1279" y="544"/>
                      </a:cubicBezTo>
                      <a:cubicBezTo>
                        <a:pt x="1262" y="222"/>
                        <a:pt x="876" y="0"/>
                        <a:pt x="56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2" name="Google Shape;6532;p68"/>
                <p:cNvSpPr/>
                <p:nvPr/>
              </p:nvSpPr>
              <p:spPr>
                <a:xfrm>
                  <a:off x="5425475" y="2022800"/>
                  <a:ext cx="67000" cy="185725"/>
                </a:xfrm>
                <a:custGeom>
                  <a:rect b="b" l="l" r="r" t="t"/>
                  <a:pathLst>
                    <a:path extrusionOk="0" h="7429" w="2680">
                      <a:moveTo>
                        <a:pt x="896" y="707"/>
                      </a:moveTo>
                      <a:cubicBezTo>
                        <a:pt x="968" y="707"/>
                        <a:pt x="1044" y="749"/>
                        <a:pt x="1087" y="848"/>
                      </a:cubicBezTo>
                      <a:cubicBezTo>
                        <a:pt x="1395" y="1542"/>
                        <a:pt x="1745" y="4634"/>
                        <a:pt x="1745" y="4634"/>
                      </a:cubicBezTo>
                      <a:cubicBezTo>
                        <a:pt x="1640" y="3767"/>
                        <a:pt x="749" y="1075"/>
                        <a:pt x="731" y="885"/>
                      </a:cubicBezTo>
                      <a:cubicBezTo>
                        <a:pt x="720" y="777"/>
                        <a:pt x="804" y="707"/>
                        <a:pt x="896" y="707"/>
                      </a:cubicBezTo>
                      <a:close/>
                      <a:moveTo>
                        <a:pt x="1210" y="1"/>
                      </a:moveTo>
                      <a:cubicBezTo>
                        <a:pt x="1075" y="1"/>
                        <a:pt x="773" y="232"/>
                        <a:pt x="449" y="232"/>
                      </a:cubicBezTo>
                      <a:cubicBezTo>
                        <a:pt x="357" y="232"/>
                        <a:pt x="264" y="213"/>
                        <a:pt x="171" y="165"/>
                      </a:cubicBezTo>
                      <a:cubicBezTo>
                        <a:pt x="166" y="163"/>
                        <a:pt x="162" y="162"/>
                        <a:pt x="158" y="162"/>
                      </a:cubicBezTo>
                      <a:cubicBezTo>
                        <a:pt x="1" y="162"/>
                        <a:pt x="635" y="2156"/>
                        <a:pt x="971" y="3583"/>
                      </a:cubicBezTo>
                      <a:cubicBezTo>
                        <a:pt x="1309" y="5046"/>
                        <a:pt x="1788" y="7037"/>
                        <a:pt x="1911" y="7234"/>
                      </a:cubicBezTo>
                      <a:cubicBezTo>
                        <a:pt x="1986" y="7352"/>
                        <a:pt x="2191" y="7428"/>
                        <a:pt x="2363" y="7428"/>
                      </a:cubicBezTo>
                      <a:cubicBezTo>
                        <a:pt x="2486" y="7428"/>
                        <a:pt x="2592" y="7388"/>
                        <a:pt x="2618" y="7296"/>
                      </a:cubicBezTo>
                      <a:cubicBezTo>
                        <a:pt x="2679" y="7074"/>
                        <a:pt x="1616" y="780"/>
                        <a:pt x="1272" y="36"/>
                      </a:cubicBezTo>
                      <a:cubicBezTo>
                        <a:pt x="1259" y="11"/>
                        <a:pt x="1238" y="1"/>
                        <a:pt x="121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3" name="Google Shape;6533;p68"/>
                <p:cNvSpPr/>
                <p:nvPr/>
              </p:nvSpPr>
              <p:spPr>
                <a:xfrm>
                  <a:off x="5465400" y="2212350"/>
                  <a:ext cx="15075" cy="37150"/>
                </a:xfrm>
                <a:custGeom>
                  <a:rect b="b" l="l" r="r" t="t"/>
                  <a:pathLst>
                    <a:path extrusionOk="0" h="1486" w="603">
                      <a:moveTo>
                        <a:pt x="381" y="0"/>
                      </a:moveTo>
                      <a:cubicBezTo>
                        <a:pt x="363" y="0"/>
                        <a:pt x="344" y="3"/>
                        <a:pt x="326" y="9"/>
                      </a:cubicBezTo>
                      <a:cubicBezTo>
                        <a:pt x="234" y="39"/>
                        <a:pt x="197" y="150"/>
                        <a:pt x="179" y="242"/>
                      </a:cubicBezTo>
                      <a:lnTo>
                        <a:pt x="56" y="740"/>
                      </a:lnTo>
                      <a:cubicBezTo>
                        <a:pt x="19" y="857"/>
                        <a:pt x="0" y="980"/>
                        <a:pt x="7" y="1103"/>
                      </a:cubicBezTo>
                      <a:cubicBezTo>
                        <a:pt x="7" y="1232"/>
                        <a:pt x="62" y="1349"/>
                        <a:pt x="160" y="1435"/>
                      </a:cubicBezTo>
                      <a:cubicBezTo>
                        <a:pt x="206" y="1469"/>
                        <a:pt x="262" y="1486"/>
                        <a:pt x="318" y="1486"/>
                      </a:cubicBezTo>
                      <a:cubicBezTo>
                        <a:pt x="383" y="1486"/>
                        <a:pt x="449" y="1463"/>
                        <a:pt x="498" y="1416"/>
                      </a:cubicBezTo>
                      <a:cubicBezTo>
                        <a:pt x="548" y="1349"/>
                        <a:pt x="572" y="1269"/>
                        <a:pt x="566" y="1183"/>
                      </a:cubicBezTo>
                      <a:cubicBezTo>
                        <a:pt x="566" y="1103"/>
                        <a:pt x="541" y="1023"/>
                        <a:pt x="535" y="937"/>
                      </a:cubicBezTo>
                      <a:cubicBezTo>
                        <a:pt x="517" y="740"/>
                        <a:pt x="591" y="543"/>
                        <a:pt x="597" y="341"/>
                      </a:cubicBezTo>
                      <a:cubicBezTo>
                        <a:pt x="603" y="255"/>
                        <a:pt x="584" y="168"/>
                        <a:pt x="548" y="95"/>
                      </a:cubicBezTo>
                      <a:cubicBezTo>
                        <a:pt x="509" y="33"/>
                        <a:pt x="445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4" name="Google Shape;6534;p68"/>
                <p:cNvSpPr/>
                <p:nvPr/>
              </p:nvSpPr>
              <p:spPr>
                <a:xfrm>
                  <a:off x="5465850" y="2254150"/>
                  <a:ext cx="10025" cy="15600"/>
                </a:xfrm>
                <a:custGeom>
                  <a:rect b="b" l="l" r="r" t="t"/>
                  <a:pathLst>
                    <a:path extrusionOk="0" h="624" w="401">
                      <a:moveTo>
                        <a:pt x="188" y="0"/>
                      </a:moveTo>
                      <a:cubicBezTo>
                        <a:pt x="152" y="0"/>
                        <a:pt x="117" y="14"/>
                        <a:pt x="87" y="39"/>
                      </a:cubicBezTo>
                      <a:cubicBezTo>
                        <a:pt x="56" y="70"/>
                        <a:pt x="38" y="107"/>
                        <a:pt x="32" y="150"/>
                      </a:cubicBezTo>
                      <a:cubicBezTo>
                        <a:pt x="1" y="316"/>
                        <a:pt x="38" y="488"/>
                        <a:pt x="142" y="623"/>
                      </a:cubicBezTo>
                      <a:cubicBezTo>
                        <a:pt x="314" y="568"/>
                        <a:pt x="400" y="254"/>
                        <a:pt x="376" y="76"/>
                      </a:cubicBezTo>
                      <a:cubicBezTo>
                        <a:pt x="333" y="45"/>
                        <a:pt x="284" y="21"/>
                        <a:pt x="234" y="9"/>
                      </a:cubicBezTo>
                      <a:cubicBezTo>
                        <a:pt x="219" y="3"/>
                        <a:pt x="203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5" name="Google Shape;6535;p68"/>
                <p:cNvSpPr/>
                <p:nvPr/>
              </p:nvSpPr>
              <p:spPr>
                <a:xfrm>
                  <a:off x="5466175" y="2275925"/>
                  <a:ext cx="5850" cy="10425"/>
                </a:xfrm>
                <a:custGeom>
                  <a:rect b="b" l="l" r="r" t="t"/>
                  <a:pathLst>
                    <a:path extrusionOk="0" h="417" w="234">
                      <a:moveTo>
                        <a:pt x="145" y="0"/>
                      </a:moveTo>
                      <a:cubicBezTo>
                        <a:pt x="112" y="0"/>
                        <a:pt x="79" y="14"/>
                        <a:pt x="56" y="41"/>
                      </a:cubicBezTo>
                      <a:cubicBezTo>
                        <a:pt x="19" y="84"/>
                        <a:pt x="0" y="152"/>
                        <a:pt x="19" y="207"/>
                      </a:cubicBezTo>
                      <a:cubicBezTo>
                        <a:pt x="37" y="269"/>
                        <a:pt x="62" y="324"/>
                        <a:pt x="92" y="373"/>
                      </a:cubicBezTo>
                      <a:cubicBezTo>
                        <a:pt x="105" y="392"/>
                        <a:pt x="117" y="416"/>
                        <a:pt x="142" y="416"/>
                      </a:cubicBezTo>
                      <a:cubicBezTo>
                        <a:pt x="160" y="416"/>
                        <a:pt x="185" y="385"/>
                        <a:pt x="197" y="355"/>
                      </a:cubicBezTo>
                      <a:cubicBezTo>
                        <a:pt x="228" y="250"/>
                        <a:pt x="234" y="139"/>
                        <a:pt x="221" y="29"/>
                      </a:cubicBezTo>
                      <a:cubicBezTo>
                        <a:pt x="199" y="9"/>
                        <a:pt x="172" y="0"/>
                        <a:pt x="1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6" name="Google Shape;6536;p68"/>
                <p:cNvSpPr/>
                <p:nvPr/>
              </p:nvSpPr>
              <p:spPr>
                <a:xfrm>
                  <a:off x="5483225" y="2216675"/>
                  <a:ext cx="13400" cy="37100"/>
                </a:xfrm>
                <a:custGeom>
                  <a:rect b="b" l="l" r="r" t="t"/>
                  <a:pathLst>
                    <a:path extrusionOk="0" h="1484" w="536">
                      <a:moveTo>
                        <a:pt x="248" y="1"/>
                      </a:moveTo>
                      <a:cubicBezTo>
                        <a:pt x="187" y="1"/>
                        <a:pt x="133" y="31"/>
                        <a:pt x="99" y="82"/>
                      </a:cubicBezTo>
                      <a:cubicBezTo>
                        <a:pt x="62" y="137"/>
                        <a:pt x="37" y="198"/>
                        <a:pt x="31" y="266"/>
                      </a:cubicBezTo>
                      <a:cubicBezTo>
                        <a:pt x="0" y="530"/>
                        <a:pt x="0" y="801"/>
                        <a:pt x="31" y="1065"/>
                      </a:cubicBezTo>
                      <a:cubicBezTo>
                        <a:pt x="37" y="1163"/>
                        <a:pt x="56" y="1256"/>
                        <a:pt x="99" y="1348"/>
                      </a:cubicBezTo>
                      <a:cubicBezTo>
                        <a:pt x="140" y="1429"/>
                        <a:pt x="219" y="1483"/>
                        <a:pt x="311" y="1483"/>
                      </a:cubicBezTo>
                      <a:cubicBezTo>
                        <a:pt x="316" y="1483"/>
                        <a:pt x="321" y="1483"/>
                        <a:pt x="326" y="1483"/>
                      </a:cubicBezTo>
                      <a:cubicBezTo>
                        <a:pt x="412" y="1465"/>
                        <a:pt x="480" y="1403"/>
                        <a:pt x="505" y="1323"/>
                      </a:cubicBezTo>
                      <a:cubicBezTo>
                        <a:pt x="529" y="1243"/>
                        <a:pt x="535" y="1157"/>
                        <a:pt x="529" y="1077"/>
                      </a:cubicBezTo>
                      <a:cubicBezTo>
                        <a:pt x="529" y="788"/>
                        <a:pt x="492" y="500"/>
                        <a:pt x="425" y="217"/>
                      </a:cubicBezTo>
                      <a:cubicBezTo>
                        <a:pt x="400" y="125"/>
                        <a:pt x="357" y="20"/>
                        <a:pt x="265" y="2"/>
                      </a:cubicBezTo>
                      <a:cubicBezTo>
                        <a:pt x="259" y="1"/>
                        <a:pt x="25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7" name="Google Shape;6537;p68"/>
                <p:cNvSpPr/>
                <p:nvPr/>
              </p:nvSpPr>
              <p:spPr>
                <a:xfrm>
                  <a:off x="5489075" y="2258950"/>
                  <a:ext cx="10300" cy="22800"/>
                </a:xfrm>
                <a:custGeom>
                  <a:rect b="b" l="l" r="r" t="t"/>
                  <a:pathLst>
                    <a:path extrusionOk="0" h="912" w="412">
                      <a:moveTo>
                        <a:pt x="191" y="1"/>
                      </a:moveTo>
                      <a:cubicBezTo>
                        <a:pt x="111" y="1"/>
                        <a:pt x="55" y="87"/>
                        <a:pt x="31" y="173"/>
                      </a:cubicBezTo>
                      <a:cubicBezTo>
                        <a:pt x="0" y="327"/>
                        <a:pt x="6" y="487"/>
                        <a:pt x="49" y="640"/>
                      </a:cubicBezTo>
                      <a:cubicBezTo>
                        <a:pt x="55" y="708"/>
                        <a:pt x="80" y="769"/>
                        <a:pt x="111" y="825"/>
                      </a:cubicBezTo>
                      <a:cubicBezTo>
                        <a:pt x="144" y="881"/>
                        <a:pt x="204" y="911"/>
                        <a:pt x="266" y="911"/>
                      </a:cubicBezTo>
                      <a:cubicBezTo>
                        <a:pt x="271" y="911"/>
                        <a:pt x="277" y="911"/>
                        <a:pt x="283" y="911"/>
                      </a:cubicBezTo>
                      <a:cubicBezTo>
                        <a:pt x="363" y="880"/>
                        <a:pt x="412" y="806"/>
                        <a:pt x="406" y="726"/>
                      </a:cubicBezTo>
                      <a:cubicBezTo>
                        <a:pt x="400" y="646"/>
                        <a:pt x="387" y="573"/>
                        <a:pt x="369" y="493"/>
                      </a:cubicBezTo>
                      <a:cubicBezTo>
                        <a:pt x="363" y="401"/>
                        <a:pt x="369" y="308"/>
                        <a:pt x="363" y="216"/>
                      </a:cubicBezTo>
                      <a:cubicBezTo>
                        <a:pt x="357" y="161"/>
                        <a:pt x="344" y="112"/>
                        <a:pt x="320" y="69"/>
                      </a:cubicBezTo>
                      <a:cubicBezTo>
                        <a:pt x="289" y="26"/>
                        <a:pt x="240" y="1"/>
                        <a:pt x="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8" name="Google Shape;6538;p68"/>
                <p:cNvSpPr/>
                <p:nvPr/>
              </p:nvSpPr>
              <p:spPr>
                <a:xfrm>
                  <a:off x="5483075" y="2286450"/>
                  <a:ext cx="11075" cy="17200"/>
                </a:xfrm>
                <a:custGeom>
                  <a:rect b="b" l="l" r="r" t="t"/>
                  <a:pathLst>
                    <a:path extrusionOk="0" h="688" w="443">
                      <a:moveTo>
                        <a:pt x="330" y="1"/>
                      </a:moveTo>
                      <a:cubicBezTo>
                        <a:pt x="327" y="1"/>
                        <a:pt x="323" y="1"/>
                        <a:pt x="320" y="1"/>
                      </a:cubicBezTo>
                      <a:cubicBezTo>
                        <a:pt x="259" y="20"/>
                        <a:pt x="234" y="81"/>
                        <a:pt x="215" y="136"/>
                      </a:cubicBezTo>
                      <a:cubicBezTo>
                        <a:pt x="172" y="247"/>
                        <a:pt x="117" y="358"/>
                        <a:pt x="56" y="462"/>
                      </a:cubicBezTo>
                      <a:cubicBezTo>
                        <a:pt x="37" y="493"/>
                        <a:pt x="19" y="530"/>
                        <a:pt x="6" y="567"/>
                      </a:cubicBezTo>
                      <a:cubicBezTo>
                        <a:pt x="0" y="604"/>
                        <a:pt x="6" y="641"/>
                        <a:pt x="31" y="665"/>
                      </a:cubicBezTo>
                      <a:cubicBezTo>
                        <a:pt x="47" y="681"/>
                        <a:pt x="67" y="688"/>
                        <a:pt x="87" y="688"/>
                      </a:cubicBezTo>
                      <a:cubicBezTo>
                        <a:pt x="130" y="688"/>
                        <a:pt x="176" y="658"/>
                        <a:pt x="197" y="616"/>
                      </a:cubicBezTo>
                      <a:cubicBezTo>
                        <a:pt x="228" y="561"/>
                        <a:pt x="252" y="499"/>
                        <a:pt x="271" y="432"/>
                      </a:cubicBezTo>
                      <a:cubicBezTo>
                        <a:pt x="302" y="376"/>
                        <a:pt x="338" y="327"/>
                        <a:pt x="381" y="278"/>
                      </a:cubicBezTo>
                      <a:cubicBezTo>
                        <a:pt x="424" y="235"/>
                        <a:pt x="443" y="173"/>
                        <a:pt x="443" y="112"/>
                      </a:cubicBezTo>
                      <a:cubicBezTo>
                        <a:pt x="437" y="48"/>
                        <a:pt x="388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9" name="Google Shape;6539;p68"/>
                <p:cNvSpPr/>
                <p:nvPr/>
              </p:nvSpPr>
              <p:spPr>
                <a:xfrm>
                  <a:off x="5478150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154" y="0"/>
                      </a:moveTo>
                      <a:cubicBezTo>
                        <a:pt x="87" y="6"/>
                        <a:pt x="25" y="55"/>
                        <a:pt x="13" y="117"/>
                      </a:cubicBezTo>
                      <a:cubicBezTo>
                        <a:pt x="1" y="184"/>
                        <a:pt x="1" y="252"/>
                        <a:pt x="19" y="320"/>
                      </a:cubicBezTo>
                      <a:cubicBezTo>
                        <a:pt x="148" y="270"/>
                        <a:pt x="210" y="123"/>
                        <a:pt x="15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0" name="Google Shape;6540;p68"/>
                <p:cNvSpPr/>
                <p:nvPr/>
              </p:nvSpPr>
              <p:spPr>
                <a:xfrm>
                  <a:off x="5312500" y="1823150"/>
                  <a:ext cx="82800" cy="196300"/>
                </a:xfrm>
                <a:custGeom>
                  <a:rect b="b" l="l" r="r" t="t"/>
                  <a:pathLst>
                    <a:path extrusionOk="0" h="7852" w="3312">
                      <a:moveTo>
                        <a:pt x="621" y="1"/>
                      </a:moveTo>
                      <a:cubicBezTo>
                        <a:pt x="621" y="1"/>
                        <a:pt x="326" y="25"/>
                        <a:pt x="0" y="25"/>
                      </a:cubicBezTo>
                      <a:lnTo>
                        <a:pt x="0" y="4937"/>
                      </a:lnTo>
                      <a:cubicBezTo>
                        <a:pt x="0" y="4937"/>
                        <a:pt x="1009" y="5342"/>
                        <a:pt x="1316" y="6092"/>
                      </a:cubicBezTo>
                      <a:cubicBezTo>
                        <a:pt x="1617" y="6842"/>
                        <a:pt x="1961" y="7801"/>
                        <a:pt x="2527" y="7850"/>
                      </a:cubicBezTo>
                      <a:cubicBezTo>
                        <a:pt x="2538" y="7851"/>
                        <a:pt x="2549" y="7852"/>
                        <a:pt x="2560" y="7852"/>
                      </a:cubicBezTo>
                      <a:cubicBezTo>
                        <a:pt x="3095" y="7852"/>
                        <a:pt x="3312" y="6839"/>
                        <a:pt x="3215" y="6682"/>
                      </a:cubicBezTo>
                      <a:cubicBezTo>
                        <a:pt x="3207" y="6668"/>
                        <a:pt x="3197" y="6662"/>
                        <a:pt x="3185" y="6662"/>
                      </a:cubicBezTo>
                      <a:cubicBezTo>
                        <a:pt x="3069" y="6662"/>
                        <a:pt x="2813" y="7318"/>
                        <a:pt x="2558" y="7318"/>
                      </a:cubicBezTo>
                      <a:cubicBezTo>
                        <a:pt x="2549" y="7318"/>
                        <a:pt x="2541" y="7317"/>
                        <a:pt x="2533" y="7315"/>
                      </a:cubicBezTo>
                      <a:cubicBezTo>
                        <a:pt x="2250" y="7260"/>
                        <a:pt x="2109" y="6400"/>
                        <a:pt x="1611" y="5619"/>
                      </a:cubicBezTo>
                      <a:cubicBezTo>
                        <a:pt x="1101" y="4808"/>
                        <a:pt x="701" y="4562"/>
                        <a:pt x="621" y="4494"/>
                      </a:cubicBezTo>
                      <a:cubicBezTo>
                        <a:pt x="548" y="4427"/>
                        <a:pt x="621" y="1"/>
                        <a:pt x="6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1" name="Google Shape;6541;p68"/>
                <p:cNvSpPr/>
                <p:nvPr/>
              </p:nvSpPr>
              <p:spPr>
                <a:xfrm>
                  <a:off x="5324175" y="1823375"/>
                  <a:ext cx="68925" cy="13925"/>
                </a:xfrm>
                <a:custGeom>
                  <a:rect b="b" l="l" r="r" t="t"/>
                  <a:pathLst>
                    <a:path extrusionOk="0" h="557" w="2757">
                      <a:moveTo>
                        <a:pt x="2241" y="0"/>
                      </a:moveTo>
                      <a:cubicBezTo>
                        <a:pt x="2193" y="0"/>
                        <a:pt x="2141" y="3"/>
                        <a:pt x="2084" y="10"/>
                      </a:cubicBezTo>
                      <a:cubicBezTo>
                        <a:pt x="1773" y="49"/>
                        <a:pt x="1071" y="56"/>
                        <a:pt x="587" y="56"/>
                      </a:cubicBezTo>
                      <a:cubicBezTo>
                        <a:pt x="298" y="56"/>
                        <a:pt x="87" y="53"/>
                        <a:pt x="87" y="53"/>
                      </a:cubicBezTo>
                      <a:lnTo>
                        <a:pt x="1" y="490"/>
                      </a:lnTo>
                      <a:cubicBezTo>
                        <a:pt x="210" y="537"/>
                        <a:pt x="490" y="556"/>
                        <a:pt x="791" y="556"/>
                      </a:cubicBezTo>
                      <a:cubicBezTo>
                        <a:pt x="1620" y="556"/>
                        <a:pt x="2602" y="411"/>
                        <a:pt x="2674" y="312"/>
                      </a:cubicBezTo>
                      <a:cubicBezTo>
                        <a:pt x="2756" y="197"/>
                        <a:pt x="2620" y="0"/>
                        <a:pt x="22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2" name="Google Shape;6542;p68"/>
                <p:cNvSpPr/>
                <p:nvPr/>
              </p:nvSpPr>
              <p:spPr>
                <a:xfrm>
                  <a:off x="5316650" y="1794500"/>
                  <a:ext cx="35200" cy="10050"/>
                </a:xfrm>
                <a:custGeom>
                  <a:rect b="b" l="l" r="r" t="t"/>
                  <a:pathLst>
                    <a:path extrusionOk="0" h="402" w="1408">
                      <a:moveTo>
                        <a:pt x="1162" y="0"/>
                      </a:moveTo>
                      <a:cubicBezTo>
                        <a:pt x="1134" y="0"/>
                        <a:pt x="1103" y="3"/>
                        <a:pt x="1070" y="10"/>
                      </a:cubicBezTo>
                      <a:cubicBezTo>
                        <a:pt x="812" y="59"/>
                        <a:pt x="50" y="71"/>
                        <a:pt x="50" y="71"/>
                      </a:cubicBezTo>
                      <a:lnTo>
                        <a:pt x="0" y="366"/>
                      </a:lnTo>
                      <a:cubicBezTo>
                        <a:pt x="90" y="391"/>
                        <a:pt x="205" y="401"/>
                        <a:pt x="330" y="401"/>
                      </a:cubicBezTo>
                      <a:cubicBezTo>
                        <a:pt x="765" y="401"/>
                        <a:pt x="1322" y="278"/>
                        <a:pt x="1365" y="206"/>
                      </a:cubicBezTo>
                      <a:cubicBezTo>
                        <a:pt x="1408" y="126"/>
                        <a:pt x="1344" y="0"/>
                        <a:pt x="116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3" name="Google Shape;6543;p68"/>
                <p:cNvSpPr/>
                <p:nvPr/>
              </p:nvSpPr>
              <p:spPr>
                <a:xfrm>
                  <a:off x="5312650" y="1779250"/>
                  <a:ext cx="27375" cy="9250"/>
                </a:xfrm>
                <a:custGeom>
                  <a:rect b="b" l="l" r="r" t="t"/>
                  <a:pathLst>
                    <a:path extrusionOk="0" h="370" w="1095">
                      <a:moveTo>
                        <a:pt x="915" y="1"/>
                      </a:moveTo>
                      <a:cubicBezTo>
                        <a:pt x="892" y="1"/>
                        <a:pt x="865" y="4"/>
                        <a:pt x="837" y="11"/>
                      </a:cubicBezTo>
                      <a:cubicBezTo>
                        <a:pt x="634" y="54"/>
                        <a:pt x="44" y="79"/>
                        <a:pt x="44" y="79"/>
                      </a:cubicBezTo>
                      <a:lnTo>
                        <a:pt x="1" y="343"/>
                      </a:lnTo>
                      <a:cubicBezTo>
                        <a:pt x="63" y="362"/>
                        <a:pt x="141" y="370"/>
                        <a:pt x="227" y="370"/>
                      </a:cubicBezTo>
                      <a:cubicBezTo>
                        <a:pt x="568" y="370"/>
                        <a:pt x="1028" y="247"/>
                        <a:pt x="1058" y="183"/>
                      </a:cubicBezTo>
                      <a:cubicBezTo>
                        <a:pt x="1095" y="110"/>
                        <a:pt x="1051" y="1"/>
                        <a:pt x="9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4" name="Google Shape;6544;p68"/>
                <p:cNvSpPr/>
                <p:nvPr/>
              </p:nvSpPr>
              <p:spPr>
                <a:xfrm>
                  <a:off x="5314650" y="197365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9" y="16"/>
                        <a:pt x="597" y="20"/>
                        <a:pt x="474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7"/>
                      </a:lnTo>
                      <a:cubicBezTo>
                        <a:pt x="81" y="325"/>
                        <a:pt x="198" y="339"/>
                        <a:pt x="323" y="339"/>
                      </a:cubicBezTo>
                      <a:cubicBezTo>
                        <a:pt x="609" y="339"/>
                        <a:pt x="937" y="263"/>
                        <a:pt x="972" y="208"/>
                      </a:cubicBezTo>
                      <a:cubicBezTo>
                        <a:pt x="1016" y="129"/>
                        <a:pt x="980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5" name="Google Shape;6545;p68"/>
                <p:cNvSpPr/>
                <p:nvPr/>
              </p:nvSpPr>
              <p:spPr>
                <a:xfrm>
                  <a:off x="5314650" y="19917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3" y="17"/>
                        <a:pt x="600" y="20"/>
                        <a:pt x="476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8"/>
                      </a:lnTo>
                      <a:cubicBezTo>
                        <a:pt x="81" y="325"/>
                        <a:pt x="198" y="340"/>
                        <a:pt x="323" y="340"/>
                      </a:cubicBezTo>
                      <a:cubicBezTo>
                        <a:pt x="609" y="340"/>
                        <a:pt x="937" y="263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6" name="Google Shape;6546;p68"/>
                <p:cNvSpPr/>
                <p:nvPr/>
              </p:nvSpPr>
              <p:spPr>
                <a:xfrm>
                  <a:off x="531465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841" y="0"/>
                      </a:moveTo>
                      <a:cubicBezTo>
                        <a:pt x="826" y="0"/>
                        <a:pt x="810" y="1"/>
                        <a:pt x="793" y="4"/>
                      </a:cubicBezTo>
                      <a:cubicBezTo>
                        <a:pt x="724" y="18"/>
                        <a:pt x="606" y="22"/>
                        <a:pt x="485" y="22"/>
                      </a:cubicBezTo>
                      <a:cubicBezTo>
                        <a:pt x="283" y="22"/>
                        <a:pt x="74" y="10"/>
                        <a:pt x="74" y="10"/>
                      </a:cubicBezTo>
                      <a:lnTo>
                        <a:pt x="1" y="287"/>
                      </a:lnTo>
                      <a:cubicBezTo>
                        <a:pt x="83" y="325"/>
                        <a:pt x="203" y="340"/>
                        <a:pt x="331" y="340"/>
                      </a:cubicBezTo>
                      <a:cubicBezTo>
                        <a:pt x="615" y="340"/>
                        <a:pt x="938" y="266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7" name="Google Shape;6547;p68"/>
                <p:cNvSpPr/>
                <p:nvPr/>
              </p:nvSpPr>
              <p:spPr>
                <a:xfrm>
                  <a:off x="531465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0"/>
                      </a:moveTo>
                      <a:cubicBezTo>
                        <a:pt x="826" y="0"/>
                        <a:pt x="810" y="2"/>
                        <a:pt x="793" y="5"/>
                      </a:cubicBezTo>
                      <a:cubicBezTo>
                        <a:pt x="724" y="18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5"/>
                        <a:pt x="321" y="345"/>
                      </a:cubicBezTo>
                      <a:cubicBezTo>
                        <a:pt x="607" y="345"/>
                        <a:pt x="937" y="267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8" name="Google Shape;6548;p68"/>
                <p:cNvSpPr/>
                <p:nvPr/>
              </p:nvSpPr>
              <p:spPr>
                <a:xfrm>
                  <a:off x="531465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4" y="19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6"/>
                        <a:pt x="321" y="346"/>
                      </a:cubicBezTo>
                      <a:cubicBezTo>
                        <a:pt x="607" y="346"/>
                        <a:pt x="937" y="268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9" name="Google Shape;6549;p68"/>
                <p:cNvSpPr/>
                <p:nvPr/>
              </p:nvSpPr>
              <p:spPr>
                <a:xfrm>
                  <a:off x="5314650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847" y="1"/>
                      </a:moveTo>
                      <a:cubicBezTo>
                        <a:pt x="830" y="1"/>
                        <a:pt x="813" y="2"/>
                        <a:pt x="793" y="6"/>
                      </a:cubicBezTo>
                      <a:cubicBezTo>
                        <a:pt x="725" y="18"/>
                        <a:pt x="603" y="22"/>
                        <a:pt x="478" y="22"/>
                      </a:cubicBezTo>
                      <a:cubicBezTo>
                        <a:pt x="279" y="22"/>
                        <a:pt x="74" y="13"/>
                        <a:pt x="74" y="13"/>
                      </a:cubicBezTo>
                      <a:lnTo>
                        <a:pt x="1" y="289"/>
                      </a:lnTo>
                      <a:cubicBezTo>
                        <a:pt x="81" y="326"/>
                        <a:pt x="197" y="341"/>
                        <a:pt x="321" y="341"/>
                      </a:cubicBezTo>
                      <a:cubicBezTo>
                        <a:pt x="607" y="341"/>
                        <a:pt x="937" y="263"/>
                        <a:pt x="972" y="203"/>
                      </a:cubicBezTo>
                      <a:cubicBezTo>
                        <a:pt x="1016" y="126"/>
                        <a:pt x="981" y="1"/>
                        <a:pt x="84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0" name="Google Shape;6550;p68"/>
                <p:cNvSpPr/>
                <p:nvPr/>
              </p:nvSpPr>
              <p:spPr>
                <a:xfrm>
                  <a:off x="5314800" y="208260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7" y="17"/>
                        <a:pt x="594" y="20"/>
                        <a:pt x="470" y="20"/>
                      </a:cubicBezTo>
                      <a:cubicBezTo>
                        <a:pt x="271" y="20"/>
                        <a:pt x="68" y="11"/>
                        <a:pt x="68" y="11"/>
                      </a:cubicBezTo>
                      <a:lnTo>
                        <a:pt x="1" y="287"/>
                      </a:lnTo>
                      <a:cubicBezTo>
                        <a:pt x="79" y="325"/>
                        <a:pt x="195" y="340"/>
                        <a:pt x="319" y="340"/>
                      </a:cubicBezTo>
                      <a:cubicBezTo>
                        <a:pt x="603" y="340"/>
                        <a:pt x="931" y="263"/>
                        <a:pt x="966" y="208"/>
                      </a:cubicBezTo>
                      <a:cubicBezTo>
                        <a:pt x="1010" y="129"/>
                        <a:pt x="979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1" name="Google Shape;6551;p68"/>
                <p:cNvSpPr/>
                <p:nvPr/>
              </p:nvSpPr>
              <p:spPr>
                <a:xfrm>
                  <a:off x="5314800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841" y="0"/>
                      </a:moveTo>
                      <a:cubicBezTo>
                        <a:pt x="824" y="0"/>
                        <a:pt x="807" y="2"/>
                        <a:pt x="787" y="6"/>
                      </a:cubicBezTo>
                      <a:cubicBezTo>
                        <a:pt x="717" y="18"/>
                        <a:pt x="594" y="21"/>
                        <a:pt x="470" y="21"/>
                      </a:cubicBezTo>
                      <a:cubicBezTo>
                        <a:pt x="271" y="21"/>
                        <a:pt x="68" y="12"/>
                        <a:pt x="68" y="12"/>
                      </a:cubicBezTo>
                      <a:lnTo>
                        <a:pt x="1" y="289"/>
                      </a:lnTo>
                      <a:cubicBezTo>
                        <a:pt x="79" y="326"/>
                        <a:pt x="194" y="341"/>
                        <a:pt x="318" y="341"/>
                      </a:cubicBezTo>
                      <a:cubicBezTo>
                        <a:pt x="604" y="341"/>
                        <a:pt x="938" y="263"/>
                        <a:pt x="972" y="203"/>
                      </a:cubicBezTo>
                      <a:cubicBezTo>
                        <a:pt x="1016" y="131"/>
                        <a:pt x="981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2" name="Google Shape;6552;p68"/>
                <p:cNvSpPr/>
                <p:nvPr/>
              </p:nvSpPr>
              <p:spPr>
                <a:xfrm>
                  <a:off x="5314800" y="2118875"/>
                  <a:ext cx="25400" cy="8500"/>
                </a:xfrm>
                <a:custGeom>
                  <a:rect b="b" l="l" r="r" t="t"/>
                  <a:pathLst>
                    <a:path extrusionOk="0" h="340" w="1016">
                      <a:moveTo>
                        <a:pt x="833" y="0"/>
                      </a:moveTo>
                      <a:cubicBezTo>
                        <a:pt x="819" y="0"/>
                        <a:pt x="804" y="1"/>
                        <a:pt x="787" y="4"/>
                      </a:cubicBezTo>
                      <a:cubicBezTo>
                        <a:pt x="719" y="16"/>
                        <a:pt x="597" y="20"/>
                        <a:pt x="472" y="20"/>
                      </a:cubicBezTo>
                      <a:cubicBezTo>
                        <a:pt x="273" y="20"/>
                        <a:pt x="68" y="10"/>
                        <a:pt x="68" y="10"/>
                      </a:cubicBezTo>
                      <a:lnTo>
                        <a:pt x="1" y="287"/>
                      </a:lnTo>
                      <a:cubicBezTo>
                        <a:pt x="81" y="324"/>
                        <a:pt x="197" y="339"/>
                        <a:pt x="322" y="339"/>
                      </a:cubicBezTo>
                      <a:cubicBezTo>
                        <a:pt x="606" y="339"/>
                        <a:pt x="931" y="263"/>
                        <a:pt x="966" y="207"/>
                      </a:cubicBezTo>
                      <a:cubicBezTo>
                        <a:pt x="1016" y="129"/>
                        <a:pt x="975" y="0"/>
                        <a:pt x="8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3" name="Google Shape;6553;p68"/>
                <p:cNvSpPr/>
                <p:nvPr/>
              </p:nvSpPr>
              <p:spPr>
                <a:xfrm>
                  <a:off x="5323400" y="1840700"/>
                  <a:ext cx="83125" cy="17425"/>
                </a:xfrm>
                <a:custGeom>
                  <a:rect b="b" l="l" r="r" t="t"/>
                  <a:pathLst>
                    <a:path extrusionOk="0" h="697" w="3325">
                      <a:moveTo>
                        <a:pt x="3020" y="1"/>
                      </a:moveTo>
                      <a:cubicBezTo>
                        <a:pt x="2980" y="1"/>
                        <a:pt x="2935" y="6"/>
                        <a:pt x="2884" y="18"/>
                      </a:cubicBezTo>
                      <a:cubicBezTo>
                        <a:pt x="2054" y="215"/>
                        <a:pt x="56" y="295"/>
                        <a:pt x="56" y="295"/>
                      </a:cubicBezTo>
                      <a:lnTo>
                        <a:pt x="1" y="676"/>
                      </a:lnTo>
                      <a:cubicBezTo>
                        <a:pt x="88" y="690"/>
                        <a:pt x="243" y="696"/>
                        <a:pt x="440" y="696"/>
                      </a:cubicBezTo>
                      <a:cubicBezTo>
                        <a:pt x="1258" y="696"/>
                        <a:pt x="2787" y="585"/>
                        <a:pt x="3025" y="461"/>
                      </a:cubicBezTo>
                      <a:cubicBezTo>
                        <a:pt x="3281" y="325"/>
                        <a:pt x="3325" y="1"/>
                        <a:pt x="302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4" name="Google Shape;6554;p68"/>
                <p:cNvSpPr/>
                <p:nvPr/>
              </p:nvSpPr>
              <p:spPr>
                <a:xfrm>
                  <a:off x="5322950" y="1889900"/>
                  <a:ext cx="93325" cy="14250"/>
                </a:xfrm>
                <a:custGeom>
                  <a:rect b="b" l="l" r="r" t="t"/>
                  <a:pathLst>
                    <a:path extrusionOk="0" h="570" w="3733">
                      <a:moveTo>
                        <a:pt x="3356" y="1"/>
                      </a:moveTo>
                      <a:cubicBezTo>
                        <a:pt x="3321" y="1"/>
                        <a:pt x="3283" y="4"/>
                        <a:pt x="3240" y="11"/>
                      </a:cubicBezTo>
                      <a:cubicBezTo>
                        <a:pt x="2842" y="68"/>
                        <a:pt x="2216" y="85"/>
                        <a:pt x="1627" y="85"/>
                      </a:cubicBezTo>
                      <a:cubicBezTo>
                        <a:pt x="823" y="85"/>
                        <a:pt x="86" y="54"/>
                        <a:pt x="86" y="54"/>
                      </a:cubicBezTo>
                      <a:lnTo>
                        <a:pt x="0" y="453"/>
                      </a:lnTo>
                      <a:cubicBezTo>
                        <a:pt x="289" y="522"/>
                        <a:pt x="1281" y="569"/>
                        <a:pt x="2118" y="569"/>
                      </a:cubicBezTo>
                      <a:cubicBezTo>
                        <a:pt x="2705" y="569"/>
                        <a:pt x="3217" y="546"/>
                        <a:pt x="3357" y="490"/>
                      </a:cubicBezTo>
                      <a:cubicBezTo>
                        <a:pt x="3660" y="367"/>
                        <a:pt x="3732" y="1"/>
                        <a:pt x="33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5" name="Google Shape;6555;p68"/>
                <p:cNvSpPr/>
                <p:nvPr/>
              </p:nvSpPr>
              <p:spPr>
                <a:xfrm>
                  <a:off x="5320500" y="1863550"/>
                  <a:ext cx="94175" cy="19475"/>
                </a:xfrm>
                <a:custGeom>
                  <a:rect b="b" l="l" r="r" t="t"/>
                  <a:pathLst>
                    <a:path extrusionOk="0" h="779" w="3767">
                      <a:moveTo>
                        <a:pt x="3386" y="0"/>
                      </a:moveTo>
                      <a:cubicBezTo>
                        <a:pt x="3345" y="0"/>
                        <a:pt x="3300" y="7"/>
                        <a:pt x="3252" y="20"/>
                      </a:cubicBezTo>
                      <a:cubicBezTo>
                        <a:pt x="2439" y="251"/>
                        <a:pt x="1143" y="283"/>
                        <a:pt x="485" y="283"/>
                      </a:cubicBezTo>
                      <a:cubicBezTo>
                        <a:pt x="232" y="283"/>
                        <a:pt x="74" y="278"/>
                        <a:pt x="74" y="278"/>
                      </a:cubicBezTo>
                      <a:lnTo>
                        <a:pt x="0" y="745"/>
                      </a:lnTo>
                      <a:cubicBezTo>
                        <a:pt x="112" y="768"/>
                        <a:pt x="335" y="779"/>
                        <a:pt x="616" y="779"/>
                      </a:cubicBezTo>
                      <a:cubicBezTo>
                        <a:pt x="1536" y="779"/>
                        <a:pt x="3079" y="666"/>
                        <a:pt x="3399" y="506"/>
                      </a:cubicBezTo>
                      <a:cubicBezTo>
                        <a:pt x="3767" y="322"/>
                        <a:pt x="3683" y="0"/>
                        <a:pt x="338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6" name="Google Shape;6556;p68"/>
                <p:cNvSpPr/>
                <p:nvPr/>
              </p:nvSpPr>
              <p:spPr>
                <a:xfrm>
                  <a:off x="5319725" y="1912125"/>
                  <a:ext cx="91400" cy="14400"/>
                </a:xfrm>
                <a:custGeom>
                  <a:rect b="b" l="l" r="r" t="t"/>
                  <a:pathLst>
                    <a:path extrusionOk="0" h="576" w="3656">
                      <a:moveTo>
                        <a:pt x="105" y="1"/>
                      </a:moveTo>
                      <a:lnTo>
                        <a:pt x="0" y="413"/>
                      </a:lnTo>
                      <a:cubicBezTo>
                        <a:pt x="293" y="498"/>
                        <a:pt x="1444" y="575"/>
                        <a:pt x="2313" y="575"/>
                      </a:cubicBezTo>
                      <a:cubicBezTo>
                        <a:pt x="2758" y="575"/>
                        <a:pt x="3129" y="555"/>
                        <a:pt x="3270" y="505"/>
                      </a:cubicBezTo>
                      <a:cubicBezTo>
                        <a:pt x="3656" y="369"/>
                        <a:pt x="3581" y="55"/>
                        <a:pt x="3259" y="55"/>
                      </a:cubicBezTo>
                      <a:cubicBezTo>
                        <a:pt x="3232" y="55"/>
                        <a:pt x="3203" y="58"/>
                        <a:pt x="3172" y="62"/>
                      </a:cubicBezTo>
                      <a:cubicBezTo>
                        <a:pt x="2872" y="113"/>
                        <a:pt x="2507" y="131"/>
                        <a:pt x="2136" y="131"/>
                      </a:cubicBezTo>
                      <a:cubicBezTo>
                        <a:pt x="1145" y="131"/>
                        <a:pt x="105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7" name="Google Shape;6557;p68"/>
                <p:cNvSpPr/>
                <p:nvPr/>
              </p:nvSpPr>
              <p:spPr>
                <a:xfrm>
                  <a:off x="5316025" y="1931650"/>
                  <a:ext cx="89525" cy="15550"/>
                </a:xfrm>
                <a:custGeom>
                  <a:rect b="b" l="l" r="r" t="t"/>
                  <a:pathLst>
                    <a:path extrusionOk="0" h="622" w="3581">
                      <a:moveTo>
                        <a:pt x="118" y="0"/>
                      </a:moveTo>
                      <a:lnTo>
                        <a:pt x="1" y="351"/>
                      </a:lnTo>
                      <a:cubicBezTo>
                        <a:pt x="343" y="460"/>
                        <a:pt x="1942" y="621"/>
                        <a:pt x="2763" y="621"/>
                      </a:cubicBezTo>
                      <a:cubicBezTo>
                        <a:pt x="2960" y="621"/>
                        <a:pt x="3112" y="612"/>
                        <a:pt x="3191" y="591"/>
                      </a:cubicBezTo>
                      <a:cubicBezTo>
                        <a:pt x="3581" y="486"/>
                        <a:pt x="3503" y="194"/>
                        <a:pt x="3165" y="194"/>
                      </a:cubicBezTo>
                      <a:cubicBezTo>
                        <a:pt x="3146" y="194"/>
                        <a:pt x="3126" y="195"/>
                        <a:pt x="3105" y="197"/>
                      </a:cubicBezTo>
                      <a:cubicBezTo>
                        <a:pt x="2941" y="214"/>
                        <a:pt x="2757" y="221"/>
                        <a:pt x="2564" y="221"/>
                      </a:cubicBezTo>
                      <a:cubicBezTo>
                        <a:pt x="1491" y="221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8" name="Google Shape;6558;p68"/>
                <p:cNvSpPr/>
                <p:nvPr/>
              </p:nvSpPr>
              <p:spPr>
                <a:xfrm>
                  <a:off x="5339400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92" y="0"/>
                      </a:moveTo>
                      <a:lnTo>
                        <a:pt x="0" y="338"/>
                      </a:lnTo>
                      <a:cubicBezTo>
                        <a:pt x="218" y="422"/>
                        <a:pt x="1153" y="513"/>
                        <a:pt x="1767" y="513"/>
                      </a:cubicBezTo>
                      <a:cubicBezTo>
                        <a:pt x="2003" y="513"/>
                        <a:pt x="2192" y="500"/>
                        <a:pt x="2274" y="467"/>
                      </a:cubicBezTo>
                      <a:cubicBezTo>
                        <a:pt x="2553" y="359"/>
                        <a:pt x="2516" y="93"/>
                        <a:pt x="2290" y="93"/>
                      </a:cubicBezTo>
                      <a:cubicBezTo>
                        <a:pt x="2271" y="93"/>
                        <a:pt x="2252" y="95"/>
                        <a:pt x="2231" y="98"/>
                      </a:cubicBezTo>
                      <a:cubicBezTo>
                        <a:pt x="2056" y="129"/>
                        <a:pt x="1852" y="141"/>
                        <a:pt x="1640" y="141"/>
                      </a:cubicBezTo>
                      <a:cubicBezTo>
                        <a:pt x="909" y="141"/>
                        <a:pt x="92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9" name="Google Shape;6559;p68"/>
                <p:cNvSpPr/>
                <p:nvPr/>
              </p:nvSpPr>
              <p:spPr>
                <a:xfrm>
                  <a:off x="535245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81" y="1"/>
                      </a:moveTo>
                      <a:lnTo>
                        <a:pt x="1" y="326"/>
                      </a:lnTo>
                      <a:cubicBezTo>
                        <a:pt x="121" y="385"/>
                        <a:pt x="564" y="428"/>
                        <a:pt x="948" y="428"/>
                      </a:cubicBezTo>
                      <a:cubicBezTo>
                        <a:pt x="1212" y="428"/>
                        <a:pt x="1448" y="407"/>
                        <a:pt x="1531" y="357"/>
                      </a:cubicBezTo>
                      <a:cubicBezTo>
                        <a:pt x="1716" y="251"/>
                        <a:pt x="1707" y="6"/>
                        <a:pt x="1559" y="6"/>
                      </a:cubicBezTo>
                      <a:cubicBezTo>
                        <a:pt x="1545" y="6"/>
                        <a:pt x="1529" y="8"/>
                        <a:pt x="1513" y="13"/>
                      </a:cubicBezTo>
                      <a:cubicBezTo>
                        <a:pt x="1345" y="62"/>
                        <a:pt x="1141" y="78"/>
                        <a:pt x="939" y="78"/>
                      </a:cubicBezTo>
                      <a:cubicBezTo>
                        <a:pt x="503" y="78"/>
                        <a:pt x="81" y="1"/>
                        <a:pt x="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0" name="Google Shape;6560;p68"/>
                <p:cNvSpPr/>
                <p:nvPr/>
              </p:nvSpPr>
              <p:spPr>
                <a:xfrm>
                  <a:off x="5312500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406" y="1"/>
                      </a:moveTo>
                      <a:cubicBezTo>
                        <a:pt x="302" y="62"/>
                        <a:pt x="0" y="93"/>
                        <a:pt x="0" y="93"/>
                      </a:cubicBezTo>
                      <a:lnTo>
                        <a:pt x="0" y="1967"/>
                      </a:lnTo>
                      <a:cubicBezTo>
                        <a:pt x="32" y="1986"/>
                        <a:pt x="91" y="1992"/>
                        <a:pt x="162" y="1992"/>
                      </a:cubicBezTo>
                      <a:cubicBezTo>
                        <a:pt x="355" y="1992"/>
                        <a:pt x="629" y="1943"/>
                        <a:pt x="634" y="1943"/>
                      </a:cubicBezTo>
                      <a:cubicBezTo>
                        <a:pt x="634" y="1162"/>
                        <a:pt x="406" y="1"/>
                        <a:pt x="4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1" name="Google Shape;6561;p68"/>
                <p:cNvSpPr/>
                <p:nvPr/>
              </p:nvSpPr>
              <p:spPr>
                <a:xfrm>
                  <a:off x="5401000" y="1804725"/>
                  <a:ext cx="29850" cy="15700"/>
                </a:xfrm>
                <a:custGeom>
                  <a:rect b="b" l="l" r="r" t="t"/>
                  <a:pathLst>
                    <a:path extrusionOk="0" h="628" w="1194">
                      <a:moveTo>
                        <a:pt x="560" y="1"/>
                      </a:moveTo>
                      <a:cubicBezTo>
                        <a:pt x="517" y="1"/>
                        <a:pt x="474" y="4"/>
                        <a:pt x="431" y="13"/>
                      </a:cubicBezTo>
                      <a:cubicBezTo>
                        <a:pt x="198" y="56"/>
                        <a:pt x="26" y="252"/>
                        <a:pt x="7" y="486"/>
                      </a:cubicBezTo>
                      <a:cubicBezTo>
                        <a:pt x="1" y="547"/>
                        <a:pt x="26" y="621"/>
                        <a:pt x="87" y="627"/>
                      </a:cubicBezTo>
                      <a:cubicBezTo>
                        <a:pt x="90" y="628"/>
                        <a:pt x="93" y="628"/>
                        <a:pt x="97" y="628"/>
                      </a:cubicBezTo>
                      <a:cubicBezTo>
                        <a:pt x="136" y="628"/>
                        <a:pt x="169" y="595"/>
                        <a:pt x="198" y="572"/>
                      </a:cubicBezTo>
                      <a:cubicBezTo>
                        <a:pt x="357" y="427"/>
                        <a:pt x="559" y="353"/>
                        <a:pt x="762" y="353"/>
                      </a:cubicBezTo>
                      <a:cubicBezTo>
                        <a:pt x="911" y="353"/>
                        <a:pt x="1061" y="393"/>
                        <a:pt x="1193" y="474"/>
                      </a:cubicBezTo>
                      <a:cubicBezTo>
                        <a:pt x="1187" y="369"/>
                        <a:pt x="1138" y="277"/>
                        <a:pt x="1058" y="209"/>
                      </a:cubicBezTo>
                      <a:cubicBezTo>
                        <a:pt x="923" y="75"/>
                        <a:pt x="744" y="1"/>
                        <a:pt x="5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2" name="Google Shape;6562;p68"/>
                <p:cNvSpPr/>
                <p:nvPr/>
              </p:nvSpPr>
              <p:spPr>
                <a:xfrm>
                  <a:off x="5321725" y="1800025"/>
                  <a:ext cx="83450" cy="18850"/>
                </a:xfrm>
                <a:custGeom>
                  <a:rect b="b" l="l" r="r" t="t"/>
                  <a:pathLst>
                    <a:path extrusionOk="0" h="754" w="3338">
                      <a:moveTo>
                        <a:pt x="2966" y="0"/>
                      </a:moveTo>
                      <a:cubicBezTo>
                        <a:pt x="2573" y="0"/>
                        <a:pt x="1910" y="243"/>
                        <a:pt x="1248" y="330"/>
                      </a:cubicBezTo>
                      <a:cubicBezTo>
                        <a:pt x="1037" y="359"/>
                        <a:pt x="856" y="370"/>
                        <a:pt x="704" y="370"/>
                      </a:cubicBezTo>
                      <a:cubicBezTo>
                        <a:pt x="282" y="370"/>
                        <a:pt x="86" y="287"/>
                        <a:pt x="86" y="287"/>
                      </a:cubicBezTo>
                      <a:lnTo>
                        <a:pt x="0" y="631"/>
                      </a:lnTo>
                      <a:cubicBezTo>
                        <a:pt x="244" y="720"/>
                        <a:pt x="531" y="753"/>
                        <a:pt x="828" y="753"/>
                      </a:cubicBezTo>
                      <a:cubicBezTo>
                        <a:pt x="1532" y="753"/>
                        <a:pt x="2292" y="567"/>
                        <a:pt x="2668" y="502"/>
                      </a:cubicBezTo>
                      <a:cubicBezTo>
                        <a:pt x="3203" y="403"/>
                        <a:pt x="3338" y="108"/>
                        <a:pt x="3172" y="35"/>
                      </a:cubicBezTo>
                      <a:cubicBezTo>
                        <a:pt x="3116" y="10"/>
                        <a:pt x="3047" y="0"/>
                        <a:pt x="29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3" name="Google Shape;6563;p68"/>
                <p:cNvSpPr/>
                <p:nvPr/>
              </p:nvSpPr>
              <p:spPr>
                <a:xfrm>
                  <a:off x="5312500" y="1955325"/>
                  <a:ext cx="13075" cy="176425"/>
                </a:xfrm>
                <a:custGeom>
                  <a:rect b="b" l="l" r="r" t="t"/>
                  <a:pathLst>
                    <a:path extrusionOk="0" h="7057" w="523">
                      <a:moveTo>
                        <a:pt x="0" y="0"/>
                      </a:moveTo>
                      <a:lnTo>
                        <a:pt x="0" y="7056"/>
                      </a:lnTo>
                      <a:cubicBezTo>
                        <a:pt x="0" y="7056"/>
                        <a:pt x="336" y="6921"/>
                        <a:pt x="512" y="6921"/>
                      </a:cubicBezTo>
                      <a:cubicBezTo>
                        <a:pt x="516" y="6921"/>
                        <a:pt x="519" y="6921"/>
                        <a:pt x="523" y="6921"/>
                      </a:cubicBezTo>
                      <a:cubicBezTo>
                        <a:pt x="523" y="6921"/>
                        <a:pt x="474" y="959"/>
                        <a:pt x="523" y="338"/>
                      </a:cubicBezTo>
                      <a:cubicBezTo>
                        <a:pt x="517" y="338"/>
                        <a:pt x="314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4" name="Google Shape;6564;p68"/>
                <p:cNvSpPr/>
                <p:nvPr/>
              </p:nvSpPr>
              <p:spPr>
                <a:xfrm>
                  <a:off x="5253500" y="1613550"/>
                  <a:ext cx="118025" cy="151400"/>
                </a:xfrm>
                <a:custGeom>
                  <a:rect b="b" l="l" r="r" t="t"/>
                  <a:pathLst>
                    <a:path extrusionOk="0" h="6056" w="4721">
                      <a:moveTo>
                        <a:pt x="1334" y="2097"/>
                      </a:moveTo>
                      <a:cubicBezTo>
                        <a:pt x="1422" y="2097"/>
                        <a:pt x="1511" y="2111"/>
                        <a:pt x="1592" y="2140"/>
                      </a:cubicBezTo>
                      <a:cubicBezTo>
                        <a:pt x="1826" y="2232"/>
                        <a:pt x="2016" y="2416"/>
                        <a:pt x="2127" y="2644"/>
                      </a:cubicBezTo>
                      <a:cubicBezTo>
                        <a:pt x="2194" y="2779"/>
                        <a:pt x="2238" y="2933"/>
                        <a:pt x="2182" y="3074"/>
                      </a:cubicBezTo>
                      <a:cubicBezTo>
                        <a:pt x="2121" y="3234"/>
                        <a:pt x="1949" y="3332"/>
                        <a:pt x="1783" y="3412"/>
                      </a:cubicBezTo>
                      <a:cubicBezTo>
                        <a:pt x="1635" y="3480"/>
                        <a:pt x="1481" y="3529"/>
                        <a:pt x="1322" y="3547"/>
                      </a:cubicBezTo>
                      <a:cubicBezTo>
                        <a:pt x="1299" y="3550"/>
                        <a:pt x="1276" y="3551"/>
                        <a:pt x="1253" y="3551"/>
                      </a:cubicBezTo>
                      <a:cubicBezTo>
                        <a:pt x="1112" y="3551"/>
                        <a:pt x="978" y="3503"/>
                        <a:pt x="867" y="3418"/>
                      </a:cubicBezTo>
                      <a:cubicBezTo>
                        <a:pt x="719" y="3283"/>
                        <a:pt x="695" y="3068"/>
                        <a:pt x="695" y="2877"/>
                      </a:cubicBezTo>
                      <a:cubicBezTo>
                        <a:pt x="695" y="2668"/>
                        <a:pt x="713" y="2435"/>
                        <a:pt x="861" y="2275"/>
                      </a:cubicBezTo>
                      <a:cubicBezTo>
                        <a:pt x="976" y="2156"/>
                        <a:pt x="1154" y="2097"/>
                        <a:pt x="1334" y="2097"/>
                      </a:cubicBezTo>
                      <a:close/>
                      <a:moveTo>
                        <a:pt x="3423" y="2097"/>
                      </a:moveTo>
                      <a:cubicBezTo>
                        <a:pt x="3600" y="2097"/>
                        <a:pt x="3776" y="2156"/>
                        <a:pt x="3891" y="2275"/>
                      </a:cubicBezTo>
                      <a:cubicBezTo>
                        <a:pt x="4045" y="2435"/>
                        <a:pt x="4063" y="2668"/>
                        <a:pt x="4057" y="2877"/>
                      </a:cubicBezTo>
                      <a:cubicBezTo>
                        <a:pt x="4057" y="3068"/>
                        <a:pt x="4032" y="3283"/>
                        <a:pt x="3885" y="3418"/>
                      </a:cubicBezTo>
                      <a:cubicBezTo>
                        <a:pt x="3774" y="3503"/>
                        <a:pt x="3640" y="3551"/>
                        <a:pt x="3499" y="3551"/>
                      </a:cubicBezTo>
                      <a:cubicBezTo>
                        <a:pt x="3476" y="3551"/>
                        <a:pt x="3453" y="3550"/>
                        <a:pt x="3430" y="3547"/>
                      </a:cubicBezTo>
                      <a:cubicBezTo>
                        <a:pt x="3270" y="3529"/>
                        <a:pt x="3117" y="3480"/>
                        <a:pt x="2969" y="3412"/>
                      </a:cubicBezTo>
                      <a:cubicBezTo>
                        <a:pt x="2803" y="3332"/>
                        <a:pt x="2631" y="3234"/>
                        <a:pt x="2569" y="3074"/>
                      </a:cubicBezTo>
                      <a:cubicBezTo>
                        <a:pt x="2514" y="2933"/>
                        <a:pt x="2557" y="2779"/>
                        <a:pt x="2625" y="2644"/>
                      </a:cubicBezTo>
                      <a:cubicBezTo>
                        <a:pt x="2735" y="2416"/>
                        <a:pt x="2926" y="2232"/>
                        <a:pt x="3166" y="2140"/>
                      </a:cubicBezTo>
                      <a:cubicBezTo>
                        <a:pt x="3247" y="2111"/>
                        <a:pt x="3335" y="2097"/>
                        <a:pt x="3423" y="2097"/>
                      </a:cubicBezTo>
                      <a:close/>
                      <a:moveTo>
                        <a:pt x="2360" y="3431"/>
                      </a:moveTo>
                      <a:cubicBezTo>
                        <a:pt x="2496" y="3431"/>
                        <a:pt x="2729" y="3806"/>
                        <a:pt x="2760" y="4008"/>
                      </a:cubicBezTo>
                      <a:cubicBezTo>
                        <a:pt x="2791" y="4181"/>
                        <a:pt x="2756" y="4282"/>
                        <a:pt x="2650" y="4282"/>
                      </a:cubicBezTo>
                      <a:cubicBezTo>
                        <a:pt x="2632" y="4282"/>
                        <a:pt x="2611" y="4279"/>
                        <a:pt x="2588" y="4273"/>
                      </a:cubicBezTo>
                      <a:cubicBezTo>
                        <a:pt x="2434" y="4224"/>
                        <a:pt x="2447" y="4015"/>
                        <a:pt x="2354" y="4015"/>
                      </a:cubicBezTo>
                      <a:cubicBezTo>
                        <a:pt x="2268" y="4015"/>
                        <a:pt x="2281" y="4224"/>
                        <a:pt x="2127" y="4273"/>
                      </a:cubicBezTo>
                      <a:cubicBezTo>
                        <a:pt x="2104" y="4279"/>
                        <a:pt x="2083" y="4282"/>
                        <a:pt x="2064" y="4282"/>
                      </a:cubicBezTo>
                      <a:cubicBezTo>
                        <a:pt x="1959" y="4282"/>
                        <a:pt x="1922" y="4181"/>
                        <a:pt x="1949" y="4008"/>
                      </a:cubicBezTo>
                      <a:cubicBezTo>
                        <a:pt x="1986" y="3806"/>
                        <a:pt x="2219" y="3431"/>
                        <a:pt x="2360" y="3431"/>
                      </a:cubicBezTo>
                      <a:close/>
                      <a:moveTo>
                        <a:pt x="3700" y="4338"/>
                      </a:moveTo>
                      <a:cubicBezTo>
                        <a:pt x="3794" y="4338"/>
                        <a:pt x="3820" y="4791"/>
                        <a:pt x="3670" y="4986"/>
                      </a:cubicBezTo>
                      <a:cubicBezTo>
                        <a:pt x="3504" y="5201"/>
                        <a:pt x="2864" y="5674"/>
                        <a:pt x="2360" y="5674"/>
                      </a:cubicBezTo>
                      <a:cubicBezTo>
                        <a:pt x="1856" y="5674"/>
                        <a:pt x="1217" y="5201"/>
                        <a:pt x="1057" y="4986"/>
                      </a:cubicBezTo>
                      <a:cubicBezTo>
                        <a:pt x="907" y="4791"/>
                        <a:pt x="928" y="4338"/>
                        <a:pt x="1025" y="4338"/>
                      </a:cubicBezTo>
                      <a:cubicBezTo>
                        <a:pt x="1035" y="4338"/>
                        <a:pt x="1046" y="4342"/>
                        <a:pt x="1057" y="4353"/>
                      </a:cubicBezTo>
                      <a:cubicBezTo>
                        <a:pt x="1174" y="4457"/>
                        <a:pt x="1715" y="4721"/>
                        <a:pt x="2360" y="4721"/>
                      </a:cubicBezTo>
                      <a:cubicBezTo>
                        <a:pt x="3012" y="4721"/>
                        <a:pt x="3553" y="4457"/>
                        <a:pt x="3670" y="4353"/>
                      </a:cubicBezTo>
                      <a:cubicBezTo>
                        <a:pt x="3681" y="4342"/>
                        <a:pt x="3691" y="4338"/>
                        <a:pt x="3700" y="4338"/>
                      </a:cubicBezTo>
                      <a:close/>
                      <a:moveTo>
                        <a:pt x="2360" y="1"/>
                      </a:moveTo>
                      <a:cubicBezTo>
                        <a:pt x="43" y="1"/>
                        <a:pt x="0" y="990"/>
                        <a:pt x="172" y="2945"/>
                      </a:cubicBezTo>
                      <a:cubicBezTo>
                        <a:pt x="344" y="4900"/>
                        <a:pt x="1543" y="6055"/>
                        <a:pt x="2360" y="6055"/>
                      </a:cubicBezTo>
                      <a:cubicBezTo>
                        <a:pt x="3172" y="6055"/>
                        <a:pt x="4377" y="4900"/>
                        <a:pt x="4549" y="2945"/>
                      </a:cubicBezTo>
                      <a:cubicBezTo>
                        <a:pt x="4721" y="990"/>
                        <a:pt x="4678" y="1"/>
                        <a:pt x="23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5" name="Google Shape;6565;p68"/>
                <p:cNvSpPr/>
                <p:nvPr/>
              </p:nvSpPr>
              <p:spPr>
                <a:xfrm>
                  <a:off x="5303575" y="1732350"/>
                  <a:ext cx="8500" cy="10800"/>
                </a:xfrm>
                <a:custGeom>
                  <a:rect b="b" l="l" r="r" t="t"/>
                  <a:pathLst>
                    <a:path extrusionOk="0" h="432" w="340">
                      <a:moveTo>
                        <a:pt x="192" y="0"/>
                      </a:moveTo>
                      <a:cubicBezTo>
                        <a:pt x="150" y="0"/>
                        <a:pt x="109" y="11"/>
                        <a:pt x="93" y="37"/>
                      </a:cubicBezTo>
                      <a:cubicBezTo>
                        <a:pt x="50" y="99"/>
                        <a:pt x="1" y="283"/>
                        <a:pt x="50" y="351"/>
                      </a:cubicBezTo>
                      <a:cubicBezTo>
                        <a:pt x="84" y="401"/>
                        <a:pt x="164" y="432"/>
                        <a:pt x="227" y="432"/>
                      </a:cubicBezTo>
                      <a:cubicBezTo>
                        <a:pt x="256" y="432"/>
                        <a:pt x="281" y="425"/>
                        <a:pt x="296" y="412"/>
                      </a:cubicBezTo>
                      <a:cubicBezTo>
                        <a:pt x="339" y="375"/>
                        <a:pt x="321" y="86"/>
                        <a:pt x="308" y="43"/>
                      </a:cubicBezTo>
                      <a:cubicBezTo>
                        <a:pt x="305" y="19"/>
                        <a:pt x="247" y="0"/>
                        <a:pt x="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6" name="Google Shape;6566;p68"/>
                <p:cNvSpPr/>
                <p:nvPr/>
              </p:nvSpPr>
              <p:spPr>
                <a:xfrm>
                  <a:off x="5302675" y="1743875"/>
                  <a:ext cx="8775" cy="10600"/>
                </a:xfrm>
                <a:custGeom>
                  <a:rect b="b" l="l" r="r" t="t"/>
                  <a:pathLst>
                    <a:path extrusionOk="0" h="424" w="351">
                      <a:moveTo>
                        <a:pt x="125" y="0"/>
                      </a:moveTo>
                      <a:cubicBezTo>
                        <a:pt x="99" y="0"/>
                        <a:pt x="78" y="5"/>
                        <a:pt x="68" y="19"/>
                      </a:cubicBezTo>
                      <a:cubicBezTo>
                        <a:pt x="25" y="68"/>
                        <a:pt x="0" y="338"/>
                        <a:pt x="37" y="363"/>
                      </a:cubicBezTo>
                      <a:cubicBezTo>
                        <a:pt x="64" y="381"/>
                        <a:pt x="181" y="423"/>
                        <a:pt x="256" y="423"/>
                      </a:cubicBezTo>
                      <a:cubicBezTo>
                        <a:pt x="282" y="423"/>
                        <a:pt x="303" y="418"/>
                        <a:pt x="314" y="406"/>
                      </a:cubicBezTo>
                      <a:cubicBezTo>
                        <a:pt x="350" y="351"/>
                        <a:pt x="332" y="86"/>
                        <a:pt x="314" y="56"/>
                      </a:cubicBezTo>
                      <a:cubicBezTo>
                        <a:pt x="300" y="38"/>
                        <a:pt x="195" y="0"/>
                        <a:pt x="1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7" name="Google Shape;6567;p68"/>
                <p:cNvSpPr/>
                <p:nvPr/>
              </p:nvSpPr>
              <p:spPr>
                <a:xfrm>
                  <a:off x="5298200" y="1731850"/>
                  <a:ext cx="5725" cy="9000"/>
                </a:xfrm>
                <a:custGeom>
                  <a:rect b="b" l="l" r="r" t="t"/>
                  <a:pathLst>
                    <a:path extrusionOk="0" h="360" w="229">
                      <a:moveTo>
                        <a:pt x="117" y="0"/>
                      </a:moveTo>
                      <a:cubicBezTo>
                        <a:pt x="88" y="0"/>
                        <a:pt x="59" y="10"/>
                        <a:pt x="44" y="32"/>
                      </a:cubicBezTo>
                      <a:cubicBezTo>
                        <a:pt x="7" y="119"/>
                        <a:pt x="1" y="211"/>
                        <a:pt x="25" y="297"/>
                      </a:cubicBezTo>
                      <a:cubicBezTo>
                        <a:pt x="53" y="335"/>
                        <a:pt x="100" y="359"/>
                        <a:pt x="154" y="359"/>
                      </a:cubicBezTo>
                      <a:cubicBezTo>
                        <a:pt x="160" y="359"/>
                        <a:pt x="167" y="359"/>
                        <a:pt x="173" y="358"/>
                      </a:cubicBezTo>
                      <a:cubicBezTo>
                        <a:pt x="216" y="352"/>
                        <a:pt x="228" y="94"/>
                        <a:pt x="210" y="45"/>
                      </a:cubicBezTo>
                      <a:cubicBezTo>
                        <a:pt x="203" y="19"/>
                        <a:pt x="159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8" name="Google Shape;6568;p68"/>
                <p:cNvSpPr/>
                <p:nvPr/>
              </p:nvSpPr>
              <p:spPr>
                <a:xfrm>
                  <a:off x="5296975" y="1741950"/>
                  <a:ext cx="5725" cy="8625"/>
                </a:xfrm>
                <a:custGeom>
                  <a:rect b="b" l="l" r="r" t="t"/>
                  <a:pathLst>
                    <a:path extrusionOk="0" h="345" w="229">
                      <a:moveTo>
                        <a:pt x="98" y="1"/>
                      </a:moveTo>
                      <a:cubicBezTo>
                        <a:pt x="76" y="1"/>
                        <a:pt x="53" y="8"/>
                        <a:pt x="31" y="22"/>
                      </a:cubicBezTo>
                      <a:cubicBezTo>
                        <a:pt x="7" y="102"/>
                        <a:pt x="1" y="188"/>
                        <a:pt x="13" y="268"/>
                      </a:cubicBezTo>
                      <a:cubicBezTo>
                        <a:pt x="44" y="315"/>
                        <a:pt x="94" y="344"/>
                        <a:pt x="146" y="344"/>
                      </a:cubicBezTo>
                      <a:cubicBezTo>
                        <a:pt x="155" y="344"/>
                        <a:pt x="164" y="343"/>
                        <a:pt x="173" y="341"/>
                      </a:cubicBezTo>
                      <a:cubicBezTo>
                        <a:pt x="222" y="329"/>
                        <a:pt x="228" y="108"/>
                        <a:pt x="197" y="53"/>
                      </a:cubicBezTo>
                      <a:cubicBezTo>
                        <a:pt x="171" y="19"/>
                        <a:pt x="135" y="1"/>
                        <a:pt x="9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9" name="Google Shape;6569;p68"/>
                <p:cNvSpPr/>
                <p:nvPr/>
              </p:nvSpPr>
              <p:spPr>
                <a:xfrm>
                  <a:off x="5292400" y="1730950"/>
                  <a:ext cx="7375" cy="9250"/>
                </a:xfrm>
                <a:custGeom>
                  <a:rect b="b" l="l" r="r" t="t"/>
                  <a:pathLst>
                    <a:path extrusionOk="0" h="370" w="295">
                      <a:moveTo>
                        <a:pt x="77" y="1"/>
                      </a:moveTo>
                      <a:cubicBezTo>
                        <a:pt x="23" y="1"/>
                        <a:pt x="1" y="272"/>
                        <a:pt x="122" y="370"/>
                      </a:cubicBezTo>
                      <a:cubicBezTo>
                        <a:pt x="159" y="320"/>
                        <a:pt x="184" y="259"/>
                        <a:pt x="190" y="204"/>
                      </a:cubicBezTo>
                      <a:cubicBezTo>
                        <a:pt x="202" y="112"/>
                        <a:pt x="294" y="19"/>
                        <a:pt x="79" y="1"/>
                      </a:cubicBezTo>
                      <a:cubicBezTo>
                        <a:pt x="79" y="1"/>
                        <a:pt x="78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0" name="Google Shape;6570;p68"/>
                <p:cNvSpPr/>
                <p:nvPr/>
              </p:nvSpPr>
              <p:spPr>
                <a:xfrm>
                  <a:off x="5290975" y="1739575"/>
                  <a:ext cx="4950" cy="7975"/>
                </a:xfrm>
                <a:custGeom>
                  <a:rect b="b" l="l" r="r" t="t"/>
                  <a:pathLst>
                    <a:path extrusionOk="0" h="319" w="198">
                      <a:moveTo>
                        <a:pt x="105" y="0"/>
                      </a:moveTo>
                      <a:cubicBezTo>
                        <a:pt x="7" y="49"/>
                        <a:pt x="1" y="154"/>
                        <a:pt x="7" y="228"/>
                      </a:cubicBezTo>
                      <a:cubicBezTo>
                        <a:pt x="7" y="281"/>
                        <a:pt x="72" y="318"/>
                        <a:pt x="114" y="318"/>
                      </a:cubicBezTo>
                      <a:cubicBezTo>
                        <a:pt x="130" y="318"/>
                        <a:pt x="143" y="313"/>
                        <a:pt x="148" y="301"/>
                      </a:cubicBezTo>
                      <a:cubicBezTo>
                        <a:pt x="198" y="191"/>
                        <a:pt x="105" y="0"/>
                        <a:pt x="1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1" name="Google Shape;6571;p68"/>
                <p:cNvSpPr/>
                <p:nvPr/>
              </p:nvSpPr>
              <p:spPr>
                <a:xfrm>
                  <a:off x="5287300" y="1728425"/>
                  <a:ext cx="5550" cy="8700"/>
                </a:xfrm>
                <a:custGeom>
                  <a:rect b="b" l="l" r="r" t="t"/>
                  <a:pathLst>
                    <a:path extrusionOk="0" h="348" w="222">
                      <a:moveTo>
                        <a:pt x="59" y="1"/>
                      </a:moveTo>
                      <a:cubicBezTo>
                        <a:pt x="48" y="1"/>
                        <a:pt x="39" y="3"/>
                        <a:pt x="31" y="10"/>
                      </a:cubicBezTo>
                      <a:cubicBezTo>
                        <a:pt x="0" y="40"/>
                        <a:pt x="0" y="206"/>
                        <a:pt x="7" y="262"/>
                      </a:cubicBezTo>
                      <a:cubicBezTo>
                        <a:pt x="13" y="311"/>
                        <a:pt x="111" y="348"/>
                        <a:pt x="154" y="348"/>
                      </a:cubicBezTo>
                      <a:cubicBezTo>
                        <a:pt x="197" y="348"/>
                        <a:pt x="222" y="90"/>
                        <a:pt x="185" y="65"/>
                      </a:cubicBezTo>
                      <a:cubicBezTo>
                        <a:pt x="160" y="41"/>
                        <a:pt x="101" y="1"/>
                        <a:pt x="5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2" name="Google Shape;6572;p68"/>
                <p:cNvSpPr/>
                <p:nvPr/>
              </p:nvSpPr>
              <p:spPr>
                <a:xfrm>
                  <a:off x="528607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62" y="1"/>
                      </a:moveTo>
                      <a:cubicBezTo>
                        <a:pt x="54" y="1"/>
                        <a:pt x="48" y="2"/>
                        <a:pt x="43" y="5"/>
                      </a:cubicBezTo>
                      <a:cubicBezTo>
                        <a:pt x="13" y="60"/>
                        <a:pt x="0" y="128"/>
                        <a:pt x="13" y="196"/>
                      </a:cubicBezTo>
                      <a:cubicBezTo>
                        <a:pt x="24" y="229"/>
                        <a:pt x="85" y="277"/>
                        <a:pt x="124" y="277"/>
                      </a:cubicBezTo>
                      <a:cubicBezTo>
                        <a:pt x="128" y="277"/>
                        <a:pt x="132" y="277"/>
                        <a:pt x="135" y="275"/>
                      </a:cubicBezTo>
                      <a:cubicBezTo>
                        <a:pt x="166" y="269"/>
                        <a:pt x="197" y="91"/>
                        <a:pt x="191" y="60"/>
                      </a:cubicBezTo>
                      <a:cubicBezTo>
                        <a:pt x="186" y="39"/>
                        <a:pt x="105" y="1"/>
                        <a:pt x="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3" name="Google Shape;6573;p68"/>
                <p:cNvSpPr/>
                <p:nvPr/>
              </p:nvSpPr>
              <p:spPr>
                <a:xfrm>
                  <a:off x="5281300" y="1734425"/>
                  <a:ext cx="4800" cy="6275"/>
                </a:xfrm>
                <a:custGeom>
                  <a:rect b="b" l="l" r="r" t="t"/>
                  <a:pathLst>
                    <a:path extrusionOk="0" h="251" w="192">
                      <a:moveTo>
                        <a:pt x="42" y="0"/>
                      </a:moveTo>
                      <a:cubicBezTo>
                        <a:pt x="37" y="0"/>
                        <a:pt x="34" y="1"/>
                        <a:pt x="31" y="3"/>
                      </a:cubicBezTo>
                      <a:cubicBezTo>
                        <a:pt x="7" y="59"/>
                        <a:pt x="1" y="120"/>
                        <a:pt x="19" y="181"/>
                      </a:cubicBezTo>
                      <a:cubicBezTo>
                        <a:pt x="41" y="204"/>
                        <a:pt x="98" y="251"/>
                        <a:pt x="132" y="251"/>
                      </a:cubicBezTo>
                      <a:cubicBezTo>
                        <a:pt x="136" y="251"/>
                        <a:pt x="139" y="250"/>
                        <a:pt x="142" y="249"/>
                      </a:cubicBezTo>
                      <a:cubicBezTo>
                        <a:pt x="167" y="237"/>
                        <a:pt x="191" y="95"/>
                        <a:pt x="179" y="71"/>
                      </a:cubicBezTo>
                      <a:cubicBezTo>
                        <a:pt x="168" y="55"/>
                        <a:pt x="76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4" name="Google Shape;6574;p68"/>
                <p:cNvSpPr/>
                <p:nvPr/>
              </p:nvSpPr>
              <p:spPr>
                <a:xfrm>
                  <a:off x="5278550" y="1731675"/>
                  <a:ext cx="2450" cy="5175"/>
                </a:xfrm>
                <a:custGeom>
                  <a:rect b="b" l="l" r="r" t="t"/>
                  <a:pathLst>
                    <a:path extrusionOk="0" h="207" w="98">
                      <a:moveTo>
                        <a:pt x="26" y="1"/>
                      </a:moveTo>
                      <a:cubicBezTo>
                        <a:pt x="23" y="1"/>
                        <a:pt x="20" y="1"/>
                        <a:pt x="18" y="3"/>
                      </a:cubicBezTo>
                      <a:cubicBezTo>
                        <a:pt x="6" y="9"/>
                        <a:pt x="0" y="169"/>
                        <a:pt x="74" y="205"/>
                      </a:cubicBezTo>
                      <a:cubicBezTo>
                        <a:pt x="75" y="206"/>
                        <a:pt x="76" y="206"/>
                        <a:pt x="77" y="206"/>
                      </a:cubicBezTo>
                      <a:cubicBezTo>
                        <a:pt x="98" y="206"/>
                        <a:pt x="92" y="81"/>
                        <a:pt x="92" y="58"/>
                      </a:cubicBezTo>
                      <a:cubicBezTo>
                        <a:pt x="92" y="41"/>
                        <a:pt x="48" y="1"/>
                        <a:pt x="2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5" name="Google Shape;6575;p68"/>
                <p:cNvSpPr/>
                <p:nvPr/>
              </p:nvSpPr>
              <p:spPr>
                <a:xfrm>
                  <a:off x="5312950" y="1732425"/>
                  <a:ext cx="8325" cy="10775"/>
                </a:xfrm>
                <a:custGeom>
                  <a:rect b="b" l="l" r="r" t="t"/>
                  <a:pathLst>
                    <a:path extrusionOk="0" h="431" w="333">
                      <a:moveTo>
                        <a:pt x="156" y="1"/>
                      </a:moveTo>
                      <a:cubicBezTo>
                        <a:pt x="96" y="1"/>
                        <a:pt x="29" y="22"/>
                        <a:pt x="25" y="40"/>
                      </a:cubicBezTo>
                      <a:cubicBezTo>
                        <a:pt x="19" y="77"/>
                        <a:pt x="1" y="378"/>
                        <a:pt x="44" y="415"/>
                      </a:cubicBezTo>
                      <a:cubicBezTo>
                        <a:pt x="56" y="426"/>
                        <a:pt x="79" y="431"/>
                        <a:pt x="104" y="431"/>
                      </a:cubicBezTo>
                      <a:cubicBezTo>
                        <a:pt x="167" y="431"/>
                        <a:pt x="253" y="402"/>
                        <a:pt x="284" y="354"/>
                      </a:cubicBezTo>
                      <a:cubicBezTo>
                        <a:pt x="333" y="280"/>
                        <a:pt x="284" y="96"/>
                        <a:pt x="247" y="34"/>
                      </a:cubicBezTo>
                      <a:cubicBezTo>
                        <a:pt x="232" y="10"/>
                        <a:pt x="195" y="1"/>
                        <a:pt x="15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6" name="Google Shape;6576;p68"/>
                <p:cNvSpPr/>
                <p:nvPr/>
              </p:nvSpPr>
              <p:spPr>
                <a:xfrm>
                  <a:off x="5313425" y="1743775"/>
                  <a:ext cx="8775" cy="10700"/>
                </a:xfrm>
                <a:custGeom>
                  <a:rect b="b" l="l" r="r" t="t"/>
                  <a:pathLst>
                    <a:path extrusionOk="0" h="428" w="351">
                      <a:moveTo>
                        <a:pt x="224" y="0"/>
                      </a:moveTo>
                      <a:cubicBezTo>
                        <a:pt x="153" y="0"/>
                        <a:pt x="56" y="38"/>
                        <a:pt x="43" y="60"/>
                      </a:cubicBezTo>
                      <a:cubicBezTo>
                        <a:pt x="19" y="90"/>
                        <a:pt x="0" y="355"/>
                        <a:pt x="43" y="410"/>
                      </a:cubicBezTo>
                      <a:cubicBezTo>
                        <a:pt x="53" y="422"/>
                        <a:pt x="73" y="427"/>
                        <a:pt x="97" y="427"/>
                      </a:cubicBezTo>
                      <a:cubicBezTo>
                        <a:pt x="170" y="427"/>
                        <a:pt x="286" y="385"/>
                        <a:pt x="314" y="367"/>
                      </a:cubicBezTo>
                      <a:cubicBezTo>
                        <a:pt x="351" y="342"/>
                        <a:pt x="326" y="72"/>
                        <a:pt x="289" y="23"/>
                      </a:cubicBezTo>
                      <a:cubicBezTo>
                        <a:pt x="277" y="7"/>
                        <a:pt x="252" y="0"/>
                        <a:pt x="2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7" name="Google Shape;6577;p68"/>
                <p:cNvSpPr/>
                <p:nvPr/>
              </p:nvSpPr>
              <p:spPr>
                <a:xfrm>
                  <a:off x="5320950" y="1731850"/>
                  <a:ext cx="5700" cy="9000"/>
                </a:xfrm>
                <a:custGeom>
                  <a:rect b="b" l="l" r="r" t="t"/>
                  <a:pathLst>
                    <a:path extrusionOk="0" h="360" w="228">
                      <a:moveTo>
                        <a:pt x="117" y="0"/>
                      </a:moveTo>
                      <a:cubicBezTo>
                        <a:pt x="76" y="0"/>
                        <a:pt x="32" y="19"/>
                        <a:pt x="25" y="45"/>
                      </a:cubicBezTo>
                      <a:cubicBezTo>
                        <a:pt x="1" y="94"/>
                        <a:pt x="25" y="352"/>
                        <a:pt x="62" y="358"/>
                      </a:cubicBezTo>
                      <a:cubicBezTo>
                        <a:pt x="68" y="359"/>
                        <a:pt x="73" y="359"/>
                        <a:pt x="79" y="359"/>
                      </a:cubicBezTo>
                      <a:cubicBezTo>
                        <a:pt x="128" y="359"/>
                        <a:pt x="176" y="335"/>
                        <a:pt x="210" y="297"/>
                      </a:cubicBezTo>
                      <a:cubicBezTo>
                        <a:pt x="228" y="211"/>
                        <a:pt x="222" y="119"/>
                        <a:pt x="185" y="32"/>
                      </a:cubicBezTo>
                      <a:cubicBezTo>
                        <a:pt x="172" y="10"/>
                        <a:pt x="145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8" name="Google Shape;6578;p68"/>
                <p:cNvSpPr/>
                <p:nvPr/>
              </p:nvSpPr>
              <p:spPr>
                <a:xfrm>
                  <a:off x="5322325" y="1742100"/>
                  <a:ext cx="5725" cy="8575"/>
                </a:xfrm>
                <a:custGeom>
                  <a:rect b="b" l="l" r="r" t="t"/>
                  <a:pathLst>
                    <a:path extrusionOk="0" h="343" w="229">
                      <a:moveTo>
                        <a:pt x="127" y="1"/>
                      </a:moveTo>
                      <a:cubicBezTo>
                        <a:pt x="90" y="1"/>
                        <a:pt x="54" y="17"/>
                        <a:pt x="32" y="47"/>
                      </a:cubicBezTo>
                      <a:cubicBezTo>
                        <a:pt x="1" y="108"/>
                        <a:pt x="7" y="323"/>
                        <a:pt x="50" y="342"/>
                      </a:cubicBezTo>
                      <a:cubicBezTo>
                        <a:pt x="56" y="342"/>
                        <a:pt x="61" y="342"/>
                        <a:pt x="67" y="342"/>
                      </a:cubicBezTo>
                      <a:cubicBezTo>
                        <a:pt x="128" y="342"/>
                        <a:pt x="182" y="312"/>
                        <a:pt x="216" y="262"/>
                      </a:cubicBezTo>
                      <a:cubicBezTo>
                        <a:pt x="228" y="182"/>
                        <a:pt x="222" y="96"/>
                        <a:pt x="198" y="22"/>
                      </a:cubicBezTo>
                      <a:cubicBezTo>
                        <a:pt x="176" y="7"/>
                        <a:pt x="151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9" name="Google Shape;6579;p68"/>
                <p:cNvSpPr/>
                <p:nvPr/>
              </p:nvSpPr>
              <p:spPr>
                <a:xfrm>
                  <a:off x="5325250" y="1730950"/>
                  <a:ext cx="7525" cy="9250"/>
                </a:xfrm>
                <a:custGeom>
                  <a:rect b="b" l="l" r="r" t="t"/>
                  <a:pathLst>
                    <a:path extrusionOk="0" h="370" w="301">
                      <a:moveTo>
                        <a:pt x="217" y="1"/>
                      </a:moveTo>
                      <a:cubicBezTo>
                        <a:pt x="217" y="1"/>
                        <a:pt x="216" y="1"/>
                        <a:pt x="216" y="1"/>
                      </a:cubicBezTo>
                      <a:cubicBezTo>
                        <a:pt x="1" y="13"/>
                        <a:pt x="93" y="112"/>
                        <a:pt x="99" y="204"/>
                      </a:cubicBezTo>
                      <a:cubicBezTo>
                        <a:pt x="111" y="259"/>
                        <a:pt x="136" y="320"/>
                        <a:pt x="167" y="370"/>
                      </a:cubicBezTo>
                      <a:cubicBezTo>
                        <a:pt x="300" y="272"/>
                        <a:pt x="266" y="1"/>
                        <a:pt x="21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0" name="Google Shape;6580;p68"/>
                <p:cNvSpPr/>
                <p:nvPr/>
              </p:nvSpPr>
              <p:spPr>
                <a:xfrm>
                  <a:off x="5328950" y="1739725"/>
                  <a:ext cx="5075" cy="7875"/>
                </a:xfrm>
                <a:custGeom>
                  <a:rect b="b" l="l" r="r" t="t"/>
                  <a:pathLst>
                    <a:path extrusionOk="0" h="315" w="203">
                      <a:moveTo>
                        <a:pt x="99" y="0"/>
                      </a:moveTo>
                      <a:cubicBezTo>
                        <a:pt x="99" y="0"/>
                        <a:pt x="0" y="185"/>
                        <a:pt x="49" y="301"/>
                      </a:cubicBezTo>
                      <a:cubicBezTo>
                        <a:pt x="54" y="311"/>
                        <a:pt x="65" y="315"/>
                        <a:pt x="79" y="315"/>
                      </a:cubicBezTo>
                      <a:cubicBezTo>
                        <a:pt x="122" y="315"/>
                        <a:pt x="192" y="277"/>
                        <a:pt x="197" y="222"/>
                      </a:cubicBezTo>
                      <a:cubicBezTo>
                        <a:pt x="203" y="154"/>
                        <a:pt x="197" y="43"/>
                        <a:pt x="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1" name="Google Shape;6581;p68"/>
                <p:cNvSpPr/>
                <p:nvPr/>
              </p:nvSpPr>
              <p:spPr>
                <a:xfrm>
                  <a:off x="5332175" y="1728450"/>
                  <a:ext cx="5400" cy="8675"/>
                </a:xfrm>
                <a:custGeom>
                  <a:rect b="b" l="l" r="r" t="t"/>
                  <a:pathLst>
                    <a:path extrusionOk="0" h="347" w="216">
                      <a:moveTo>
                        <a:pt x="158" y="0"/>
                      </a:moveTo>
                      <a:cubicBezTo>
                        <a:pt x="115" y="0"/>
                        <a:pt x="51" y="44"/>
                        <a:pt x="31" y="64"/>
                      </a:cubicBezTo>
                      <a:cubicBezTo>
                        <a:pt x="0" y="82"/>
                        <a:pt x="25" y="341"/>
                        <a:pt x="68" y="347"/>
                      </a:cubicBezTo>
                      <a:cubicBezTo>
                        <a:pt x="111" y="347"/>
                        <a:pt x="209" y="310"/>
                        <a:pt x="209" y="261"/>
                      </a:cubicBezTo>
                      <a:cubicBezTo>
                        <a:pt x="215" y="205"/>
                        <a:pt x="215" y="39"/>
                        <a:pt x="185" y="9"/>
                      </a:cubicBezTo>
                      <a:cubicBezTo>
                        <a:pt x="178" y="3"/>
                        <a:pt x="168" y="0"/>
                        <a:pt x="1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2" name="Google Shape;6582;p68"/>
                <p:cNvSpPr/>
                <p:nvPr/>
              </p:nvSpPr>
              <p:spPr>
                <a:xfrm>
                  <a:off x="533402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129" y="1"/>
                      </a:moveTo>
                      <a:cubicBezTo>
                        <a:pt x="87" y="1"/>
                        <a:pt x="11" y="39"/>
                        <a:pt x="6" y="60"/>
                      </a:cubicBezTo>
                      <a:cubicBezTo>
                        <a:pt x="0" y="91"/>
                        <a:pt x="25" y="263"/>
                        <a:pt x="61" y="275"/>
                      </a:cubicBezTo>
                      <a:cubicBezTo>
                        <a:pt x="65" y="277"/>
                        <a:pt x="69" y="277"/>
                        <a:pt x="73" y="277"/>
                      </a:cubicBezTo>
                      <a:cubicBezTo>
                        <a:pt x="111" y="277"/>
                        <a:pt x="168" y="229"/>
                        <a:pt x="184" y="196"/>
                      </a:cubicBezTo>
                      <a:cubicBezTo>
                        <a:pt x="197" y="128"/>
                        <a:pt x="184" y="60"/>
                        <a:pt x="148" y="5"/>
                      </a:cubicBezTo>
                      <a:cubicBezTo>
                        <a:pt x="143" y="2"/>
                        <a:pt x="136" y="1"/>
                        <a:pt x="12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3" name="Google Shape;6583;p68"/>
                <p:cNvSpPr/>
                <p:nvPr/>
              </p:nvSpPr>
              <p:spPr>
                <a:xfrm>
                  <a:off x="5338925" y="1734425"/>
                  <a:ext cx="4650" cy="6275"/>
                </a:xfrm>
                <a:custGeom>
                  <a:rect b="b" l="l" r="r" t="t"/>
                  <a:pathLst>
                    <a:path extrusionOk="0" h="251" w="186">
                      <a:moveTo>
                        <a:pt x="150" y="0"/>
                      </a:moveTo>
                      <a:cubicBezTo>
                        <a:pt x="116" y="0"/>
                        <a:pt x="24" y="55"/>
                        <a:pt x="13" y="77"/>
                      </a:cubicBezTo>
                      <a:cubicBezTo>
                        <a:pt x="1" y="95"/>
                        <a:pt x="19" y="237"/>
                        <a:pt x="50" y="249"/>
                      </a:cubicBezTo>
                      <a:cubicBezTo>
                        <a:pt x="52" y="250"/>
                        <a:pt x="55" y="251"/>
                        <a:pt x="58" y="251"/>
                      </a:cubicBezTo>
                      <a:cubicBezTo>
                        <a:pt x="88" y="251"/>
                        <a:pt x="150" y="204"/>
                        <a:pt x="167" y="181"/>
                      </a:cubicBezTo>
                      <a:cubicBezTo>
                        <a:pt x="185" y="120"/>
                        <a:pt x="185" y="59"/>
                        <a:pt x="161" y="3"/>
                      </a:cubicBezTo>
                      <a:cubicBezTo>
                        <a:pt x="158" y="1"/>
                        <a:pt x="155" y="0"/>
                        <a:pt x="1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4" name="Google Shape;6584;p68"/>
                <p:cNvSpPr/>
                <p:nvPr/>
              </p:nvSpPr>
              <p:spPr>
                <a:xfrm>
                  <a:off x="5343875" y="1731700"/>
                  <a:ext cx="2600" cy="5300"/>
                </a:xfrm>
                <a:custGeom>
                  <a:rect b="b" l="l" r="r" t="t"/>
                  <a:pathLst>
                    <a:path extrusionOk="0" h="212" w="104">
                      <a:moveTo>
                        <a:pt x="76" y="1"/>
                      </a:moveTo>
                      <a:cubicBezTo>
                        <a:pt x="59" y="1"/>
                        <a:pt x="12" y="35"/>
                        <a:pt x="12" y="63"/>
                      </a:cubicBezTo>
                      <a:cubicBezTo>
                        <a:pt x="12" y="87"/>
                        <a:pt x="0" y="211"/>
                        <a:pt x="21" y="211"/>
                      </a:cubicBezTo>
                      <a:cubicBezTo>
                        <a:pt x="22" y="211"/>
                        <a:pt x="23" y="211"/>
                        <a:pt x="24" y="211"/>
                      </a:cubicBezTo>
                      <a:cubicBezTo>
                        <a:pt x="104" y="174"/>
                        <a:pt x="98" y="14"/>
                        <a:pt x="79" y="2"/>
                      </a:cubicBezTo>
                      <a:cubicBezTo>
                        <a:pt x="78" y="1"/>
                        <a:pt x="77" y="1"/>
                        <a:pt x="7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5" name="Google Shape;6585;p68"/>
                <p:cNvSpPr/>
                <p:nvPr/>
              </p:nvSpPr>
              <p:spPr>
                <a:xfrm>
                  <a:off x="5339292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7" y="1"/>
                      </a:moveTo>
                      <a:cubicBezTo>
                        <a:pt x="43" y="1"/>
                        <a:pt x="6" y="13"/>
                        <a:pt x="6" y="32"/>
                      </a:cubicBezTo>
                      <a:cubicBezTo>
                        <a:pt x="6" y="57"/>
                        <a:pt x="0" y="266"/>
                        <a:pt x="19" y="272"/>
                      </a:cubicBezTo>
                      <a:cubicBezTo>
                        <a:pt x="24" y="275"/>
                        <a:pt x="33" y="277"/>
                        <a:pt x="45" y="277"/>
                      </a:cubicBezTo>
                      <a:cubicBezTo>
                        <a:pt x="74" y="277"/>
                        <a:pt x="114" y="264"/>
                        <a:pt x="123" y="229"/>
                      </a:cubicBezTo>
                      <a:cubicBezTo>
                        <a:pt x="135" y="180"/>
                        <a:pt x="148" y="38"/>
                        <a:pt x="123" y="14"/>
                      </a:cubicBezTo>
                      <a:cubicBezTo>
                        <a:pt x="114" y="5"/>
                        <a:pt x="96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6" name="Google Shape;6586;p68"/>
                <p:cNvSpPr/>
                <p:nvPr/>
              </p:nvSpPr>
              <p:spPr>
                <a:xfrm>
                  <a:off x="5343592" y="1723309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93" y="0"/>
                      </a:moveTo>
                      <a:cubicBezTo>
                        <a:pt x="57" y="0"/>
                        <a:pt x="7" y="58"/>
                        <a:pt x="7" y="93"/>
                      </a:cubicBezTo>
                      <a:cubicBezTo>
                        <a:pt x="1" y="123"/>
                        <a:pt x="0" y="284"/>
                        <a:pt x="28" y="284"/>
                      </a:cubicBezTo>
                      <a:cubicBezTo>
                        <a:pt x="29" y="284"/>
                        <a:pt x="30" y="284"/>
                        <a:pt x="31" y="283"/>
                      </a:cubicBezTo>
                      <a:cubicBezTo>
                        <a:pt x="74" y="271"/>
                        <a:pt x="111" y="240"/>
                        <a:pt x="123" y="197"/>
                      </a:cubicBezTo>
                      <a:cubicBezTo>
                        <a:pt x="136" y="161"/>
                        <a:pt x="142" y="13"/>
                        <a:pt x="99" y="1"/>
                      </a:cubicBezTo>
                      <a:cubicBezTo>
                        <a:pt x="97" y="0"/>
                        <a:pt x="95" y="0"/>
                        <a:pt x="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7" name="Google Shape;6587;p68"/>
                <p:cNvSpPr/>
                <p:nvPr/>
              </p:nvSpPr>
              <p:spPr>
                <a:xfrm>
                  <a:off x="5282477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1" y="1"/>
                      </a:moveTo>
                      <a:cubicBezTo>
                        <a:pt x="52" y="1"/>
                        <a:pt x="34" y="5"/>
                        <a:pt x="25" y="14"/>
                      </a:cubicBezTo>
                      <a:cubicBezTo>
                        <a:pt x="0" y="38"/>
                        <a:pt x="12" y="180"/>
                        <a:pt x="25" y="229"/>
                      </a:cubicBezTo>
                      <a:cubicBezTo>
                        <a:pt x="34" y="264"/>
                        <a:pt x="71" y="277"/>
                        <a:pt x="101" y="277"/>
                      </a:cubicBezTo>
                      <a:cubicBezTo>
                        <a:pt x="112" y="277"/>
                        <a:pt x="122" y="275"/>
                        <a:pt x="129" y="272"/>
                      </a:cubicBezTo>
                      <a:cubicBezTo>
                        <a:pt x="148" y="266"/>
                        <a:pt x="142" y="57"/>
                        <a:pt x="142" y="32"/>
                      </a:cubicBezTo>
                      <a:cubicBezTo>
                        <a:pt x="142" y="13"/>
                        <a:pt x="105" y="1"/>
                        <a:pt x="7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8" name="Google Shape;6588;p68"/>
                <p:cNvSpPr/>
                <p:nvPr/>
              </p:nvSpPr>
              <p:spPr>
                <a:xfrm>
                  <a:off x="5278327" y="1723434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45" y="0"/>
                      </a:moveTo>
                      <a:cubicBezTo>
                        <a:pt x="42" y="0"/>
                        <a:pt x="40" y="1"/>
                        <a:pt x="37" y="2"/>
                      </a:cubicBezTo>
                      <a:cubicBezTo>
                        <a:pt x="6" y="8"/>
                        <a:pt x="0" y="156"/>
                        <a:pt x="12" y="199"/>
                      </a:cubicBezTo>
                      <a:cubicBezTo>
                        <a:pt x="31" y="235"/>
                        <a:pt x="62" y="266"/>
                        <a:pt x="105" y="285"/>
                      </a:cubicBezTo>
                      <a:cubicBezTo>
                        <a:pt x="105" y="285"/>
                        <a:pt x="106" y="285"/>
                        <a:pt x="107" y="285"/>
                      </a:cubicBezTo>
                      <a:cubicBezTo>
                        <a:pt x="141" y="285"/>
                        <a:pt x="135" y="118"/>
                        <a:pt x="135" y="88"/>
                      </a:cubicBezTo>
                      <a:cubicBezTo>
                        <a:pt x="135" y="60"/>
                        <a:pt x="78" y="0"/>
                        <a:pt x="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589" name="Google Shape;6589;p68"/>
            <p:cNvSpPr/>
            <p:nvPr/>
          </p:nvSpPr>
          <p:spPr>
            <a:xfrm>
              <a:off x="5206775" y="1548900"/>
              <a:ext cx="193800" cy="222950"/>
            </a:xfrm>
            <a:custGeom>
              <a:rect b="b" l="l" r="r" t="t"/>
              <a:pathLst>
                <a:path extrusionOk="0" h="8918" w="7752">
                  <a:moveTo>
                    <a:pt x="3748" y="1"/>
                  </a:moveTo>
                  <a:cubicBezTo>
                    <a:pt x="3379" y="1"/>
                    <a:pt x="2960" y="60"/>
                    <a:pt x="2502" y="220"/>
                  </a:cubicBezTo>
                  <a:cubicBezTo>
                    <a:pt x="670" y="853"/>
                    <a:pt x="0" y="3460"/>
                    <a:pt x="738" y="5888"/>
                  </a:cubicBezTo>
                  <a:cubicBezTo>
                    <a:pt x="1482" y="8322"/>
                    <a:pt x="2889" y="8918"/>
                    <a:pt x="2889" y="8918"/>
                  </a:cubicBezTo>
                  <a:cubicBezTo>
                    <a:pt x="1869" y="7615"/>
                    <a:pt x="1832" y="5525"/>
                    <a:pt x="1832" y="5525"/>
                  </a:cubicBezTo>
                  <a:lnTo>
                    <a:pt x="1832" y="5525"/>
                  </a:lnTo>
                  <a:cubicBezTo>
                    <a:pt x="2041" y="6459"/>
                    <a:pt x="2644" y="6914"/>
                    <a:pt x="2644" y="6914"/>
                  </a:cubicBezTo>
                  <a:cubicBezTo>
                    <a:pt x="2183" y="6422"/>
                    <a:pt x="2115" y="4941"/>
                    <a:pt x="2644" y="4695"/>
                  </a:cubicBezTo>
                  <a:cubicBezTo>
                    <a:pt x="3172" y="4449"/>
                    <a:pt x="4229" y="3779"/>
                    <a:pt x="4229" y="3779"/>
                  </a:cubicBezTo>
                  <a:lnTo>
                    <a:pt x="4229" y="3779"/>
                  </a:lnTo>
                  <a:cubicBezTo>
                    <a:pt x="3947" y="4308"/>
                    <a:pt x="3277" y="4621"/>
                    <a:pt x="3277" y="4621"/>
                  </a:cubicBezTo>
                  <a:cubicBezTo>
                    <a:pt x="4826" y="4375"/>
                    <a:pt x="5287" y="3460"/>
                    <a:pt x="5287" y="3460"/>
                  </a:cubicBezTo>
                  <a:cubicBezTo>
                    <a:pt x="5287" y="3460"/>
                    <a:pt x="6375" y="4375"/>
                    <a:pt x="5987" y="6490"/>
                  </a:cubicBezTo>
                  <a:cubicBezTo>
                    <a:pt x="6264" y="6109"/>
                    <a:pt x="6436" y="5654"/>
                    <a:pt x="6479" y="5187"/>
                  </a:cubicBezTo>
                  <a:cubicBezTo>
                    <a:pt x="6479" y="5138"/>
                    <a:pt x="6479" y="5088"/>
                    <a:pt x="6485" y="5045"/>
                  </a:cubicBezTo>
                  <a:cubicBezTo>
                    <a:pt x="6485" y="4961"/>
                    <a:pt x="6489" y="4922"/>
                    <a:pt x="6493" y="4922"/>
                  </a:cubicBezTo>
                  <a:lnTo>
                    <a:pt x="6493" y="4922"/>
                  </a:lnTo>
                  <a:cubicBezTo>
                    <a:pt x="6534" y="4922"/>
                    <a:pt x="6671" y="7783"/>
                    <a:pt x="5569" y="8918"/>
                  </a:cubicBezTo>
                  <a:cubicBezTo>
                    <a:pt x="5569" y="8918"/>
                    <a:pt x="7610" y="7725"/>
                    <a:pt x="7678" y="5045"/>
                  </a:cubicBezTo>
                  <a:cubicBezTo>
                    <a:pt x="7752" y="2365"/>
                    <a:pt x="7192" y="608"/>
                    <a:pt x="5533" y="540"/>
                  </a:cubicBezTo>
                  <a:cubicBezTo>
                    <a:pt x="5533" y="540"/>
                    <a:pt x="4858" y="1"/>
                    <a:pt x="3748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0" name="Google Shape;6590;p68"/>
          <p:cNvGrpSpPr/>
          <p:nvPr/>
        </p:nvGrpSpPr>
        <p:grpSpPr>
          <a:xfrm>
            <a:off x="6644350" y="1548975"/>
            <a:ext cx="389275" cy="1356650"/>
            <a:chOff x="6644350" y="1548975"/>
            <a:chExt cx="389275" cy="1356650"/>
          </a:xfrm>
        </p:grpSpPr>
        <p:sp>
          <p:nvSpPr>
            <p:cNvPr id="6591" name="Google Shape;6591;p68"/>
            <p:cNvSpPr/>
            <p:nvPr/>
          </p:nvSpPr>
          <p:spPr>
            <a:xfrm>
              <a:off x="6746525" y="1620325"/>
              <a:ext cx="178750" cy="170600"/>
            </a:xfrm>
            <a:custGeom>
              <a:rect b="b" l="l" r="r" t="t"/>
              <a:pathLst>
                <a:path extrusionOk="0" h="6824" w="7150">
                  <a:moveTo>
                    <a:pt x="3572" y="0"/>
                  </a:moveTo>
                  <a:lnTo>
                    <a:pt x="1" y="2109"/>
                  </a:lnTo>
                  <a:cubicBezTo>
                    <a:pt x="1" y="2109"/>
                    <a:pt x="794" y="5114"/>
                    <a:pt x="247" y="6823"/>
                  </a:cubicBezTo>
                  <a:lnTo>
                    <a:pt x="7150" y="6823"/>
                  </a:lnTo>
                  <a:cubicBezTo>
                    <a:pt x="7150" y="6823"/>
                    <a:pt x="6867" y="5077"/>
                    <a:pt x="7150" y="2188"/>
                  </a:cubicBezTo>
                  <a:lnTo>
                    <a:pt x="357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92" name="Google Shape;6592;p68"/>
            <p:cNvGrpSpPr/>
            <p:nvPr/>
          </p:nvGrpSpPr>
          <p:grpSpPr>
            <a:xfrm>
              <a:off x="6644350" y="1606500"/>
              <a:ext cx="389275" cy="1299125"/>
              <a:chOff x="6644350" y="1606500"/>
              <a:chExt cx="389275" cy="1299125"/>
            </a:xfrm>
          </p:grpSpPr>
          <p:sp>
            <p:nvSpPr>
              <p:cNvPr id="6593" name="Google Shape;6593;p68"/>
              <p:cNvSpPr/>
              <p:nvPr/>
            </p:nvSpPr>
            <p:spPr>
              <a:xfrm>
                <a:off x="6774350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0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4" name="Google Shape;6594;p68"/>
              <p:cNvSpPr/>
              <p:nvPr/>
            </p:nvSpPr>
            <p:spPr>
              <a:xfrm>
                <a:off x="6644350" y="1721575"/>
                <a:ext cx="389275" cy="1184050"/>
              </a:xfrm>
              <a:custGeom>
                <a:rect b="b" l="l" r="r" t="t"/>
                <a:pathLst>
                  <a:path extrusionOk="0" h="47362" w="15571">
                    <a:moveTo>
                      <a:pt x="9374" y="1"/>
                    </a:moveTo>
                    <a:lnTo>
                      <a:pt x="7788" y="38"/>
                    </a:lnTo>
                    <a:lnTo>
                      <a:pt x="6202" y="7"/>
                    </a:lnTo>
                    <a:lnTo>
                      <a:pt x="6202" y="7"/>
                    </a:lnTo>
                    <a:cubicBezTo>
                      <a:pt x="6202" y="7"/>
                      <a:pt x="6270" y="1525"/>
                      <a:pt x="6202" y="1771"/>
                    </a:cubicBezTo>
                    <a:cubicBezTo>
                      <a:pt x="6129" y="2017"/>
                      <a:pt x="5957" y="2367"/>
                      <a:pt x="5287" y="2576"/>
                    </a:cubicBezTo>
                    <a:cubicBezTo>
                      <a:pt x="4617" y="2792"/>
                      <a:pt x="3910" y="2718"/>
                      <a:pt x="3098" y="3216"/>
                    </a:cubicBezTo>
                    <a:cubicBezTo>
                      <a:pt x="2287" y="3707"/>
                      <a:pt x="2078" y="5680"/>
                      <a:pt x="2078" y="6947"/>
                    </a:cubicBezTo>
                    <a:cubicBezTo>
                      <a:pt x="2078" y="8213"/>
                      <a:pt x="1973" y="11034"/>
                      <a:pt x="1728" y="12128"/>
                    </a:cubicBezTo>
                    <a:cubicBezTo>
                      <a:pt x="1482" y="13216"/>
                      <a:pt x="812" y="16179"/>
                      <a:pt x="775" y="17058"/>
                    </a:cubicBezTo>
                    <a:cubicBezTo>
                      <a:pt x="738" y="17937"/>
                      <a:pt x="424" y="19173"/>
                      <a:pt x="351" y="19701"/>
                    </a:cubicBezTo>
                    <a:cubicBezTo>
                      <a:pt x="283" y="20230"/>
                      <a:pt x="0" y="22234"/>
                      <a:pt x="209" y="22658"/>
                    </a:cubicBezTo>
                    <a:cubicBezTo>
                      <a:pt x="681" y="23602"/>
                      <a:pt x="1024" y="23870"/>
                      <a:pt x="1191" y="23870"/>
                    </a:cubicBezTo>
                    <a:cubicBezTo>
                      <a:pt x="1276" y="23870"/>
                      <a:pt x="1316" y="23800"/>
                      <a:pt x="1303" y="23715"/>
                    </a:cubicBezTo>
                    <a:cubicBezTo>
                      <a:pt x="1267" y="23469"/>
                      <a:pt x="984" y="22977"/>
                      <a:pt x="916" y="22486"/>
                    </a:cubicBezTo>
                    <a:cubicBezTo>
                      <a:pt x="862" y="22089"/>
                      <a:pt x="943" y="21530"/>
                      <a:pt x="1031" y="21530"/>
                    </a:cubicBezTo>
                    <a:cubicBezTo>
                      <a:pt x="1052" y="21530"/>
                      <a:pt x="1074" y="21562"/>
                      <a:pt x="1094" y="21637"/>
                    </a:cubicBezTo>
                    <a:cubicBezTo>
                      <a:pt x="1187" y="21980"/>
                      <a:pt x="1308" y="22847"/>
                      <a:pt x="1484" y="22847"/>
                    </a:cubicBezTo>
                    <a:cubicBezTo>
                      <a:pt x="1507" y="22847"/>
                      <a:pt x="1531" y="22832"/>
                      <a:pt x="1555" y="22799"/>
                    </a:cubicBezTo>
                    <a:cubicBezTo>
                      <a:pt x="1771" y="22522"/>
                      <a:pt x="1838" y="21391"/>
                      <a:pt x="1838" y="20832"/>
                    </a:cubicBezTo>
                    <a:cubicBezTo>
                      <a:pt x="1838" y="20267"/>
                      <a:pt x="1555" y="19701"/>
                      <a:pt x="1592" y="19142"/>
                    </a:cubicBezTo>
                    <a:cubicBezTo>
                      <a:pt x="1629" y="18576"/>
                      <a:pt x="2932" y="15226"/>
                      <a:pt x="3178" y="13819"/>
                    </a:cubicBezTo>
                    <a:cubicBezTo>
                      <a:pt x="3424" y="12411"/>
                      <a:pt x="3774" y="8569"/>
                      <a:pt x="3774" y="8569"/>
                    </a:cubicBezTo>
                    <a:cubicBezTo>
                      <a:pt x="3916" y="9448"/>
                      <a:pt x="4481" y="10579"/>
                      <a:pt x="4518" y="12233"/>
                    </a:cubicBezTo>
                    <a:cubicBezTo>
                      <a:pt x="4549" y="13886"/>
                      <a:pt x="3104" y="16603"/>
                      <a:pt x="2828" y="18890"/>
                    </a:cubicBezTo>
                    <a:cubicBezTo>
                      <a:pt x="2545" y="21182"/>
                      <a:pt x="3356" y="27981"/>
                      <a:pt x="3670" y="30556"/>
                    </a:cubicBezTo>
                    <a:cubicBezTo>
                      <a:pt x="3990" y="33126"/>
                      <a:pt x="3320" y="35806"/>
                      <a:pt x="3565" y="37355"/>
                    </a:cubicBezTo>
                    <a:cubicBezTo>
                      <a:pt x="3811" y="38903"/>
                      <a:pt x="4623" y="42671"/>
                      <a:pt x="4623" y="43200"/>
                    </a:cubicBezTo>
                    <a:cubicBezTo>
                      <a:pt x="4623" y="43729"/>
                      <a:pt x="4586" y="44190"/>
                      <a:pt x="4727" y="44540"/>
                    </a:cubicBezTo>
                    <a:cubicBezTo>
                      <a:pt x="4869" y="44890"/>
                      <a:pt x="4408" y="45456"/>
                      <a:pt x="4266" y="46058"/>
                    </a:cubicBezTo>
                    <a:cubicBezTo>
                      <a:pt x="4119" y="46654"/>
                      <a:pt x="4512" y="47361"/>
                      <a:pt x="5145" y="47361"/>
                    </a:cubicBezTo>
                    <a:cubicBezTo>
                      <a:pt x="5778" y="47361"/>
                      <a:pt x="6374" y="46833"/>
                      <a:pt x="6276" y="46378"/>
                    </a:cubicBezTo>
                    <a:cubicBezTo>
                      <a:pt x="6172" y="45917"/>
                      <a:pt x="6166" y="44792"/>
                      <a:pt x="6239" y="44190"/>
                    </a:cubicBezTo>
                    <a:cubicBezTo>
                      <a:pt x="6307" y="43593"/>
                      <a:pt x="5957" y="43274"/>
                      <a:pt x="5957" y="42714"/>
                    </a:cubicBezTo>
                    <a:cubicBezTo>
                      <a:pt x="5957" y="42149"/>
                      <a:pt x="6166" y="37988"/>
                      <a:pt x="6190" y="34668"/>
                    </a:cubicBezTo>
                    <a:cubicBezTo>
                      <a:pt x="6202" y="33261"/>
                      <a:pt x="6565" y="32179"/>
                      <a:pt x="6946" y="28983"/>
                    </a:cubicBezTo>
                    <a:cubicBezTo>
                      <a:pt x="7321" y="25786"/>
                      <a:pt x="7788" y="21182"/>
                      <a:pt x="7788" y="21182"/>
                    </a:cubicBezTo>
                    <a:cubicBezTo>
                      <a:pt x="7788" y="21182"/>
                      <a:pt x="8255" y="25786"/>
                      <a:pt x="8636" y="28983"/>
                    </a:cubicBezTo>
                    <a:cubicBezTo>
                      <a:pt x="9011" y="32173"/>
                      <a:pt x="9374" y="33255"/>
                      <a:pt x="9386" y="34668"/>
                    </a:cubicBezTo>
                    <a:cubicBezTo>
                      <a:pt x="9411" y="37988"/>
                      <a:pt x="9620" y="42149"/>
                      <a:pt x="9620" y="42714"/>
                    </a:cubicBezTo>
                    <a:cubicBezTo>
                      <a:pt x="9620" y="43274"/>
                      <a:pt x="9270" y="43593"/>
                      <a:pt x="9337" y="44190"/>
                    </a:cubicBezTo>
                    <a:cubicBezTo>
                      <a:pt x="9411" y="44792"/>
                      <a:pt x="9411" y="45917"/>
                      <a:pt x="9300" y="46378"/>
                    </a:cubicBezTo>
                    <a:cubicBezTo>
                      <a:pt x="9196" y="46833"/>
                      <a:pt x="9798" y="47361"/>
                      <a:pt x="10431" y="47361"/>
                    </a:cubicBezTo>
                    <a:cubicBezTo>
                      <a:pt x="11064" y="47361"/>
                      <a:pt x="11452" y="46661"/>
                      <a:pt x="11310" y="46058"/>
                    </a:cubicBezTo>
                    <a:cubicBezTo>
                      <a:pt x="11169" y="45456"/>
                      <a:pt x="10714" y="44897"/>
                      <a:pt x="10849" y="44540"/>
                    </a:cubicBezTo>
                    <a:cubicBezTo>
                      <a:pt x="10991" y="44190"/>
                      <a:pt x="10954" y="43729"/>
                      <a:pt x="10954" y="43200"/>
                    </a:cubicBezTo>
                    <a:cubicBezTo>
                      <a:pt x="10954" y="42671"/>
                      <a:pt x="11765" y="38897"/>
                      <a:pt x="12011" y="37355"/>
                    </a:cubicBezTo>
                    <a:cubicBezTo>
                      <a:pt x="12257" y="35806"/>
                      <a:pt x="11593" y="33126"/>
                      <a:pt x="11907" y="30556"/>
                    </a:cubicBezTo>
                    <a:cubicBezTo>
                      <a:pt x="12220" y="27981"/>
                      <a:pt x="13031" y="21182"/>
                      <a:pt x="12755" y="18890"/>
                    </a:cubicBezTo>
                    <a:cubicBezTo>
                      <a:pt x="12472" y="16603"/>
                      <a:pt x="11028" y="13886"/>
                      <a:pt x="11064" y="12233"/>
                    </a:cubicBezTo>
                    <a:cubicBezTo>
                      <a:pt x="11095" y="10579"/>
                      <a:pt x="11661" y="9448"/>
                      <a:pt x="11802" y="8569"/>
                    </a:cubicBezTo>
                    <a:cubicBezTo>
                      <a:pt x="11802" y="8569"/>
                      <a:pt x="12152" y="12411"/>
                      <a:pt x="12398" y="13819"/>
                    </a:cubicBezTo>
                    <a:cubicBezTo>
                      <a:pt x="12644" y="15226"/>
                      <a:pt x="13947" y="18576"/>
                      <a:pt x="13984" y="19142"/>
                    </a:cubicBezTo>
                    <a:cubicBezTo>
                      <a:pt x="14021" y="19701"/>
                      <a:pt x="13738" y="20267"/>
                      <a:pt x="13738" y="20832"/>
                    </a:cubicBezTo>
                    <a:cubicBezTo>
                      <a:pt x="13738" y="21391"/>
                      <a:pt x="13812" y="22522"/>
                      <a:pt x="14021" y="22799"/>
                    </a:cubicBezTo>
                    <a:cubicBezTo>
                      <a:pt x="14045" y="22832"/>
                      <a:pt x="14069" y="22847"/>
                      <a:pt x="14091" y="22847"/>
                    </a:cubicBezTo>
                    <a:cubicBezTo>
                      <a:pt x="14262" y="22847"/>
                      <a:pt x="14384" y="21985"/>
                      <a:pt x="14482" y="21637"/>
                    </a:cubicBezTo>
                    <a:cubicBezTo>
                      <a:pt x="14504" y="21562"/>
                      <a:pt x="14526" y="21530"/>
                      <a:pt x="14548" y="21530"/>
                    </a:cubicBezTo>
                    <a:cubicBezTo>
                      <a:pt x="14638" y="21530"/>
                      <a:pt x="14715" y="22089"/>
                      <a:pt x="14660" y="22486"/>
                    </a:cubicBezTo>
                    <a:cubicBezTo>
                      <a:pt x="14587" y="22977"/>
                      <a:pt x="14304" y="23469"/>
                      <a:pt x="14273" y="23721"/>
                    </a:cubicBezTo>
                    <a:cubicBezTo>
                      <a:pt x="14263" y="23804"/>
                      <a:pt x="14302" y="23872"/>
                      <a:pt x="14387" y="23872"/>
                    </a:cubicBezTo>
                    <a:cubicBezTo>
                      <a:pt x="14553" y="23872"/>
                      <a:pt x="14894" y="23606"/>
                      <a:pt x="15367" y="22664"/>
                    </a:cubicBezTo>
                    <a:cubicBezTo>
                      <a:pt x="15570" y="22234"/>
                      <a:pt x="15287" y="20230"/>
                      <a:pt x="15220" y="19701"/>
                    </a:cubicBezTo>
                    <a:cubicBezTo>
                      <a:pt x="15152" y="19173"/>
                      <a:pt x="14832" y="17937"/>
                      <a:pt x="14796" y="17058"/>
                    </a:cubicBezTo>
                    <a:cubicBezTo>
                      <a:pt x="14759" y="16173"/>
                      <a:pt x="14095" y="13216"/>
                      <a:pt x="13843" y="12122"/>
                    </a:cubicBezTo>
                    <a:cubicBezTo>
                      <a:pt x="13597" y="11034"/>
                      <a:pt x="13492" y="8213"/>
                      <a:pt x="13492" y="6947"/>
                    </a:cubicBezTo>
                    <a:cubicBezTo>
                      <a:pt x="13492" y="5674"/>
                      <a:pt x="13283" y="3701"/>
                      <a:pt x="12472" y="3209"/>
                    </a:cubicBezTo>
                    <a:cubicBezTo>
                      <a:pt x="11661" y="2718"/>
                      <a:pt x="10954" y="2785"/>
                      <a:pt x="10290" y="2576"/>
                    </a:cubicBezTo>
                    <a:cubicBezTo>
                      <a:pt x="9620" y="2367"/>
                      <a:pt x="9442" y="2011"/>
                      <a:pt x="9374" y="1765"/>
                    </a:cubicBezTo>
                    <a:cubicBezTo>
                      <a:pt x="9300" y="1519"/>
                      <a:pt x="9374" y="1"/>
                      <a:pt x="9374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95" name="Google Shape;6595;p68"/>
            <p:cNvGrpSpPr/>
            <p:nvPr/>
          </p:nvGrpSpPr>
          <p:grpSpPr>
            <a:xfrm>
              <a:off x="6644800" y="1661800"/>
              <a:ext cx="381750" cy="1218925"/>
              <a:chOff x="6644800" y="1661800"/>
              <a:chExt cx="381750" cy="1218925"/>
            </a:xfrm>
          </p:grpSpPr>
          <p:grpSp>
            <p:nvGrpSpPr>
              <p:cNvPr id="6596" name="Google Shape;6596;p68"/>
              <p:cNvGrpSpPr/>
              <p:nvPr/>
            </p:nvGrpSpPr>
            <p:grpSpPr>
              <a:xfrm>
                <a:off x="6739925" y="1838600"/>
                <a:ext cx="198100" cy="161275"/>
                <a:chOff x="6739925" y="1838600"/>
                <a:chExt cx="198100" cy="161275"/>
              </a:xfrm>
            </p:grpSpPr>
            <p:sp>
              <p:nvSpPr>
                <p:cNvPr id="6597" name="Google Shape;6597;p68"/>
                <p:cNvSpPr/>
                <p:nvPr/>
              </p:nvSpPr>
              <p:spPr>
                <a:xfrm>
                  <a:off x="6739925" y="1838600"/>
                  <a:ext cx="99000" cy="161275"/>
                </a:xfrm>
                <a:custGeom>
                  <a:rect b="b" l="l" r="r" t="t"/>
                  <a:pathLst>
                    <a:path extrusionOk="0" h="6451" w="3960">
                      <a:moveTo>
                        <a:pt x="2257" y="1"/>
                      </a:moveTo>
                      <a:cubicBezTo>
                        <a:pt x="1805" y="1"/>
                        <a:pt x="1347" y="144"/>
                        <a:pt x="1003" y="514"/>
                      </a:cubicBezTo>
                      <a:cubicBezTo>
                        <a:pt x="1" y="1583"/>
                        <a:pt x="406" y="4817"/>
                        <a:pt x="1003" y="5880"/>
                      </a:cubicBezTo>
                      <a:cubicBezTo>
                        <a:pt x="1224" y="6270"/>
                        <a:pt x="1638" y="6451"/>
                        <a:pt x="2090" y="6451"/>
                      </a:cubicBezTo>
                      <a:cubicBezTo>
                        <a:pt x="2870" y="6451"/>
                        <a:pt x="3761" y="5913"/>
                        <a:pt x="3959" y="4983"/>
                      </a:cubicBezTo>
                      <a:lnTo>
                        <a:pt x="3959" y="975"/>
                      </a:lnTo>
                      <a:cubicBezTo>
                        <a:pt x="3959" y="519"/>
                        <a:pt x="3119" y="1"/>
                        <a:pt x="2257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8" name="Google Shape;6598;p68"/>
                <p:cNvSpPr/>
                <p:nvPr/>
              </p:nvSpPr>
              <p:spPr>
                <a:xfrm>
                  <a:off x="6766200" y="1853800"/>
                  <a:ext cx="72725" cy="127000"/>
                </a:xfrm>
                <a:custGeom>
                  <a:rect b="b" l="l" r="r" t="t"/>
                  <a:pathLst>
                    <a:path extrusionOk="0" h="5080" w="2909">
                      <a:moveTo>
                        <a:pt x="1060" y="0"/>
                      </a:moveTo>
                      <a:cubicBezTo>
                        <a:pt x="994" y="0"/>
                        <a:pt x="932" y="5"/>
                        <a:pt x="874" y="17"/>
                      </a:cubicBezTo>
                      <a:cubicBezTo>
                        <a:pt x="831" y="29"/>
                        <a:pt x="812" y="84"/>
                        <a:pt x="849" y="115"/>
                      </a:cubicBezTo>
                      <a:cubicBezTo>
                        <a:pt x="1027" y="262"/>
                        <a:pt x="1218" y="299"/>
                        <a:pt x="1439" y="355"/>
                      </a:cubicBezTo>
                      <a:cubicBezTo>
                        <a:pt x="1783" y="447"/>
                        <a:pt x="1882" y="742"/>
                        <a:pt x="2103" y="963"/>
                      </a:cubicBezTo>
                      <a:cubicBezTo>
                        <a:pt x="2201" y="1068"/>
                        <a:pt x="2318" y="1148"/>
                        <a:pt x="2447" y="1215"/>
                      </a:cubicBezTo>
                      <a:cubicBezTo>
                        <a:pt x="2312" y="1234"/>
                        <a:pt x="2183" y="1270"/>
                        <a:pt x="2060" y="1338"/>
                      </a:cubicBezTo>
                      <a:cubicBezTo>
                        <a:pt x="1753" y="1498"/>
                        <a:pt x="1500" y="1713"/>
                        <a:pt x="1218" y="1910"/>
                      </a:cubicBezTo>
                      <a:cubicBezTo>
                        <a:pt x="855" y="2156"/>
                        <a:pt x="480" y="2199"/>
                        <a:pt x="74" y="2322"/>
                      </a:cubicBezTo>
                      <a:cubicBezTo>
                        <a:pt x="1" y="2346"/>
                        <a:pt x="13" y="2457"/>
                        <a:pt x="93" y="2457"/>
                      </a:cubicBezTo>
                      <a:cubicBezTo>
                        <a:pt x="116" y="2458"/>
                        <a:pt x="139" y="2458"/>
                        <a:pt x="163" y="2458"/>
                      </a:cubicBezTo>
                      <a:cubicBezTo>
                        <a:pt x="579" y="2458"/>
                        <a:pt x="967" y="2304"/>
                        <a:pt x="1322" y="2094"/>
                      </a:cubicBezTo>
                      <a:cubicBezTo>
                        <a:pt x="1568" y="1947"/>
                        <a:pt x="1814" y="1768"/>
                        <a:pt x="2072" y="1639"/>
                      </a:cubicBezTo>
                      <a:lnTo>
                        <a:pt x="2072" y="1639"/>
                      </a:lnTo>
                      <a:cubicBezTo>
                        <a:pt x="2029" y="1713"/>
                        <a:pt x="1986" y="1793"/>
                        <a:pt x="1955" y="1879"/>
                      </a:cubicBezTo>
                      <a:cubicBezTo>
                        <a:pt x="1906" y="2014"/>
                        <a:pt x="1882" y="2156"/>
                        <a:pt x="1875" y="2303"/>
                      </a:cubicBezTo>
                      <a:cubicBezTo>
                        <a:pt x="1839" y="2703"/>
                        <a:pt x="1642" y="2875"/>
                        <a:pt x="1365" y="3127"/>
                      </a:cubicBezTo>
                      <a:cubicBezTo>
                        <a:pt x="1021" y="3440"/>
                        <a:pt x="548" y="3729"/>
                        <a:pt x="308" y="4129"/>
                      </a:cubicBezTo>
                      <a:cubicBezTo>
                        <a:pt x="275" y="4190"/>
                        <a:pt x="322" y="4266"/>
                        <a:pt x="391" y="4266"/>
                      </a:cubicBezTo>
                      <a:cubicBezTo>
                        <a:pt x="398" y="4266"/>
                        <a:pt x="405" y="4266"/>
                        <a:pt x="413" y="4264"/>
                      </a:cubicBezTo>
                      <a:cubicBezTo>
                        <a:pt x="720" y="4159"/>
                        <a:pt x="935" y="3920"/>
                        <a:pt x="1181" y="3705"/>
                      </a:cubicBezTo>
                      <a:cubicBezTo>
                        <a:pt x="1445" y="3465"/>
                        <a:pt x="1796" y="3176"/>
                        <a:pt x="1974" y="2856"/>
                      </a:cubicBezTo>
                      <a:cubicBezTo>
                        <a:pt x="2152" y="2543"/>
                        <a:pt x="2084" y="2180"/>
                        <a:pt x="2244" y="1854"/>
                      </a:cubicBezTo>
                      <a:cubicBezTo>
                        <a:pt x="2293" y="1756"/>
                        <a:pt x="2361" y="1664"/>
                        <a:pt x="2441" y="1590"/>
                      </a:cubicBezTo>
                      <a:lnTo>
                        <a:pt x="2441" y="1590"/>
                      </a:lnTo>
                      <a:cubicBezTo>
                        <a:pt x="2318" y="1842"/>
                        <a:pt x="2281" y="2149"/>
                        <a:pt x="2293" y="2463"/>
                      </a:cubicBezTo>
                      <a:cubicBezTo>
                        <a:pt x="2306" y="3022"/>
                        <a:pt x="2355" y="3483"/>
                        <a:pt x="2103" y="4000"/>
                      </a:cubicBezTo>
                      <a:cubicBezTo>
                        <a:pt x="1931" y="4362"/>
                        <a:pt x="1611" y="4627"/>
                        <a:pt x="1414" y="4971"/>
                      </a:cubicBezTo>
                      <a:cubicBezTo>
                        <a:pt x="1388" y="5014"/>
                        <a:pt x="1422" y="5080"/>
                        <a:pt x="1467" y="5080"/>
                      </a:cubicBezTo>
                      <a:cubicBezTo>
                        <a:pt x="1474" y="5080"/>
                        <a:pt x="1481" y="5078"/>
                        <a:pt x="1488" y="5075"/>
                      </a:cubicBezTo>
                      <a:cubicBezTo>
                        <a:pt x="2035" y="4848"/>
                        <a:pt x="2367" y="4239"/>
                        <a:pt x="2539" y="3698"/>
                      </a:cubicBezTo>
                      <a:cubicBezTo>
                        <a:pt x="2742" y="3078"/>
                        <a:pt x="2324" y="2039"/>
                        <a:pt x="2711" y="1473"/>
                      </a:cubicBezTo>
                      <a:cubicBezTo>
                        <a:pt x="2779" y="1473"/>
                        <a:pt x="2840" y="1486"/>
                        <a:pt x="2908" y="1498"/>
                      </a:cubicBezTo>
                      <a:lnTo>
                        <a:pt x="2908" y="1006"/>
                      </a:lnTo>
                      <a:cubicBezTo>
                        <a:pt x="2877" y="1006"/>
                        <a:pt x="2853" y="1012"/>
                        <a:pt x="2828" y="1018"/>
                      </a:cubicBezTo>
                      <a:cubicBezTo>
                        <a:pt x="2545" y="809"/>
                        <a:pt x="2250" y="619"/>
                        <a:pt x="1998" y="355"/>
                      </a:cubicBezTo>
                      <a:cubicBezTo>
                        <a:pt x="1788" y="139"/>
                        <a:pt x="1392" y="0"/>
                        <a:pt x="1060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9" name="Google Shape;6599;p68"/>
                <p:cNvSpPr/>
                <p:nvPr/>
              </p:nvSpPr>
              <p:spPr>
                <a:xfrm>
                  <a:off x="6839200" y="1838600"/>
                  <a:ext cx="98825" cy="161275"/>
                </a:xfrm>
                <a:custGeom>
                  <a:rect b="b" l="l" r="r" t="t"/>
                  <a:pathLst>
                    <a:path extrusionOk="0" h="6451" w="3953">
                      <a:moveTo>
                        <a:pt x="1698" y="1"/>
                      </a:moveTo>
                      <a:cubicBezTo>
                        <a:pt x="838" y="1"/>
                        <a:pt x="0" y="519"/>
                        <a:pt x="0" y="975"/>
                      </a:cubicBezTo>
                      <a:lnTo>
                        <a:pt x="0" y="4983"/>
                      </a:lnTo>
                      <a:cubicBezTo>
                        <a:pt x="195" y="5913"/>
                        <a:pt x="1084" y="6451"/>
                        <a:pt x="1864" y="6451"/>
                      </a:cubicBezTo>
                      <a:cubicBezTo>
                        <a:pt x="2315" y="6451"/>
                        <a:pt x="2730" y="6270"/>
                        <a:pt x="2951" y="5880"/>
                      </a:cubicBezTo>
                      <a:cubicBezTo>
                        <a:pt x="3553" y="4817"/>
                        <a:pt x="3953" y="1583"/>
                        <a:pt x="2951" y="514"/>
                      </a:cubicBezTo>
                      <a:cubicBezTo>
                        <a:pt x="2606" y="144"/>
                        <a:pt x="2149" y="1"/>
                        <a:pt x="1698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0" name="Google Shape;6600;p68"/>
                <p:cNvSpPr/>
                <p:nvPr/>
              </p:nvSpPr>
              <p:spPr>
                <a:xfrm>
                  <a:off x="6839200" y="1853800"/>
                  <a:ext cx="72700" cy="127000"/>
                </a:xfrm>
                <a:custGeom>
                  <a:rect b="b" l="l" r="r" t="t"/>
                  <a:pathLst>
                    <a:path extrusionOk="0" h="5080" w="2908">
                      <a:moveTo>
                        <a:pt x="1845" y="0"/>
                      </a:moveTo>
                      <a:cubicBezTo>
                        <a:pt x="1517" y="0"/>
                        <a:pt x="1121" y="139"/>
                        <a:pt x="910" y="355"/>
                      </a:cubicBezTo>
                      <a:cubicBezTo>
                        <a:pt x="652" y="619"/>
                        <a:pt x="363" y="809"/>
                        <a:pt x="74" y="1018"/>
                      </a:cubicBezTo>
                      <a:cubicBezTo>
                        <a:pt x="50" y="1012"/>
                        <a:pt x="25" y="1006"/>
                        <a:pt x="0" y="1006"/>
                      </a:cubicBezTo>
                      <a:lnTo>
                        <a:pt x="0" y="1498"/>
                      </a:lnTo>
                      <a:cubicBezTo>
                        <a:pt x="62" y="1486"/>
                        <a:pt x="129" y="1479"/>
                        <a:pt x="191" y="1479"/>
                      </a:cubicBezTo>
                      <a:cubicBezTo>
                        <a:pt x="578" y="2045"/>
                        <a:pt x="166" y="3084"/>
                        <a:pt x="363" y="3711"/>
                      </a:cubicBezTo>
                      <a:cubicBezTo>
                        <a:pt x="541" y="4245"/>
                        <a:pt x="867" y="4848"/>
                        <a:pt x="1420" y="5075"/>
                      </a:cubicBezTo>
                      <a:cubicBezTo>
                        <a:pt x="1427" y="5078"/>
                        <a:pt x="1434" y="5080"/>
                        <a:pt x="1441" y="5080"/>
                      </a:cubicBezTo>
                      <a:cubicBezTo>
                        <a:pt x="1487" y="5080"/>
                        <a:pt x="1521" y="5014"/>
                        <a:pt x="1494" y="4971"/>
                      </a:cubicBezTo>
                      <a:cubicBezTo>
                        <a:pt x="1291" y="4627"/>
                        <a:pt x="978" y="4362"/>
                        <a:pt x="806" y="4000"/>
                      </a:cubicBezTo>
                      <a:cubicBezTo>
                        <a:pt x="554" y="3483"/>
                        <a:pt x="603" y="3022"/>
                        <a:pt x="615" y="2463"/>
                      </a:cubicBezTo>
                      <a:cubicBezTo>
                        <a:pt x="627" y="2149"/>
                        <a:pt x="590" y="1842"/>
                        <a:pt x="468" y="1590"/>
                      </a:cubicBezTo>
                      <a:lnTo>
                        <a:pt x="468" y="1590"/>
                      </a:lnTo>
                      <a:cubicBezTo>
                        <a:pt x="547" y="1664"/>
                        <a:pt x="615" y="1756"/>
                        <a:pt x="664" y="1854"/>
                      </a:cubicBezTo>
                      <a:cubicBezTo>
                        <a:pt x="824" y="2180"/>
                        <a:pt x="756" y="2543"/>
                        <a:pt x="935" y="2856"/>
                      </a:cubicBezTo>
                      <a:cubicBezTo>
                        <a:pt x="1113" y="3176"/>
                        <a:pt x="1463" y="3465"/>
                        <a:pt x="1728" y="3705"/>
                      </a:cubicBezTo>
                      <a:cubicBezTo>
                        <a:pt x="1974" y="3920"/>
                        <a:pt x="2189" y="4159"/>
                        <a:pt x="2496" y="4264"/>
                      </a:cubicBezTo>
                      <a:cubicBezTo>
                        <a:pt x="2503" y="4266"/>
                        <a:pt x="2511" y="4266"/>
                        <a:pt x="2518" y="4266"/>
                      </a:cubicBezTo>
                      <a:cubicBezTo>
                        <a:pt x="2587" y="4266"/>
                        <a:pt x="2634" y="4190"/>
                        <a:pt x="2600" y="4129"/>
                      </a:cubicBezTo>
                      <a:cubicBezTo>
                        <a:pt x="2361" y="3729"/>
                        <a:pt x="1887" y="3440"/>
                        <a:pt x="1543" y="3127"/>
                      </a:cubicBezTo>
                      <a:cubicBezTo>
                        <a:pt x="1267" y="2875"/>
                        <a:pt x="1070" y="2703"/>
                        <a:pt x="1033" y="2303"/>
                      </a:cubicBezTo>
                      <a:cubicBezTo>
                        <a:pt x="1027" y="2156"/>
                        <a:pt x="1002" y="2014"/>
                        <a:pt x="953" y="1879"/>
                      </a:cubicBezTo>
                      <a:cubicBezTo>
                        <a:pt x="922" y="1793"/>
                        <a:pt x="879" y="1719"/>
                        <a:pt x="830" y="1639"/>
                      </a:cubicBezTo>
                      <a:lnTo>
                        <a:pt x="830" y="1639"/>
                      </a:lnTo>
                      <a:cubicBezTo>
                        <a:pt x="1088" y="1768"/>
                        <a:pt x="1340" y="1947"/>
                        <a:pt x="1586" y="2094"/>
                      </a:cubicBezTo>
                      <a:cubicBezTo>
                        <a:pt x="1941" y="2304"/>
                        <a:pt x="2324" y="2458"/>
                        <a:pt x="2745" y="2458"/>
                      </a:cubicBezTo>
                      <a:cubicBezTo>
                        <a:pt x="2768" y="2458"/>
                        <a:pt x="2792" y="2458"/>
                        <a:pt x="2816" y="2457"/>
                      </a:cubicBezTo>
                      <a:cubicBezTo>
                        <a:pt x="2889" y="2457"/>
                        <a:pt x="2908" y="2346"/>
                        <a:pt x="2828" y="2322"/>
                      </a:cubicBezTo>
                      <a:cubicBezTo>
                        <a:pt x="2428" y="2199"/>
                        <a:pt x="2047" y="2156"/>
                        <a:pt x="1691" y="1910"/>
                      </a:cubicBezTo>
                      <a:cubicBezTo>
                        <a:pt x="1408" y="1713"/>
                        <a:pt x="1150" y="1498"/>
                        <a:pt x="842" y="1338"/>
                      </a:cubicBezTo>
                      <a:cubicBezTo>
                        <a:pt x="726" y="1270"/>
                        <a:pt x="597" y="1234"/>
                        <a:pt x="461" y="1215"/>
                      </a:cubicBezTo>
                      <a:lnTo>
                        <a:pt x="455" y="1215"/>
                      </a:lnTo>
                      <a:cubicBezTo>
                        <a:pt x="584" y="1148"/>
                        <a:pt x="701" y="1068"/>
                        <a:pt x="799" y="963"/>
                      </a:cubicBezTo>
                      <a:cubicBezTo>
                        <a:pt x="1021" y="742"/>
                        <a:pt x="1125" y="447"/>
                        <a:pt x="1463" y="355"/>
                      </a:cubicBezTo>
                      <a:cubicBezTo>
                        <a:pt x="1691" y="299"/>
                        <a:pt x="1881" y="262"/>
                        <a:pt x="2060" y="115"/>
                      </a:cubicBezTo>
                      <a:cubicBezTo>
                        <a:pt x="2090" y="84"/>
                        <a:pt x="2072" y="29"/>
                        <a:pt x="2029" y="17"/>
                      </a:cubicBezTo>
                      <a:cubicBezTo>
                        <a:pt x="1971" y="5"/>
                        <a:pt x="1910" y="0"/>
                        <a:pt x="1845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601" name="Google Shape;6601;p68"/>
              <p:cNvSpPr/>
              <p:nvPr/>
            </p:nvSpPr>
            <p:spPr>
              <a:xfrm>
                <a:off x="6662475" y="1804975"/>
                <a:ext cx="179825" cy="462475"/>
              </a:xfrm>
              <a:custGeom>
                <a:rect b="b" l="l" r="r" t="t"/>
                <a:pathLst>
                  <a:path extrusionOk="0" h="18499" w="7193">
                    <a:moveTo>
                      <a:pt x="3491" y="1"/>
                    </a:moveTo>
                    <a:cubicBezTo>
                      <a:pt x="3439" y="1"/>
                      <a:pt x="3388" y="5"/>
                      <a:pt x="3338" y="15"/>
                    </a:cubicBezTo>
                    <a:cubicBezTo>
                      <a:pt x="3000" y="76"/>
                      <a:pt x="2717" y="285"/>
                      <a:pt x="2490" y="630"/>
                    </a:cubicBezTo>
                    <a:cubicBezTo>
                      <a:pt x="1716" y="1791"/>
                      <a:pt x="1765" y="4164"/>
                      <a:pt x="2140" y="5879"/>
                    </a:cubicBezTo>
                    <a:cubicBezTo>
                      <a:pt x="2361" y="6887"/>
                      <a:pt x="1894" y="8030"/>
                      <a:pt x="1445" y="9130"/>
                    </a:cubicBezTo>
                    <a:cubicBezTo>
                      <a:pt x="1119" y="9930"/>
                      <a:pt x="812" y="10686"/>
                      <a:pt x="757" y="11392"/>
                    </a:cubicBezTo>
                    <a:cubicBezTo>
                      <a:pt x="708" y="11970"/>
                      <a:pt x="714" y="12548"/>
                      <a:pt x="781" y="13126"/>
                    </a:cubicBezTo>
                    <a:cubicBezTo>
                      <a:pt x="830" y="13691"/>
                      <a:pt x="873" y="14140"/>
                      <a:pt x="664" y="14712"/>
                    </a:cubicBezTo>
                    <a:cubicBezTo>
                      <a:pt x="240" y="15873"/>
                      <a:pt x="1" y="17465"/>
                      <a:pt x="603" y="18449"/>
                    </a:cubicBezTo>
                    <a:cubicBezTo>
                      <a:pt x="615" y="18473"/>
                      <a:pt x="646" y="18492"/>
                      <a:pt x="683" y="18492"/>
                    </a:cubicBezTo>
                    <a:lnTo>
                      <a:pt x="677" y="18498"/>
                    </a:lnTo>
                    <a:cubicBezTo>
                      <a:pt x="757" y="18498"/>
                      <a:pt x="800" y="18418"/>
                      <a:pt x="763" y="18357"/>
                    </a:cubicBezTo>
                    <a:cubicBezTo>
                      <a:pt x="197" y="17429"/>
                      <a:pt x="449" y="15849"/>
                      <a:pt x="837" y="14779"/>
                    </a:cubicBezTo>
                    <a:cubicBezTo>
                      <a:pt x="1058" y="14171"/>
                      <a:pt x="1015" y="13710"/>
                      <a:pt x="966" y="13120"/>
                    </a:cubicBezTo>
                    <a:cubicBezTo>
                      <a:pt x="904" y="12554"/>
                      <a:pt x="892" y="11983"/>
                      <a:pt x="941" y="11411"/>
                    </a:cubicBezTo>
                    <a:cubicBezTo>
                      <a:pt x="996" y="10741"/>
                      <a:pt x="1298" y="9997"/>
                      <a:pt x="1617" y="9210"/>
                    </a:cubicBezTo>
                    <a:cubicBezTo>
                      <a:pt x="2078" y="8079"/>
                      <a:pt x="2552" y="6911"/>
                      <a:pt x="2324" y="5848"/>
                    </a:cubicBezTo>
                    <a:cubicBezTo>
                      <a:pt x="1949" y="4121"/>
                      <a:pt x="1937" y="1810"/>
                      <a:pt x="2644" y="740"/>
                    </a:cubicBezTo>
                    <a:cubicBezTo>
                      <a:pt x="2847" y="433"/>
                      <a:pt x="3092" y="261"/>
                      <a:pt x="3375" y="205"/>
                    </a:cubicBezTo>
                    <a:cubicBezTo>
                      <a:pt x="3417" y="197"/>
                      <a:pt x="3459" y="194"/>
                      <a:pt x="3502" y="194"/>
                    </a:cubicBezTo>
                    <a:cubicBezTo>
                      <a:pt x="4857" y="194"/>
                      <a:pt x="6953" y="4005"/>
                      <a:pt x="6971" y="4047"/>
                    </a:cubicBezTo>
                    <a:cubicBezTo>
                      <a:pt x="6989" y="4087"/>
                      <a:pt x="7022" y="4104"/>
                      <a:pt x="7055" y="4104"/>
                    </a:cubicBezTo>
                    <a:cubicBezTo>
                      <a:pt x="7123" y="4104"/>
                      <a:pt x="7193" y="4034"/>
                      <a:pt x="7143" y="3955"/>
                    </a:cubicBezTo>
                    <a:cubicBezTo>
                      <a:pt x="7048" y="3789"/>
                      <a:pt x="4967" y="1"/>
                      <a:pt x="349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2" name="Google Shape;6602;p68"/>
              <p:cNvSpPr/>
              <p:nvPr/>
            </p:nvSpPr>
            <p:spPr>
              <a:xfrm>
                <a:off x="6644800" y="2204650"/>
                <a:ext cx="29925" cy="93050"/>
              </a:xfrm>
              <a:custGeom>
                <a:rect b="b" l="l" r="r" t="t"/>
                <a:pathLst>
                  <a:path extrusionOk="0" h="3722" w="1197">
                    <a:moveTo>
                      <a:pt x="1065" y="1"/>
                    </a:moveTo>
                    <a:cubicBezTo>
                      <a:pt x="1030" y="1"/>
                      <a:pt x="995" y="19"/>
                      <a:pt x="978" y="65"/>
                    </a:cubicBezTo>
                    <a:cubicBezTo>
                      <a:pt x="941" y="151"/>
                      <a:pt x="1" y="2210"/>
                      <a:pt x="585" y="3667"/>
                    </a:cubicBezTo>
                    <a:cubicBezTo>
                      <a:pt x="597" y="3704"/>
                      <a:pt x="634" y="3722"/>
                      <a:pt x="671" y="3722"/>
                    </a:cubicBezTo>
                    <a:cubicBezTo>
                      <a:pt x="738" y="3722"/>
                      <a:pt x="788" y="3654"/>
                      <a:pt x="763" y="3593"/>
                    </a:cubicBezTo>
                    <a:cubicBezTo>
                      <a:pt x="210" y="2210"/>
                      <a:pt x="1144" y="163"/>
                      <a:pt x="1156" y="145"/>
                    </a:cubicBezTo>
                    <a:cubicBezTo>
                      <a:pt x="1196" y="65"/>
                      <a:pt x="1130" y="1"/>
                      <a:pt x="106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3" name="Google Shape;6603;p68"/>
              <p:cNvSpPr/>
              <p:nvPr/>
            </p:nvSpPr>
            <p:spPr>
              <a:xfrm>
                <a:off x="6874700" y="1817825"/>
                <a:ext cx="136025" cy="445475"/>
              </a:xfrm>
              <a:custGeom>
                <a:rect b="b" l="l" r="r" t="t"/>
                <a:pathLst>
                  <a:path extrusionOk="0" h="17819" w="5441">
                    <a:moveTo>
                      <a:pt x="2096" y="1"/>
                    </a:moveTo>
                    <a:cubicBezTo>
                      <a:pt x="2033" y="1"/>
                      <a:pt x="1970" y="6"/>
                      <a:pt x="1906" y="17"/>
                    </a:cubicBezTo>
                    <a:cubicBezTo>
                      <a:pt x="836" y="195"/>
                      <a:pt x="338" y="1597"/>
                      <a:pt x="172" y="2193"/>
                    </a:cubicBezTo>
                    <a:cubicBezTo>
                      <a:pt x="86" y="2507"/>
                      <a:pt x="0" y="2900"/>
                      <a:pt x="92" y="2980"/>
                    </a:cubicBezTo>
                    <a:cubicBezTo>
                      <a:pt x="110" y="2994"/>
                      <a:pt x="133" y="3000"/>
                      <a:pt x="154" y="3000"/>
                    </a:cubicBezTo>
                    <a:cubicBezTo>
                      <a:pt x="169" y="3000"/>
                      <a:pt x="184" y="2997"/>
                      <a:pt x="197" y="2992"/>
                    </a:cubicBezTo>
                    <a:cubicBezTo>
                      <a:pt x="246" y="2968"/>
                      <a:pt x="271" y="2912"/>
                      <a:pt x="246" y="2863"/>
                    </a:cubicBezTo>
                    <a:cubicBezTo>
                      <a:pt x="246" y="2863"/>
                      <a:pt x="246" y="2857"/>
                      <a:pt x="240" y="2857"/>
                    </a:cubicBezTo>
                    <a:cubicBezTo>
                      <a:pt x="234" y="2562"/>
                      <a:pt x="719" y="411"/>
                      <a:pt x="1930" y="208"/>
                    </a:cubicBezTo>
                    <a:cubicBezTo>
                      <a:pt x="1988" y="197"/>
                      <a:pt x="2044" y="192"/>
                      <a:pt x="2100" y="192"/>
                    </a:cubicBezTo>
                    <a:cubicBezTo>
                      <a:pt x="2365" y="192"/>
                      <a:pt x="2608" y="313"/>
                      <a:pt x="2822" y="552"/>
                    </a:cubicBezTo>
                    <a:cubicBezTo>
                      <a:pt x="3535" y="1333"/>
                      <a:pt x="3756" y="3164"/>
                      <a:pt x="3326" y="4719"/>
                    </a:cubicBezTo>
                    <a:cubicBezTo>
                      <a:pt x="2748" y="6846"/>
                      <a:pt x="3664" y="9293"/>
                      <a:pt x="4469" y="10276"/>
                    </a:cubicBezTo>
                    <a:cubicBezTo>
                      <a:pt x="5121" y="11075"/>
                      <a:pt x="5286" y="16681"/>
                      <a:pt x="4942" y="17695"/>
                    </a:cubicBezTo>
                    <a:cubicBezTo>
                      <a:pt x="4924" y="17744"/>
                      <a:pt x="4948" y="17794"/>
                      <a:pt x="4998" y="17812"/>
                    </a:cubicBezTo>
                    <a:cubicBezTo>
                      <a:pt x="5010" y="17818"/>
                      <a:pt x="5022" y="17818"/>
                      <a:pt x="5034" y="17818"/>
                    </a:cubicBezTo>
                    <a:cubicBezTo>
                      <a:pt x="5071" y="17818"/>
                      <a:pt x="5114" y="17794"/>
                      <a:pt x="5127" y="17757"/>
                    </a:cubicBezTo>
                    <a:cubicBezTo>
                      <a:pt x="5440" y="16828"/>
                      <a:pt x="5373" y="11069"/>
                      <a:pt x="4623" y="10153"/>
                    </a:cubicBezTo>
                    <a:cubicBezTo>
                      <a:pt x="4014" y="9416"/>
                      <a:pt x="2902" y="7031"/>
                      <a:pt x="3516" y="4769"/>
                    </a:cubicBezTo>
                    <a:cubicBezTo>
                      <a:pt x="3959" y="3158"/>
                      <a:pt x="3713" y="1247"/>
                      <a:pt x="2969" y="423"/>
                    </a:cubicBezTo>
                    <a:cubicBezTo>
                      <a:pt x="2717" y="145"/>
                      <a:pt x="2418" y="1"/>
                      <a:pt x="20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4" name="Google Shape;6604;p68"/>
              <p:cNvSpPr/>
              <p:nvPr/>
            </p:nvSpPr>
            <p:spPr>
              <a:xfrm>
                <a:off x="7004850" y="2187825"/>
                <a:ext cx="21700" cy="93300"/>
              </a:xfrm>
              <a:custGeom>
                <a:rect b="b" l="l" r="r" t="t"/>
                <a:pathLst>
                  <a:path extrusionOk="0" fill="none" h="3732" w="868">
                    <a:moveTo>
                      <a:pt x="1" y="0"/>
                    </a:moveTo>
                    <a:cubicBezTo>
                      <a:pt x="1" y="0"/>
                      <a:pt x="867" y="2010"/>
                      <a:pt x="628" y="3731"/>
                    </a:cubicBezTo>
                  </a:path>
                </a:pathLst>
              </a:custGeom>
              <a:noFill/>
              <a:ln cap="rnd" cmpd="sng" w="38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5" name="Google Shape;6605;p68"/>
              <p:cNvSpPr/>
              <p:nvPr/>
            </p:nvSpPr>
            <p:spPr>
              <a:xfrm>
                <a:off x="6733625" y="1928075"/>
                <a:ext cx="127575" cy="952650"/>
              </a:xfrm>
              <a:custGeom>
                <a:rect b="b" l="l" r="r" t="t"/>
                <a:pathLst>
                  <a:path extrusionOk="0" h="38106" w="5103">
                    <a:moveTo>
                      <a:pt x="2121" y="6782"/>
                    </a:moveTo>
                    <a:cubicBezTo>
                      <a:pt x="2638" y="6782"/>
                      <a:pt x="3283" y="7046"/>
                      <a:pt x="3418" y="7304"/>
                    </a:cubicBezTo>
                    <a:cubicBezTo>
                      <a:pt x="3517" y="7495"/>
                      <a:pt x="3412" y="7913"/>
                      <a:pt x="3197" y="8448"/>
                    </a:cubicBezTo>
                    <a:lnTo>
                      <a:pt x="3172" y="8448"/>
                    </a:lnTo>
                    <a:cubicBezTo>
                      <a:pt x="2392" y="8380"/>
                      <a:pt x="1531" y="7765"/>
                      <a:pt x="1494" y="7255"/>
                    </a:cubicBezTo>
                    <a:cubicBezTo>
                      <a:pt x="1476" y="7034"/>
                      <a:pt x="1586" y="6893"/>
                      <a:pt x="1814" y="6825"/>
                    </a:cubicBezTo>
                    <a:cubicBezTo>
                      <a:pt x="1918" y="6794"/>
                      <a:pt x="2017" y="6782"/>
                      <a:pt x="2121" y="6782"/>
                    </a:cubicBezTo>
                    <a:close/>
                    <a:moveTo>
                      <a:pt x="5004" y="1"/>
                    </a:moveTo>
                    <a:cubicBezTo>
                      <a:pt x="4957" y="1"/>
                      <a:pt x="4912" y="31"/>
                      <a:pt x="4912" y="94"/>
                    </a:cubicBezTo>
                    <a:cubicBezTo>
                      <a:pt x="4912" y="156"/>
                      <a:pt x="4740" y="6075"/>
                      <a:pt x="4316" y="7692"/>
                    </a:cubicBezTo>
                    <a:cubicBezTo>
                      <a:pt x="4162" y="8282"/>
                      <a:pt x="3738" y="8429"/>
                      <a:pt x="3400" y="8454"/>
                    </a:cubicBezTo>
                    <a:cubicBezTo>
                      <a:pt x="3627" y="7876"/>
                      <a:pt x="3707" y="7452"/>
                      <a:pt x="3584" y="7224"/>
                    </a:cubicBezTo>
                    <a:cubicBezTo>
                      <a:pt x="3399" y="6873"/>
                      <a:pt x="2697" y="6596"/>
                      <a:pt x="2121" y="6596"/>
                    </a:cubicBezTo>
                    <a:cubicBezTo>
                      <a:pt x="1992" y="6596"/>
                      <a:pt x="1868" y="6610"/>
                      <a:pt x="1759" y="6641"/>
                    </a:cubicBezTo>
                    <a:cubicBezTo>
                      <a:pt x="1439" y="6739"/>
                      <a:pt x="1279" y="6960"/>
                      <a:pt x="1298" y="7274"/>
                    </a:cubicBezTo>
                    <a:cubicBezTo>
                      <a:pt x="1347" y="7876"/>
                      <a:pt x="2238" y="8546"/>
                      <a:pt x="3117" y="8638"/>
                    </a:cubicBezTo>
                    <a:cubicBezTo>
                      <a:pt x="2779" y="9425"/>
                      <a:pt x="2250" y="10415"/>
                      <a:pt x="1783" y="11287"/>
                    </a:cubicBezTo>
                    <a:lnTo>
                      <a:pt x="1648" y="11546"/>
                    </a:lnTo>
                    <a:cubicBezTo>
                      <a:pt x="794" y="13131"/>
                      <a:pt x="1" y="15719"/>
                      <a:pt x="560" y="17778"/>
                    </a:cubicBezTo>
                    <a:cubicBezTo>
                      <a:pt x="1052" y="19573"/>
                      <a:pt x="1728" y="22026"/>
                      <a:pt x="1802" y="23968"/>
                    </a:cubicBezTo>
                    <a:cubicBezTo>
                      <a:pt x="1863" y="25536"/>
                      <a:pt x="1494" y="29568"/>
                      <a:pt x="1298" y="31725"/>
                    </a:cubicBezTo>
                    <a:cubicBezTo>
                      <a:pt x="1255" y="32149"/>
                      <a:pt x="1224" y="32500"/>
                      <a:pt x="1205" y="32746"/>
                    </a:cubicBezTo>
                    <a:cubicBezTo>
                      <a:pt x="1144" y="33422"/>
                      <a:pt x="1298" y="34190"/>
                      <a:pt x="1451" y="35002"/>
                    </a:cubicBezTo>
                    <a:cubicBezTo>
                      <a:pt x="1648" y="36003"/>
                      <a:pt x="1851" y="37036"/>
                      <a:pt x="1679" y="37995"/>
                    </a:cubicBezTo>
                    <a:cubicBezTo>
                      <a:pt x="1666" y="38044"/>
                      <a:pt x="1703" y="38093"/>
                      <a:pt x="1752" y="38106"/>
                    </a:cubicBezTo>
                    <a:lnTo>
                      <a:pt x="1771" y="38106"/>
                    </a:lnTo>
                    <a:cubicBezTo>
                      <a:pt x="1820" y="38106"/>
                      <a:pt x="1857" y="38069"/>
                      <a:pt x="1869" y="38026"/>
                    </a:cubicBezTo>
                    <a:cubicBezTo>
                      <a:pt x="2041" y="37036"/>
                      <a:pt x="1838" y="35985"/>
                      <a:pt x="1642" y="34965"/>
                    </a:cubicBezTo>
                    <a:cubicBezTo>
                      <a:pt x="1488" y="34166"/>
                      <a:pt x="1341" y="33416"/>
                      <a:pt x="1396" y="32758"/>
                    </a:cubicBezTo>
                    <a:cubicBezTo>
                      <a:pt x="1414" y="32512"/>
                      <a:pt x="1451" y="32168"/>
                      <a:pt x="1488" y="31744"/>
                    </a:cubicBezTo>
                    <a:cubicBezTo>
                      <a:pt x="1685" y="29580"/>
                      <a:pt x="2054" y="25542"/>
                      <a:pt x="1992" y="23956"/>
                    </a:cubicBezTo>
                    <a:cubicBezTo>
                      <a:pt x="1918" y="21995"/>
                      <a:pt x="1242" y="19530"/>
                      <a:pt x="750" y="17723"/>
                    </a:cubicBezTo>
                    <a:cubicBezTo>
                      <a:pt x="234" y="15848"/>
                      <a:pt x="910" y="13316"/>
                      <a:pt x="1814" y="11632"/>
                    </a:cubicBezTo>
                    <a:lnTo>
                      <a:pt x="1949" y="11380"/>
                    </a:lnTo>
                    <a:cubicBezTo>
                      <a:pt x="2545" y="10273"/>
                      <a:pt x="3025" y="9351"/>
                      <a:pt x="3326" y="8644"/>
                    </a:cubicBezTo>
                    <a:cubicBezTo>
                      <a:pt x="3922" y="8644"/>
                      <a:pt x="4346" y="8319"/>
                      <a:pt x="4500" y="7741"/>
                    </a:cubicBezTo>
                    <a:cubicBezTo>
                      <a:pt x="4930" y="6100"/>
                      <a:pt x="5096" y="346"/>
                      <a:pt x="5102" y="100"/>
                    </a:cubicBezTo>
                    <a:cubicBezTo>
                      <a:pt x="5102" y="34"/>
                      <a:pt x="5052" y="1"/>
                      <a:pt x="50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6" name="Google Shape;6606;p68"/>
              <p:cNvSpPr/>
              <p:nvPr/>
            </p:nvSpPr>
            <p:spPr>
              <a:xfrm>
                <a:off x="6840900" y="1921975"/>
                <a:ext cx="88525" cy="958750"/>
              </a:xfrm>
              <a:custGeom>
                <a:rect b="b" l="l" r="r" t="t"/>
                <a:pathLst>
                  <a:path extrusionOk="0" h="38350" w="3541">
                    <a:moveTo>
                      <a:pt x="2436" y="7239"/>
                    </a:moveTo>
                    <a:cubicBezTo>
                      <a:pt x="2780" y="7239"/>
                      <a:pt x="3073" y="7357"/>
                      <a:pt x="3190" y="7555"/>
                    </a:cubicBezTo>
                    <a:cubicBezTo>
                      <a:pt x="3301" y="7751"/>
                      <a:pt x="3073" y="8132"/>
                      <a:pt x="2680" y="8409"/>
                    </a:cubicBezTo>
                    <a:cubicBezTo>
                      <a:pt x="2438" y="8578"/>
                      <a:pt x="2126" y="8707"/>
                      <a:pt x="1817" y="8707"/>
                    </a:cubicBezTo>
                    <a:cubicBezTo>
                      <a:pt x="1608" y="8707"/>
                      <a:pt x="1401" y="8648"/>
                      <a:pt x="1217" y="8501"/>
                    </a:cubicBezTo>
                    <a:cubicBezTo>
                      <a:pt x="1260" y="8274"/>
                      <a:pt x="1322" y="8059"/>
                      <a:pt x="1383" y="7856"/>
                    </a:cubicBezTo>
                    <a:cubicBezTo>
                      <a:pt x="1506" y="7475"/>
                      <a:pt x="1918" y="7290"/>
                      <a:pt x="2274" y="7247"/>
                    </a:cubicBezTo>
                    <a:cubicBezTo>
                      <a:pt x="2329" y="7241"/>
                      <a:pt x="2383" y="7239"/>
                      <a:pt x="2436" y="7239"/>
                    </a:cubicBezTo>
                    <a:close/>
                    <a:moveTo>
                      <a:pt x="1085" y="1"/>
                    </a:moveTo>
                    <a:cubicBezTo>
                      <a:pt x="1042" y="1"/>
                      <a:pt x="998" y="28"/>
                      <a:pt x="990" y="86"/>
                    </a:cubicBezTo>
                    <a:cubicBezTo>
                      <a:pt x="953" y="381"/>
                      <a:pt x="0" y="7370"/>
                      <a:pt x="916" y="8470"/>
                    </a:cubicBezTo>
                    <a:cubicBezTo>
                      <a:pt x="940" y="8507"/>
                      <a:pt x="971" y="8538"/>
                      <a:pt x="1008" y="8575"/>
                    </a:cubicBezTo>
                    <a:cubicBezTo>
                      <a:pt x="867" y="9362"/>
                      <a:pt x="873" y="10345"/>
                      <a:pt x="1408" y="11753"/>
                    </a:cubicBezTo>
                    <a:cubicBezTo>
                      <a:pt x="1512" y="12036"/>
                      <a:pt x="1635" y="12331"/>
                      <a:pt x="1758" y="12644"/>
                    </a:cubicBezTo>
                    <a:cubicBezTo>
                      <a:pt x="2453" y="14390"/>
                      <a:pt x="3319" y="16566"/>
                      <a:pt x="3172" y="19043"/>
                    </a:cubicBezTo>
                    <a:cubicBezTo>
                      <a:pt x="3086" y="20493"/>
                      <a:pt x="2741" y="21471"/>
                      <a:pt x="2434" y="22337"/>
                    </a:cubicBezTo>
                    <a:cubicBezTo>
                      <a:pt x="2114" y="23235"/>
                      <a:pt x="1838" y="24015"/>
                      <a:pt x="1893" y="25103"/>
                    </a:cubicBezTo>
                    <a:cubicBezTo>
                      <a:pt x="1936" y="25909"/>
                      <a:pt x="2065" y="26972"/>
                      <a:pt x="2194" y="28103"/>
                    </a:cubicBezTo>
                    <a:cubicBezTo>
                      <a:pt x="2422" y="30002"/>
                      <a:pt x="2649" y="31969"/>
                      <a:pt x="2551" y="33113"/>
                    </a:cubicBezTo>
                    <a:cubicBezTo>
                      <a:pt x="2502" y="33684"/>
                      <a:pt x="2416" y="34262"/>
                      <a:pt x="2336" y="34815"/>
                    </a:cubicBezTo>
                    <a:cubicBezTo>
                      <a:pt x="2145" y="36088"/>
                      <a:pt x="1967" y="37286"/>
                      <a:pt x="2225" y="38276"/>
                    </a:cubicBezTo>
                    <a:cubicBezTo>
                      <a:pt x="2231" y="38319"/>
                      <a:pt x="2274" y="38343"/>
                      <a:pt x="2317" y="38350"/>
                    </a:cubicBezTo>
                    <a:lnTo>
                      <a:pt x="2336" y="38350"/>
                    </a:lnTo>
                    <a:cubicBezTo>
                      <a:pt x="2391" y="38331"/>
                      <a:pt x="2422" y="38282"/>
                      <a:pt x="2403" y="38233"/>
                    </a:cubicBezTo>
                    <a:cubicBezTo>
                      <a:pt x="2158" y="37280"/>
                      <a:pt x="2336" y="36100"/>
                      <a:pt x="2520" y="34852"/>
                    </a:cubicBezTo>
                    <a:cubicBezTo>
                      <a:pt x="2606" y="34287"/>
                      <a:pt x="2692" y="33709"/>
                      <a:pt x="2741" y="33137"/>
                    </a:cubicBezTo>
                    <a:cubicBezTo>
                      <a:pt x="2840" y="31969"/>
                      <a:pt x="2606" y="29996"/>
                      <a:pt x="2385" y="28085"/>
                    </a:cubicBezTo>
                    <a:cubicBezTo>
                      <a:pt x="2250" y="26960"/>
                      <a:pt x="2127" y="25896"/>
                      <a:pt x="2084" y="25097"/>
                    </a:cubicBezTo>
                    <a:cubicBezTo>
                      <a:pt x="2028" y="24046"/>
                      <a:pt x="2299" y="23272"/>
                      <a:pt x="2612" y="22399"/>
                    </a:cubicBezTo>
                    <a:cubicBezTo>
                      <a:pt x="2920" y="21520"/>
                      <a:pt x="3270" y="20530"/>
                      <a:pt x="3362" y="19055"/>
                    </a:cubicBezTo>
                    <a:cubicBezTo>
                      <a:pt x="3510" y="16535"/>
                      <a:pt x="2637" y="14341"/>
                      <a:pt x="1930" y="12570"/>
                    </a:cubicBezTo>
                    <a:cubicBezTo>
                      <a:pt x="1807" y="12263"/>
                      <a:pt x="1690" y="11968"/>
                      <a:pt x="1580" y="11685"/>
                    </a:cubicBezTo>
                    <a:cubicBezTo>
                      <a:pt x="1088" y="10382"/>
                      <a:pt x="1057" y="9454"/>
                      <a:pt x="1174" y="8716"/>
                    </a:cubicBezTo>
                    <a:lnTo>
                      <a:pt x="1174" y="8716"/>
                    </a:lnTo>
                    <a:cubicBezTo>
                      <a:pt x="1373" y="8850"/>
                      <a:pt x="1590" y="8905"/>
                      <a:pt x="1807" y="8905"/>
                    </a:cubicBezTo>
                    <a:cubicBezTo>
                      <a:pt x="2159" y="8905"/>
                      <a:pt x="2513" y="8759"/>
                      <a:pt x="2791" y="8569"/>
                    </a:cubicBezTo>
                    <a:cubicBezTo>
                      <a:pt x="3215" y="8268"/>
                      <a:pt x="3541" y="7794"/>
                      <a:pt x="3350" y="7462"/>
                    </a:cubicBezTo>
                    <a:cubicBezTo>
                      <a:pt x="3198" y="7205"/>
                      <a:pt x="2862" y="7056"/>
                      <a:pt x="2461" y="7056"/>
                    </a:cubicBezTo>
                    <a:cubicBezTo>
                      <a:pt x="2392" y="7056"/>
                      <a:pt x="2322" y="7060"/>
                      <a:pt x="2250" y="7069"/>
                    </a:cubicBezTo>
                    <a:cubicBezTo>
                      <a:pt x="1838" y="7118"/>
                      <a:pt x="1340" y="7333"/>
                      <a:pt x="1199" y="7807"/>
                    </a:cubicBezTo>
                    <a:cubicBezTo>
                      <a:pt x="1149" y="7979"/>
                      <a:pt x="1094" y="8157"/>
                      <a:pt x="1051" y="8341"/>
                    </a:cubicBezTo>
                    <a:cubicBezTo>
                      <a:pt x="375" y="7493"/>
                      <a:pt x="836" y="2588"/>
                      <a:pt x="1180" y="111"/>
                    </a:cubicBezTo>
                    <a:cubicBezTo>
                      <a:pt x="1190" y="40"/>
                      <a:pt x="1138" y="1"/>
                      <a:pt x="10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7" name="Google Shape;6607;p68"/>
              <p:cNvSpPr/>
              <p:nvPr/>
            </p:nvSpPr>
            <p:spPr>
              <a:xfrm>
                <a:off x="6782350" y="1682025"/>
                <a:ext cx="75150" cy="206625"/>
              </a:xfrm>
              <a:custGeom>
                <a:rect b="b" l="l" r="r" t="t"/>
                <a:pathLst>
                  <a:path extrusionOk="0" h="8265" w="3006">
                    <a:moveTo>
                      <a:pt x="790" y="1"/>
                    </a:moveTo>
                    <a:cubicBezTo>
                      <a:pt x="777" y="1"/>
                      <a:pt x="764" y="3"/>
                      <a:pt x="750" y="9"/>
                    </a:cubicBezTo>
                    <a:cubicBezTo>
                      <a:pt x="0" y="298"/>
                      <a:pt x="203" y="1060"/>
                      <a:pt x="314" y="1472"/>
                    </a:cubicBezTo>
                    <a:cubicBezTo>
                      <a:pt x="430" y="1915"/>
                      <a:pt x="676" y="2314"/>
                      <a:pt x="904" y="2695"/>
                    </a:cubicBezTo>
                    <a:cubicBezTo>
                      <a:pt x="947" y="2763"/>
                      <a:pt x="984" y="2825"/>
                      <a:pt x="1027" y="2892"/>
                    </a:cubicBezTo>
                    <a:cubicBezTo>
                      <a:pt x="1992" y="4503"/>
                      <a:pt x="2600" y="6310"/>
                      <a:pt x="2815" y="8178"/>
                    </a:cubicBezTo>
                    <a:cubicBezTo>
                      <a:pt x="2815" y="8228"/>
                      <a:pt x="2858" y="8258"/>
                      <a:pt x="2908" y="8264"/>
                    </a:cubicBezTo>
                    <a:lnTo>
                      <a:pt x="2920" y="8258"/>
                    </a:lnTo>
                    <a:cubicBezTo>
                      <a:pt x="2969" y="8252"/>
                      <a:pt x="3006" y="8209"/>
                      <a:pt x="3006" y="8154"/>
                    </a:cubicBezTo>
                    <a:cubicBezTo>
                      <a:pt x="2785" y="6261"/>
                      <a:pt x="2164" y="4429"/>
                      <a:pt x="1186" y="2794"/>
                    </a:cubicBezTo>
                    <a:cubicBezTo>
                      <a:pt x="1143" y="2726"/>
                      <a:pt x="1107" y="2659"/>
                      <a:pt x="1070" y="2597"/>
                    </a:cubicBezTo>
                    <a:cubicBezTo>
                      <a:pt x="842" y="2228"/>
                      <a:pt x="609" y="1841"/>
                      <a:pt x="498" y="1423"/>
                    </a:cubicBezTo>
                    <a:cubicBezTo>
                      <a:pt x="357" y="894"/>
                      <a:pt x="271" y="397"/>
                      <a:pt x="818" y="188"/>
                    </a:cubicBezTo>
                    <a:cubicBezTo>
                      <a:pt x="926" y="144"/>
                      <a:pt x="882" y="1"/>
                      <a:pt x="7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8" name="Google Shape;6608;p68"/>
              <p:cNvSpPr/>
              <p:nvPr/>
            </p:nvSpPr>
            <p:spPr>
              <a:xfrm>
                <a:off x="6843500" y="1674825"/>
                <a:ext cx="49650" cy="216425"/>
              </a:xfrm>
              <a:custGeom>
                <a:rect b="b" l="l" r="r" t="t"/>
                <a:pathLst>
                  <a:path extrusionOk="0" h="8657" w="1986">
                    <a:moveTo>
                      <a:pt x="1141" y="0"/>
                    </a:moveTo>
                    <a:cubicBezTo>
                      <a:pt x="1025" y="0"/>
                      <a:pt x="1016" y="187"/>
                      <a:pt x="1144" y="193"/>
                    </a:cubicBezTo>
                    <a:cubicBezTo>
                      <a:pt x="1402" y="224"/>
                      <a:pt x="1765" y="500"/>
                      <a:pt x="1783" y="746"/>
                    </a:cubicBezTo>
                    <a:cubicBezTo>
                      <a:pt x="1789" y="937"/>
                      <a:pt x="1691" y="1090"/>
                      <a:pt x="1574" y="1269"/>
                    </a:cubicBezTo>
                    <a:cubicBezTo>
                      <a:pt x="1525" y="1336"/>
                      <a:pt x="1482" y="1404"/>
                      <a:pt x="1445" y="1478"/>
                    </a:cubicBezTo>
                    <a:cubicBezTo>
                      <a:pt x="253" y="3653"/>
                      <a:pt x="1" y="6223"/>
                      <a:pt x="744" y="8589"/>
                    </a:cubicBezTo>
                    <a:cubicBezTo>
                      <a:pt x="757" y="8632"/>
                      <a:pt x="793" y="8657"/>
                      <a:pt x="836" y="8657"/>
                    </a:cubicBezTo>
                    <a:lnTo>
                      <a:pt x="861" y="8657"/>
                    </a:lnTo>
                    <a:cubicBezTo>
                      <a:pt x="916" y="8638"/>
                      <a:pt x="941" y="8583"/>
                      <a:pt x="923" y="8534"/>
                    </a:cubicBezTo>
                    <a:cubicBezTo>
                      <a:pt x="197" y="6217"/>
                      <a:pt x="443" y="3703"/>
                      <a:pt x="1611" y="1570"/>
                    </a:cubicBezTo>
                    <a:cubicBezTo>
                      <a:pt x="1648" y="1502"/>
                      <a:pt x="1691" y="1441"/>
                      <a:pt x="1734" y="1373"/>
                    </a:cubicBezTo>
                    <a:cubicBezTo>
                      <a:pt x="1857" y="1189"/>
                      <a:pt x="1986" y="992"/>
                      <a:pt x="1974" y="734"/>
                    </a:cubicBezTo>
                    <a:cubicBezTo>
                      <a:pt x="1955" y="383"/>
                      <a:pt x="1513" y="39"/>
                      <a:pt x="1162" y="2"/>
                    </a:cubicBezTo>
                    <a:cubicBezTo>
                      <a:pt x="1155" y="1"/>
                      <a:pt x="1148" y="0"/>
                      <a:pt x="114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9" name="Google Shape;6609;p68"/>
              <p:cNvSpPr/>
              <p:nvPr/>
            </p:nvSpPr>
            <p:spPr>
              <a:xfrm>
                <a:off x="6663250" y="1824700"/>
                <a:ext cx="189850" cy="422925"/>
              </a:xfrm>
              <a:custGeom>
                <a:rect b="b" l="l" r="r" t="t"/>
                <a:pathLst>
                  <a:path extrusionOk="0" h="16917" w="7594">
                    <a:moveTo>
                      <a:pt x="3701" y="0"/>
                    </a:moveTo>
                    <a:cubicBezTo>
                      <a:pt x="3307" y="7"/>
                      <a:pt x="2939" y="185"/>
                      <a:pt x="2686" y="486"/>
                    </a:cubicBezTo>
                    <a:cubicBezTo>
                      <a:pt x="1697" y="1580"/>
                      <a:pt x="1660" y="4346"/>
                      <a:pt x="1789" y="5809"/>
                    </a:cubicBezTo>
                    <a:cubicBezTo>
                      <a:pt x="1949" y="7549"/>
                      <a:pt x="1949" y="9976"/>
                      <a:pt x="1039" y="11648"/>
                    </a:cubicBezTo>
                    <a:cubicBezTo>
                      <a:pt x="0" y="13554"/>
                      <a:pt x="117" y="16148"/>
                      <a:pt x="529" y="16867"/>
                    </a:cubicBezTo>
                    <a:cubicBezTo>
                      <a:pt x="547" y="16898"/>
                      <a:pt x="578" y="16916"/>
                      <a:pt x="609" y="16916"/>
                    </a:cubicBezTo>
                    <a:cubicBezTo>
                      <a:pt x="627" y="16916"/>
                      <a:pt x="646" y="16910"/>
                      <a:pt x="658" y="16904"/>
                    </a:cubicBezTo>
                    <a:cubicBezTo>
                      <a:pt x="701" y="16879"/>
                      <a:pt x="720" y="16818"/>
                      <a:pt x="695" y="16775"/>
                    </a:cubicBezTo>
                    <a:cubicBezTo>
                      <a:pt x="295" y="16068"/>
                      <a:pt x="240" y="13517"/>
                      <a:pt x="1205" y="11734"/>
                    </a:cubicBezTo>
                    <a:cubicBezTo>
                      <a:pt x="2133" y="10026"/>
                      <a:pt x="2139" y="7555"/>
                      <a:pt x="1980" y="5791"/>
                    </a:cubicBezTo>
                    <a:cubicBezTo>
                      <a:pt x="1851" y="4365"/>
                      <a:pt x="1881" y="1666"/>
                      <a:pt x="2828" y="615"/>
                    </a:cubicBezTo>
                    <a:cubicBezTo>
                      <a:pt x="3043" y="351"/>
                      <a:pt x="3363" y="197"/>
                      <a:pt x="3701" y="191"/>
                    </a:cubicBezTo>
                    <a:lnTo>
                      <a:pt x="3744" y="191"/>
                    </a:lnTo>
                    <a:cubicBezTo>
                      <a:pt x="5545" y="191"/>
                      <a:pt x="7370" y="2305"/>
                      <a:pt x="7389" y="2324"/>
                    </a:cubicBezTo>
                    <a:cubicBezTo>
                      <a:pt x="7410" y="2349"/>
                      <a:pt x="7435" y="2360"/>
                      <a:pt x="7459" y="2360"/>
                    </a:cubicBezTo>
                    <a:cubicBezTo>
                      <a:pt x="7530" y="2360"/>
                      <a:pt x="7594" y="2274"/>
                      <a:pt x="7530" y="2201"/>
                    </a:cubicBezTo>
                    <a:cubicBezTo>
                      <a:pt x="7456" y="2109"/>
                      <a:pt x="5631" y="0"/>
                      <a:pt x="374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0" name="Google Shape;6610;p68"/>
              <p:cNvSpPr/>
              <p:nvPr/>
            </p:nvSpPr>
            <p:spPr>
              <a:xfrm>
                <a:off x="6649875" y="2188025"/>
                <a:ext cx="24350" cy="88625"/>
              </a:xfrm>
              <a:custGeom>
                <a:rect b="b" l="l" r="r" t="t"/>
                <a:pathLst>
                  <a:path extrusionOk="0" h="3545" w="974">
                    <a:moveTo>
                      <a:pt x="856" y="0"/>
                    </a:moveTo>
                    <a:cubicBezTo>
                      <a:pt x="824" y="0"/>
                      <a:pt x="793" y="16"/>
                      <a:pt x="775" y="54"/>
                    </a:cubicBezTo>
                    <a:cubicBezTo>
                      <a:pt x="738" y="133"/>
                      <a:pt x="1" y="2008"/>
                      <a:pt x="222" y="3465"/>
                    </a:cubicBezTo>
                    <a:cubicBezTo>
                      <a:pt x="228" y="3508"/>
                      <a:pt x="271" y="3545"/>
                      <a:pt x="320" y="3545"/>
                    </a:cubicBezTo>
                    <a:lnTo>
                      <a:pt x="339" y="3545"/>
                    </a:lnTo>
                    <a:cubicBezTo>
                      <a:pt x="388" y="3533"/>
                      <a:pt x="419" y="3483"/>
                      <a:pt x="412" y="3434"/>
                    </a:cubicBezTo>
                    <a:cubicBezTo>
                      <a:pt x="197" y="2033"/>
                      <a:pt x="941" y="146"/>
                      <a:pt x="953" y="127"/>
                    </a:cubicBezTo>
                    <a:cubicBezTo>
                      <a:pt x="973" y="52"/>
                      <a:pt x="914" y="0"/>
                      <a:pt x="85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1" name="Google Shape;6611;p68"/>
              <p:cNvSpPr/>
              <p:nvPr/>
            </p:nvSpPr>
            <p:spPr>
              <a:xfrm>
                <a:off x="6750075" y="1931500"/>
                <a:ext cx="118350" cy="761450"/>
              </a:xfrm>
              <a:custGeom>
                <a:rect b="b" l="l" r="r" t="t"/>
                <a:pathLst>
                  <a:path extrusionOk="0" h="30458" w="4734">
                    <a:moveTo>
                      <a:pt x="1972" y="6287"/>
                    </a:moveTo>
                    <a:cubicBezTo>
                      <a:pt x="1993" y="6287"/>
                      <a:pt x="2014" y="6287"/>
                      <a:pt x="2035" y="6288"/>
                    </a:cubicBezTo>
                    <a:cubicBezTo>
                      <a:pt x="2490" y="6288"/>
                      <a:pt x="2994" y="6424"/>
                      <a:pt x="3252" y="6756"/>
                    </a:cubicBezTo>
                    <a:cubicBezTo>
                      <a:pt x="3363" y="6891"/>
                      <a:pt x="3418" y="7063"/>
                      <a:pt x="3424" y="7235"/>
                    </a:cubicBezTo>
                    <a:cubicBezTo>
                      <a:pt x="3210" y="7437"/>
                      <a:pt x="2865" y="7527"/>
                      <a:pt x="2500" y="7527"/>
                    </a:cubicBezTo>
                    <a:cubicBezTo>
                      <a:pt x="2142" y="7527"/>
                      <a:pt x="1765" y="7440"/>
                      <a:pt x="1476" y="7284"/>
                    </a:cubicBezTo>
                    <a:cubicBezTo>
                      <a:pt x="1291" y="7186"/>
                      <a:pt x="996" y="6977"/>
                      <a:pt x="1082" y="6688"/>
                    </a:cubicBezTo>
                    <a:cubicBezTo>
                      <a:pt x="1137" y="6516"/>
                      <a:pt x="1359" y="6381"/>
                      <a:pt x="1678" y="6319"/>
                    </a:cubicBezTo>
                    <a:cubicBezTo>
                      <a:pt x="1775" y="6299"/>
                      <a:pt x="1872" y="6287"/>
                      <a:pt x="1972" y="6287"/>
                    </a:cubicBezTo>
                    <a:close/>
                    <a:moveTo>
                      <a:pt x="4168" y="0"/>
                    </a:moveTo>
                    <a:cubicBezTo>
                      <a:pt x="4119" y="6"/>
                      <a:pt x="4076" y="50"/>
                      <a:pt x="4082" y="105"/>
                    </a:cubicBezTo>
                    <a:cubicBezTo>
                      <a:pt x="4088" y="160"/>
                      <a:pt x="4512" y="5495"/>
                      <a:pt x="3590" y="7020"/>
                    </a:cubicBezTo>
                    <a:cubicBezTo>
                      <a:pt x="3553" y="6879"/>
                      <a:pt x="3492" y="6743"/>
                      <a:pt x="3399" y="6633"/>
                    </a:cubicBezTo>
                    <a:cubicBezTo>
                      <a:pt x="3101" y="6257"/>
                      <a:pt x="2548" y="6092"/>
                      <a:pt x="2042" y="6092"/>
                    </a:cubicBezTo>
                    <a:cubicBezTo>
                      <a:pt x="1903" y="6092"/>
                      <a:pt x="1767" y="6105"/>
                      <a:pt x="1641" y="6129"/>
                    </a:cubicBezTo>
                    <a:cubicBezTo>
                      <a:pt x="1248" y="6202"/>
                      <a:pt x="978" y="6381"/>
                      <a:pt x="904" y="6626"/>
                    </a:cubicBezTo>
                    <a:cubicBezTo>
                      <a:pt x="806" y="6934"/>
                      <a:pt x="984" y="7235"/>
                      <a:pt x="1383" y="7450"/>
                    </a:cubicBezTo>
                    <a:cubicBezTo>
                      <a:pt x="1679" y="7608"/>
                      <a:pt x="2099" y="7713"/>
                      <a:pt x="2509" y="7713"/>
                    </a:cubicBezTo>
                    <a:cubicBezTo>
                      <a:pt x="2833" y="7713"/>
                      <a:pt x="3149" y="7648"/>
                      <a:pt x="3393" y="7493"/>
                    </a:cubicBezTo>
                    <a:lnTo>
                      <a:pt x="3393" y="7493"/>
                    </a:lnTo>
                    <a:cubicBezTo>
                      <a:pt x="3369" y="7598"/>
                      <a:pt x="3338" y="7702"/>
                      <a:pt x="3295" y="7794"/>
                    </a:cubicBezTo>
                    <a:cubicBezTo>
                      <a:pt x="3086" y="8268"/>
                      <a:pt x="2815" y="8747"/>
                      <a:pt x="2533" y="9257"/>
                    </a:cubicBezTo>
                    <a:cubicBezTo>
                      <a:pt x="1721" y="10720"/>
                      <a:pt x="793" y="12374"/>
                      <a:pt x="547" y="15047"/>
                    </a:cubicBezTo>
                    <a:cubicBezTo>
                      <a:pt x="344" y="17223"/>
                      <a:pt x="437" y="19977"/>
                      <a:pt x="510" y="22190"/>
                    </a:cubicBezTo>
                    <a:cubicBezTo>
                      <a:pt x="560" y="23634"/>
                      <a:pt x="603" y="24876"/>
                      <a:pt x="547" y="25534"/>
                    </a:cubicBezTo>
                    <a:cubicBezTo>
                      <a:pt x="498" y="26081"/>
                      <a:pt x="418" y="26634"/>
                      <a:pt x="332" y="27163"/>
                    </a:cubicBezTo>
                    <a:cubicBezTo>
                      <a:pt x="166" y="28294"/>
                      <a:pt x="0" y="29363"/>
                      <a:pt x="166" y="30377"/>
                    </a:cubicBezTo>
                    <a:cubicBezTo>
                      <a:pt x="172" y="30420"/>
                      <a:pt x="209" y="30457"/>
                      <a:pt x="258" y="30457"/>
                    </a:cubicBezTo>
                    <a:lnTo>
                      <a:pt x="277" y="30457"/>
                    </a:lnTo>
                    <a:cubicBezTo>
                      <a:pt x="326" y="30445"/>
                      <a:pt x="363" y="30396"/>
                      <a:pt x="351" y="30347"/>
                    </a:cubicBezTo>
                    <a:cubicBezTo>
                      <a:pt x="191" y="29363"/>
                      <a:pt x="357" y="28312"/>
                      <a:pt x="523" y="27200"/>
                    </a:cubicBezTo>
                    <a:cubicBezTo>
                      <a:pt x="603" y="26659"/>
                      <a:pt x="689" y="26105"/>
                      <a:pt x="738" y="25552"/>
                    </a:cubicBezTo>
                    <a:cubicBezTo>
                      <a:pt x="793" y="24882"/>
                      <a:pt x="750" y="23634"/>
                      <a:pt x="701" y="22190"/>
                    </a:cubicBezTo>
                    <a:cubicBezTo>
                      <a:pt x="627" y="19983"/>
                      <a:pt x="535" y="17236"/>
                      <a:pt x="738" y="15072"/>
                    </a:cubicBezTo>
                    <a:cubicBezTo>
                      <a:pt x="984" y="12435"/>
                      <a:pt x="1893" y="10800"/>
                      <a:pt x="2699" y="9356"/>
                    </a:cubicBezTo>
                    <a:cubicBezTo>
                      <a:pt x="2988" y="8845"/>
                      <a:pt x="3258" y="8360"/>
                      <a:pt x="3467" y="7874"/>
                    </a:cubicBezTo>
                    <a:cubicBezTo>
                      <a:pt x="3547" y="7696"/>
                      <a:pt x="3596" y="7512"/>
                      <a:pt x="3615" y="7315"/>
                    </a:cubicBezTo>
                    <a:lnTo>
                      <a:pt x="3633" y="7290"/>
                    </a:lnTo>
                    <a:cubicBezTo>
                      <a:pt x="4733" y="5944"/>
                      <a:pt x="4291" y="326"/>
                      <a:pt x="4272" y="93"/>
                    </a:cubicBezTo>
                    <a:cubicBezTo>
                      <a:pt x="4266" y="37"/>
                      <a:pt x="4223" y="0"/>
                      <a:pt x="4168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2" name="Google Shape;6612;p68"/>
              <p:cNvSpPr/>
              <p:nvPr/>
            </p:nvSpPr>
            <p:spPr>
              <a:xfrm>
                <a:off x="6856000" y="1835150"/>
                <a:ext cx="157625" cy="414925"/>
              </a:xfrm>
              <a:custGeom>
                <a:rect b="b" l="l" r="r" t="t"/>
                <a:pathLst>
                  <a:path extrusionOk="0" h="16597" w="6305">
                    <a:moveTo>
                      <a:pt x="2683" y="1"/>
                    </a:moveTo>
                    <a:cubicBezTo>
                      <a:pt x="2626" y="1"/>
                      <a:pt x="2569" y="5"/>
                      <a:pt x="2512" y="13"/>
                    </a:cubicBezTo>
                    <a:cubicBezTo>
                      <a:pt x="269" y="289"/>
                      <a:pt x="23" y="1678"/>
                      <a:pt x="11" y="1740"/>
                    </a:cubicBezTo>
                    <a:cubicBezTo>
                      <a:pt x="0" y="1809"/>
                      <a:pt x="56" y="1849"/>
                      <a:pt x="110" y="1849"/>
                    </a:cubicBezTo>
                    <a:cubicBezTo>
                      <a:pt x="152" y="1849"/>
                      <a:pt x="193" y="1824"/>
                      <a:pt x="201" y="1771"/>
                    </a:cubicBezTo>
                    <a:cubicBezTo>
                      <a:pt x="207" y="1715"/>
                      <a:pt x="441" y="461"/>
                      <a:pt x="2537" y="203"/>
                    </a:cubicBezTo>
                    <a:cubicBezTo>
                      <a:pt x="2587" y="196"/>
                      <a:pt x="2636" y="192"/>
                      <a:pt x="2686" y="192"/>
                    </a:cubicBezTo>
                    <a:cubicBezTo>
                      <a:pt x="2933" y="192"/>
                      <a:pt x="3178" y="280"/>
                      <a:pt x="3367" y="449"/>
                    </a:cubicBezTo>
                    <a:cubicBezTo>
                      <a:pt x="4332" y="1297"/>
                      <a:pt x="4375" y="4076"/>
                      <a:pt x="4406" y="6110"/>
                    </a:cubicBezTo>
                    <a:cubicBezTo>
                      <a:pt x="4412" y="6534"/>
                      <a:pt x="4418" y="6934"/>
                      <a:pt x="4430" y="7284"/>
                    </a:cubicBezTo>
                    <a:cubicBezTo>
                      <a:pt x="4467" y="8188"/>
                      <a:pt x="4738" y="9233"/>
                      <a:pt x="5026" y="10333"/>
                    </a:cubicBezTo>
                    <a:cubicBezTo>
                      <a:pt x="5530" y="12263"/>
                      <a:pt x="6108" y="14451"/>
                      <a:pt x="5530" y="16474"/>
                    </a:cubicBezTo>
                    <a:cubicBezTo>
                      <a:pt x="5518" y="16523"/>
                      <a:pt x="5549" y="16578"/>
                      <a:pt x="5598" y="16590"/>
                    </a:cubicBezTo>
                    <a:cubicBezTo>
                      <a:pt x="5610" y="16590"/>
                      <a:pt x="5617" y="16596"/>
                      <a:pt x="5629" y="16596"/>
                    </a:cubicBezTo>
                    <a:cubicBezTo>
                      <a:pt x="5672" y="16596"/>
                      <a:pt x="5709" y="16566"/>
                      <a:pt x="5721" y="16523"/>
                    </a:cubicBezTo>
                    <a:cubicBezTo>
                      <a:pt x="6305" y="14451"/>
                      <a:pt x="5727" y="12238"/>
                      <a:pt x="5217" y="10284"/>
                    </a:cubicBezTo>
                    <a:cubicBezTo>
                      <a:pt x="4934" y="9196"/>
                      <a:pt x="4658" y="8157"/>
                      <a:pt x="4627" y="7272"/>
                    </a:cubicBezTo>
                    <a:cubicBezTo>
                      <a:pt x="4608" y="6928"/>
                      <a:pt x="4608" y="6528"/>
                      <a:pt x="4602" y="6104"/>
                    </a:cubicBezTo>
                    <a:cubicBezTo>
                      <a:pt x="4565" y="3922"/>
                      <a:pt x="4529" y="1205"/>
                      <a:pt x="3490" y="302"/>
                    </a:cubicBezTo>
                    <a:cubicBezTo>
                      <a:pt x="3268" y="106"/>
                      <a:pt x="2978" y="1"/>
                      <a:pt x="268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3" name="Google Shape;6613;p68"/>
              <p:cNvSpPr/>
              <p:nvPr/>
            </p:nvSpPr>
            <p:spPr>
              <a:xfrm>
                <a:off x="7000550" y="2168750"/>
                <a:ext cx="21225" cy="92225"/>
              </a:xfrm>
              <a:custGeom>
                <a:rect b="b" l="l" r="r" t="t"/>
                <a:pathLst>
                  <a:path extrusionOk="0" fill="none" h="3689" w="849">
                    <a:moveTo>
                      <a:pt x="0" y="1"/>
                    </a:moveTo>
                    <a:cubicBezTo>
                      <a:pt x="0" y="1"/>
                      <a:pt x="849" y="1212"/>
                      <a:pt x="800" y="3689"/>
                    </a:cubicBezTo>
                  </a:path>
                </a:pathLst>
              </a:custGeom>
              <a:noFill/>
              <a:ln cap="rnd" cmpd="sng" w="38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4" name="Google Shape;6614;p68"/>
              <p:cNvSpPr/>
              <p:nvPr/>
            </p:nvSpPr>
            <p:spPr>
              <a:xfrm>
                <a:off x="6849800" y="1931475"/>
                <a:ext cx="75325" cy="745800"/>
              </a:xfrm>
              <a:custGeom>
                <a:rect b="b" l="l" r="r" t="t"/>
                <a:pathLst>
                  <a:path extrusionOk="0" h="29832" w="3013">
                    <a:moveTo>
                      <a:pt x="1882" y="6401"/>
                    </a:moveTo>
                    <a:cubicBezTo>
                      <a:pt x="2135" y="6401"/>
                      <a:pt x="2363" y="6476"/>
                      <a:pt x="2502" y="6621"/>
                    </a:cubicBezTo>
                    <a:cubicBezTo>
                      <a:pt x="2588" y="6714"/>
                      <a:pt x="2601" y="6836"/>
                      <a:pt x="2533" y="6984"/>
                    </a:cubicBezTo>
                    <a:cubicBezTo>
                      <a:pt x="2373" y="7321"/>
                      <a:pt x="1844" y="7686"/>
                      <a:pt x="1377" y="7686"/>
                    </a:cubicBezTo>
                    <a:cubicBezTo>
                      <a:pt x="1359" y="7686"/>
                      <a:pt x="1340" y="7686"/>
                      <a:pt x="1322" y="7685"/>
                    </a:cubicBezTo>
                    <a:cubicBezTo>
                      <a:pt x="1021" y="7666"/>
                      <a:pt x="806" y="7494"/>
                      <a:pt x="683" y="7168"/>
                    </a:cubicBezTo>
                    <a:lnTo>
                      <a:pt x="689" y="7168"/>
                    </a:lnTo>
                    <a:cubicBezTo>
                      <a:pt x="781" y="6910"/>
                      <a:pt x="972" y="6695"/>
                      <a:pt x="1224" y="6566"/>
                    </a:cubicBezTo>
                    <a:cubicBezTo>
                      <a:pt x="1433" y="6456"/>
                      <a:pt x="1667" y="6401"/>
                      <a:pt x="1882" y="6401"/>
                    </a:cubicBezTo>
                    <a:close/>
                    <a:moveTo>
                      <a:pt x="568" y="1"/>
                    </a:moveTo>
                    <a:cubicBezTo>
                      <a:pt x="518" y="1"/>
                      <a:pt x="480" y="41"/>
                      <a:pt x="474" y="87"/>
                    </a:cubicBezTo>
                    <a:cubicBezTo>
                      <a:pt x="455" y="315"/>
                      <a:pt x="1" y="5650"/>
                      <a:pt x="480" y="7156"/>
                    </a:cubicBezTo>
                    <a:lnTo>
                      <a:pt x="486" y="7175"/>
                    </a:lnTo>
                    <a:cubicBezTo>
                      <a:pt x="431" y="7384"/>
                      <a:pt x="431" y="7599"/>
                      <a:pt x="480" y="7802"/>
                    </a:cubicBezTo>
                    <a:cubicBezTo>
                      <a:pt x="560" y="8195"/>
                      <a:pt x="738" y="8717"/>
                      <a:pt x="947" y="9326"/>
                    </a:cubicBezTo>
                    <a:cubicBezTo>
                      <a:pt x="1457" y="10844"/>
                      <a:pt x="2164" y="12916"/>
                      <a:pt x="2195" y="15061"/>
                    </a:cubicBezTo>
                    <a:cubicBezTo>
                      <a:pt x="2213" y="16235"/>
                      <a:pt x="2183" y="18005"/>
                      <a:pt x="2152" y="19714"/>
                    </a:cubicBezTo>
                    <a:cubicBezTo>
                      <a:pt x="2097" y="22541"/>
                      <a:pt x="2047" y="25209"/>
                      <a:pt x="2195" y="25805"/>
                    </a:cubicBezTo>
                    <a:cubicBezTo>
                      <a:pt x="2441" y="26764"/>
                      <a:pt x="2730" y="28811"/>
                      <a:pt x="2816" y="29745"/>
                    </a:cubicBezTo>
                    <a:cubicBezTo>
                      <a:pt x="2822" y="29794"/>
                      <a:pt x="2865" y="29831"/>
                      <a:pt x="2914" y="29831"/>
                    </a:cubicBezTo>
                    <a:lnTo>
                      <a:pt x="2920" y="29831"/>
                    </a:lnTo>
                    <a:cubicBezTo>
                      <a:pt x="2969" y="29825"/>
                      <a:pt x="3012" y="29782"/>
                      <a:pt x="3006" y="29727"/>
                    </a:cubicBezTo>
                    <a:cubicBezTo>
                      <a:pt x="2920" y="28786"/>
                      <a:pt x="2625" y="26727"/>
                      <a:pt x="2379" y="25762"/>
                    </a:cubicBezTo>
                    <a:cubicBezTo>
                      <a:pt x="2238" y="25191"/>
                      <a:pt x="2287" y="22406"/>
                      <a:pt x="2336" y="19714"/>
                    </a:cubicBezTo>
                    <a:cubicBezTo>
                      <a:pt x="2373" y="18005"/>
                      <a:pt x="2404" y="16235"/>
                      <a:pt x="2385" y="15055"/>
                    </a:cubicBezTo>
                    <a:cubicBezTo>
                      <a:pt x="2355" y="12885"/>
                      <a:pt x="1642" y="10795"/>
                      <a:pt x="1125" y="9271"/>
                    </a:cubicBezTo>
                    <a:cubicBezTo>
                      <a:pt x="923" y="8662"/>
                      <a:pt x="744" y="8140"/>
                      <a:pt x="664" y="7765"/>
                    </a:cubicBezTo>
                    <a:cubicBezTo>
                      <a:pt x="646" y="7672"/>
                      <a:pt x="634" y="7580"/>
                      <a:pt x="634" y="7482"/>
                    </a:cubicBezTo>
                    <a:lnTo>
                      <a:pt x="634" y="7482"/>
                    </a:lnTo>
                    <a:cubicBezTo>
                      <a:pt x="781" y="7715"/>
                      <a:pt x="1033" y="7863"/>
                      <a:pt x="1310" y="7875"/>
                    </a:cubicBezTo>
                    <a:cubicBezTo>
                      <a:pt x="1336" y="7877"/>
                      <a:pt x="1362" y="7878"/>
                      <a:pt x="1389" y="7878"/>
                    </a:cubicBezTo>
                    <a:cubicBezTo>
                      <a:pt x="1939" y="7878"/>
                      <a:pt x="2523" y="7463"/>
                      <a:pt x="2705" y="7064"/>
                    </a:cubicBezTo>
                    <a:cubicBezTo>
                      <a:pt x="2810" y="6843"/>
                      <a:pt x="2791" y="6640"/>
                      <a:pt x="2644" y="6492"/>
                    </a:cubicBezTo>
                    <a:cubicBezTo>
                      <a:pt x="2467" y="6305"/>
                      <a:pt x="2188" y="6208"/>
                      <a:pt x="1883" y="6208"/>
                    </a:cubicBezTo>
                    <a:cubicBezTo>
                      <a:pt x="1638" y="6208"/>
                      <a:pt x="1376" y="6271"/>
                      <a:pt x="1138" y="6400"/>
                    </a:cubicBezTo>
                    <a:cubicBezTo>
                      <a:pt x="916" y="6511"/>
                      <a:pt x="732" y="6683"/>
                      <a:pt x="609" y="6892"/>
                    </a:cubicBezTo>
                    <a:cubicBezTo>
                      <a:pt x="234" y="5177"/>
                      <a:pt x="658" y="155"/>
                      <a:pt x="664" y="106"/>
                    </a:cubicBezTo>
                    <a:cubicBezTo>
                      <a:pt x="671" y="51"/>
                      <a:pt x="634" y="7"/>
                      <a:pt x="578" y="1"/>
                    </a:cubicBezTo>
                    <a:cubicBezTo>
                      <a:pt x="575" y="1"/>
                      <a:pt x="571" y="1"/>
                      <a:pt x="56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5" name="Google Shape;6615;p68"/>
              <p:cNvSpPr/>
              <p:nvPr/>
            </p:nvSpPr>
            <p:spPr>
              <a:xfrm>
                <a:off x="6780500" y="1666375"/>
                <a:ext cx="81150" cy="224275"/>
              </a:xfrm>
              <a:custGeom>
                <a:rect b="b" l="l" r="r" t="t"/>
                <a:pathLst>
                  <a:path extrusionOk="0" h="8971" w="3246">
                    <a:moveTo>
                      <a:pt x="823" y="1"/>
                    </a:moveTo>
                    <a:cubicBezTo>
                      <a:pt x="659" y="1"/>
                      <a:pt x="498" y="63"/>
                      <a:pt x="375" y="180"/>
                    </a:cubicBezTo>
                    <a:cubicBezTo>
                      <a:pt x="129" y="420"/>
                      <a:pt x="0" y="752"/>
                      <a:pt x="19" y="1096"/>
                    </a:cubicBezTo>
                    <a:cubicBezTo>
                      <a:pt x="43" y="1502"/>
                      <a:pt x="240" y="1772"/>
                      <a:pt x="455" y="2061"/>
                    </a:cubicBezTo>
                    <a:cubicBezTo>
                      <a:pt x="517" y="2141"/>
                      <a:pt x="578" y="2227"/>
                      <a:pt x="640" y="2320"/>
                    </a:cubicBezTo>
                    <a:cubicBezTo>
                      <a:pt x="1943" y="4287"/>
                      <a:pt x="2773" y="6536"/>
                      <a:pt x="3043" y="8884"/>
                    </a:cubicBezTo>
                    <a:cubicBezTo>
                      <a:pt x="3049" y="8927"/>
                      <a:pt x="3092" y="8964"/>
                      <a:pt x="3141" y="8964"/>
                    </a:cubicBezTo>
                    <a:lnTo>
                      <a:pt x="3154" y="8970"/>
                    </a:lnTo>
                    <a:cubicBezTo>
                      <a:pt x="3209" y="8964"/>
                      <a:pt x="3246" y="8915"/>
                      <a:pt x="3240" y="8866"/>
                    </a:cubicBezTo>
                    <a:cubicBezTo>
                      <a:pt x="2957" y="6487"/>
                      <a:pt x="2121" y="4207"/>
                      <a:pt x="793" y="2215"/>
                    </a:cubicBezTo>
                    <a:cubicBezTo>
                      <a:pt x="732" y="2123"/>
                      <a:pt x="670" y="2037"/>
                      <a:pt x="609" y="1951"/>
                    </a:cubicBezTo>
                    <a:cubicBezTo>
                      <a:pt x="406" y="1674"/>
                      <a:pt x="228" y="1441"/>
                      <a:pt x="209" y="1090"/>
                    </a:cubicBezTo>
                    <a:cubicBezTo>
                      <a:pt x="197" y="801"/>
                      <a:pt x="302" y="525"/>
                      <a:pt x="504" y="322"/>
                    </a:cubicBezTo>
                    <a:cubicBezTo>
                      <a:pt x="594" y="237"/>
                      <a:pt x="712" y="189"/>
                      <a:pt x="833" y="189"/>
                    </a:cubicBezTo>
                    <a:cubicBezTo>
                      <a:pt x="852" y="189"/>
                      <a:pt x="872" y="190"/>
                      <a:pt x="892" y="193"/>
                    </a:cubicBezTo>
                    <a:cubicBezTo>
                      <a:pt x="902" y="196"/>
                      <a:pt x="912" y="197"/>
                      <a:pt x="922" y="197"/>
                    </a:cubicBezTo>
                    <a:cubicBezTo>
                      <a:pt x="1032" y="197"/>
                      <a:pt x="1053" y="14"/>
                      <a:pt x="922" y="8"/>
                    </a:cubicBezTo>
                    <a:cubicBezTo>
                      <a:pt x="889" y="3"/>
                      <a:pt x="856" y="1"/>
                      <a:pt x="82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6" name="Google Shape;6616;p68"/>
              <p:cNvSpPr/>
              <p:nvPr/>
            </p:nvSpPr>
            <p:spPr>
              <a:xfrm>
                <a:off x="6844425" y="1661800"/>
                <a:ext cx="48275" cy="231150"/>
              </a:xfrm>
              <a:custGeom>
                <a:rect b="b" l="l" r="r" t="t"/>
                <a:pathLst>
                  <a:path extrusionOk="0" h="9246" w="1931">
                    <a:moveTo>
                      <a:pt x="1076" y="0"/>
                    </a:moveTo>
                    <a:cubicBezTo>
                      <a:pt x="1026" y="0"/>
                      <a:pt x="983" y="36"/>
                      <a:pt x="978" y="87"/>
                    </a:cubicBezTo>
                    <a:cubicBezTo>
                      <a:pt x="972" y="136"/>
                      <a:pt x="1008" y="185"/>
                      <a:pt x="1064" y="191"/>
                    </a:cubicBezTo>
                    <a:cubicBezTo>
                      <a:pt x="1488" y="253"/>
                      <a:pt x="1746" y="529"/>
                      <a:pt x="1746" y="941"/>
                    </a:cubicBezTo>
                    <a:cubicBezTo>
                      <a:pt x="1746" y="1304"/>
                      <a:pt x="1568" y="1654"/>
                      <a:pt x="1396" y="1986"/>
                    </a:cubicBezTo>
                    <a:lnTo>
                      <a:pt x="1334" y="2103"/>
                    </a:lnTo>
                    <a:cubicBezTo>
                      <a:pt x="240" y="4291"/>
                      <a:pt x="0" y="6818"/>
                      <a:pt x="664" y="9178"/>
                    </a:cubicBezTo>
                    <a:cubicBezTo>
                      <a:pt x="677" y="9221"/>
                      <a:pt x="713" y="9246"/>
                      <a:pt x="756" y="9246"/>
                    </a:cubicBezTo>
                    <a:lnTo>
                      <a:pt x="781" y="9246"/>
                    </a:lnTo>
                    <a:cubicBezTo>
                      <a:pt x="830" y="9227"/>
                      <a:pt x="861" y="9178"/>
                      <a:pt x="849" y="9129"/>
                    </a:cubicBezTo>
                    <a:cubicBezTo>
                      <a:pt x="191" y="6811"/>
                      <a:pt x="431" y="4334"/>
                      <a:pt x="1506" y="2189"/>
                    </a:cubicBezTo>
                    <a:lnTo>
                      <a:pt x="1562" y="2072"/>
                    </a:lnTo>
                    <a:cubicBezTo>
                      <a:pt x="1746" y="1716"/>
                      <a:pt x="1930" y="1353"/>
                      <a:pt x="1930" y="941"/>
                    </a:cubicBezTo>
                    <a:cubicBezTo>
                      <a:pt x="1930" y="431"/>
                      <a:pt x="1611" y="75"/>
                      <a:pt x="1088" y="1"/>
                    </a:cubicBezTo>
                    <a:cubicBezTo>
                      <a:pt x="1084" y="0"/>
                      <a:pt x="1080" y="0"/>
                      <a:pt x="107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617" name="Google Shape;6617;p68"/>
              <p:cNvGrpSpPr/>
              <p:nvPr/>
            </p:nvGrpSpPr>
            <p:grpSpPr>
              <a:xfrm>
                <a:off x="6814150" y="1867175"/>
                <a:ext cx="117025" cy="84325"/>
                <a:chOff x="6814150" y="1867175"/>
                <a:chExt cx="117025" cy="84325"/>
              </a:xfrm>
            </p:grpSpPr>
            <p:sp>
              <p:nvSpPr>
                <p:cNvPr id="6618" name="Google Shape;6618;p68"/>
                <p:cNvSpPr/>
                <p:nvPr/>
              </p:nvSpPr>
              <p:spPr>
                <a:xfrm>
                  <a:off x="6828600" y="1867175"/>
                  <a:ext cx="102575" cy="78800"/>
                </a:xfrm>
                <a:custGeom>
                  <a:rect b="b" l="l" r="r" t="t"/>
                  <a:pathLst>
                    <a:path extrusionOk="0" h="3152" w="4103">
                      <a:moveTo>
                        <a:pt x="1691" y="0"/>
                      </a:moveTo>
                      <a:cubicBezTo>
                        <a:pt x="1536" y="0"/>
                        <a:pt x="1364" y="13"/>
                        <a:pt x="1174" y="41"/>
                      </a:cubicBezTo>
                      <a:cubicBezTo>
                        <a:pt x="0" y="207"/>
                        <a:pt x="879" y="3120"/>
                        <a:pt x="1691" y="3151"/>
                      </a:cubicBezTo>
                      <a:cubicBezTo>
                        <a:pt x="1693" y="3151"/>
                        <a:pt x="1696" y="3151"/>
                        <a:pt x="1699" y="3151"/>
                      </a:cubicBezTo>
                      <a:cubicBezTo>
                        <a:pt x="2465" y="3151"/>
                        <a:pt x="4102" y="0"/>
                        <a:pt x="1691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9" name="Google Shape;6619;p68"/>
                <p:cNvSpPr/>
                <p:nvPr/>
              </p:nvSpPr>
              <p:spPr>
                <a:xfrm>
                  <a:off x="6814150" y="1872700"/>
                  <a:ext cx="102425" cy="78800"/>
                </a:xfrm>
                <a:custGeom>
                  <a:rect b="b" l="l" r="r" t="t"/>
                  <a:pathLst>
                    <a:path extrusionOk="0" h="3152" w="4097">
                      <a:moveTo>
                        <a:pt x="1685" y="0"/>
                      </a:moveTo>
                      <a:cubicBezTo>
                        <a:pt x="1530" y="0"/>
                        <a:pt x="1358" y="13"/>
                        <a:pt x="1168" y="41"/>
                      </a:cubicBezTo>
                      <a:cubicBezTo>
                        <a:pt x="0" y="213"/>
                        <a:pt x="873" y="3127"/>
                        <a:pt x="1685" y="3151"/>
                      </a:cubicBezTo>
                      <a:cubicBezTo>
                        <a:pt x="1687" y="3151"/>
                        <a:pt x="1690" y="3152"/>
                        <a:pt x="1693" y="3152"/>
                      </a:cubicBezTo>
                      <a:cubicBezTo>
                        <a:pt x="2459" y="3152"/>
                        <a:pt x="4097" y="0"/>
                        <a:pt x="1685" y="0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620" name="Google Shape;6620;p68"/>
            <p:cNvSpPr/>
            <p:nvPr/>
          </p:nvSpPr>
          <p:spPr>
            <a:xfrm>
              <a:off x="6733325" y="1548975"/>
              <a:ext cx="193800" cy="222875"/>
            </a:xfrm>
            <a:custGeom>
              <a:rect b="b" l="l" r="r" t="t"/>
              <a:pathLst>
                <a:path extrusionOk="0" h="8915" w="7752">
                  <a:moveTo>
                    <a:pt x="3746" y="0"/>
                  </a:moveTo>
                  <a:cubicBezTo>
                    <a:pt x="3376" y="0"/>
                    <a:pt x="2959" y="59"/>
                    <a:pt x="2502" y="217"/>
                  </a:cubicBezTo>
                  <a:cubicBezTo>
                    <a:pt x="670" y="850"/>
                    <a:pt x="0" y="3457"/>
                    <a:pt x="738" y="5885"/>
                  </a:cubicBezTo>
                  <a:cubicBezTo>
                    <a:pt x="1482" y="8319"/>
                    <a:pt x="2889" y="8915"/>
                    <a:pt x="2889" y="8915"/>
                  </a:cubicBezTo>
                  <a:cubicBezTo>
                    <a:pt x="1869" y="7612"/>
                    <a:pt x="1832" y="5522"/>
                    <a:pt x="1832" y="5522"/>
                  </a:cubicBezTo>
                  <a:lnTo>
                    <a:pt x="1832" y="5522"/>
                  </a:lnTo>
                  <a:cubicBezTo>
                    <a:pt x="2047" y="6456"/>
                    <a:pt x="2643" y="6905"/>
                    <a:pt x="2643" y="6905"/>
                  </a:cubicBezTo>
                  <a:cubicBezTo>
                    <a:pt x="2182" y="6413"/>
                    <a:pt x="2115" y="4932"/>
                    <a:pt x="2643" y="4686"/>
                  </a:cubicBezTo>
                  <a:cubicBezTo>
                    <a:pt x="3172" y="4440"/>
                    <a:pt x="4229" y="3770"/>
                    <a:pt x="4229" y="3770"/>
                  </a:cubicBezTo>
                  <a:lnTo>
                    <a:pt x="4229" y="3770"/>
                  </a:lnTo>
                  <a:cubicBezTo>
                    <a:pt x="3946" y="4299"/>
                    <a:pt x="3277" y="4618"/>
                    <a:pt x="3277" y="4618"/>
                  </a:cubicBezTo>
                  <a:cubicBezTo>
                    <a:pt x="4832" y="4372"/>
                    <a:pt x="5286" y="3457"/>
                    <a:pt x="5286" y="3457"/>
                  </a:cubicBezTo>
                  <a:cubicBezTo>
                    <a:pt x="5286" y="3457"/>
                    <a:pt x="6374" y="4372"/>
                    <a:pt x="5987" y="6487"/>
                  </a:cubicBezTo>
                  <a:cubicBezTo>
                    <a:pt x="6264" y="6100"/>
                    <a:pt x="6436" y="5651"/>
                    <a:pt x="6479" y="5178"/>
                  </a:cubicBezTo>
                  <a:cubicBezTo>
                    <a:pt x="6479" y="5129"/>
                    <a:pt x="6479" y="5085"/>
                    <a:pt x="6479" y="5036"/>
                  </a:cubicBezTo>
                  <a:cubicBezTo>
                    <a:pt x="6479" y="4952"/>
                    <a:pt x="6482" y="4913"/>
                    <a:pt x="6487" y="4913"/>
                  </a:cubicBezTo>
                  <a:lnTo>
                    <a:pt x="6487" y="4913"/>
                  </a:lnTo>
                  <a:cubicBezTo>
                    <a:pt x="6529" y="4913"/>
                    <a:pt x="6670" y="7775"/>
                    <a:pt x="5563" y="8915"/>
                  </a:cubicBezTo>
                  <a:cubicBezTo>
                    <a:pt x="5563" y="8915"/>
                    <a:pt x="7610" y="7716"/>
                    <a:pt x="7678" y="5036"/>
                  </a:cubicBezTo>
                  <a:cubicBezTo>
                    <a:pt x="7751" y="2362"/>
                    <a:pt x="7186" y="605"/>
                    <a:pt x="5532" y="537"/>
                  </a:cubicBezTo>
                  <a:cubicBezTo>
                    <a:pt x="5532" y="537"/>
                    <a:pt x="4857" y="0"/>
                    <a:pt x="374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68"/>
          <p:cNvGrpSpPr/>
          <p:nvPr/>
        </p:nvGrpSpPr>
        <p:grpSpPr>
          <a:xfrm>
            <a:off x="7301946" y="1542722"/>
            <a:ext cx="911707" cy="2849020"/>
            <a:chOff x="2972675" y="239500"/>
            <a:chExt cx="1672550" cy="5226600"/>
          </a:xfrm>
        </p:grpSpPr>
        <p:sp>
          <p:nvSpPr>
            <p:cNvPr id="6622" name="Google Shape;6622;p68"/>
            <p:cNvSpPr/>
            <p:nvPr/>
          </p:nvSpPr>
          <p:spPr>
            <a:xfrm>
              <a:off x="3015600" y="239500"/>
              <a:ext cx="793250" cy="1764400"/>
            </a:xfrm>
            <a:custGeom>
              <a:rect b="b" l="l" r="r" t="t"/>
              <a:pathLst>
                <a:path extrusionOk="0" h="70576" w="31730">
                  <a:moveTo>
                    <a:pt x="31730" y="0"/>
                  </a:moveTo>
                  <a:cubicBezTo>
                    <a:pt x="26725" y="0"/>
                    <a:pt x="21527" y="1773"/>
                    <a:pt x="21527" y="7209"/>
                  </a:cubicBezTo>
                  <a:lnTo>
                    <a:pt x="21527" y="12407"/>
                  </a:lnTo>
                  <a:cubicBezTo>
                    <a:pt x="21527" y="12407"/>
                    <a:pt x="20342" y="12875"/>
                    <a:pt x="20462" y="14179"/>
                  </a:cubicBezTo>
                  <a:cubicBezTo>
                    <a:pt x="20581" y="15474"/>
                    <a:pt x="21288" y="19736"/>
                    <a:pt x="23419" y="19965"/>
                  </a:cubicBezTo>
                  <a:cubicBezTo>
                    <a:pt x="23419" y="19965"/>
                    <a:pt x="24677" y="22307"/>
                    <a:pt x="24677" y="31123"/>
                  </a:cubicBezTo>
                  <a:cubicBezTo>
                    <a:pt x="24677" y="31123"/>
                    <a:pt x="18955" y="34071"/>
                    <a:pt x="15622" y="35596"/>
                  </a:cubicBezTo>
                  <a:cubicBezTo>
                    <a:pt x="15622" y="35596"/>
                    <a:pt x="15160" y="35562"/>
                    <a:pt x="14427" y="35562"/>
                  </a:cubicBezTo>
                  <a:cubicBezTo>
                    <a:pt x="12375" y="35562"/>
                    <a:pt x="8203" y="35822"/>
                    <a:pt x="6099" y="37790"/>
                  </a:cubicBezTo>
                  <a:cubicBezTo>
                    <a:pt x="3243" y="40463"/>
                    <a:pt x="1" y="45514"/>
                    <a:pt x="1709" y="54569"/>
                  </a:cubicBezTo>
                  <a:cubicBezTo>
                    <a:pt x="1709" y="54569"/>
                    <a:pt x="1305" y="58435"/>
                    <a:pt x="1213" y="63477"/>
                  </a:cubicBezTo>
                  <a:lnTo>
                    <a:pt x="20774" y="63477"/>
                  </a:lnTo>
                  <a:lnTo>
                    <a:pt x="20774" y="65616"/>
                  </a:lnTo>
                  <a:cubicBezTo>
                    <a:pt x="19644" y="66103"/>
                    <a:pt x="19011" y="67306"/>
                    <a:pt x="19258" y="68509"/>
                  </a:cubicBezTo>
                  <a:cubicBezTo>
                    <a:pt x="19497" y="69712"/>
                    <a:pt x="20563" y="70576"/>
                    <a:pt x="21784" y="70576"/>
                  </a:cubicBezTo>
                  <a:cubicBezTo>
                    <a:pt x="23015" y="70576"/>
                    <a:pt x="24071" y="69712"/>
                    <a:pt x="24309" y="68509"/>
                  </a:cubicBezTo>
                  <a:cubicBezTo>
                    <a:pt x="24557" y="67306"/>
                    <a:pt x="23924" y="66103"/>
                    <a:pt x="22794" y="65616"/>
                  </a:cubicBezTo>
                  <a:lnTo>
                    <a:pt x="22794" y="63477"/>
                  </a:lnTo>
                  <a:lnTo>
                    <a:pt x="31730" y="63477"/>
                  </a:lnTo>
                  <a:lnTo>
                    <a:pt x="31730" y="0"/>
                  </a:lnTo>
                  <a:close/>
                </a:path>
              </a:pathLst>
            </a:custGeom>
            <a:solidFill>
              <a:srgbClr val="667E92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8"/>
            <p:cNvSpPr/>
            <p:nvPr/>
          </p:nvSpPr>
          <p:spPr>
            <a:xfrm>
              <a:off x="3625625" y="240400"/>
              <a:ext cx="976900" cy="1586950"/>
            </a:xfrm>
            <a:custGeom>
              <a:rect b="b" l="l" r="r" t="t"/>
              <a:pathLst>
                <a:path extrusionOk="0" h="63478" w="39076">
                  <a:moveTo>
                    <a:pt x="7329" y="1"/>
                  </a:moveTo>
                  <a:lnTo>
                    <a:pt x="7329" y="52292"/>
                  </a:lnTo>
                  <a:lnTo>
                    <a:pt x="4959" y="52292"/>
                  </a:lnTo>
                  <a:cubicBezTo>
                    <a:pt x="4543" y="51325"/>
                    <a:pt x="3601" y="50715"/>
                    <a:pt x="2584" y="50715"/>
                  </a:cubicBezTo>
                  <a:cubicBezTo>
                    <a:pt x="2413" y="50715"/>
                    <a:pt x="2240" y="50732"/>
                    <a:pt x="2066" y="50767"/>
                  </a:cubicBezTo>
                  <a:cubicBezTo>
                    <a:pt x="863" y="51015"/>
                    <a:pt x="0" y="52072"/>
                    <a:pt x="0" y="53293"/>
                  </a:cubicBezTo>
                  <a:cubicBezTo>
                    <a:pt x="0" y="54524"/>
                    <a:pt x="863" y="55580"/>
                    <a:pt x="2066" y="55818"/>
                  </a:cubicBezTo>
                  <a:cubicBezTo>
                    <a:pt x="2241" y="55854"/>
                    <a:pt x="2416" y="55872"/>
                    <a:pt x="2588" y="55872"/>
                  </a:cubicBezTo>
                  <a:cubicBezTo>
                    <a:pt x="3604" y="55872"/>
                    <a:pt x="4543" y="55269"/>
                    <a:pt x="4959" y="54303"/>
                  </a:cubicBezTo>
                  <a:lnTo>
                    <a:pt x="7329" y="54303"/>
                  </a:lnTo>
                  <a:lnTo>
                    <a:pt x="7329" y="63477"/>
                  </a:lnTo>
                  <a:lnTo>
                    <a:pt x="37863" y="63477"/>
                  </a:lnTo>
                  <a:cubicBezTo>
                    <a:pt x="37762" y="58436"/>
                    <a:pt x="37358" y="54569"/>
                    <a:pt x="37358" y="54569"/>
                  </a:cubicBezTo>
                  <a:cubicBezTo>
                    <a:pt x="39076" y="45514"/>
                    <a:pt x="35834" y="40464"/>
                    <a:pt x="32969" y="37791"/>
                  </a:cubicBezTo>
                  <a:cubicBezTo>
                    <a:pt x="30867" y="35831"/>
                    <a:pt x="26700" y="35572"/>
                    <a:pt x="24646" y="35572"/>
                  </a:cubicBezTo>
                  <a:cubicBezTo>
                    <a:pt x="23910" y="35572"/>
                    <a:pt x="23446" y="35605"/>
                    <a:pt x="23446" y="35605"/>
                  </a:cubicBezTo>
                  <a:cubicBezTo>
                    <a:pt x="20112" y="34072"/>
                    <a:pt x="14391" y="31124"/>
                    <a:pt x="14391" y="31124"/>
                  </a:cubicBezTo>
                  <a:cubicBezTo>
                    <a:pt x="14391" y="22308"/>
                    <a:pt x="15649" y="19975"/>
                    <a:pt x="15649" y="19975"/>
                  </a:cubicBezTo>
                  <a:cubicBezTo>
                    <a:pt x="17779" y="19736"/>
                    <a:pt x="18486" y="15484"/>
                    <a:pt x="18606" y="14180"/>
                  </a:cubicBezTo>
                  <a:cubicBezTo>
                    <a:pt x="18725" y="12885"/>
                    <a:pt x="17541" y="12408"/>
                    <a:pt x="17541" y="12408"/>
                  </a:cubicBezTo>
                  <a:lnTo>
                    <a:pt x="17541" y="7210"/>
                  </a:lnTo>
                  <a:cubicBezTo>
                    <a:pt x="17541" y="1773"/>
                    <a:pt x="12343" y="1"/>
                    <a:pt x="7329" y="1"/>
                  </a:cubicBezTo>
                  <a:close/>
                </a:path>
              </a:pathLst>
            </a:custGeom>
            <a:solidFill>
              <a:srgbClr val="E3E9ED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8"/>
            <p:cNvSpPr/>
            <p:nvPr/>
          </p:nvSpPr>
          <p:spPr>
            <a:xfrm>
              <a:off x="3804225" y="1637225"/>
              <a:ext cx="841000" cy="3828875"/>
            </a:xfrm>
            <a:custGeom>
              <a:rect b="b" l="l" r="r" t="t"/>
              <a:pathLst>
                <a:path extrusionOk="0" h="153155" w="33640">
                  <a:moveTo>
                    <a:pt x="10139" y="0"/>
                  </a:moveTo>
                  <a:cubicBezTo>
                    <a:pt x="8909" y="0"/>
                    <a:pt x="7853" y="864"/>
                    <a:pt x="7614" y="2067"/>
                  </a:cubicBezTo>
                  <a:cubicBezTo>
                    <a:pt x="7366" y="3270"/>
                    <a:pt x="8000" y="4473"/>
                    <a:pt x="9129" y="4960"/>
                  </a:cubicBezTo>
                  <a:lnTo>
                    <a:pt x="9129" y="7568"/>
                  </a:lnTo>
                  <a:lnTo>
                    <a:pt x="185" y="7568"/>
                  </a:lnTo>
                  <a:lnTo>
                    <a:pt x="185" y="71476"/>
                  </a:lnTo>
                  <a:cubicBezTo>
                    <a:pt x="185" y="71476"/>
                    <a:pt x="947" y="76334"/>
                    <a:pt x="1241" y="80715"/>
                  </a:cubicBezTo>
                  <a:cubicBezTo>
                    <a:pt x="1525" y="85104"/>
                    <a:pt x="570" y="98163"/>
                    <a:pt x="286" y="104739"/>
                  </a:cubicBezTo>
                  <a:cubicBezTo>
                    <a:pt x="1" y="111314"/>
                    <a:pt x="570" y="119983"/>
                    <a:pt x="1140" y="125420"/>
                  </a:cubicBezTo>
                  <a:cubicBezTo>
                    <a:pt x="1718" y="130857"/>
                    <a:pt x="2003" y="134852"/>
                    <a:pt x="1902" y="139618"/>
                  </a:cubicBezTo>
                  <a:cubicBezTo>
                    <a:pt x="1810" y="144384"/>
                    <a:pt x="1241" y="144485"/>
                    <a:pt x="1048" y="145532"/>
                  </a:cubicBezTo>
                  <a:cubicBezTo>
                    <a:pt x="855" y="146579"/>
                    <a:pt x="1819" y="148012"/>
                    <a:pt x="1819" y="148489"/>
                  </a:cubicBezTo>
                  <a:cubicBezTo>
                    <a:pt x="1819" y="148967"/>
                    <a:pt x="1002" y="150390"/>
                    <a:pt x="1002" y="151483"/>
                  </a:cubicBezTo>
                  <a:cubicBezTo>
                    <a:pt x="1002" y="152585"/>
                    <a:pt x="1149" y="153154"/>
                    <a:pt x="2673" y="153154"/>
                  </a:cubicBezTo>
                  <a:lnTo>
                    <a:pt x="11627" y="153154"/>
                  </a:lnTo>
                  <a:cubicBezTo>
                    <a:pt x="12674" y="153154"/>
                    <a:pt x="12674" y="152199"/>
                    <a:pt x="12674" y="151437"/>
                  </a:cubicBezTo>
                  <a:cubicBezTo>
                    <a:pt x="12674" y="150675"/>
                    <a:pt x="8578" y="147626"/>
                    <a:pt x="8385" y="147249"/>
                  </a:cubicBezTo>
                  <a:cubicBezTo>
                    <a:pt x="8193" y="146864"/>
                    <a:pt x="8477" y="145624"/>
                    <a:pt x="8385" y="145054"/>
                  </a:cubicBezTo>
                  <a:cubicBezTo>
                    <a:pt x="8294" y="144485"/>
                    <a:pt x="7338" y="144577"/>
                    <a:pt x="7430" y="143530"/>
                  </a:cubicBezTo>
                  <a:cubicBezTo>
                    <a:pt x="7531" y="142483"/>
                    <a:pt x="8955" y="134953"/>
                    <a:pt x="12298" y="125512"/>
                  </a:cubicBezTo>
                  <a:cubicBezTo>
                    <a:pt x="15631" y="116080"/>
                    <a:pt x="15438" y="107310"/>
                    <a:pt x="14107" y="104454"/>
                  </a:cubicBezTo>
                  <a:cubicBezTo>
                    <a:pt x="12766" y="101589"/>
                    <a:pt x="12481" y="96446"/>
                    <a:pt x="12959" y="93875"/>
                  </a:cubicBezTo>
                  <a:cubicBezTo>
                    <a:pt x="13427" y="91294"/>
                    <a:pt x="18294" y="74819"/>
                    <a:pt x="19433" y="58895"/>
                  </a:cubicBezTo>
                  <a:cubicBezTo>
                    <a:pt x="20581" y="42970"/>
                    <a:pt x="15723" y="29829"/>
                    <a:pt x="15723" y="29829"/>
                  </a:cubicBezTo>
                  <a:lnTo>
                    <a:pt x="15723" y="17431"/>
                  </a:lnTo>
                  <a:cubicBezTo>
                    <a:pt x="18101" y="13620"/>
                    <a:pt x="19249" y="10571"/>
                    <a:pt x="19249" y="10571"/>
                  </a:cubicBezTo>
                  <a:lnTo>
                    <a:pt x="19249" y="10571"/>
                  </a:lnTo>
                  <a:cubicBezTo>
                    <a:pt x="19057" y="14005"/>
                    <a:pt x="20673" y="21628"/>
                    <a:pt x="20489" y="23152"/>
                  </a:cubicBezTo>
                  <a:cubicBezTo>
                    <a:pt x="19617" y="30123"/>
                    <a:pt x="20489" y="37635"/>
                    <a:pt x="22105" y="41354"/>
                  </a:cubicBezTo>
                  <a:cubicBezTo>
                    <a:pt x="23722" y="45073"/>
                    <a:pt x="24006" y="49307"/>
                    <a:pt x="23722" y="51456"/>
                  </a:cubicBezTo>
                  <a:cubicBezTo>
                    <a:pt x="23290" y="54789"/>
                    <a:pt x="21242" y="57774"/>
                    <a:pt x="20691" y="59188"/>
                  </a:cubicBezTo>
                  <a:cubicBezTo>
                    <a:pt x="20480" y="59730"/>
                    <a:pt x="21059" y="67261"/>
                    <a:pt x="21059" y="67261"/>
                  </a:cubicBezTo>
                  <a:cubicBezTo>
                    <a:pt x="21435" y="67839"/>
                    <a:pt x="22849" y="69410"/>
                    <a:pt x="23419" y="69887"/>
                  </a:cubicBezTo>
                  <a:cubicBezTo>
                    <a:pt x="23763" y="70172"/>
                    <a:pt x="24281" y="70352"/>
                    <a:pt x="24824" y="70352"/>
                  </a:cubicBezTo>
                  <a:cubicBezTo>
                    <a:pt x="25192" y="70352"/>
                    <a:pt x="25572" y="70269"/>
                    <a:pt x="25917" y="70080"/>
                  </a:cubicBezTo>
                  <a:cubicBezTo>
                    <a:pt x="26780" y="69603"/>
                    <a:pt x="31445" y="66994"/>
                    <a:pt x="31831" y="66232"/>
                  </a:cubicBezTo>
                  <a:cubicBezTo>
                    <a:pt x="32207" y="65470"/>
                    <a:pt x="30977" y="59941"/>
                    <a:pt x="30977" y="52034"/>
                  </a:cubicBezTo>
                  <a:cubicBezTo>
                    <a:pt x="30977" y="44118"/>
                    <a:pt x="32308" y="38397"/>
                    <a:pt x="32979" y="31730"/>
                  </a:cubicBezTo>
                  <a:cubicBezTo>
                    <a:pt x="33640" y="25062"/>
                    <a:pt x="30113" y="19626"/>
                    <a:pt x="30113" y="19626"/>
                  </a:cubicBezTo>
                  <a:cubicBezTo>
                    <a:pt x="30683" y="15686"/>
                    <a:pt x="30784" y="11305"/>
                    <a:pt x="30719" y="7568"/>
                  </a:cubicBezTo>
                  <a:lnTo>
                    <a:pt x="11150" y="7568"/>
                  </a:lnTo>
                  <a:lnTo>
                    <a:pt x="11150" y="4960"/>
                  </a:lnTo>
                  <a:cubicBezTo>
                    <a:pt x="12279" y="4473"/>
                    <a:pt x="12913" y="3270"/>
                    <a:pt x="12665" y="2067"/>
                  </a:cubicBezTo>
                  <a:cubicBezTo>
                    <a:pt x="12417" y="864"/>
                    <a:pt x="11361" y="0"/>
                    <a:pt x="10139" y="0"/>
                  </a:cubicBezTo>
                  <a:close/>
                </a:path>
              </a:pathLst>
            </a:custGeom>
            <a:solidFill>
              <a:srgbClr val="445D73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8"/>
            <p:cNvSpPr/>
            <p:nvPr/>
          </p:nvSpPr>
          <p:spPr>
            <a:xfrm>
              <a:off x="2972675" y="1826400"/>
              <a:ext cx="1037300" cy="3639700"/>
            </a:xfrm>
            <a:custGeom>
              <a:rect b="b" l="l" r="r" t="t"/>
              <a:pathLst>
                <a:path extrusionOk="0" h="145588" w="41492">
                  <a:moveTo>
                    <a:pt x="2930" y="1"/>
                  </a:moveTo>
                  <a:cubicBezTo>
                    <a:pt x="2857" y="3738"/>
                    <a:pt x="2958" y="8119"/>
                    <a:pt x="3527" y="12050"/>
                  </a:cubicBezTo>
                  <a:cubicBezTo>
                    <a:pt x="3527" y="12050"/>
                    <a:pt x="1" y="17486"/>
                    <a:pt x="662" y="24163"/>
                  </a:cubicBezTo>
                  <a:cubicBezTo>
                    <a:pt x="1332" y="30830"/>
                    <a:pt x="2664" y="36551"/>
                    <a:pt x="2664" y="44467"/>
                  </a:cubicBezTo>
                  <a:cubicBezTo>
                    <a:pt x="2664" y="52374"/>
                    <a:pt x="1424" y="57903"/>
                    <a:pt x="1810" y="58665"/>
                  </a:cubicBezTo>
                  <a:cubicBezTo>
                    <a:pt x="2195" y="59427"/>
                    <a:pt x="6861" y="62036"/>
                    <a:pt x="7724" y="62513"/>
                  </a:cubicBezTo>
                  <a:cubicBezTo>
                    <a:pt x="8068" y="62705"/>
                    <a:pt x="8446" y="62789"/>
                    <a:pt x="8813" y="62789"/>
                  </a:cubicBezTo>
                  <a:cubicBezTo>
                    <a:pt x="9356" y="62789"/>
                    <a:pt x="9873" y="62605"/>
                    <a:pt x="10213" y="62320"/>
                  </a:cubicBezTo>
                  <a:cubicBezTo>
                    <a:pt x="10782" y="61843"/>
                    <a:pt x="12196" y="60272"/>
                    <a:pt x="12582" y="59694"/>
                  </a:cubicBezTo>
                  <a:cubicBezTo>
                    <a:pt x="12582" y="59694"/>
                    <a:pt x="13151" y="52163"/>
                    <a:pt x="12949" y="51621"/>
                  </a:cubicBezTo>
                  <a:cubicBezTo>
                    <a:pt x="12389" y="50207"/>
                    <a:pt x="10341" y="47222"/>
                    <a:pt x="9909" y="43889"/>
                  </a:cubicBezTo>
                  <a:cubicBezTo>
                    <a:pt x="9634" y="41740"/>
                    <a:pt x="9909" y="37506"/>
                    <a:pt x="11535" y="33787"/>
                  </a:cubicBezTo>
                  <a:cubicBezTo>
                    <a:pt x="13151" y="30077"/>
                    <a:pt x="14024" y="22556"/>
                    <a:pt x="13151" y="15585"/>
                  </a:cubicBezTo>
                  <a:cubicBezTo>
                    <a:pt x="12958" y="14061"/>
                    <a:pt x="14584" y="6438"/>
                    <a:pt x="14391" y="3004"/>
                  </a:cubicBezTo>
                  <a:lnTo>
                    <a:pt x="14391" y="3004"/>
                  </a:lnTo>
                  <a:cubicBezTo>
                    <a:pt x="14391" y="3004"/>
                    <a:pt x="15539" y="6053"/>
                    <a:pt x="17917" y="9864"/>
                  </a:cubicBezTo>
                  <a:lnTo>
                    <a:pt x="17917" y="22252"/>
                  </a:lnTo>
                  <a:cubicBezTo>
                    <a:pt x="17917" y="22252"/>
                    <a:pt x="13059" y="35412"/>
                    <a:pt x="14198" y="51328"/>
                  </a:cubicBezTo>
                  <a:cubicBezTo>
                    <a:pt x="15346" y="67243"/>
                    <a:pt x="20204" y="83727"/>
                    <a:pt x="20682" y="86308"/>
                  </a:cubicBezTo>
                  <a:cubicBezTo>
                    <a:pt x="21159" y="88879"/>
                    <a:pt x="20874" y="94022"/>
                    <a:pt x="19534" y="96887"/>
                  </a:cubicBezTo>
                  <a:cubicBezTo>
                    <a:pt x="18193" y="99743"/>
                    <a:pt x="18009" y="108513"/>
                    <a:pt x="21352" y="117945"/>
                  </a:cubicBezTo>
                  <a:cubicBezTo>
                    <a:pt x="24686" y="127386"/>
                    <a:pt x="26109" y="134916"/>
                    <a:pt x="26210" y="135963"/>
                  </a:cubicBezTo>
                  <a:cubicBezTo>
                    <a:pt x="26302" y="137010"/>
                    <a:pt x="25347" y="136918"/>
                    <a:pt x="25255" y="137487"/>
                  </a:cubicBezTo>
                  <a:cubicBezTo>
                    <a:pt x="25163" y="138057"/>
                    <a:pt x="25448" y="139297"/>
                    <a:pt x="25255" y="139682"/>
                  </a:cubicBezTo>
                  <a:cubicBezTo>
                    <a:pt x="25062" y="140059"/>
                    <a:pt x="20966" y="143108"/>
                    <a:pt x="20966" y="143870"/>
                  </a:cubicBezTo>
                  <a:cubicBezTo>
                    <a:pt x="20966" y="144632"/>
                    <a:pt x="20966" y="145587"/>
                    <a:pt x="22013" y="145587"/>
                  </a:cubicBezTo>
                  <a:lnTo>
                    <a:pt x="30967" y="145587"/>
                  </a:lnTo>
                  <a:cubicBezTo>
                    <a:pt x="32492" y="145587"/>
                    <a:pt x="32638" y="145009"/>
                    <a:pt x="32638" y="143916"/>
                  </a:cubicBezTo>
                  <a:cubicBezTo>
                    <a:pt x="32638" y="142823"/>
                    <a:pt x="31830" y="141391"/>
                    <a:pt x="31830" y="140913"/>
                  </a:cubicBezTo>
                  <a:cubicBezTo>
                    <a:pt x="31830" y="140445"/>
                    <a:pt x="32785" y="139012"/>
                    <a:pt x="32593" y="137965"/>
                  </a:cubicBezTo>
                  <a:cubicBezTo>
                    <a:pt x="32400" y="136909"/>
                    <a:pt x="31830" y="136817"/>
                    <a:pt x="31738" y="132051"/>
                  </a:cubicBezTo>
                  <a:cubicBezTo>
                    <a:pt x="31637" y="127294"/>
                    <a:pt x="31922" y="123281"/>
                    <a:pt x="32501" y="117853"/>
                  </a:cubicBezTo>
                  <a:cubicBezTo>
                    <a:pt x="33070" y="112416"/>
                    <a:pt x="33649" y="103747"/>
                    <a:pt x="33355" y="97172"/>
                  </a:cubicBezTo>
                  <a:cubicBezTo>
                    <a:pt x="33061" y="90596"/>
                    <a:pt x="32115" y="77537"/>
                    <a:pt x="32400" y="73148"/>
                  </a:cubicBezTo>
                  <a:cubicBezTo>
                    <a:pt x="32684" y="68758"/>
                    <a:pt x="33447" y="63909"/>
                    <a:pt x="33447" y="63909"/>
                  </a:cubicBezTo>
                  <a:lnTo>
                    <a:pt x="33447" y="10727"/>
                  </a:lnTo>
                  <a:lnTo>
                    <a:pt x="35825" y="10727"/>
                  </a:lnTo>
                  <a:cubicBezTo>
                    <a:pt x="36266" y="11758"/>
                    <a:pt x="37235" y="12298"/>
                    <a:pt x="38209" y="12298"/>
                  </a:cubicBezTo>
                  <a:cubicBezTo>
                    <a:pt x="39022" y="12298"/>
                    <a:pt x="39839" y="11922"/>
                    <a:pt x="40353" y="11140"/>
                  </a:cubicBezTo>
                  <a:cubicBezTo>
                    <a:pt x="41491" y="9423"/>
                    <a:pt x="40261" y="7136"/>
                    <a:pt x="38204" y="7136"/>
                  </a:cubicBezTo>
                  <a:cubicBezTo>
                    <a:pt x="37166" y="7136"/>
                    <a:pt x="36229" y="7752"/>
                    <a:pt x="35825" y="8707"/>
                  </a:cubicBezTo>
                  <a:lnTo>
                    <a:pt x="33447" y="8707"/>
                  </a:lnTo>
                  <a:lnTo>
                    <a:pt x="33447" y="1"/>
                  </a:lnTo>
                  <a:lnTo>
                    <a:pt x="24520" y="1"/>
                  </a:lnTo>
                  <a:lnTo>
                    <a:pt x="24520" y="2140"/>
                  </a:lnTo>
                  <a:cubicBezTo>
                    <a:pt x="25641" y="2627"/>
                    <a:pt x="26284" y="3830"/>
                    <a:pt x="26036" y="5033"/>
                  </a:cubicBezTo>
                  <a:cubicBezTo>
                    <a:pt x="25788" y="6236"/>
                    <a:pt x="24732" y="7100"/>
                    <a:pt x="23510" y="7100"/>
                  </a:cubicBezTo>
                  <a:cubicBezTo>
                    <a:pt x="22280" y="7100"/>
                    <a:pt x="21223" y="6236"/>
                    <a:pt x="20975" y="5033"/>
                  </a:cubicBezTo>
                  <a:cubicBezTo>
                    <a:pt x="20737" y="3830"/>
                    <a:pt x="21370" y="2627"/>
                    <a:pt x="22500" y="2140"/>
                  </a:cubicBezTo>
                  <a:lnTo>
                    <a:pt x="22500" y="1"/>
                  </a:lnTo>
                  <a:close/>
                </a:path>
              </a:pathLst>
            </a:custGeom>
            <a:solidFill>
              <a:srgbClr val="CFD9E0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29" name="Shape 6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30" name="Google Shape;6630;p69"/>
          <p:cNvGrpSpPr/>
          <p:nvPr/>
        </p:nvGrpSpPr>
        <p:grpSpPr>
          <a:xfrm>
            <a:off x="3934280" y="1542757"/>
            <a:ext cx="557364" cy="1310345"/>
            <a:chOff x="3934280" y="1542757"/>
            <a:chExt cx="557364" cy="1310345"/>
          </a:xfrm>
        </p:grpSpPr>
        <p:sp>
          <p:nvSpPr>
            <p:cNvPr id="6631" name="Google Shape;6631;p69"/>
            <p:cNvSpPr/>
            <p:nvPr/>
          </p:nvSpPr>
          <p:spPr>
            <a:xfrm>
              <a:off x="398447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32" name="Google Shape;6632;p69"/>
            <p:cNvGrpSpPr/>
            <p:nvPr/>
          </p:nvGrpSpPr>
          <p:grpSpPr>
            <a:xfrm>
              <a:off x="3934280" y="1542757"/>
              <a:ext cx="557364" cy="1277423"/>
              <a:chOff x="3934280" y="1542757"/>
              <a:chExt cx="557364" cy="1277423"/>
            </a:xfrm>
          </p:grpSpPr>
          <p:sp>
            <p:nvSpPr>
              <p:cNvPr id="6633" name="Google Shape;6633;p69"/>
              <p:cNvSpPr/>
              <p:nvPr/>
            </p:nvSpPr>
            <p:spPr>
              <a:xfrm>
                <a:off x="402989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4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4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634" name="Google Shape;6634;p69"/>
              <p:cNvGrpSpPr/>
              <p:nvPr/>
            </p:nvGrpSpPr>
            <p:grpSpPr>
              <a:xfrm>
                <a:off x="3934280" y="1547529"/>
                <a:ext cx="557364" cy="1272651"/>
                <a:chOff x="3934280" y="1547529"/>
                <a:chExt cx="557364" cy="1272651"/>
              </a:xfrm>
            </p:grpSpPr>
            <p:sp>
              <p:nvSpPr>
                <p:cNvPr id="6635" name="Google Shape;6635;p69"/>
                <p:cNvSpPr/>
                <p:nvPr/>
              </p:nvSpPr>
              <p:spPr>
                <a:xfrm>
                  <a:off x="3934280" y="1547529"/>
                  <a:ext cx="557364" cy="1272651"/>
                </a:xfrm>
                <a:custGeom>
                  <a:rect b="b" l="l" r="r" t="t"/>
                  <a:pathLst>
                    <a:path extrusionOk="0" h="50407" w="22076">
                      <a:moveTo>
                        <a:pt x="11055" y="0"/>
                      </a:moveTo>
                      <a:cubicBezTo>
                        <a:pt x="7072" y="0"/>
                        <a:pt x="3853" y="3226"/>
                        <a:pt x="3853" y="7202"/>
                      </a:cubicBezTo>
                      <a:lnTo>
                        <a:pt x="3853" y="7208"/>
                      </a:lnTo>
                      <a:cubicBezTo>
                        <a:pt x="3833" y="7208"/>
                        <a:pt x="3814" y="7202"/>
                        <a:pt x="3788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1" y="7202"/>
                        <a:pt x="2609" y="7811"/>
                        <a:pt x="2738" y="8466"/>
                      </a:cubicBezTo>
                      <a:cubicBezTo>
                        <a:pt x="2835" y="8983"/>
                        <a:pt x="3289" y="9322"/>
                        <a:pt x="3779" y="9322"/>
                      </a:cubicBezTo>
                      <a:cubicBezTo>
                        <a:pt x="3914" y="9322"/>
                        <a:pt x="4052" y="9297"/>
                        <a:pt x="4185" y="9242"/>
                      </a:cubicBezTo>
                      <a:cubicBezTo>
                        <a:pt x="4654" y="10676"/>
                        <a:pt x="5606" y="11921"/>
                        <a:pt x="6773" y="12833"/>
                      </a:cubicBezTo>
                      <a:cubicBezTo>
                        <a:pt x="6733" y="12813"/>
                        <a:pt x="6694" y="12800"/>
                        <a:pt x="6649" y="12781"/>
                      </a:cubicBezTo>
                      <a:lnTo>
                        <a:pt x="6649" y="12781"/>
                      </a:lnTo>
                      <a:cubicBezTo>
                        <a:pt x="7398" y="13380"/>
                        <a:pt x="8252" y="13837"/>
                        <a:pt x="9171" y="14123"/>
                      </a:cubicBezTo>
                      <a:lnTo>
                        <a:pt x="9171" y="16124"/>
                      </a:lnTo>
                      <a:lnTo>
                        <a:pt x="6883" y="16124"/>
                      </a:lnTo>
                      <a:cubicBezTo>
                        <a:pt x="6883" y="16124"/>
                        <a:pt x="6877" y="16170"/>
                        <a:pt x="6857" y="16183"/>
                      </a:cubicBezTo>
                      <a:cubicBezTo>
                        <a:pt x="6277" y="16183"/>
                        <a:pt x="5762" y="16561"/>
                        <a:pt x="5580" y="17109"/>
                      </a:cubicBezTo>
                      <a:lnTo>
                        <a:pt x="248" y="32861"/>
                      </a:lnTo>
                      <a:cubicBezTo>
                        <a:pt x="1" y="33565"/>
                        <a:pt x="372" y="34334"/>
                        <a:pt x="1083" y="34569"/>
                      </a:cubicBezTo>
                      <a:cubicBezTo>
                        <a:pt x="1221" y="34615"/>
                        <a:pt x="1362" y="34637"/>
                        <a:pt x="1501" y="34637"/>
                      </a:cubicBezTo>
                      <a:cubicBezTo>
                        <a:pt x="2066" y="34637"/>
                        <a:pt x="2593" y="34273"/>
                        <a:pt x="2771" y="33702"/>
                      </a:cubicBezTo>
                      <a:lnTo>
                        <a:pt x="2947" y="33187"/>
                      </a:lnTo>
                      <a:lnTo>
                        <a:pt x="3527" y="33428"/>
                      </a:lnTo>
                      <a:cubicBezTo>
                        <a:pt x="3527" y="33428"/>
                        <a:pt x="4029" y="32412"/>
                        <a:pt x="3488" y="31577"/>
                      </a:cubicBezTo>
                      <a:lnTo>
                        <a:pt x="6753" y="21918"/>
                      </a:lnTo>
                      <a:lnTo>
                        <a:pt x="6753" y="21918"/>
                      </a:lnTo>
                      <a:cubicBezTo>
                        <a:pt x="6753" y="27699"/>
                        <a:pt x="5971" y="29166"/>
                        <a:pt x="5971" y="32360"/>
                      </a:cubicBezTo>
                      <a:cubicBezTo>
                        <a:pt x="5971" y="35560"/>
                        <a:pt x="7881" y="48490"/>
                        <a:pt x="7881" y="48490"/>
                      </a:cubicBezTo>
                      <a:lnTo>
                        <a:pt x="5573" y="50407"/>
                      </a:lnTo>
                      <a:lnTo>
                        <a:pt x="10038" y="50407"/>
                      </a:lnTo>
                      <a:lnTo>
                        <a:pt x="10781" y="31630"/>
                      </a:lnTo>
                      <a:lnTo>
                        <a:pt x="11165" y="31630"/>
                      </a:lnTo>
                      <a:lnTo>
                        <a:pt x="11908" y="50407"/>
                      </a:lnTo>
                      <a:lnTo>
                        <a:pt x="16373" y="50407"/>
                      </a:lnTo>
                      <a:lnTo>
                        <a:pt x="14059" y="48497"/>
                      </a:lnTo>
                      <a:cubicBezTo>
                        <a:pt x="14059" y="48497"/>
                        <a:pt x="15969" y="34171"/>
                        <a:pt x="15969" y="31590"/>
                      </a:cubicBezTo>
                      <a:cubicBezTo>
                        <a:pt x="15969" y="29003"/>
                        <a:pt x="15311" y="27680"/>
                        <a:pt x="15311" y="21821"/>
                      </a:cubicBezTo>
                      <a:lnTo>
                        <a:pt x="15311" y="21821"/>
                      </a:lnTo>
                      <a:lnTo>
                        <a:pt x="18615" y="31584"/>
                      </a:lnTo>
                      <a:cubicBezTo>
                        <a:pt x="18068" y="32418"/>
                        <a:pt x="18576" y="33435"/>
                        <a:pt x="18576" y="33435"/>
                      </a:cubicBezTo>
                      <a:lnTo>
                        <a:pt x="19149" y="33187"/>
                      </a:lnTo>
                      <a:lnTo>
                        <a:pt x="19325" y="33709"/>
                      </a:lnTo>
                      <a:cubicBezTo>
                        <a:pt x="19513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7" y="34597"/>
                        <a:pt x="21007" y="34549"/>
                      </a:cubicBezTo>
                      <a:cubicBezTo>
                        <a:pt x="21698" y="34321"/>
                        <a:pt x="22076" y="33572"/>
                        <a:pt x="21848" y="32874"/>
                      </a:cubicBezTo>
                      <a:lnTo>
                        <a:pt x="21848" y="32868"/>
                      </a:lnTo>
                      <a:lnTo>
                        <a:pt x="16516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0" y="16150"/>
                        <a:pt x="15324" y="16131"/>
                      </a:cubicBezTo>
                      <a:lnTo>
                        <a:pt x="12932" y="16131"/>
                      </a:lnTo>
                      <a:lnTo>
                        <a:pt x="12932" y="14104"/>
                      </a:lnTo>
                      <a:cubicBezTo>
                        <a:pt x="15122" y="13413"/>
                        <a:pt x="17123" y="11595"/>
                        <a:pt x="17905" y="9281"/>
                      </a:cubicBezTo>
                      <a:cubicBezTo>
                        <a:pt x="17992" y="9303"/>
                        <a:pt x="18080" y="9313"/>
                        <a:pt x="18166" y="9313"/>
                      </a:cubicBezTo>
                      <a:cubicBezTo>
                        <a:pt x="18669" y="9313"/>
                        <a:pt x="19119" y="8957"/>
                        <a:pt x="19208" y="8434"/>
                      </a:cubicBezTo>
                      <a:cubicBezTo>
                        <a:pt x="19306" y="7828"/>
                        <a:pt x="18869" y="7261"/>
                        <a:pt x="18257" y="7208"/>
                      </a:cubicBezTo>
                      <a:lnTo>
                        <a:pt x="18257" y="7202"/>
                      </a:lnTo>
                      <a:cubicBezTo>
                        <a:pt x="18257" y="3226"/>
                        <a:pt x="15030" y="0"/>
                        <a:pt x="1105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636" name="Google Shape;6636;p69"/>
                <p:cNvGrpSpPr/>
                <p:nvPr/>
              </p:nvGrpSpPr>
              <p:grpSpPr>
                <a:xfrm>
                  <a:off x="4110861" y="1813763"/>
                  <a:ext cx="203394" cy="542342"/>
                  <a:chOff x="4110861" y="1813763"/>
                  <a:chExt cx="203394" cy="542342"/>
                </a:xfrm>
              </p:grpSpPr>
              <p:sp>
                <p:nvSpPr>
                  <p:cNvPr id="6637" name="Google Shape;6637;p69"/>
                  <p:cNvSpPr/>
                  <p:nvPr/>
                </p:nvSpPr>
                <p:spPr>
                  <a:xfrm>
                    <a:off x="4137017" y="2221182"/>
                    <a:ext cx="144163" cy="105509"/>
                  </a:xfrm>
                  <a:custGeom>
                    <a:rect b="b" l="l" r="r" t="t"/>
                    <a:pathLst>
                      <a:path extrusionOk="0" h="4179" w="5710">
                        <a:moveTo>
                          <a:pt x="4009" y="1356"/>
                        </a:moveTo>
                        <a:cubicBezTo>
                          <a:pt x="4062" y="1420"/>
                          <a:pt x="4138" y="1453"/>
                          <a:pt x="4215" y="1453"/>
                        </a:cubicBezTo>
                        <a:cubicBezTo>
                          <a:pt x="4279" y="1453"/>
                          <a:pt x="4343" y="1430"/>
                          <a:pt x="4393" y="1382"/>
                        </a:cubicBezTo>
                        <a:cubicBezTo>
                          <a:pt x="4419" y="1396"/>
                          <a:pt x="4413" y="1402"/>
                          <a:pt x="4445" y="1409"/>
                        </a:cubicBezTo>
                        <a:cubicBezTo>
                          <a:pt x="4445" y="1415"/>
                          <a:pt x="4406" y="1422"/>
                          <a:pt x="4406" y="1435"/>
                        </a:cubicBezTo>
                        <a:lnTo>
                          <a:pt x="4406" y="1474"/>
                        </a:lnTo>
                        <a:cubicBezTo>
                          <a:pt x="4419" y="1571"/>
                          <a:pt x="4485" y="1656"/>
                          <a:pt x="4569" y="1702"/>
                        </a:cubicBezTo>
                        <a:cubicBezTo>
                          <a:pt x="4550" y="1741"/>
                          <a:pt x="4550" y="1780"/>
                          <a:pt x="4556" y="1819"/>
                        </a:cubicBezTo>
                        <a:cubicBezTo>
                          <a:pt x="4465" y="1819"/>
                          <a:pt x="4374" y="1865"/>
                          <a:pt x="4322" y="1943"/>
                        </a:cubicBezTo>
                        <a:cubicBezTo>
                          <a:pt x="4315" y="1930"/>
                          <a:pt x="4309" y="1923"/>
                          <a:pt x="4296" y="1910"/>
                        </a:cubicBezTo>
                        <a:cubicBezTo>
                          <a:pt x="4237" y="1852"/>
                          <a:pt x="4159" y="1819"/>
                          <a:pt x="4080" y="1819"/>
                        </a:cubicBezTo>
                        <a:cubicBezTo>
                          <a:pt x="3996" y="1819"/>
                          <a:pt x="3918" y="1852"/>
                          <a:pt x="3865" y="1910"/>
                        </a:cubicBezTo>
                        <a:cubicBezTo>
                          <a:pt x="3852" y="1917"/>
                          <a:pt x="3846" y="1930"/>
                          <a:pt x="3839" y="1936"/>
                        </a:cubicBezTo>
                        <a:cubicBezTo>
                          <a:pt x="3787" y="1865"/>
                          <a:pt x="3702" y="1819"/>
                          <a:pt x="3618" y="1819"/>
                        </a:cubicBezTo>
                        <a:cubicBezTo>
                          <a:pt x="3618" y="1800"/>
                          <a:pt x="3618" y="1780"/>
                          <a:pt x="3618" y="1760"/>
                        </a:cubicBezTo>
                        <a:cubicBezTo>
                          <a:pt x="3618" y="1650"/>
                          <a:pt x="3546" y="1552"/>
                          <a:pt x="3442" y="1513"/>
                        </a:cubicBezTo>
                        <a:cubicBezTo>
                          <a:pt x="3468" y="1500"/>
                          <a:pt x="3487" y="1487"/>
                          <a:pt x="3507" y="1467"/>
                        </a:cubicBezTo>
                        <a:cubicBezTo>
                          <a:pt x="3513" y="1480"/>
                          <a:pt x="3526" y="1493"/>
                          <a:pt x="3540" y="1506"/>
                        </a:cubicBezTo>
                        <a:cubicBezTo>
                          <a:pt x="3592" y="1558"/>
                          <a:pt x="3658" y="1585"/>
                          <a:pt x="3725" y="1585"/>
                        </a:cubicBezTo>
                        <a:cubicBezTo>
                          <a:pt x="3792" y="1585"/>
                          <a:pt x="3859" y="1558"/>
                          <a:pt x="3911" y="1506"/>
                        </a:cubicBezTo>
                        <a:cubicBezTo>
                          <a:pt x="3957" y="1467"/>
                          <a:pt x="3989" y="1415"/>
                          <a:pt x="4009" y="1356"/>
                        </a:cubicBezTo>
                        <a:close/>
                        <a:moveTo>
                          <a:pt x="2256" y="1311"/>
                        </a:moveTo>
                        <a:cubicBezTo>
                          <a:pt x="2308" y="1356"/>
                          <a:pt x="2379" y="1382"/>
                          <a:pt x="2451" y="1382"/>
                        </a:cubicBezTo>
                        <a:cubicBezTo>
                          <a:pt x="2516" y="1382"/>
                          <a:pt x="2581" y="1363"/>
                          <a:pt x="2634" y="1324"/>
                        </a:cubicBezTo>
                        <a:cubicBezTo>
                          <a:pt x="2660" y="1376"/>
                          <a:pt x="2705" y="1415"/>
                          <a:pt x="2757" y="1441"/>
                        </a:cubicBezTo>
                        <a:cubicBezTo>
                          <a:pt x="2725" y="1558"/>
                          <a:pt x="2770" y="1689"/>
                          <a:pt x="2868" y="1760"/>
                        </a:cubicBezTo>
                        <a:cubicBezTo>
                          <a:pt x="2901" y="1826"/>
                          <a:pt x="2959" y="1878"/>
                          <a:pt x="3031" y="1904"/>
                        </a:cubicBezTo>
                        <a:cubicBezTo>
                          <a:pt x="2979" y="1923"/>
                          <a:pt x="2933" y="1963"/>
                          <a:pt x="2907" y="2015"/>
                        </a:cubicBezTo>
                        <a:cubicBezTo>
                          <a:pt x="2868" y="1897"/>
                          <a:pt x="2751" y="1819"/>
                          <a:pt x="2627" y="1819"/>
                        </a:cubicBezTo>
                        <a:cubicBezTo>
                          <a:pt x="2568" y="1819"/>
                          <a:pt x="2503" y="1839"/>
                          <a:pt x="2458" y="1871"/>
                        </a:cubicBezTo>
                        <a:cubicBezTo>
                          <a:pt x="2412" y="1767"/>
                          <a:pt x="2301" y="1702"/>
                          <a:pt x="2190" y="1702"/>
                        </a:cubicBezTo>
                        <a:cubicBezTo>
                          <a:pt x="2099" y="1702"/>
                          <a:pt x="2021" y="1734"/>
                          <a:pt x="1962" y="1800"/>
                        </a:cubicBezTo>
                        <a:cubicBezTo>
                          <a:pt x="1917" y="1702"/>
                          <a:pt x="1812" y="1643"/>
                          <a:pt x="1702" y="1643"/>
                        </a:cubicBezTo>
                        <a:cubicBezTo>
                          <a:pt x="1676" y="1643"/>
                          <a:pt x="1643" y="1650"/>
                          <a:pt x="1617" y="1656"/>
                        </a:cubicBezTo>
                        <a:cubicBezTo>
                          <a:pt x="1617" y="1624"/>
                          <a:pt x="1610" y="1598"/>
                          <a:pt x="1597" y="1565"/>
                        </a:cubicBezTo>
                        <a:cubicBezTo>
                          <a:pt x="1662" y="1539"/>
                          <a:pt x="1715" y="1493"/>
                          <a:pt x="1747" y="1435"/>
                        </a:cubicBezTo>
                        <a:cubicBezTo>
                          <a:pt x="1806" y="1499"/>
                          <a:pt x="1884" y="1528"/>
                          <a:pt x="1962" y="1528"/>
                        </a:cubicBezTo>
                        <a:cubicBezTo>
                          <a:pt x="2089" y="1528"/>
                          <a:pt x="2215" y="1449"/>
                          <a:pt x="2256" y="1311"/>
                        </a:cubicBezTo>
                        <a:close/>
                        <a:moveTo>
                          <a:pt x="4993" y="1"/>
                        </a:moveTo>
                        <a:cubicBezTo>
                          <a:pt x="4648" y="1"/>
                          <a:pt x="4608" y="464"/>
                          <a:pt x="4863" y="587"/>
                        </a:cubicBezTo>
                        <a:cubicBezTo>
                          <a:pt x="4771" y="633"/>
                          <a:pt x="4713" y="724"/>
                          <a:pt x="4706" y="822"/>
                        </a:cubicBezTo>
                        <a:cubicBezTo>
                          <a:pt x="4674" y="809"/>
                          <a:pt x="4641" y="796"/>
                          <a:pt x="4602" y="796"/>
                        </a:cubicBezTo>
                        <a:cubicBezTo>
                          <a:pt x="4595" y="750"/>
                          <a:pt x="4576" y="705"/>
                          <a:pt x="4543" y="666"/>
                        </a:cubicBezTo>
                        <a:cubicBezTo>
                          <a:pt x="4537" y="653"/>
                          <a:pt x="4530" y="639"/>
                          <a:pt x="4524" y="626"/>
                        </a:cubicBezTo>
                        <a:cubicBezTo>
                          <a:pt x="4517" y="620"/>
                          <a:pt x="4517" y="607"/>
                          <a:pt x="4511" y="600"/>
                        </a:cubicBezTo>
                        <a:cubicBezTo>
                          <a:pt x="4498" y="581"/>
                          <a:pt x="4485" y="561"/>
                          <a:pt x="4465" y="542"/>
                        </a:cubicBezTo>
                        <a:cubicBezTo>
                          <a:pt x="4413" y="490"/>
                          <a:pt x="4348" y="464"/>
                          <a:pt x="4276" y="464"/>
                        </a:cubicBezTo>
                        <a:lnTo>
                          <a:pt x="4250" y="464"/>
                        </a:lnTo>
                        <a:cubicBezTo>
                          <a:pt x="4243" y="431"/>
                          <a:pt x="4230" y="398"/>
                          <a:pt x="4211" y="372"/>
                        </a:cubicBezTo>
                        <a:cubicBezTo>
                          <a:pt x="4185" y="327"/>
                          <a:pt x="4152" y="288"/>
                          <a:pt x="4107" y="261"/>
                        </a:cubicBezTo>
                        <a:cubicBezTo>
                          <a:pt x="4067" y="235"/>
                          <a:pt x="4022" y="222"/>
                          <a:pt x="3970" y="222"/>
                        </a:cubicBezTo>
                        <a:cubicBezTo>
                          <a:pt x="3950" y="196"/>
                          <a:pt x="3931" y="177"/>
                          <a:pt x="3905" y="164"/>
                        </a:cubicBezTo>
                        <a:cubicBezTo>
                          <a:pt x="3865" y="144"/>
                          <a:pt x="3826" y="125"/>
                          <a:pt x="3787" y="105"/>
                        </a:cubicBezTo>
                        <a:cubicBezTo>
                          <a:pt x="3716" y="66"/>
                          <a:pt x="3637" y="46"/>
                          <a:pt x="3553" y="40"/>
                        </a:cubicBezTo>
                        <a:cubicBezTo>
                          <a:pt x="3550" y="40"/>
                          <a:pt x="3548" y="40"/>
                          <a:pt x="3546" y="40"/>
                        </a:cubicBezTo>
                        <a:cubicBezTo>
                          <a:pt x="3200" y="40"/>
                          <a:pt x="3190" y="561"/>
                          <a:pt x="3540" y="568"/>
                        </a:cubicBezTo>
                        <a:cubicBezTo>
                          <a:pt x="3572" y="587"/>
                          <a:pt x="3605" y="607"/>
                          <a:pt x="3637" y="620"/>
                        </a:cubicBezTo>
                        <a:cubicBezTo>
                          <a:pt x="3670" y="639"/>
                          <a:pt x="3709" y="653"/>
                          <a:pt x="3748" y="653"/>
                        </a:cubicBezTo>
                        <a:cubicBezTo>
                          <a:pt x="3761" y="666"/>
                          <a:pt x="3768" y="679"/>
                          <a:pt x="3781" y="685"/>
                        </a:cubicBezTo>
                        <a:cubicBezTo>
                          <a:pt x="3787" y="698"/>
                          <a:pt x="3794" y="705"/>
                          <a:pt x="3807" y="711"/>
                        </a:cubicBezTo>
                        <a:cubicBezTo>
                          <a:pt x="3852" y="763"/>
                          <a:pt x="3924" y="789"/>
                          <a:pt x="3989" y="789"/>
                        </a:cubicBezTo>
                        <a:lnTo>
                          <a:pt x="4022" y="789"/>
                        </a:lnTo>
                        <a:cubicBezTo>
                          <a:pt x="4028" y="822"/>
                          <a:pt x="4041" y="848"/>
                          <a:pt x="4054" y="874"/>
                        </a:cubicBezTo>
                        <a:cubicBezTo>
                          <a:pt x="4054" y="881"/>
                          <a:pt x="4061" y="887"/>
                          <a:pt x="4067" y="894"/>
                        </a:cubicBezTo>
                        <a:cubicBezTo>
                          <a:pt x="4074" y="900"/>
                          <a:pt x="4074" y="913"/>
                          <a:pt x="4080" y="920"/>
                        </a:cubicBezTo>
                        <a:cubicBezTo>
                          <a:pt x="4080" y="933"/>
                          <a:pt x="4080" y="939"/>
                          <a:pt x="4087" y="952"/>
                        </a:cubicBezTo>
                        <a:cubicBezTo>
                          <a:pt x="4041" y="978"/>
                          <a:pt x="4002" y="1017"/>
                          <a:pt x="3983" y="1070"/>
                        </a:cubicBezTo>
                        <a:cubicBezTo>
                          <a:pt x="3931" y="1004"/>
                          <a:pt x="3852" y="972"/>
                          <a:pt x="3774" y="965"/>
                        </a:cubicBezTo>
                        <a:cubicBezTo>
                          <a:pt x="3702" y="965"/>
                          <a:pt x="3637" y="998"/>
                          <a:pt x="3585" y="1044"/>
                        </a:cubicBezTo>
                        <a:cubicBezTo>
                          <a:pt x="3572" y="1057"/>
                          <a:pt x="3559" y="1076"/>
                          <a:pt x="3546" y="1089"/>
                        </a:cubicBezTo>
                        <a:cubicBezTo>
                          <a:pt x="3503" y="996"/>
                          <a:pt x="3407" y="939"/>
                          <a:pt x="3302" y="939"/>
                        </a:cubicBezTo>
                        <a:cubicBezTo>
                          <a:pt x="3297" y="939"/>
                          <a:pt x="3291" y="939"/>
                          <a:pt x="3285" y="939"/>
                        </a:cubicBezTo>
                        <a:cubicBezTo>
                          <a:pt x="3233" y="939"/>
                          <a:pt x="3181" y="952"/>
                          <a:pt x="3135" y="978"/>
                        </a:cubicBezTo>
                        <a:cubicBezTo>
                          <a:pt x="3083" y="894"/>
                          <a:pt x="2992" y="848"/>
                          <a:pt x="2888" y="848"/>
                        </a:cubicBezTo>
                        <a:cubicBezTo>
                          <a:pt x="2823" y="848"/>
                          <a:pt x="2764" y="868"/>
                          <a:pt x="2705" y="907"/>
                        </a:cubicBezTo>
                        <a:cubicBezTo>
                          <a:pt x="2648" y="809"/>
                          <a:pt x="2549" y="762"/>
                          <a:pt x="2451" y="762"/>
                        </a:cubicBezTo>
                        <a:cubicBezTo>
                          <a:pt x="2327" y="762"/>
                          <a:pt x="2204" y="837"/>
                          <a:pt x="2164" y="978"/>
                        </a:cubicBezTo>
                        <a:cubicBezTo>
                          <a:pt x="2118" y="937"/>
                          <a:pt x="2055" y="912"/>
                          <a:pt x="1991" y="912"/>
                        </a:cubicBezTo>
                        <a:cubicBezTo>
                          <a:pt x="1983" y="912"/>
                          <a:pt x="1976" y="913"/>
                          <a:pt x="1969" y="913"/>
                        </a:cubicBezTo>
                        <a:cubicBezTo>
                          <a:pt x="1963" y="913"/>
                          <a:pt x="1958" y="913"/>
                          <a:pt x="1952" y="913"/>
                        </a:cubicBezTo>
                        <a:cubicBezTo>
                          <a:pt x="1848" y="913"/>
                          <a:pt x="1751" y="970"/>
                          <a:pt x="1702" y="1063"/>
                        </a:cubicBezTo>
                        <a:cubicBezTo>
                          <a:pt x="1641" y="997"/>
                          <a:pt x="1562" y="967"/>
                          <a:pt x="1484" y="967"/>
                        </a:cubicBezTo>
                        <a:cubicBezTo>
                          <a:pt x="1353" y="967"/>
                          <a:pt x="1226" y="1053"/>
                          <a:pt x="1193" y="1200"/>
                        </a:cubicBezTo>
                        <a:cubicBezTo>
                          <a:pt x="1180" y="1187"/>
                          <a:pt x="1167" y="1174"/>
                          <a:pt x="1148" y="1161"/>
                        </a:cubicBezTo>
                        <a:cubicBezTo>
                          <a:pt x="1193" y="1115"/>
                          <a:pt x="1219" y="1057"/>
                          <a:pt x="1219" y="991"/>
                        </a:cubicBezTo>
                        <a:cubicBezTo>
                          <a:pt x="1213" y="832"/>
                          <a:pt x="1082" y="704"/>
                          <a:pt x="919" y="704"/>
                        </a:cubicBezTo>
                        <a:cubicBezTo>
                          <a:pt x="915" y="704"/>
                          <a:pt x="911" y="704"/>
                          <a:pt x="906" y="705"/>
                        </a:cubicBezTo>
                        <a:lnTo>
                          <a:pt x="880" y="705"/>
                        </a:lnTo>
                        <a:cubicBezTo>
                          <a:pt x="871" y="704"/>
                          <a:pt x="861" y="703"/>
                          <a:pt x="852" y="703"/>
                        </a:cubicBezTo>
                        <a:cubicBezTo>
                          <a:pt x="573" y="703"/>
                          <a:pt x="458" y="1075"/>
                          <a:pt x="704" y="1233"/>
                        </a:cubicBezTo>
                        <a:cubicBezTo>
                          <a:pt x="672" y="1278"/>
                          <a:pt x="652" y="1337"/>
                          <a:pt x="652" y="1396"/>
                        </a:cubicBezTo>
                        <a:lnTo>
                          <a:pt x="652" y="1422"/>
                        </a:lnTo>
                        <a:cubicBezTo>
                          <a:pt x="652" y="1513"/>
                          <a:pt x="691" y="1598"/>
                          <a:pt x="757" y="1656"/>
                        </a:cubicBezTo>
                        <a:lnTo>
                          <a:pt x="743" y="1656"/>
                        </a:lnTo>
                        <a:cubicBezTo>
                          <a:pt x="672" y="1656"/>
                          <a:pt x="607" y="1682"/>
                          <a:pt x="554" y="1734"/>
                        </a:cubicBezTo>
                        <a:cubicBezTo>
                          <a:pt x="522" y="1767"/>
                          <a:pt x="496" y="1813"/>
                          <a:pt x="483" y="1852"/>
                        </a:cubicBezTo>
                        <a:cubicBezTo>
                          <a:pt x="483" y="1865"/>
                          <a:pt x="535" y="1878"/>
                          <a:pt x="528" y="1891"/>
                        </a:cubicBezTo>
                        <a:lnTo>
                          <a:pt x="489" y="1871"/>
                        </a:lnTo>
                        <a:cubicBezTo>
                          <a:pt x="0" y="1871"/>
                          <a:pt x="0" y="2406"/>
                          <a:pt x="489" y="2406"/>
                        </a:cubicBezTo>
                        <a:cubicBezTo>
                          <a:pt x="489" y="2406"/>
                          <a:pt x="652" y="2321"/>
                          <a:pt x="678" y="2223"/>
                        </a:cubicBezTo>
                        <a:cubicBezTo>
                          <a:pt x="704" y="2236"/>
                          <a:pt x="730" y="2249"/>
                          <a:pt x="763" y="2249"/>
                        </a:cubicBezTo>
                        <a:cubicBezTo>
                          <a:pt x="867" y="2249"/>
                          <a:pt x="965" y="2178"/>
                          <a:pt x="998" y="2073"/>
                        </a:cubicBezTo>
                        <a:cubicBezTo>
                          <a:pt x="1024" y="2021"/>
                          <a:pt x="1030" y="1956"/>
                          <a:pt x="1024" y="1897"/>
                        </a:cubicBezTo>
                        <a:lnTo>
                          <a:pt x="1024" y="1897"/>
                        </a:lnTo>
                        <a:cubicBezTo>
                          <a:pt x="1037" y="1910"/>
                          <a:pt x="1063" y="1917"/>
                          <a:pt x="1082" y="1930"/>
                        </a:cubicBezTo>
                        <a:cubicBezTo>
                          <a:pt x="1141" y="1989"/>
                          <a:pt x="1219" y="2028"/>
                          <a:pt x="1304" y="2028"/>
                        </a:cubicBezTo>
                        <a:cubicBezTo>
                          <a:pt x="1343" y="2028"/>
                          <a:pt x="1376" y="2021"/>
                          <a:pt x="1408" y="2008"/>
                        </a:cubicBezTo>
                        <a:cubicBezTo>
                          <a:pt x="1433" y="2167"/>
                          <a:pt x="1568" y="2264"/>
                          <a:pt x="1705" y="2264"/>
                        </a:cubicBezTo>
                        <a:cubicBezTo>
                          <a:pt x="1783" y="2264"/>
                          <a:pt x="1862" y="2233"/>
                          <a:pt x="1923" y="2165"/>
                        </a:cubicBezTo>
                        <a:cubicBezTo>
                          <a:pt x="1973" y="2264"/>
                          <a:pt x="2069" y="2321"/>
                          <a:pt x="2168" y="2321"/>
                        </a:cubicBezTo>
                        <a:cubicBezTo>
                          <a:pt x="2173" y="2321"/>
                          <a:pt x="2179" y="2321"/>
                          <a:pt x="2184" y="2321"/>
                        </a:cubicBezTo>
                        <a:cubicBezTo>
                          <a:pt x="2249" y="2321"/>
                          <a:pt x="2308" y="2308"/>
                          <a:pt x="2360" y="2269"/>
                        </a:cubicBezTo>
                        <a:cubicBezTo>
                          <a:pt x="2428" y="2250"/>
                          <a:pt x="2498" y="2241"/>
                          <a:pt x="2567" y="2241"/>
                        </a:cubicBezTo>
                        <a:cubicBezTo>
                          <a:pt x="2787" y="2241"/>
                          <a:pt x="3001" y="2333"/>
                          <a:pt x="3155" y="2497"/>
                        </a:cubicBezTo>
                        <a:cubicBezTo>
                          <a:pt x="3161" y="2497"/>
                          <a:pt x="3166" y="2498"/>
                          <a:pt x="3171" y="2498"/>
                        </a:cubicBezTo>
                        <a:cubicBezTo>
                          <a:pt x="3263" y="2498"/>
                          <a:pt x="3347" y="2447"/>
                          <a:pt x="3396" y="2373"/>
                        </a:cubicBezTo>
                        <a:cubicBezTo>
                          <a:pt x="3455" y="2419"/>
                          <a:pt x="3520" y="2438"/>
                          <a:pt x="3592" y="2438"/>
                        </a:cubicBezTo>
                        <a:cubicBezTo>
                          <a:pt x="3599" y="2439"/>
                          <a:pt x="3606" y="2439"/>
                          <a:pt x="3613" y="2439"/>
                        </a:cubicBezTo>
                        <a:cubicBezTo>
                          <a:pt x="3689" y="2439"/>
                          <a:pt x="3759" y="2407"/>
                          <a:pt x="3807" y="2354"/>
                        </a:cubicBezTo>
                        <a:cubicBezTo>
                          <a:pt x="3865" y="2425"/>
                          <a:pt x="3957" y="2471"/>
                          <a:pt x="4048" y="2471"/>
                        </a:cubicBezTo>
                        <a:cubicBezTo>
                          <a:pt x="4107" y="2471"/>
                          <a:pt x="4165" y="2451"/>
                          <a:pt x="4217" y="2425"/>
                        </a:cubicBezTo>
                        <a:cubicBezTo>
                          <a:pt x="4263" y="2399"/>
                          <a:pt x="4296" y="2367"/>
                          <a:pt x="4322" y="2328"/>
                        </a:cubicBezTo>
                        <a:cubicBezTo>
                          <a:pt x="4335" y="2334"/>
                          <a:pt x="4341" y="2341"/>
                          <a:pt x="4348" y="2354"/>
                        </a:cubicBezTo>
                        <a:cubicBezTo>
                          <a:pt x="4289" y="2419"/>
                          <a:pt x="4256" y="2503"/>
                          <a:pt x="4263" y="2588"/>
                        </a:cubicBezTo>
                        <a:cubicBezTo>
                          <a:pt x="4152" y="2595"/>
                          <a:pt x="4054" y="2673"/>
                          <a:pt x="4022" y="2777"/>
                        </a:cubicBezTo>
                        <a:cubicBezTo>
                          <a:pt x="3970" y="2745"/>
                          <a:pt x="3918" y="2732"/>
                          <a:pt x="3859" y="2732"/>
                        </a:cubicBezTo>
                        <a:lnTo>
                          <a:pt x="3820" y="2732"/>
                        </a:lnTo>
                        <a:cubicBezTo>
                          <a:pt x="3774" y="2712"/>
                          <a:pt x="3729" y="2699"/>
                          <a:pt x="3683" y="2699"/>
                        </a:cubicBezTo>
                        <a:cubicBezTo>
                          <a:pt x="3585" y="2699"/>
                          <a:pt x="3494" y="2745"/>
                          <a:pt x="3435" y="2829"/>
                        </a:cubicBezTo>
                        <a:cubicBezTo>
                          <a:pt x="3390" y="2803"/>
                          <a:pt x="3337" y="2790"/>
                          <a:pt x="3285" y="2790"/>
                        </a:cubicBezTo>
                        <a:cubicBezTo>
                          <a:pt x="3227" y="2790"/>
                          <a:pt x="3168" y="2803"/>
                          <a:pt x="3122" y="2836"/>
                        </a:cubicBezTo>
                        <a:cubicBezTo>
                          <a:pt x="3068" y="2769"/>
                          <a:pt x="2991" y="2731"/>
                          <a:pt x="2913" y="2731"/>
                        </a:cubicBezTo>
                        <a:cubicBezTo>
                          <a:pt x="2907" y="2731"/>
                          <a:pt x="2900" y="2731"/>
                          <a:pt x="2894" y="2732"/>
                        </a:cubicBezTo>
                        <a:cubicBezTo>
                          <a:pt x="2829" y="2732"/>
                          <a:pt x="2770" y="2745"/>
                          <a:pt x="2718" y="2784"/>
                        </a:cubicBezTo>
                        <a:cubicBezTo>
                          <a:pt x="2675" y="2678"/>
                          <a:pt x="2578" y="2614"/>
                          <a:pt x="2467" y="2614"/>
                        </a:cubicBezTo>
                        <a:cubicBezTo>
                          <a:pt x="2462" y="2614"/>
                          <a:pt x="2456" y="2614"/>
                          <a:pt x="2451" y="2614"/>
                        </a:cubicBezTo>
                        <a:cubicBezTo>
                          <a:pt x="2438" y="2613"/>
                          <a:pt x="2425" y="2612"/>
                          <a:pt x="2411" y="2612"/>
                        </a:cubicBezTo>
                        <a:cubicBezTo>
                          <a:pt x="2370" y="2612"/>
                          <a:pt x="2327" y="2619"/>
                          <a:pt x="2288" y="2634"/>
                        </a:cubicBezTo>
                        <a:cubicBezTo>
                          <a:pt x="2236" y="2562"/>
                          <a:pt x="2151" y="2517"/>
                          <a:pt x="2060" y="2503"/>
                        </a:cubicBezTo>
                        <a:lnTo>
                          <a:pt x="2034" y="2503"/>
                        </a:lnTo>
                        <a:cubicBezTo>
                          <a:pt x="1982" y="2510"/>
                          <a:pt x="1936" y="2536"/>
                          <a:pt x="1891" y="2562"/>
                        </a:cubicBezTo>
                        <a:cubicBezTo>
                          <a:pt x="1849" y="2461"/>
                          <a:pt x="1752" y="2398"/>
                          <a:pt x="1647" y="2398"/>
                        </a:cubicBezTo>
                        <a:cubicBezTo>
                          <a:pt x="1637" y="2398"/>
                          <a:pt x="1627" y="2398"/>
                          <a:pt x="1617" y="2399"/>
                        </a:cubicBezTo>
                        <a:cubicBezTo>
                          <a:pt x="1545" y="2399"/>
                          <a:pt x="1480" y="2425"/>
                          <a:pt x="1421" y="2477"/>
                        </a:cubicBezTo>
                        <a:cubicBezTo>
                          <a:pt x="1376" y="2451"/>
                          <a:pt x="1324" y="2438"/>
                          <a:pt x="1265" y="2438"/>
                        </a:cubicBezTo>
                        <a:cubicBezTo>
                          <a:pt x="1219" y="2438"/>
                          <a:pt x="1174" y="2445"/>
                          <a:pt x="1135" y="2451"/>
                        </a:cubicBezTo>
                        <a:cubicBezTo>
                          <a:pt x="1089" y="2360"/>
                          <a:pt x="985" y="2295"/>
                          <a:pt x="822" y="2295"/>
                        </a:cubicBezTo>
                        <a:cubicBezTo>
                          <a:pt x="496" y="2295"/>
                          <a:pt x="496" y="2914"/>
                          <a:pt x="822" y="2914"/>
                        </a:cubicBezTo>
                        <a:cubicBezTo>
                          <a:pt x="867" y="2908"/>
                          <a:pt x="913" y="2908"/>
                          <a:pt x="959" y="2901"/>
                        </a:cubicBezTo>
                        <a:cubicBezTo>
                          <a:pt x="972" y="2927"/>
                          <a:pt x="1011" y="2953"/>
                          <a:pt x="1037" y="2979"/>
                        </a:cubicBezTo>
                        <a:cubicBezTo>
                          <a:pt x="1069" y="3071"/>
                          <a:pt x="1141" y="3142"/>
                          <a:pt x="1226" y="3181"/>
                        </a:cubicBezTo>
                        <a:cubicBezTo>
                          <a:pt x="1275" y="3268"/>
                          <a:pt x="1372" y="3325"/>
                          <a:pt x="1471" y="3325"/>
                        </a:cubicBezTo>
                        <a:cubicBezTo>
                          <a:pt x="1476" y="3325"/>
                          <a:pt x="1481" y="3325"/>
                          <a:pt x="1486" y="3325"/>
                        </a:cubicBezTo>
                        <a:lnTo>
                          <a:pt x="1500" y="3325"/>
                        </a:lnTo>
                        <a:cubicBezTo>
                          <a:pt x="1480" y="3497"/>
                          <a:pt x="1611" y="3651"/>
                          <a:pt x="1788" y="3651"/>
                        </a:cubicBezTo>
                        <a:cubicBezTo>
                          <a:pt x="1792" y="3651"/>
                          <a:pt x="1796" y="3651"/>
                          <a:pt x="1799" y="3651"/>
                        </a:cubicBezTo>
                        <a:cubicBezTo>
                          <a:pt x="1851" y="3651"/>
                          <a:pt x="1904" y="3638"/>
                          <a:pt x="1949" y="3611"/>
                        </a:cubicBezTo>
                        <a:cubicBezTo>
                          <a:pt x="1989" y="3748"/>
                          <a:pt x="2113" y="3827"/>
                          <a:pt x="2241" y="3827"/>
                        </a:cubicBezTo>
                        <a:cubicBezTo>
                          <a:pt x="2321" y="3827"/>
                          <a:pt x="2401" y="3796"/>
                          <a:pt x="2464" y="3729"/>
                        </a:cubicBezTo>
                        <a:cubicBezTo>
                          <a:pt x="2508" y="3822"/>
                          <a:pt x="2605" y="3886"/>
                          <a:pt x="2710" y="3886"/>
                        </a:cubicBezTo>
                        <a:cubicBezTo>
                          <a:pt x="2715" y="3886"/>
                          <a:pt x="2720" y="3886"/>
                          <a:pt x="2725" y="3885"/>
                        </a:cubicBezTo>
                        <a:cubicBezTo>
                          <a:pt x="2777" y="3885"/>
                          <a:pt x="2829" y="3872"/>
                          <a:pt x="2875" y="3846"/>
                        </a:cubicBezTo>
                        <a:cubicBezTo>
                          <a:pt x="2888" y="3905"/>
                          <a:pt x="2914" y="3957"/>
                          <a:pt x="2959" y="4003"/>
                        </a:cubicBezTo>
                        <a:lnTo>
                          <a:pt x="3018" y="4061"/>
                        </a:lnTo>
                        <a:cubicBezTo>
                          <a:pt x="3083" y="4120"/>
                          <a:pt x="3166" y="4149"/>
                          <a:pt x="3250" y="4149"/>
                        </a:cubicBezTo>
                        <a:cubicBezTo>
                          <a:pt x="3334" y="4149"/>
                          <a:pt x="3419" y="4120"/>
                          <a:pt x="3487" y="4061"/>
                        </a:cubicBezTo>
                        <a:cubicBezTo>
                          <a:pt x="3533" y="4126"/>
                          <a:pt x="3598" y="4178"/>
                          <a:pt x="3761" y="4178"/>
                        </a:cubicBezTo>
                        <a:cubicBezTo>
                          <a:pt x="4087" y="4178"/>
                          <a:pt x="4087" y="3559"/>
                          <a:pt x="3761" y="3559"/>
                        </a:cubicBezTo>
                        <a:cubicBezTo>
                          <a:pt x="3598" y="3559"/>
                          <a:pt x="3559" y="3592"/>
                          <a:pt x="3513" y="3644"/>
                        </a:cubicBezTo>
                        <a:cubicBezTo>
                          <a:pt x="3507" y="3638"/>
                          <a:pt x="3481" y="3631"/>
                          <a:pt x="3468" y="3618"/>
                        </a:cubicBezTo>
                        <a:lnTo>
                          <a:pt x="3403" y="3559"/>
                        </a:lnTo>
                        <a:cubicBezTo>
                          <a:pt x="3342" y="3502"/>
                          <a:pt x="3263" y="3472"/>
                          <a:pt x="3184" y="3472"/>
                        </a:cubicBezTo>
                        <a:cubicBezTo>
                          <a:pt x="3127" y="3472"/>
                          <a:pt x="3070" y="3488"/>
                          <a:pt x="3018" y="3520"/>
                        </a:cubicBezTo>
                        <a:cubicBezTo>
                          <a:pt x="3005" y="3455"/>
                          <a:pt x="2979" y="3403"/>
                          <a:pt x="2940" y="3357"/>
                        </a:cubicBezTo>
                        <a:cubicBezTo>
                          <a:pt x="2979" y="3351"/>
                          <a:pt x="3025" y="3338"/>
                          <a:pt x="3064" y="3312"/>
                        </a:cubicBezTo>
                        <a:cubicBezTo>
                          <a:pt x="3125" y="3383"/>
                          <a:pt x="3209" y="3417"/>
                          <a:pt x="3292" y="3417"/>
                        </a:cubicBezTo>
                        <a:cubicBezTo>
                          <a:pt x="3385" y="3417"/>
                          <a:pt x="3478" y="3374"/>
                          <a:pt x="3540" y="3292"/>
                        </a:cubicBezTo>
                        <a:cubicBezTo>
                          <a:pt x="3585" y="3318"/>
                          <a:pt x="3637" y="3331"/>
                          <a:pt x="3689" y="3331"/>
                        </a:cubicBezTo>
                        <a:lnTo>
                          <a:pt x="3729" y="3331"/>
                        </a:lnTo>
                        <a:cubicBezTo>
                          <a:pt x="3768" y="3351"/>
                          <a:pt x="3820" y="3357"/>
                          <a:pt x="3865" y="3357"/>
                        </a:cubicBezTo>
                        <a:cubicBezTo>
                          <a:pt x="3870" y="3358"/>
                          <a:pt x="3875" y="3358"/>
                          <a:pt x="3880" y="3358"/>
                        </a:cubicBezTo>
                        <a:cubicBezTo>
                          <a:pt x="3998" y="3358"/>
                          <a:pt x="4102" y="3281"/>
                          <a:pt x="4146" y="3168"/>
                        </a:cubicBezTo>
                        <a:cubicBezTo>
                          <a:pt x="4191" y="3201"/>
                          <a:pt x="4250" y="3214"/>
                          <a:pt x="4309" y="3214"/>
                        </a:cubicBezTo>
                        <a:cubicBezTo>
                          <a:pt x="4485" y="3214"/>
                          <a:pt x="4621" y="3064"/>
                          <a:pt x="4602" y="2888"/>
                        </a:cubicBezTo>
                        <a:cubicBezTo>
                          <a:pt x="4758" y="2875"/>
                          <a:pt x="4876" y="2738"/>
                          <a:pt x="4869" y="2582"/>
                        </a:cubicBezTo>
                        <a:lnTo>
                          <a:pt x="4869" y="2582"/>
                        </a:lnTo>
                        <a:cubicBezTo>
                          <a:pt x="4902" y="2588"/>
                          <a:pt x="4934" y="2595"/>
                          <a:pt x="4967" y="2595"/>
                        </a:cubicBezTo>
                        <a:cubicBezTo>
                          <a:pt x="5221" y="2595"/>
                          <a:pt x="5312" y="2334"/>
                          <a:pt x="5241" y="2152"/>
                        </a:cubicBezTo>
                        <a:cubicBezTo>
                          <a:pt x="5619" y="2132"/>
                          <a:pt x="5619" y="1526"/>
                          <a:pt x="5228" y="1526"/>
                        </a:cubicBezTo>
                        <a:cubicBezTo>
                          <a:pt x="5156" y="1526"/>
                          <a:pt x="5084" y="1552"/>
                          <a:pt x="5032" y="1598"/>
                        </a:cubicBezTo>
                        <a:cubicBezTo>
                          <a:pt x="4999" y="1585"/>
                          <a:pt x="4967" y="1578"/>
                          <a:pt x="4934" y="1571"/>
                        </a:cubicBezTo>
                        <a:cubicBezTo>
                          <a:pt x="4947" y="1539"/>
                          <a:pt x="4895" y="1506"/>
                          <a:pt x="4895" y="1474"/>
                        </a:cubicBezTo>
                        <a:lnTo>
                          <a:pt x="4895" y="1435"/>
                        </a:lnTo>
                        <a:cubicBezTo>
                          <a:pt x="4895" y="1337"/>
                          <a:pt x="4895" y="1246"/>
                          <a:pt x="4817" y="1200"/>
                        </a:cubicBezTo>
                        <a:cubicBezTo>
                          <a:pt x="4823" y="1187"/>
                          <a:pt x="4850" y="1167"/>
                          <a:pt x="4856" y="1154"/>
                        </a:cubicBezTo>
                        <a:cubicBezTo>
                          <a:pt x="4902" y="1167"/>
                          <a:pt x="4947" y="1174"/>
                          <a:pt x="4993" y="1174"/>
                        </a:cubicBezTo>
                        <a:cubicBezTo>
                          <a:pt x="5013" y="1174"/>
                          <a:pt x="4999" y="1174"/>
                          <a:pt x="5019" y="1167"/>
                        </a:cubicBezTo>
                        <a:cubicBezTo>
                          <a:pt x="5052" y="1265"/>
                          <a:pt x="5221" y="1343"/>
                          <a:pt x="5221" y="1343"/>
                        </a:cubicBezTo>
                        <a:cubicBezTo>
                          <a:pt x="5710" y="1343"/>
                          <a:pt x="5710" y="815"/>
                          <a:pt x="5221" y="815"/>
                        </a:cubicBezTo>
                        <a:lnTo>
                          <a:pt x="5254" y="815"/>
                        </a:lnTo>
                        <a:cubicBezTo>
                          <a:pt x="5254" y="724"/>
                          <a:pt x="5202" y="633"/>
                          <a:pt x="5117" y="587"/>
                        </a:cubicBezTo>
                        <a:cubicBezTo>
                          <a:pt x="5371" y="464"/>
                          <a:pt x="5338" y="1"/>
                          <a:pt x="4993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38" name="Google Shape;6638;p69"/>
                  <p:cNvSpPr/>
                  <p:nvPr/>
                </p:nvSpPr>
                <p:spPr>
                  <a:xfrm>
                    <a:off x="4115128" y="2184851"/>
                    <a:ext cx="197334" cy="171254"/>
                  </a:xfrm>
                  <a:custGeom>
                    <a:rect b="b" l="l" r="r" t="t"/>
                    <a:pathLst>
                      <a:path extrusionOk="0" h="6783" w="7816">
                        <a:moveTo>
                          <a:pt x="6878" y="1"/>
                        </a:moveTo>
                        <a:cubicBezTo>
                          <a:pt x="6713" y="1"/>
                          <a:pt x="6550" y="89"/>
                          <a:pt x="6466" y="254"/>
                        </a:cubicBezTo>
                        <a:cubicBezTo>
                          <a:pt x="6382" y="154"/>
                          <a:pt x="6256" y="100"/>
                          <a:pt x="6129" y="100"/>
                        </a:cubicBezTo>
                        <a:cubicBezTo>
                          <a:pt x="6089" y="100"/>
                          <a:pt x="6049" y="106"/>
                          <a:pt x="6010" y="117"/>
                        </a:cubicBezTo>
                        <a:cubicBezTo>
                          <a:pt x="5847" y="169"/>
                          <a:pt x="5723" y="299"/>
                          <a:pt x="5684" y="469"/>
                        </a:cubicBezTo>
                        <a:lnTo>
                          <a:pt x="5677" y="462"/>
                        </a:lnTo>
                        <a:cubicBezTo>
                          <a:pt x="5603" y="418"/>
                          <a:pt x="5521" y="397"/>
                          <a:pt x="5441" y="397"/>
                        </a:cubicBezTo>
                        <a:cubicBezTo>
                          <a:pt x="5284" y="397"/>
                          <a:pt x="5132" y="478"/>
                          <a:pt x="5045" y="625"/>
                        </a:cubicBezTo>
                        <a:cubicBezTo>
                          <a:pt x="5045" y="632"/>
                          <a:pt x="5039" y="638"/>
                          <a:pt x="5032" y="651"/>
                        </a:cubicBezTo>
                        <a:cubicBezTo>
                          <a:pt x="4977" y="629"/>
                          <a:pt x="4920" y="619"/>
                          <a:pt x="4865" y="619"/>
                        </a:cubicBezTo>
                        <a:cubicBezTo>
                          <a:pt x="4660" y="619"/>
                          <a:pt x="4472" y="761"/>
                          <a:pt x="4426" y="977"/>
                        </a:cubicBezTo>
                        <a:cubicBezTo>
                          <a:pt x="4361" y="938"/>
                          <a:pt x="4283" y="912"/>
                          <a:pt x="4204" y="912"/>
                        </a:cubicBezTo>
                        <a:cubicBezTo>
                          <a:pt x="4146" y="1057"/>
                          <a:pt x="4012" y="1133"/>
                          <a:pt x="3876" y="1133"/>
                        </a:cubicBezTo>
                        <a:cubicBezTo>
                          <a:pt x="3767" y="1133"/>
                          <a:pt x="3658" y="1085"/>
                          <a:pt x="3585" y="984"/>
                        </a:cubicBezTo>
                        <a:cubicBezTo>
                          <a:pt x="3547" y="973"/>
                          <a:pt x="3507" y="968"/>
                          <a:pt x="3468" y="968"/>
                        </a:cubicBezTo>
                        <a:cubicBezTo>
                          <a:pt x="3309" y="968"/>
                          <a:pt x="3153" y="1050"/>
                          <a:pt x="3064" y="1186"/>
                        </a:cubicBezTo>
                        <a:cubicBezTo>
                          <a:pt x="3005" y="1114"/>
                          <a:pt x="2921" y="1055"/>
                          <a:pt x="2829" y="1029"/>
                        </a:cubicBezTo>
                        <a:cubicBezTo>
                          <a:pt x="2790" y="1020"/>
                          <a:pt x="2750" y="1016"/>
                          <a:pt x="2711" y="1016"/>
                        </a:cubicBezTo>
                        <a:cubicBezTo>
                          <a:pt x="2581" y="1016"/>
                          <a:pt x="2457" y="1065"/>
                          <a:pt x="2367" y="1160"/>
                        </a:cubicBezTo>
                        <a:cubicBezTo>
                          <a:pt x="2280" y="1020"/>
                          <a:pt x="2132" y="940"/>
                          <a:pt x="1977" y="940"/>
                        </a:cubicBezTo>
                        <a:cubicBezTo>
                          <a:pt x="1922" y="940"/>
                          <a:pt x="1867" y="950"/>
                          <a:pt x="1813" y="970"/>
                        </a:cubicBezTo>
                        <a:cubicBezTo>
                          <a:pt x="1767" y="788"/>
                          <a:pt x="1656" y="638"/>
                          <a:pt x="1500" y="534"/>
                        </a:cubicBezTo>
                        <a:cubicBezTo>
                          <a:pt x="1417" y="486"/>
                          <a:pt x="1329" y="465"/>
                          <a:pt x="1242" y="465"/>
                        </a:cubicBezTo>
                        <a:cubicBezTo>
                          <a:pt x="1020" y="465"/>
                          <a:pt x="802" y="603"/>
                          <a:pt x="685" y="795"/>
                        </a:cubicBezTo>
                        <a:cubicBezTo>
                          <a:pt x="581" y="997"/>
                          <a:pt x="542" y="1225"/>
                          <a:pt x="581" y="1453"/>
                        </a:cubicBezTo>
                        <a:cubicBezTo>
                          <a:pt x="561" y="1453"/>
                          <a:pt x="542" y="1466"/>
                          <a:pt x="529" y="1472"/>
                        </a:cubicBezTo>
                        <a:cubicBezTo>
                          <a:pt x="385" y="1557"/>
                          <a:pt x="294" y="1707"/>
                          <a:pt x="294" y="1876"/>
                        </a:cubicBezTo>
                        <a:cubicBezTo>
                          <a:pt x="307" y="1981"/>
                          <a:pt x="333" y="2085"/>
                          <a:pt x="379" y="2183"/>
                        </a:cubicBezTo>
                        <a:cubicBezTo>
                          <a:pt x="164" y="2228"/>
                          <a:pt x="7" y="2417"/>
                          <a:pt x="7" y="2639"/>
                        </a:cubicBezTo>
                        <a:cubicBezTo>
                          <a:pt x="1" y="2841"/>
                          <a:pt x="138" y="3024"/>
                          <a:pt x="340" y="3076"/>
                        </a:cubicBezTo>
                        <a:cubicBezTo>
                          <a:pt x="177" y="3160"/>
                          <a:pt x="79" y="3323"/>
                          <a:pt x="79" y="3506"/>
                        </a:cubicBezTo>
                        <a:cubicBezTo>
                          <a:pt x="79" y="3701"/>
                          <a:pt x="196" y="3871"/>
                          <a:pt x="372" y="3949"/>
                        </a:cubicBezTo>
                        <a:cubicBezTo>
                          <a:pt x="216" y="4060"/>
                          <a:pt x="144" y="4255"/>
                          <a:pt x="196" y="4444"/>
                        </a:cubicBezTo>
                        <a:cubicBezTo>
                          <a:pt x="248" y="4620"/>
                          <a:pt x="398" y="4757"/>
                          <a:pt x="581" y="4783"/>
                        </a:cubicBezTo>
                        <a:cubicBezTo>
                          <a:pt x="418" y="4933"/>
                          <a:pt x="379" y="5181"/>
                          <a:pt x="489" y="5370"/>
                        </a:cubicBezTo>
                        <a:cubicBezTo>
                          <a:pt x="568" y="5510"/>
                          <a:pt x="716" y="5593"/>
                          <a:pt x="872" y="5593"/>
                        </a:cubicBezTo>
                        <a:cubicBezTo>
                          <a:pt x="884" y="5593"/>
                          <a:pt x="895" y="5592"/>
                          <a:pt x="907" y="5591"/>
                        </a:cubicBezTo>
                        <a:lnTo>
                          <a:pt x="907" y="5591"/>
                        </a:lnTo>
                        <a:cubicBezTo>
                          <a:pt x="887" y="5702"/>
                          <a:pt x="900" y="5820"/>
                          <a:pt x="959" y="5917"/>
                        </a:cubicBezTo>
                        <a:cubicBezTo>
                          <a:pt x="1017" y="6022"/>
                          <a:pt x="1115" y="6100"/>
                          <a:pt x="1232" y="6132"/>
                        </a:cubicBezTo>
                        <a:cubicBezTo>
                          <a:pt x="1272" y="6141"/>
                          <a:pt x="1311" y="6145"/>
                          <a:pt x="1350" y="6145"/>
                        </a:cubicBezTo>
                        <a:cubicBezTo>
                          <a:pt x="1433" y="6145"/>
                          <a:pt x="1515" y="6125"/>
                          <a:pt x="1591" y="6080"/>
                        </a:cubicBezTo>
                        <a:cubicBezTo>
                          <a:pt x="1734" y="6022"/>
                          <a:pt x="1865" y="5937"/>
                          <a:pt x="1982" y="5839"/>
                        </a:cubicBezTo>
                        <a:cubicBezTo>
                          <a:pt x="2164" y="5657"/>
                          <a:pt x="2164" y="5363"/>
                          <a:pt x="1982" y="5181"/>
                        </a:cubicBezTo>
                        <a:cubicBezTo>
                          <a:pt x="1923" y="5122"/>
                          <a:pt x="1852" y="5083"/>
                          <a:pt x="1773" y="5064"/>
                        </a:cubicBezTo>
                        <a:cubicBezTo>
                          <a:pt x="1845" y="4927"/>
                          <a:pt x="1839" y="4764"/>
                          <a:pt x="1760" y="4633"/>
                        </a:cubicBezTo>
                        <a:cubicBezTo>
                          <a:pt x="1708" y="4549"/>
                          <a:pt x="1630" y="4483"/>
                          <a:pt x="1539" y="4444"/>
                        </a:cubicBezTo>
                        <a:cubicBezTo>
                          <a:pt x="1597" y="4340"/>
                          <a:pt x="1610" y="4216"/>
                          <a:pt x="1584" y="4099"/>
                        </a:cubicBezTo>
                        <a:cubicBezTo>
                          <a:pt x="1545" y="3962"/>
                          <a:pt x="1441" y="3851"/>
                          <a:pt x="1311" y="3806"/>
                        </a:cubicBezTo>
                        <a:cubicBezTo>
                          <a:pt x="1552" y="3630"/>
                          <a:pt x="1565" y="3271"/>
                          <a:pt x="1337" y="3082"/>
                        </a:cubicBezTo>
                        <a:cubicBezTo>
                          <a:pt x="1637" y="2939"/>
                          <a:pt x="1689" y="2535"/>
                          <a:pt x="1441" y="2320"/>
                        </a:cubicBezTo>
                        <a:cubicBezTo>
                          <a:pt x="1487" y="2281"/>
                          <a:pt x="1526" y="2235"/>
                          <a:pt x="1558" y="2183"/>
                        </a:cubicBezTo>
                        <a:cubicBezTo>
                          <a:pt x="1591" y="2124"/>
                          <a:pt x="1610" y="2059"/>
                          <a:pt x="1617" y="1994"/>
                        </a:cubicBezTo>
                        <a:cubicBezTo>
                          <a:pt x="1630" y="1994"/>
                          <a:pt x="1643" y="1987"/>
                          <a:pt x="1650" y="1981"/>
                        </a:cubicBezTo>
                        <a:cubicBezTo>
                          <a:pt x="1689" y="2020"/>
                          <a:pt x="1721" y="2052"/>
                          <a:pt x="1767" y="2078"/>
                        </a:cubicBezTo>
                        <a:cubicBezTo>
                          <a:pt x="1839" y="2120"/>
                          <a:pt x="1919" y="2141"/>
                          <a:pt x="1998" y="2141"/>
                        </a:cubicBezTo>
                        <a:cubicBezTo>
                          <a:pt x="2104" y="2141"/>
                          <a:pt x="2209" y="2104"/>
                          <a:pt x="2295" y="2033"/>
                        </a:cubicBezTo>
                        <a:cubicBezTo>
                          <a:pt x="2301" y="2065"/>
                          <a:pt x="2314" y="2098"/>
                          <a:pt x="2334" y="2131"/>
                        </a:cubicBezTo>
                        <a:cubicBezTo>
                          <a:pt x="2402" y="2283"/>
                          <a:pt x="2563" y="2359"/>
                          <a:pt x="2724" y="2359"/>
                        </a:cubicBezTo>
                        <a:cubicBezTo>
                          <a:pt x="2810" y="2359"/>
                          <a:pt x="2896" y="2337"/>
                          <a:pt x="2966" y="2294"/>
                        </a:cubicBezTo>
                        <a:cubicBezTo>
                          <a:pt x="3057" y="2241"/>
                          <a:pt x="3129" y="2157"/>
                          <a:pt x="3162" y="2059"/>
                        </a:cubicBezTo>
                        <a:cubicBezTo>
                          <a:pt x="3261" y="2184"/>
                          <a:pt x="3402" y="2260"/>
                          <a:pt x="3549" y="2260"/>
                        </a:cubicBezTo>
                        <a:cubicBezTo>
                          <a:pt x="3625" y="2260"/>
                          <a:pt x="3701" y="2240"/>
                          <a:pt x="3774" y="2196"/>
                        </a:cubicBezTo>
                        <a:cubicBezTo>
                          <a:pt x="3866" y="2144"/>
                          <a:pt x="3931" y="2059"/>
                          <a:pt x="3970" y="1961"/>
                        </a:cubicBezTo>
                        <a:cubicBezTo>
                          <a:pt x="3976" y="1968"/>
                          <a:pt x="3976" y="1974"/>
                          <a:pt x="3983" y="1974"/>
                        </a:cubicBezTo>
                        <a:cubicBezTo>
                          <a:pt x="4074" y="2062"/>
                          <a:pt x="4191" y="2106"/>
                          <a:pt x="4309" y="2106"/>
                        </a:cubicBezTo>
                        <a:cubicBezTo>
                          <a:pt x="4426" y="2106"/>
                          <a:pt x="4543" y="2062"/>
                          <a:pt x="4635" y="1974"/>
                        </a:cubicBezTo>
                        <a:cubicBezTo>
                          <a:pt x="4680" y="1935"/>
                          <a:pt x="4713" y="1876"/>
                          <a:pt x="4732" y="1818"/>
                        </a:cubicBezTo>
                        <a:cubicBezTo>
                          <a:pt x="4739" y="1824"/>
                          <a:pt x="4739" y="1824"/>
                          <a:pt x="4745" y="1831"/>
                        </a:cubicBezTo>
                        <a:cubicBezTo>
                          <a:pt x="4847" y="1915"/>
                          <a:pt x="4967" y="1963"/>
                          <a:pt x="5086" y="1963"/>
                        </a:cubicBezTo>
                        <a:cubicBezTo>
                          <a:pt x="5197" y="1963"/>
                          <a:pt x="5306" y="1922"/>
                          <a:pt x="5397" y="1831"/>
                        </a:cubicBezTo>
                        <a:cubicBezTo>
                          <a:pt x="5449" y="1772"/>
                          <a:pt x="5488" y="1707"/>
                          <a:pt x="5508" y="1635"/>
                        </a:cubicBezTo>
                        <a:cubicBezTo>
                          <a:pt x="5554" y="1655"/>
                          <a:pt x="5606" y="1668"/>
                          <a:pt x="5664" y="1668"/>
                        </a:cubicBezTo>
                        <a:cubicBezTo>
                          <a:pt x="5782" y="1668"/>
                          <a:pt x="5899" y="1616"/>
                          <a:pt x="5990" y="1531"/>
                        </a:cubicBezTo>
                        <a:cubicBezTo>
                          <a:pt x="6023" y="1492"/>
                          <a:pt x="6055" y="1453"/>
                          <a:pt x="6075" y="1407"/>
                        </a:cubicBezTo>
                        <a:cubicBezTo>
                          <a:pt x="6158" y="1462"/>
                          <a:pt x="6252" y="1491"/>
                          <a:pt x="6347" y="1491"/>
                        </a:cubicBezTo>
                        <a:cubicBezTo>
                          <a:pt x="6409" y="1491"/>
                          <a:pt x="6472" y="1479"/>
                          <a:pt x="6531" y="1453"/>
                        </a:cubicBezTo>
                        <a:lnTo>
                          <a:pt x="6531" y="1453"/>
                        </a:lnTo>
                        <a:cubicBezTo>
                          <a:pt x="6473" y="1518"/>
                          <a:pt x="6427" y="1590"/>
                          <a:pt x="6407" y="1674"/>
                        </a:cubicBezTo>
                        <a:cubicBezTo>
                          <a:pt x="6368" y="1818"/>
                          <a:pt x="6388" y="1968"/>
                          <a:pt x="6460" y="2092"/>
                        </a:cubicBezTo>
                        <a:cubicBezTo>
                          <a:pt x="6486" y="2137"/>
                          <a:pt x="6525" y="2183"/>
                          <a:pt x="6564" y="2215"/>
                        </a:cubicBezTo>
                        <a:cubicBezTo>
                          <a:pt x="6460" y="2274"/>
                          <a:pt x="6381" y="2372"/>
                          <a:pt x="6349" y="2489"/>
                        </a:cubicBezTo>
                        <a:cubicBezTo>
                          <a:pt x="6323" y="2613"/>
                          <a:pt x="6342" y="2743"/>
                          <a:pt x="6407" y="2854"/>
                        </a:cubicBezTo>
                        <a:cubicBezTo>
                          <a:pt x="6394" y="2867"/>
                          <a:pt x="6381" y="2880"/>
                          <a:pt x="6375" y="2900"/>
                        </a:cubicBezTo>
                        <a:cubicBezTo>
                          <a:pt x="6310" y="3004"/>
                          <a:pt x="6290" y="3134"/>
                          <a:pt x="6329" y="3258"/>
                        </a:cubicBezTo>
                        <a:cubicBezTo>
                          <a:pt x="6336" y="3278"/>
                          <a:pt x="6342" y="3304"/>
                          <a:pt x="6355" y="3323"/>
                        </a:cubicBezTo>
                        <a:cubicBezTo>
                          <a:pt x="6316" y="3349"/>
                          <a:pt x="6277" y="3375"/>
                          <a:pt x="6244" y="3408"/>
                        </a:cubicBezTo>
                        <a:cubicBezTo>
                          <a:pt x="6121" y="3538"/>
                          <a:pt x="6082" y="3734"/>
                          <a:pt x="6147" y="3903"/>
                        </a:cubicBezTo>
                        <a:cubicBezTo>
                          <a:pt x="6075" y="3942"/>
                          <a:pt x="6016" y="4001"/>
                          <a:pt x="5977" y="4066"/>
                        </a:cubicBezTo>
                        <a:cubicBezTo>
                          <a:pt x="5925" y="4158"/>
                          <a:pt x="5906" y="4262"/>
                          <a:pt x="5919" y="4366"/>
                        </a:cubicBezTo>
                        <a:cubicBezTo>
                          <a:pt x="5749" y="4405"/>
                          <a:pt x="5612" y="4536"/>
                          <a:pt x="5560" y="4699"/>
                        </a:cubicBezTo>
                        <a:cubicBezTo>
                          <a:pt x="5528" y="4803"/>
                          <a:pt x="5541" y="4914"/>
                          <a:pt x="5586" y="5005"/>
                        </a:cubicBezTo>
                        <a:cubicBezTo>
                          <a:pt x="5574" y="5004"/>
                          <a:pt x="5562" y="5004"/>
                          <a:pt x="5550" y="5004"/>
                        </a:cubicBezTo>
                        <a:cubicBezTo>
                          <a:pt x="5464" y="5004"/>
                          <a:pt x="5380" y="5024"/>
                          <a:pt x="5306" y="5064"/>
                        </a:cubicBezTo>
                        <a:cubicBezTo>
                          <a:pt x="5221" y="5116"/>
                          <a:pt x="5150" y="5194"/>
                          <a:pt x="5117" y="5285"/>
                        </a:cubicBezTo>
                        <a:cubicBezTo>
                          <a:pt x="5082" y="5277"/>
                          <a:pt x="5048" y="5274"/>
                          <a:pt x="5014" y="5274"/>
                        </a:cubicBezTo>
                        <a:cubicBezTo>
                          <a:pt x="4935" y="5274"/>
                          <a:pt x="4860" y="5294"/>
                          <a:pt x="4791" y="5331"/>
                        </a:cubicBezTo>
                        <a:cubicBezTo>
                          <a:pt x="4752" y="5350"/>
                          <a:pt x="4719" y="5376"/>
                          <a:pt x="4693" y="5409"/>
                        </a:cubicBezTo>
                        <a:cubicBezTo>
                          <a:pt x="4624" y="5374"/>
                          <a:pt x="4546" y="5357"/>
                          <a:pt x="4468" y="5357"/>
                        </a:cubicBezTo>
                        <a:cubicBezTo>
                          <a:pt x="4430" y="5357"/>
                          <a:pt x="4391" y="5361"/>
                          <a:pt x="4354" y="5370"/>
                        </a:cubicBezTo>
                        <a:lnTo>
                          <a:pt x="4335" y="5376"/>
                        </a:lnTo>
                        <a:cubicBezTo>
                          <a:pt x="4270" y="5344"/>
                          <a:pt x="4204" y="5331"/>
                          <a:pt x="4133" y="5331"/>
                        </a:cubicBezTo>
                        <a:cubicBezTo>
                          <a:pt x="3853" y="5344"/>
                          <a:pt x="3559" y="5442"/>
                          <a:pt x="3416" y="5702"/>
                        </a:cubicBezTo>
                        <a:cubicBezTo>
                          <a:pt x="3299" y="5924"/>
                          <a:pt x="3312" y="6191"/>
                          <a:pt x="3448" y="6406"/>
                        </a:cubicBezTo>
                        <a:cubicBezTo>
                          <a:pt x="3540" y="6569"/>
                          <a:pt x="3729" y="6745"/>
                          <a:pt x="3924" y="6771"/>
                        </a:cubicBezTo>
                        <a:cubicBezTo>
                          <a:pt x="3975" y="6778"/>
                          <a:pt x="4028" y="6783"/>
                          <a:pt x="4081" y="6783"/>
                        </a:cubicBezTo>
                        <a:cubicBezTo>
                          <a:pt x="4182" y="6783"/>
                          <a:pt x="4282" y="6764"/>
                          <a:pt x="4367" y="6699"/>
                        </a:cubicBezTo>
                        <a:cubicBezTo>
                          <a:pt x="4380" y="6693"/>
                          <a:pt x="4387" y="6686"/>
                          <a:pt x="4393" y="6680"/>
                        </a:cubicBezTo>
                        <a:cubicBezTo>
                          <a:pt x="4439" y="6693"/>
                          <a:pt x="4485" y="6699"/>
                          <a:pt x="4524" y="6699"/>
                        </a:cubicBezTo>
                        <a:cubicBezTo>
                          <a:pt x="4661" y="6699"/>
                          <a:pt x="4791" y="6641"/>
                          <a:pt x="4876" y="6536"/>
                        </a:cubicBezTo>
                        <a:cubicBezTo>
                          <a:pt x="4908" y="6576"/>
                          <a:pt x="4947" y="6608"/>
                          <a:pt x="4987" y="6628"/>
                        </a:cubicBezTo>
                        <a:cubicBezTo>
                          <a:pt x="5058" y="6672"/>
                          <a:pt x="5141" y="6695"/>
                          <a:pt x="5226" y="6695"/>
                        </a:cubicBezTo>
                        <a:cubicBezTo>
                          <a:pt x="5265" y="6695"/>
                          <a:pt x="5306" y="6690"/>
                          <a:pt x="5345" y="6680"/>
                        </a:cubicBezTo>
                        <a:cubicBezTo>
                          <a:pt x="5508" y="6621"/>
                          <a:pt x="5638" y="6491"/>
                          <a:pt x="5677" y="6315"/>
                        </a:cubicBezTo>
                        <a:cubicBezTo>
                          <a:pt x="5743" y="6354"/>
                          <a:pt x="5814" y="6374"/>
                          <a:pt x="5886" y="6374"/>
                        </a:cubicBezTo>
                        <a:cubicBezTo>
                          <a:pt x="6010" y="6374"/>
                          <a:pt x="6127" y="6321"/>
                          <a:pt x="6212" y="6237"/>
                        </a:cubicBezTo>
                        <a:cubicBezTo>
                          <a:pt x="6349" y="6093"/>
                          <a:pt x="6388" y="5878"/>
                          <a:pt x="6303" y="5689"/>
                        </a:cubicBezTo>
                        <a:lnTo>
                          <a:pt x="6303" y="5689"/>
                        </a:lnTo>
                        <a:cubicBezTo>
                          <a:pt x="6366" y="5717"/>
                          <a:pt x="6433" y="5731"/>
                          <a:pt x="6499" y="5731"/>
                        </a:cubicBezTo>
                        <a:cubicBezTo>
                          <a:pt x="6620" y="5731"/>
                          <a:pt x="6739" y="5686"/>
                          <a:pt x="6831" y="5598"/>
                        </a:cubicBezTo>
                        <a:cubicBezTo>
                          <a:pt x="6968" y="5461"/>
                          <a:pt x="7007" y="5259"/>
                          <a:pt x="6916" y="5083"/>
                        </a:cubicBezTo>
                        <a:cubicBezTo>
                          <a:pt x="7059" y="5057"/>
                          <a:pt x="7176" y="4979"/>
                          <a:pt x="7248" y="4861"/>
                        </a:cubicBezTo>
                        <a:cubicBezTo>
                          <a:pt x="7339" y="4705"/>
                          <a:pt x="7333" y="4516"/>
                          <a:pt x="7229" y="4373"/>
                        </a:cubicBezTo>
                        <a:cubicBezTo>
                          <a:pt x="7281" y="4334"/>
                          <a:pt x="7320" y="4288"/>
                          <a:pt x="7352" y="4236"/>
                        </a:cubicBezTo>
                        <a:cubicBezTo>
                          <a:pt x="7437" y="4092"/>
                          <a:pt x="7431" y="3910"/>
                          <a:pt x="7339" y="3760"/>
                        </a:cubicBezTo>
                        <a:cubicBezTo>
                          <a:pt x="7346" y="3760"/>
                          <a:pt x="7352" y="3760"/>
                          <a:pt x="7359" y="3753"/>
                        </a:cubicBezTo>
                        <a:cubicBezTo>
                          <a:pt x="7574" y="3623"/>
                          <a:pt x="7652" y="3343"/>
                          <a:pt x="7522" y="3121"/>
                        </a:cubicBezTo>
                        <a:cubicBezTo>
                          <a:pt x="7515" y="3108"/>
                          <a:pt x="7502" y="3095"/>
                          <a:pt x="7496" y="3089"/>
                        </a:cubicBezTo>
                        <a:cubicBezTo>
                          <a:pt x="7522" y="3063"/>
                          <a:pt x="7548" y="3030"/>
                          <a:pt x="7568" y="3004"/>
                        </a:cubicBezTo>
                        <a:cubicBezTo>
                          <a:pt x="7633" y="2893"/>
                          <a:pt x="7652" y="2763"/>
                          <a:pt x="7620" y="2645"/>
                        </a:cubicBezTo>
                        <a:cubicBezTo>
                          <a:pt x="7581" y="2528"/>
                          <a:pt x="7509" y="2430"/>
                          <a:pt x="7405" y="2365"/>
                        </a:cubicBezTo>
                        <a:cubicBezTo>
                          <a:pt x="7398" y="2359"/>
                          <a:pt x="7385" y="2352"/>
                          <a:pt x="7379" y="2352"/>
                        </a:cubicBezTo>
                        <a:cubicBezTo>
                          <a:pt x="7815" y="2163"/>
                          <a:pt x="7815" y="1551"/>
                          <a:pt x="7385" y="1362"/>
                        </a:cubicBezTo>
                        <a:cubicBezTo>
                          <a:pt x="7431" y="1166"/>
                          <a:pt x="7346" y="964"/>
                          <a:pt x="7170" y="860"/>
                        </a:cubicBezTo>
                        <a:cubicBezTo>
                          <a:pt x="7190" y="847"/>
                          <a:pt x="7209" y="834"/>
                          <a:pt x="7229" y="821"/>
                        </a:cubicBezTo>
                        <a:cubicBezTo>
                          <a:pt x="7405" y="638"/>
                          <a:pt x="7405" y="345"/>
                          <a:pt x="7229" y="162"/>
                        </a:cubicBezTo>
                        <a:lnTo>
                          <a:pt x="7203" y="136"/>
                        </a:lnTo>
                        <a:cubicBezTo>
                          <a:pt x="7111" y="45"/>
                          <a:pt x="6994" y="1"/>
                          <a:pt x="687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39" name="Google Shape;6639;p69"/>
                  <p:cNvSpPr/>
                  <p:nvPr/>
                </p:nvSpPr>
                <p:spPr>
                  <a:xfrm>
                    <a:off x="4181933" y="2108074"/>
                    <a:ext cx="132322" cy="113765"/>
                  </a:xfrm>
                  <a:custGeom>
                    <a:rect b="b" l="l" r="r" t="t"/>
                    <a:pathLst>
                      <a:path extrusionOk="0" h="4506" w="5241">
                        <a:moveTo>
                          <a:pt x="3079" y="1"/>
                        </a:moveTo>
                        <a:cubicBezTo>
                          <a:pt x="2809" y="1"/>
                          <a:pt x="2497" y="160"/>
                          <a:pt x="2497" y="160"/>
                        </a:cubicBezTo>
                        <a:cubicBezTo>
                          <a:pt x="2451" y="1281"/>
                          <a:pt x="3416" y="1561"/>
                          <a:pt x="2934" y="2786"/>
                        </a:cubicBezTo>
                        <a:cubicBezTo>
                          <a:pt x="2867" y="2954"/>
                          <a:pt x="2770" y="3019"/>
                          <a:pt x="2657" y="3019"/>
                        </a:cubicBezTo>
                        <a:cubicBezTo>
                          <a:pt x="2495" y="3019"/>
                          <a:pt x="2300" y="2884"/>
                          <a:pt x="2119" y="2734"/>
                        </a:cubicBezTo>
                        <a:cubicBezTo>
                          <a:pt x="2015" y="2647"/>
                          <a:pt x="1892" y="2618"/>
                          <a:pt x="1775" y="2618"/>
                        </a:cubicBezTo>
                        <a:cubicBezTo>
                          <a:pt x="1611" y="2618"/>
                          <a:pt x="1458" y="2674"/>
                          <a:pt x="1383" y="2708"/>
                        </a:cubicBezTo>
                        <a:cubicBezTo>
                          <a:pt x="1350" y="2747"/>
                          <a:pt x="1324" y="2786"/>
                          <a:pt x="1311" y="2832"/>
                        </a:cubicBezTo>
                        <a:cubicBezTo>
                          <a:pt x="1304" y="2864"/>
                          <a:pt x="1272" y="2890"/>
                          <a:pt x="1239" y="2890"/>
                        </a:cubicBezTo>
                        <a:lnTo>
                          <a:pt x="1220" y="2890"/>
                        </a:lnTo>
                        <a:cubicBezTo>
                          <a:pt x="1174" y="2877"/>
                          <a:pt x="1154" y="2832"/>
                          <a:pt x="1161" y="2793"/>
                        </a:cubicBezTo>
                        <a:cubicBezTo>
                          <a:pt x="1187" y="2721"/>
                          <a:pt x="1226" y="2649"/>
                          <a:pt x="1278" y="2591"/>
                        </a:cubicBezTo>
                        <a:cubicBezTo>
                          <a:pt x="1232" y="2495"/>
                          <a:pt x="1145" y="2386"/>
                          <a:pt x="975" y="2386"/>
                        </a:cubicBezTo>
                        <a:cubicBezTo>
                          <a:pt x="903" y="2386"/>
                          <a:pt x="816" y="2405"/>
                          <a:pt x="711" y="2454"/>
                        </a:cubicBezTo>
                        <a:cubicBezTo>
                          <a:pt x="1" y="2793"/>
                          <a:pt x="151" y="4057"/>
                          <a:pt x="151" y="4057"/>
                        </a:cubicBezTo>
                        <a:cubicBezTo>
                          <a:pt x="221" y="4154"/>
                          <a:pt x="326" y="4202"/>
                          <a:pt x="431" y="4202"/>
                        </a:cubicBezTo>
                        <a:cubicBezTo>
                          <a:pt x="551" y="4202"/>
                          <a:pt x="671" y="4140"/>
                          <a:pt x="737" y="4018"/>
                        </a:cubicBezTo>
                        <a:lnTo>
                          <a:pt x="1011" y="3190"/>
                        </a:lnTo>
                        <a:cubicBezTo>
                          <a:pt x="1011" y="3190"/>
                          <a:pt x="1018" y="3184"/>
                          <a:pt x="1018" y="3184"/>
                        </a:cubicBezTo>
                        <a:cubicBezTo>
                          <a:pt x="1018" y="3184"/>
                          <a:pt x="1018" y="3177"/>
                          <a:pt x="1024" y="3177"/>
                        </a:cubicBezTo>
                        <a:lnTo>
                          <a:pt x="1024" y="3171"/>
                        </a:lnTo>
                        <a:cubicBezTo>
                          <a:pt x="1024" y="3164"/>
                          <a:pt x="1024" y="3164"/>
                          <a:pt x="1024" y="3164"/>
                        </a:cubicBezTo>
                        <a:lnTo>
                          <a:pt x="1024" y="3158"/>
                        </a:lnTo>
                        <a:lnTo>
                          <a:pt x="1024" y="3151"/>
                        </a:lnTo>
                        <a:lnTo>
                          <a:pt x="1031" y="3145"/>
                        </a:lnTo>
                        <a:lnTo>
                          <a:pt x="1037" y="3138"/>
                        </a:lnTo>
                        <a:lnTo>
                          <a:pt x="1050" y="3138"/>
                        </a:lnTo>
                        <a:lnTo>
                          <a:pt x="1057" y="3132"/>
                        </a:lnTo>
                        <a:lnTo>
                          <a:pt x="1076" y="3132"/>
                        </a:lnTo>
                        <a:cubicBezTo>
                          <a:pt x="1076" y="3132"/>
                          <a:pt x="1128" y="3171"/>
                          <a:pt x="1128" y="3171"/>
                        </a:cubicBezTo>
                        <a:cubicBezTo>
                          <a:pt x="1128" y="3172"/>
                          <a:pt x="1129" y="3173"/>
                          <a:pt x="1129" y="3173"/>
                        </a:cubicBezTo>
                        <a:cubicBezTo>
                          <a:pt x="1131" y="3173"/>
                          <a:pt x="1135" y="3164"/>
                          <a:pt x="1135" y="3164"/>
                        </a:cubicBezTo>
                        <a:cubicBezTo>
                          <a:pt x="1137" y="3166"/>
                          <a:pt x="1138" y="3167"/>
                          <a:pt x="1139" y="3167"/>
                        </a:cubicBezTo>
                        <a:cubicBezTo>
                          <a:pt x="1141" y="3167"/>
                          <a:pt x="1141" y="3164"/>
                          <a:pt x="1141" y="3164"/>
                        </a:cubicBezTo>
                        <a:cubicBezTo>
                          <a:pt x="1148" y="3171"/>
                          <a:pt x="1148" y="3171"/>
                          <a:pt x="1148" y="3177"/>
                        </a:cubicBezTo>
                        <a:lnTo>
                          <a:pt x="1148" y="3184"/>
                        </a:lnTo>
                        <a:cubicBezTo>
                          <a:pt x="1148" y="3184"/>
                          <a:pt x="1148" y="3190"/>
                          <a:pt x="1148" y="3190"/>
                        </a:cubicBezTo>
                        <a:cubicBezTo>
                          <a:pt x="1187" y="3347"/>
                          <a:pt x="1239" y="3503"/>
                          <a:pt x="1311" y="3653"/>
                        </a:cubicBezTo>
                        <a:cubicBezTo>
                          <a:pt x="1487" y="3907"/>
                          <a:pt x="1728" y="4279"/>
                          <a:pt x="2399" y="4442"/>
                        </a:cubicBezTo>
                        <a:cubicBezTo>
                          <a:pt x="2578" y="4485"/>
                          <a:pt x="2751" y="4506"/>
                          <a:pt x="2917" y="4506"/>
                        </a:cubicBezTo>
                        <a:cubicBezTo>
                          <a:pt x="3821" y="4506"/>
                          <a:pt x="4537" y="3895"/>
                          <a:pt x="4928" y="3014"/>
                        </a:cubicBezTo>
                        <a:cubicBezTo>
                          <a:pt x="5241" y="2350"/>
                          <a:pt x="5137" y="1163"/>
                          <a:pt x="4550" y="909"/>
                        </a:cubicBezTo>
                        <a:cubicBezTo>
                          <a:pt x="4425" y="855"/>
                          <a:pt x="4319" y="834"/>
                          <a:pt x="4227" y="834"/>
                        </a:cubicBezTo>
                        <a:cubicBezTo>
                          <a:pt x="3927" y="834"/>
                          <a:pt x="3773" y="1053"/>
                          <a:pt x="3591" y="1053"/>
                        </a:cubicBezTo>
                        <a:cubicBezTo>
                          <a:pt x="3566" y="1053"/>
                          <a:pt x="3540" y="1049"/>
                          <a:pt x="3514" y="1040"/>
                        </a:cubicBezTo>
                        <a:cubicBezTo>
                          <a:pt x="3234" y="935"/>
                          <a:pt x="3136" y="3"/>
                          <a:pt x="3136" y="3"/>
                        </a:cubicBezTo>
                        <a:cubicBezTo>
                          <a:pt x="3117" y="1"/>
                          <a:pt x="3098" y="1"/>
                          <a:pt x="30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640" name="Google Shape;6640;p69"/>
                  <p:cNvGrpSpPr/>
                  <p:nvPr/>
                </p:nvGrpSpPr>
                <p:grpSpPr>
                  <a:xfrm>
                    <a:off x="4162846" y="1813763"/>
                    <a:ext cx="96622" cy="297542"/>
                    <a:chOff x="4162846" y="1813763"/>
                    <a:chExt cx="96622" cy="297542"/>
                  </a:xfrm>
                </p:grpSpPr>
                <p:sp>
                  <p:nvSpPr>
                    <p:cNvPr id="6641" name="Google Shape;6641;p69"/>
                    <p:cNvSpPr/>
                    <p:nvPr/>
                  </p:nvSpPr>
                  <p:spPr>
                    <a:xfrm>
                      <a:off x="4198899" y="1837951"/>
                      <a:ext cx="24692" cy="273355"/>
                    </a:xfrm>
                    <a:custGeom>
                      <a:rect b="b" l="l" r="r" t="t"/>
                      <a:pathLst>
                        <a:path extrusionOk="0" h="10827" w="978">
                          <a:moveTo>
                            <a:pt x="0" y="0"/>
                          </a:moveTo>
                          <a:lnTo>
                            <a:pt x="0" y="10826"/>
                          </a:lnTo>
                          <a:lnTo>
                            <a:pt x="978" y="10826"/>
                          </a:lnTo>
                          <a:lnTo>
                            <a:pt x="978" y="0"/>
                          </a:ln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642" name="Google Shape;6642;p69"/>
                    <p:cNvSpPr/>
                    <p:nvPr/>
                  </p:nvSpPr>
                  <p:spPr>
                    <a:xfrm>
                      <a:off x="4162846" y="1813763"/>
                      <a:ext cx="96622" cy="60089"/>
                    </a:xfrm>
                    <a:custGeom>
                      <a:rect b="b" l="l" r="r" t="t"/>
                      <a:pathLst>
                        <a:path extrusionOk="0" h="2380" w="3827">
                          <a:moveTo>
                            <a:pt x="1917" y="0"/>
                          </a:moveTo>
                          <a:cubicBezTo>
                            <a:pt x="861" y="0"/>
                            <a:pt x="1" y="535"/>
                            <a:pt x="1" y="1187"/>
                          </a:cubicBezTo>
                          <a:cubicBezTo>
                            <a:pt x="1" y="1845"/>
                            <a:pt x="861" y="2379"/>
                            <a:pt x="1917" y="2379"/>
                          </a:cubicBezTo>
                          <a:cubicBezTo>
                            <a:pt x="2973" y="2379"/>
                            <a:pt x="3827" y="1845"/>
                            <a:pt x="3827" y="1187"/>
                          </a:cubicBezTo>
                          <a:cubicBezTo>
                            <a:pt x="3827" y="535"/>
                            <a:pt x="2973" y="0"/>
                            <a:pt x="1917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643" name="Google Shape;6643;p69"/>
                  <p:cNvSpPr/>
                  <p:nvPr/>
                </p:nvSpPr>
                <p:spPr>
                  <a:xfrm>
                    <a:off x="4110861" y="2098530"/>
                    <a:ext cx="171153" cy="103767"/>
                  </a:xfrm>
                  <a:custGeom>
                    <a:rect b="b" l="l" r="r" t="t"/>
                    <a:pathLst>
                      <a:path extrusionOk="0" h="4110" w="6779">
                        <a:moveTo>
                          <a:pt x="4991" y="0"/>
                        </a:moveTo>
                        <a:cubicBezTo>
                          <a:pt x="4793" y="0"/>
                          <a:pt x="4464" y="33"/>
                          <a:pt x="4328" y="75"/>
                        </a:cubicBezTo>
                        <a:lnTo>
                          <a:pt x="3702" y="88"/>
                        </a:lnTo>
                        <a:cubicBezTo>
                          <a:pt x="3455" y="88"/>
                          <a:pt x="3200" y="81"/>
                          <a:pt x="2953" y="75"/>
                        </a:cubicBezTo>
                        <a:cubicBezTo>
                          <a:pt x="2705" y="62"/>
                          <a:pt x="2470" y="55"/>
                          <a:pt x="2242" y="55"/>
                        </a:cubicBezTo>
                        <a:cubicBezTo>
                          <a:pt x="1525" y="55"/>
                          <a:pt x="815" y="127"/>
                          <a:pt x="476" y="661"/>
                        </a:cubicBezTo>
                        <a:cubicBezTo>
                          <a:pt x="0" y="1418"/>
                          <a:pt x="104" y="2193"/>
                          <a:pt x="189" y="2871"/>
                        </a:cubicBezTo>
                        <a:cubicBezTo>
                          <a:pt x="209" y="3021"/>
                          <a:pt x="228" y="3158"/>
                          <a:pt x="241" y="3295"/>
                        </a:cubicBezTo>
                        <a:cubicBezTo>
                          <a:pt x="287" y="3783"/>
                          <a:pt x="365" y="4109"/>
                          <a:pt x="587" y="4109"/>
                        </a:cubicBezTo>
                        <a:cubicBezTo>
                          <a:pt x="769" y="4109"/>
                          <a:pt x="1050" y="3933"/>
                          <a:pt x="1428" y="3588"/>
                        </a:cubicBezTo>
                        <a:cubicBezTo>
                          <a:pt x="1441" y="3581"/>
                          <a:pt x="1447" y="3575"/>
                          <a:pt x="1467" y="3568"/>
                        </a:cubicBezTo>
                        <a:cubicBezTo>
                          <a:pt x="1486" y="3562"/>
                          <a:pt x="3422" y="2975"/>
                          <a:pt x="4100" y="2454"/>
                        </a:cubicBezTo>
                        <a:cubicBezTo>
                          <a:pt x="4302" y="2389"/>
                          <a:pt x="4497" y="2317"/>
                          <a:pt x="4686" y="2239"/>
                        </a:cubicBezTo>
                        <a:cubicBezTo>
                          <a:pt x="5110" y="2161"/>
                          <a:pt x="5775" y="1945"/>
                          <a:pt x="6179" y="1385"/>
                        </a:cubicBezTo>
                        <a:lnTo>
                          <a:pt x="6296" y="1222"/>
                        </a:lnTo>
                        <a:cubicBezTo>
                          <a:pt x="6544" y="883"/>
                          <a:pt x="6778" y="544"/>
                          <a:pt x="6687" y="362"/>
                        </a:cubicBezTo>
                        <a:cubicBezTo>
                          <a:pt x="6583" y="153"/>
                          <a:pt x="6062" y="29"/>
                          <a:pt x="5143" y="16"/>
                        </a:cubicBezTo>
                        <a:cubicBezTo>
                          <a:pt x="5124" y="5"/>
                          <a:pt x="5068" y="0"/>
                          <a:pt x="4991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644" name="Google Shape;6644;p69"/>
              <p:cNvSpPr/>
              <p:nvPr/>
            </p:nvSpPr>
            <p:spPr>
              <a:xfrm>
                <a:off x="4006210" y="1542757"/>
                <a:ext cx="406939" cy="325163"/>
              </a:xfrm>
              <a:custGeom>
                <a:rect b="b" l="l" r="r" t="t"/>
                <a:pathLst>
                  <a:path extrusionOk="0" h="12879" w="16118">
                    <a:moveTo>
                      <a:pt x="1004" y="8740"/>
                    </a:moveTo>
                    <a:lnTo>
                      <a:pt x="1004" y="8740"/>
                    </a:ln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7" y="3448"/>
                      <a:pt x="4047" y="3448"/>
                    </a:cubicBezTo>
                    <a:cubicBezTo>
                      <a:pt x="6224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8" y="6166"/>
                      <a:pt x="14436" y="3441"/>
                    </a:cubicBezTo>
                    <a:cubicBezTo>
                      <a:pt x="13260" y="1523"/>
                      <a:pt x="11250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45" name="Google Shape;6645;p69"/>
          <p:cNvGrpSpPr/>
          <p:nvPr/>
        </p:nvGrpSpPr>
        <p:grpSpPr>
          <a:xfrm>
            <a:off x="1920489" y="1542757"/>
            <a:ext cx="558020" cy="1310345"/>
            <a:chOff x="1920489" y="1542757"/>
            <a:chExt cx="558020" cy="1310345"/>
          </a:xfrm>
        </p:grpSpPr>
        <p:sp>
          <p:nvSpPr>
            <p:cNvPr id="6646" name="Google Shape;6646;p69"/>
            <p:cNvSpPr/>
            <p:nvPr/>
          </p:nvSpPr>
          <p:spPr>
            <a:xfrm>
              <a:off x="1970681" y="2803693"/>
              <a:ext cx="457636" cy="49409"/>
            </a:xfrm>
            <a:custGeom>
              <a:rect b="b" l="l" r="r" t="t"/>
              <a:pathLst>
                <a:path extrusionOk="0" h="1957" w="18126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6" y="1519"/>
                    <a:pt x="18126" y="978"/>
                  </a:cubicBezTo>
                  <a:cubicBezTo>
                    <a:pt x="18126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47" name="Google Shape;6647;p69"/>
            <p:cNvGrpSpPr/>
            <p:nvPr/>
          </p:nvGrpSpPr>
          <p:grpSpPr>
            <a:xfrm>
              <a:off x="1920489" y="1542757"/>
              <a:ext cx="558020" cy="1277423"/>
              <a:chOff x="1920489" y="1542757"/>
              <a:chExt cx="558020" cy="1277423"/>
            </a:xfrm>
          </p:grpSpPr>
          <p:sp>
            <p:nvSpPr>
              <p:cNvPr id="6648" name="Google Shape;6648;p69"/>
              <p:cNvSpPr/>
              <p:nvPr/>
            </p:nvSpPr>
            <p:spPr>
              <a:xfrm>
                <a:off x="2013955" y="1674397"/>
                <a:ext cx="366972" cy="342104"/>
              </a:xfrm>
              <a:custGeom>
                <a:rect b="b" l="l" r="r" t="t"/>
                <a:pathLst>
                  <a:path extrusionOk="0" h="13550" w="14535">
                    <a:moveTo>
                      <a:pt x="2158" y="0"/>
                    </a:moveTo>
                    <a:cubicBezTo>
                      <a:pt x="965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5" y="13550"/>
                      <a:pt x="2158" y="13550"/>
                    </a:cubicBezTo>
                    <a:lnTo>
                      <a:pt x="12378" y="13550"/>
                    </a:lnTo>
                    <a:cubicBezTo>
                      <a:pt x="13570" y="13550"/>
                      <a:pt x="14535" y="12585"/>
                      <a:pt x="14535" y="11393"/>
                    </a:cubicBezTo>
                    <a:lnTo>
                      <a:pt x="14535" y="2157"/>
                    </a:lnTo>
                    <a:cubicBezTo>
                      <a:pt x="14535" y="958"/>
                      <a:pt x="13570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649" name="Google Shape;6649;p69"/>
              <p:cNvGrpSpPr/>
              <p:nvPr/>
            </p:nvGrpSpPr>
            <p:grpSpPr>
              <a:xfrm>
                <a:off x="1920489" y="1545534"/>
                <a:ext cx="558020" cy="1274645"/>
                <a:chOff x="1920489" y="1545534"/>
                <a:chExt cx="558020" cy="1274645"/>
              </a:xfrm>
            </p:grpSpPr>
            <p:sp>
              <p:nvSpPr>
                <p:cNvPr id="6650" name="Google Shape;6650;p69"/>
                <p:cNvSpPr/>
                <p:nvPr/>
              </p:nvSpPr>
              <p:spPr>
                <a:xfrm>
                  <a:off x="1920489" y="1545534"/>
                  <a:ext cx="558020" cy="1274645"/>
                </a:xfrm>
                <a:custGeom>
                  <a:rect b="b" l="l" r="r" t="t"/>
                  <a:pathLst>
                    <a:path extrusionOk="0" h="50486" w="22102">
                      <a:moveTo>
                        <a:pt x="11055" y="1"/>
                      </a:moveTo>
                      <a:cubicBezTo>
                        <a:pt x="7046" y="1"/>
                        <a:pt x="3814" y="3273"/>
                        <a:pt x="3853" y="7281"/>
                      </a:cubicBezTo>
                      <a:lnTo>
                        <a:pt x="3853" y="7287"/>
                      </a:lnTo>
                      <a:cubicBezTo>
                        <a:pt x="3833" y="7287"/>
                        <a:pt x="3814" y="7281"/>
                        <a:pt x="3794" y="7281"/>
                      </a:cubicBezTo>
                      <a:cubicBezTo>
                        <a:pt x="3790" y="7281"/>
                        <a:pt x="3787" y="7281"/>
                        <a:pt x="3783" y="7281"/>
                      </a:cubicBezTo>
                      <a:cubicBezTo>
                        <a:pt x="3117" y="7281"/>
                        <a:pt x="2615" y="7884"/>
                        <a:pt x="2738" y="8539"/>
                      </a:cubicBezTo>
                      <a:cubicBezTo>
                        <a:pt x="2840" y="9060"/>
                        <a:pt x="3292" y="9401"/>
                        <a:pt x="3780" y="9401"/>
                      </a:cubicBezTo>
                      <a:cubicBezTo>
                        <a:pt x="3915" y="9401"/>
                        <a:pt x="4052" y="9376"/>
                        <a:pt x="4185" y="9321"/>
                      </a:cubicBezTo>
                      <a:cubicBezTo>
                        <a:pt x="4661" y="10755"/>
                        <a:pt x="5606" y="12000"/>
                        <a:pt x="6779" y="12912"/>
                      </a:cubicBezTo>
                      <a:lnTo>
                        <a:pt x="6649" y="12860"/>
                      </a:lnTo>
                      <a:lnTo>
                        <a:pt x="6649" y="12860"/>
                      </a:lnTo>
                      <a:cubicBezTo>
                        <a:pt x="7379" y="13446"/>
                        <a:pt x="8206" y="13890"/>
                        <a:pt x="9093" y="14176"/>
                      </a:cubicBezTo>
                      <a:lnTo>
                        <a:pt x="9093" y="16203"/>
                      </a:lnTo>
                      <a:lnTo>
                        <a:pt x="6883" y="16203"/>
                      </a:lnTo>
                      <a:cubicBezTo>
                        <a:pt x="6883" y="16203"/>
                        <a:pt x="6877" y="16249"/>
                        <a:pt x="6857" y="16262"/>
                      </a:cubicBezTo>
                      <a:cubicBezTo>
                        <a:pt x="6277" y="16262"/>
                        <a:pt x="5762" y="16640"/>
                        <a:pt x="5586" y="17188"/>
                      </a:cubicBezTo>
                      <a:lnTo>
                        <a:pt x="255" y="32940"/>
                      </a:lnTo>
                      <a:cubicBezTo>
                        <a:pt x="1" y="33638"/>
                        <a:pt x="379" y="34413"/>
                        <a:pt x="1083" y="34648"/>
                      </a:cubicBezTo>
                      <a:cubicBezTo>
                        <a:pt x="1221" y="34694"/>
                        <a:pt x="1362" y="34716"/>
                        <a:pt x="1501" y="34716"/>
                      </a:cubicBezTo>
                      <a:cubicBezTo>
                        <a:pt x="2066" y="34716"/>
                        <a:pt x="2593" y="34352"/>
                        <a:pt x="2771" y="33781"/>
                      </a:cubicBezTo>
                      <a:lnTo>
                        <a:pt x="2947" y="33266"/>
                      </a:lnTo>
                      <a:lnTo>
                        <a:pt x="3527" y="33507"/>
                      </a:lnTo>
                      <a:cubicBezTo>
                        <a:pt x="3527" y="33507"/>
                        <a:pt x="4035" y="32491"/>
                        <a:pt x="3488" y="31656"/>
                      </a:cubicBezTo>
                      <a:lnTo>
                        <a:pt x="6759" y="21997"/>
                      </a:lnTo>
                      <a:lnTo>
                        <a:pt x="6759" y="21997"/>
                      </a:lnTo>
                      <a:cubicBezTo>
                        <a:pt x="6759" y="27778"/>
                        <a:pt x="5977" y="29245"/>
                        <a:pt x="5977" y="32439"/>
                      </a:cubicBezTo>
                      <a:cubicBezTo>
                        <a:pt x="5977" y="35639"/>
                        <a:pt x="7881" y="48569"/>
                        <a:pt x="7881" y="48569"/>
                      </a:cubicBezTo>
                      <a:lnTo>
                        <a:pt x="5573" y="50486"/>
                      </a:lnTo>
                      <a:lnTo>
                        <a:pt x="10038" y="50486"/>
                      </a:lnTo>
                      <a:lnTo>
                        <a:pt x="10781" y="31709"/>
                      </a:lnTo>
                      <a:lnTo>
                        <a:pt x="11165" y="31709"/>
                      </a:lnTo>
                      <a:lnTo>
                        <a:pt x="11908" y="50486"/>
                      </a:lnTo>
                      <a:lnTo>
                        <a:pt x="16373" y="50486"/>
                      </a:lnTo>
                      <a:lnTo>
                        <a:pt x="14066" y="48582"/>
                      </a:lnTo>
                      <a:cubicBezTo>
                        <a:pt x="14066" y="48582"/>
                        <a:pt x="15969" y="34250"/>
                        <a:pt x="15969" y="31669"/>
                      </a:cubicBezTo>
                      <a:cubicBezTo>
                        <a:pt x="15969" y="29089"/>
                        <a:pt x="15311" y="27759"/>
                        <a:pt x="15311" y="21900"/>
                      </a:cubicBezTo>
                      <a:lnTo>
                        <a:pt x="15311" y="21900"/>
                      </a:lnTo>
                      <a:lnTo>
                        <a:pt x="18615" y="31663"/>
                      </a:lnTo>
                      <a:cubicBezTo>
                        <a:pt x="18067" y="32497"/>
                        <a:pt x="18576" y="33514"/>
                        <a:pt x="18576" y="33514"/>
                      </a:cubicBezTo>
                      <a:lnTo>
                        <a:pt x="19156" y="33266"/>
                      </a:lnTo>
                      <a:lnTo>
                        <a:pt x="19332" y="33788"/>
                      </a:lnTo>
                      <a:cubicBezTo>
                        <a:pt x="19505" y="34359"/>
                        <a:pt x="20033" y="34729"/>
                        <a:pt x="20602" y="34729"/>
                      </a:cubicBezTo>
                      <a:cubicBezTo>
                        <a:pt x="20741" y="34729"/>
                        <a:pt x="20881" y="34707"/>
                        <a:pt x="21020" y="34661"/>
                      </a:cubicBezTo>
                      <a:cubicBezTo>
                        <a:pt x="21724" y="34426"/>
                        <a:pt x="22102" y="33657"/>
                        <a:pt x="21848" y="32953"/>
                      </a:cubicBezTo>
                      <a:lnTo>
                        <a:pt x="21848" y="32947"/>
                      </a:lnTo>
                      <a:lnTo>
                        <a:pt x="16516" y="17207"/>
                      </a:lnTo>
                      <a:cubicBezTo>
                        <a:pt x="16347" y="16692"/>
                        <a:pt x="15897" y="16321"/>
                        <a:pt x="15356" y="16269"/>
                      </a:cubicBezTo>
                      <a:cubicBezTo>
                        <a:pt x="15337" y="16256"/>
                        <a:pt x="15330" y="16210"/>
                        <a:pt x="15330" y="16210"/>
                      </a:cubicBezTo>
                      <a:lnTo>
                        <a:pt x="12853" y="16210"/>
                      </a:lnTo>
                      <a:lnTo>
                        <a:pt x="12853" y="14209"/>
                      </a:lnTo>
                      <a:cubicBezTo>
                        <a:pt x="15076" y="13538"/>
                        <a:pt x="17122" y="11700"/>
                        <a:pt x="17911" y="9360"/>
                      </a:cubicBezTo>
                      <a:cubicBezTo>
                        <a:pt x="17998" y="9382"/>
                        <a:pt x="18085" y="9392"/>
                        <a:pt x="18171" y="9392"/>
                      </a:cubicBezTo>
                      <a:cubicBezTo>
                        <a:pt x="18671" y="9392"/>
                        <a:pt x="19125" y="9036"/>
                        <a:pt x="19208" y="8513"/>
                      </a:cubicBezTo>
                      <a:cubicBezTo>
                        <a:pt x="19312" y="7907"/>
                        <a:pt x="18869" y="7340"/>
                        <a:pt x="18256" y="7287"/>
                      </a:cubicBezTo>
                      <a:lnTo>
                        <a:pt x="18256" y="7281"/>
                      </a:lnTo>
                      <a:cubicBezTo>
                        <a:pt x="18302" y="3273"/>
                        <a:pt x="15063" y="1"/>
                        <a:pt x="11055" y="1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651" name="Google Shape;6651;p69"/>
                <p:cNvGrpSpPr/>
                <p:nvPr/>
              </p:nvGrpSpPr>
              <p:grpSpPr>
                <a:xfrm>
                  <a:off x="1962122" y="1668313"/>
                  <a:ext cx="474931" cy="1079962"/>
                  <a:chOff x="1962122" y="1668313"/>
                  <a:chExt cx="474931" cy="1079962"/>
                </a:xfrm>
              </p:grpSpPr>
              <p:sp>
                <p:nvSpPr>
                  <p:cNvPr id="6652" name="Google Shape;6652;p69"/>
                  <p:cNvSpPr/>
                  <p:nvPr/>
                </p:nvSpPr>
                <p:spPr>
                  <a:xfrm>
                    <a:off x="2216238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2442" y="0"/>
                        </a:moveTo>
                        <a:cubicBezTo>
                          <a:pt x="2338" y="0"/>
                          <a:pt x="2234" y="11"/>
                          <a:pt x="2130" y="32"/>
                        </a:cubicBezTo>
                        <a:cubicBezTo>
                          <a:pt x="1276" y="208"/>
                          <a:pt x="520" y="1029"/>
                          <a:pt x="90" y="1746"/>
                        </a:cubicBezTo>
                        <a:cubicBezTo>
                          <a:pt x="0" y="1904"/>
                          <a:pt x="133" y="2049"/>
                          <a:pt x="268" y="2049"/>
                        </a:cubicBezTo>
                        <a:cubicBezTo>
                          <a:pt x="328" y="2049"/>
                          <a:pt x="389" y="2019"/>
                          <a:pt x="429" y="1948"/>
                        </a:cubicBezTo>
                        <a:cubicBezTo>
                          <a:pt x="794" y="1336"/>
                          <a:pt x="1478" y="567"/>
                          <a:pt x="2215" y="417"/>
                        </a:cubicBezTo>
                        <a:cubicBezTo>
                          <a:pt x="2290" y="402"/>
                          <a:pt x="2366" y="394"/>
                          <a:pt x="2442" y="394"/>
                        </a:cubicBezTo>
                        <a:cubicBezTo>
                          <a:pt x="2693" y="394"/>
                          <a:pt x="2940" y="477"/>
                          <a:pt x="3140" y="632"/>
                        </a:cubicBezTo>
                        <a:cubicBezTo>
                          <a:pt x="4581" y="1694"/>
                          <a:pt x="5219" y="3597"/>
                          <a:pt x="5780" y="5279"/>
                        </a:cubicBezTo>
                        <a:lnTo>
                          <a:pt x="5858" y="5507"/>
                        </a:lnTo>
                        <a:cubicBezTo>
                          <a:pt x="6653" y="7866"/>
                          <a:pt x="7233" y="10271"/>
                          <a:pt x="7853" y="12937"/>
                        </a:cubicBezTo>
                        <a:cubicBezTo>
                          <a:pt x="7872" y="13028"/>
                          <a:pt x="7950" y="13093"/>
                          <a:pt x="8042" y="13093"/>
                        </a:cubicBezTo>
                        <a:cubicBezTo>
                          <a:pt x="8055" y="13093"/>
                          <a:pt x="8068" y="13087"/>
                          <a:pt x="8087" y="13087"/>
                        </a:cubicBezTo>
                        <a:cubicBezTo>
                          <a:pt x="8191" y="13061"/>
                          <a:pt x="8257" y="12957"/>
                          <a:pt x="8231" y="12852"/>
                        </a:cubicBezTo>
                        <a:cubicBezTo>
                          <a:pt x="7611" y="10174"/>
                          <a:pt x="7031" y="7762"/>
                          <a:pt x="6230" y="5383"/>
                        </a:cubicBezTo>
                        <a:lnTo>
                          <a:pt x="6151" y="5155"/>
                        </a:lnTo>
                        <a:cubicBezTo>
                          <a:pt x="5571" y="3415"/>
                          <a:pt x="4907" y="1447"/>
                          <a:pt x="3375" y="319"/>
                        </a:cubicBezTo>
                        <a:cubicBezTo>
                          <a:pt x="3106" y="110"/>
                          <a:pt x="2777" y="0"/>
                          <a:pt x="244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53" name="Google Shape;6653;p69"/>
                  <p:cNvSpPr/>
                  <p:nvPr/>
                </p:nvSpPr>
                <p:spPr>
                  <a:xfrm>
                    <a:off x="2368581" y="2194344"/>
                    <a:ext cx="16461" cy="95158"/>
                  </a:xfrm>
                  <a:custGeom>
                    <a:rect b="b" l="l" r="r" t="t"/>
                    <a:pathLst>
                      <a:path extrusionOk="0" h="3769" w="652">
                        <a:moveTo>
                          <a:pt x="433" y="1"/>
                        </a:moveTo>
                        <a:cubicBezTo>
                          <a:pt x="331" y="1"/>
                          <a:pt x="228" y="73"/>
                          <a:pt x="235" y="210"/>
                        </a:cubicBezTo>
                        <a:cubicBezTo>
                          <a:pt x="248" y="621"/>
                          <a:pt x="222" y="1031"/>
                          <a:pt x="163" y="1442"/>
                        </a:cubicBezTo>
                        <a:cubicBezTo>
                          <a:pt x="85" y="2146"/>
                          <a:pt x="0" y="2876"/>
                          <a:pt x="248" y="3632"/>
                        </a:cubicBezTo>
                        <a:cubicBezTo>
                          <a:pt x="274" y="3710"/>
                          <a:pt x="346" y="3762"/>
                          <a:pt x="430" y="3769"/>
                        </a:cubicBezTo>
                        <a:cubicBezTo>
                          <a:pt x="450" y="3769"/>
                          <a:pt x="476" y="3762"/>
                          <a:pt x="495" y="3755"/>
                        </a:cubicBezTo>
                        <a:cubicBezTo>
                          <a:pt x="593" y="3723"/>
                          <a:pt x="652" y="3612"/>
                          <a:pt x="619" y="3508"/>
                        </a:cubicBezTo>
                        <a:cubicBezTo>
                          <a:pt x="398" y="2837"/>
                          <a:pt x="476" y="2152"/>
                          <a:pt x="554" y="1487"/>
                        </a:cubicBezTo>
                        <a:cubicBezTo>
                          <a:pt x="619" y="1057"/>
                          <a:pt x="639" y="621"/>
                          <a:pt x="626" y="184"/>
                        </a:cubicBezTo>
                        <a:cubicBezTo>
                          <a:pt x="617" y="60"/>
                          <a:pt x="525" y="1"/>
                          <a:pt x="4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54" name="Google Shape;6654;p69"/>
                  <p:cNvSpPr/>
                  <p:nvPr/>
                </p:nvSpPr>
                <p:spPr>
                  <a:xfrm>
                    <a:off x="2394359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270" y="0"/>
                        </a:moveTo>
                        <a:cubicBezTo>
                          <a:pt x="46" y="0"/>
                          <a:pt x="1" y="354"/>
                          <a:pt x="250" y="391"/>
                        </a:cubicBezTo>
                        <a:cubicBezTo>
                          <a:pt x="778" y="488"/>
                          <a:pt x="1091" y="892"/>
                          <a:pt x="1065" y="1440"/>
                        </a:cubicBezTo>
                        <a:cubicBezTo>
                          <a:pt x="1058" y="1551"/>
                          <a:pt x="1143" y="1642"/>
                          <a:pt x="1254" y="1648"/>
                        </a:cubicBezTo>
                        <a:lnTo>
                          <a:pt x="1260" y="1648"/>
                        </a:lnTo>
                        <a:cubicBezTo>
                          <a:pt x="1365" y="1648"/>
                          <a:pt x="1456" y="1564"/>
                          <a:pt x="1462" y="1459"/>
                        </a:cubicBezTo>
                        <a:cubicBezTo>
                          <a:pt x="1501" y="710"/>
                          <a:pt x="1052" y="136"/>
                          <a:pt x="322" y="6"/>
                        </a:cubicBezTo>
                        <a:cubicBezTo>
                          <a:pt x="304" y="2"/>
                          <a:pt x="287" y="0"/>
                          <a:pt x="27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55" name="Google Shape;6655;p69"/>
                  <p:cNvSpPr/>
                  <p:nvPr/>
                </p:nvSpPr>
                <p:spPr>
                  <a:xfrm>
                    <a:off x="2340607" y="2111709"/>
                    <a:ext cx="19516" cy="47137"/>
                  </a:xfrm>
                  <a:custGeom>
                    <a:rect b="b" l="l" r="r" t="t"/>
                    <a:pathLst>
                      <a:path extrusionOk="0" h="1867" w="773">
                        <a:moveTo>
                          <a:pt x="500" y="1"/>
                        </a:moveTo>
                        <a:cubicBezTo>
                          <a:pt x="441" y="1"/>
                          <a:pt x="382" y="28"/>
                          <a:pt x="339" y="94"/>
                        </a:cubicBezTo>
                        <a:cubicBezTo>
                          <a:pt x="0" y="628"/>
                          <a:pt x="7" y="1254"/>
                          <a:pt x="39" y="1684"/>
                        </a:cubicBezTo>
                        <a:cubicBezTo>
                          <a:pt x="46" y="1788"/>
                          <a:pt x="130" y="1867"/>
                          <a:pt x="235" y="1867"/>
                        </a:cubicBezTo>
                        <a:lnTo>
                          <a:pt x="248" y="1867"/>
                        </a:lnTo>
                        <a:cubicBezTo>
                          <a:pt x="352" y="1860"/>
                          <a:pt x="437" y="1762"/>
                          <a:pt x="430" y="1658"/>
                        </a:cubicBezTo>
                        <a:cubicBezTo>
                          <a:pt x="385" y="1058"/>
                          <a:pt x="456" y="641"/>
                          <a:pt x="671" y="309"/>
                        </a:cubicBezTo>
                        <a:cubicBezTo>
                          <a:pt x="772" y="153"/>
                          <a:pt x="638" y="1"/>
                          <a:pt x="5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56" name="Google Shape;6656;p69"/>
                  <p:cNvSpPr/>
                  <p:nvPr/>
                </p:nvSpPr>
                <p:spPr>
                  <a:xfrm>
                    <a:off x="2201393" y="2148823"/>
                    <a:ext cx="59104" cy="412519"/>
                  </a:xfrm>
                  <a:custGeom>
                    <a:rect b="b" l="l" r="r" t="t"/>
                    <a:pathLst>
                      <a:path extrusionOk="0" h="16339" w="2341">
                        <a:moveTo>
                          <a:pt x="196" y="1"/>
                        </a:moveTo>
                        <a:cubicBezTo>
                          <a:pt x="98" y="1"/>
                          <a:pt x="0" y="67"/>
                          <a:pt x="0" y="201"/>
                        </a:cubicBezTo>
                        <a:lnTo>
                          <a:pt x="0" y="358"/>
                        </a:lnTo>
                        <a:cubicBezTo>
                          <a:pt x="0" y="2456"/>
                          <a:pt x="0" y="4112"/>
                          <a:pt x="756" y="6080"/>
                        </a:cubicBezTo>
                        <a:cubicBezTo>
                          <a:pt x="1271" y="7429"/>
                          <a:pt x="1623" y="8948"/>
                          <a:pt x="1851" y="10851"/>
                        </a:cubicBezTo>
                        <a:cubicBezTo>
                          <a:pt x="1936" y="11587"/>
                          <a:pt x="1695" y="12285"/>
                          <a:pt x="1434" y="13028"/>
                        </a:cubicBezTo>
                        <a:cubicBezTo>
                          <a:pt x="1095" y="14012"/>
                          <a:pt x="743" y="15028"/>
                          <a:pt x="1154" y="16208"/>
                        </a:cubicBezTo>
                        <a:cubicBezTo>
                          <a:pt x="1180" y="16286"/>
                          <a:pt x="1258" y="16338"/>
                          <a:pt x="1343" y="16338"/>
                        </a:cubicBezTo>
                        <a:cubicBezTo>
                          <a:pt x="1362" y="16338"/>
                          <a:pt x="1382" y="16332"/>
                          <a:pt x="1408" y="16325"/>
                        </a:cubicBezTo>
                        <a:cubicBezTo>
                          <a:pt x="1506" y="16293"/>
                          <a:pt x="1564" y="16176"/>
                          <a:pt x="1525" y="16078"/>
                        </a:cubicBezTo>
                        <a:cubicBezTo>
                          <a:pt x="1160" y="15028"/>
                          <a:pt x="1473" y="14116"/>
                          <a:pt x="1812" y="13151"/>
                        </a:cubicBezTo>
                        <a:cubicBezTo>
                          <a:pt x="2066" y="12402"/>
                          <a:pt x="2340" y="11626"/>
                          <a:pt x="2242" y="10799"/>
                        </a:cubicBezTo>
                        <a:cubicBezTo>
                          <a:pt x="2008" y="8863"/>
                          <a:pt x="1656" y="7318"/>
                          <a:pt x="1121" y="5930"/>
                        </a:cubicBezTo>
                        <a:cubicBezTo>
                          <a:pt x="391" y="4040"/>
                          <a:pt x="391" y="2411"/>
                          <a:pt x="391" y="358"/>
                        </a:cubicBezTo>
                        <a:lnTo>
                          <a:pt x="391" y="201"/>
                        </a:lnTo>
                        <a:cubicBezTo>
                          <a:pt x="391" y="67"/>
                          <a:pt x="294" y="1"/>
                          <a:pt x="19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57" name="Google Shape;6657;p69"/>
                  <p:cNvSpPr/>
                  <p:nvPr/>
                </p:nvSpPr>
                <p:spPr>
                  <a:xfrm>
                    <a:off x="2239239" y="2442679"/>
                    <a:ext cx="41482" cy="305596"/>
                  </a:xfrm>
                  <a:custGeom>
                    <a:rect b="b" l="l" r="r" t="t"/>
                    <a:pathLst>
                      <a:path extrusionOk="0" h="12104" w="1643">
                        <a:moveTo>
                          <a:pt x="555" y="1"/>
                        </a:moveTo>
                        <a:cubicBezTo>
                          <a:pt x="427" y="1"/>
                          <a:pt x="297" y="122"/>
                          <a:pt x="372" y="281"/>
                        </a:cubicBezTo>
                        <a:cubicBezTo>
                          <a:pt x="1232" y="2373"/>
                          <a:pt x="906" y="4458"/>
                          <a:pt x="580" y="6472"/>
                        </a:cubicBezTo>
                        <a:cubicBezTo>
                          <a:pt x="300" y="8258"/>
                          <a:pt x="0" y="10103"/>
                          <a:pt x="522" y="11960"/>
                        </a:cubicBezTo>
                        <a:cubicBezTo>
                          <a:pt x="548" y="12045"/>
                          <a:pt x="626" y="12103"/>
                          <a:pt x="717" y="12103"/>
                        </a:cubicBezTo>
                        <a:cubicBezTo>
                          <a:pt x="730" y="12103"/>
                          <a:pt x="750" y="12103"/>
                          <a:pt x="769" y="12097"/>
                        </a:cubicBezTo>
                        <a:cubicBezTo>
                          <a:pt x="874" y="12071"/>
                          <a:pt x="932" y="11960"/>
                          <a:pt x="906" y="11856"/>
                        </a:cubicBezTo>
                        <a:cubicBezTo>
                          <a:pt x="404" y="10083"/>
                          <a:pt x="678" y="8362"/>
                          <a:pt x="971" y="6537"/>
                        </a:cubicBezTo>
                        <a:cubicBezTo>
                          <a:pt x="1304" y="4471"/>
                          <a:pt x="1643" y="2334"/>
                          <a:pt x="730" y="131"/>
                        </a:cubicBezTo>
                        <a:cubicBezTo>
                          <a:pt x="697" y="39"/>
                          <a:pt x="627" y="1"/>
                          <a:pt x="5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58" name="Google Shape;6658;p69"/>
                  <p:cNvSpPr/>
                  <p:nvPr/>
                </p:nvSpPr>
                <p:spPr>
                  <a:xfrm>
                    <a:off x="2213991" y="2290184"/>
                    <a:ext cx="72814" cy="157115"/>
                  </a:xfrm>
                  <a:custGeom>
                    <a:rect b="b" l="l" r="r" t="t"/>
                    <a:pathLst>
                      <a:path extrusionOk="0" h="6223" w="2884">
                        <a:moveTo>
                          <a:pt x="292" y="0"/>
                        </a:moveTo>
                        <a:cubicBezTo>
                          <a:pt x="124" y="0"/>
                          <a:pt x="1" y="242"/>
                          <a:pt x="186" y="364"/>
                        </a:cubicBezTo>
                        <a:cubicBezTo>
                          <a:pt x="1913" y="1602"/>
                          <a:pt x="2486" y="4098"/>
                          <a:pt x="2441" y="6021"/>
                        </a:cubicBezTo>
                        <a:cubicBezTo>
                          <a:pt x="2441" y="6132"/>
                          <a:pt x="2525" y="6223"/>
                          <a:pt x="2636" y="6223"/>
                        </a:cubicBezTo>
                        <a:cubicBezTo>
                          <a:pt x="2747" y="6223"/>
                          <a:pt x="2832" y="6138"/>
                          <a:pt x="2832" y="6034"/>
                        </a:cubicBezTo>
                        <a:cubicBezTo>
                          <a:pt x="2884" y="4007"/>
                          <a:pt x="2271" y="1374"/>
                          <a:pt x="414" y="44"/>
                        </a:cubicBezTo>
                        <a:cubicBezTo>
                          <a:pt x="373" y="13"/>
                          <a:pt x="332" y="0"/>
                          <a:pt x="29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59" name="Google Shape;6659;p69"/>
                  <p:cNvSpPr/>
                  <p:nvPr/>
                </p:nvSpPr>
                <p:spPr>
                  <a:xfrm>
                    <a:off x="2212729" y="1986709"/>
                    <a:ext cx="44309" cy="95284"/>
                  </a:xfrm>
                  <a:custGeom>
                    <a:rect b="b" l="l" r="r" t="t"/>
                    <a:pathLst>
                      <a:path extrusionOk="0" h="3774" w="1755">
                        <a:moveTo>
                          <a:pt x="1539" y="0"/>
                        </a:moveTo>
                        <a:cubicBezTo>
                          <a:pt x="1428" y="7"/>
                          <a:pt x="1344" y="98"/>
                          <a:pt x="1350" y="202"/>
                        </a:cubicBezTo>
                        <a:cubicBezTo>
                          <a:pt x="1363" y="808"/>
                          <a:pt x="1070" y="1219"/>
                          <a:pt x="757" y="1656"/>
                        </a:cubicBezTo>
                        <a:cubicBezTo>
                          <a:pt x="405" y="2151"/>
                          <a:pt x="1" y="2712"/>
                          <a:pt x="99" y="3591"/>
                        </a:cubicBezTo>
                        <a:cubicBezTo>
                          <a:pt x="105" y="3696"/>
                          <a:pt x="190" y="3767"/>
                          <a:pt x="294" y="3774"/>
                        </a:cubicBezTo>
                        <a:lnTo>
                          <a:pt x="307" y="3767"/>
                        </a:lnTo>
                        <a:cubicBezTo>
                          <a:pt x="418" y="3754"/>
                          <a:pt x="496" y="3663"/>
                          <a:pt x="483" y="3552"/>
                        </a:cubicBezTo>
                        <a:cubicBezTo>
                          <a:pt x="405" y="2822"/>
                          <a:pt x="731" y="2366"/>
                          <a:pt x="1076" y="1884"/>
                        </a:cubicBezTo>
                        <a:cubicBezTo>
                          <a:pt x="1409" y="1415"/>
                          <a:pt x="1754" y="926"/>
                          <a:pt x="1735" y="196"/>
                        </a:cubicBezTo>
                        <a:cubicBezTo>
                          <a:pt x="1735" y="85"/>
                          <a:pt x="1650" y="0"/>
                          <a:pt x="153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0" name="Google Shape;6660;p69"/>
                  <p:cNvSpPr/>
                  <p:nvPr/>
                </p:nvSpPr>
                <p:spPr>
                  <a:xfrm>
                    <a:off x="2279054" y="1992188"/>
                    <a:ext cx="34968" cy="41608"/>
                  </a:xfrm>
                  <a:custGeom>
                    <a:rect b="b" l="l" r="r" t="t"/>
                    <a:pathLst>
                      <a:path extrusionOk="0" h="1648" w="1385">
                        <a:moveTo>
                          <a:pt x="1107" y="0"/>
                        </a:moveTo>
                        <a:cubicBezTo>
                          <a:pt x="1081" y="0"/>
                          <a:pt x="1053" y="6"/>
                          <a:pt x="1024" y="18"/>
                        </a:cubicBezTo>
                        <a:cubicBezTo>
                          <a:pt x="379" y="259"/>
                          <a:pt x="1" y="807"/>
                          <a:pt x="27" y="1458"/>
                        </a:cubicBezTo>
                        <a:cubicBezTo>
                          <a:pt x="33" y="1563"/>
                          <a:pt x="118" y="1647"/>
                          <a:pt x="222" y="1647"/>
                        </a:cubicBezTo>
                        <a:lnTo>
                          <a:pt x="235" y="1647"/>
                        </a:lnTo>
                        <a:cubicBezTo>
                          <a:pt x="339" y="1647"/>
                          <a:pt x="424" y="1550"/>
                          <a:pt x="418" y="1445"/>
                        </a:cubicBezTo>
                        <a:cubicBezTo>
                          <a:pt x="398" y="963"/>
                          <a:pt x="672" y="565"/>
                          <a:pt x="1161" y="383"/>
                        </a:cubicBezTo>
                        <a:cubicBezTo>
                          <a:pt x="1385" y="308"/>
                          <a:pt x="1300" y="0"/>
                          <a:pt x="110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1" name="Google Shape;6661;p69"/>
                  <p:cNvSpPr/>
                  <p:nvPr/>
                </p:nvSpPr>
                <p:spPr>
                  <a:xfrm>
                    <a:off x="2199777" y="2195405"/>
                    <a:ext cx="63346" cy="88492"/>
                  </a:xfrm>
                  <a:custGeom>
                    <a:rect b="b" l="l" r="r" t="t"/>
                    <a:pathLst>
                      <a:path extrusionOk="0" h="3505" w="2509">
                        <a:moveTo>
                          <a:pt x="265" y="0"/>
                        </a:moveTo>
                        <a:cubicBezTo>
                          <a:pt x="132" y="0"/>
                          <a:pt x="1" y="134"/>
                          <a:pt x="84" y="292"/>
                        </a:cubicBezTo>
                        <a:cubicBezTo>
                          <a:pt x="240" y="585"/>
                          <a:pt x="527" y="924"/>
                          <a:pt x="833" y="1282"/>
                        </a:cubicBezTo>
                        <a:cubicBezTo>
                          <a:pt x="1381" y="1921"/>
                          <a:pt x="2059" y="2716"/>
                          <a:pt x="1870" y="3238"/>
                        </a:cubicBezTo>
                        <a:cubicBezTo>
                          <a:pt x="1831" y="3335"/>
                          <a:pt x="1883" y="3453"/>
                          <a:pt x="1987" y="3492"/>
                        </a:cubicBezTo>
                        <a:cubicBezTo>
                          <a:pt x="2013" y="3498"/>
                          <a:pt x="2033" y="3505"/>
                          <a:pt x="2059" y="3505"/>
                        </a:cubicBezTo>
                        <a:cubicBezTo>
                          <a:pt x="2137" y="3498"/>
                          <a:pt x="2215" y="3446"/>
                          <a:pt x="2241" y="3368"/>
                        </a:cubicBezTo>
                        <a:cubicBezTo>
                          <a:pt x="2508" y="2638"/>
                          <a:pt x="1778" y="1778"/>
                          <a:pt x="1133" y="1022"/>
                        </a:cubicBezTo>
                        <a:cubicBezTo>
                          <a:pt x="840" y="683"/>
                          <a:pt x="566" y="363"/>
                          <a:pt x="436" y="109"/>
                        </a:cubicBezTo>
                        <a:cubicBezTo>
                          <a:pt x="395" y="32"/>
                          <a:pt x="330" y="0"/>
                          <a:pt x="2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2" name="Google Shape;6662;p69"/>
                  <p:cNvSpPr/>
                  <p:nvPr/>
                </p:nvSpPr>
                <p:spPr>
                  <a:xfrm>
                    <a:off x="2221792" y="2239411"/>
                    <a:ext cx="22294" cy="28050"/>
                  </a:xfrm>
                  <a:custGeom>
                    <a:rect b="b" l="l" r="r" t="t"/>
                    <a:pathLst>
                      <a:path extrusionOk="0" h="1111" w="883">
                        <a:moveTo>
                          <a:pt x="594" y="0"/>
                        </a:moveTo>
                        <a:cubicBezTo>
                          <a:pt x="553" y="0"/>
                          <a:pt x="511" y="14"/>
                          <a:pt x="470" y="48"/>
                        </a:cubicBezTo>
                        <a:cubicBezTo>
                          <a:pt x="202" y="250"/>
                          <a:pt x="40" y="556"/>
                          <a:pt x="7" y="895"/>
                        </a:cubicBezTo>
                        <a:cubicBezTo>
                          <a:pt x="0" y="999"/>
                          <a:pt x="79" y="1097"/>
                          <a:pt x="189" y="1110"/>
                        </a:cubicBezTo>
                        <a:lnTo>
                          <a:pt x="209" y="1110"/>
                        </a:lnTo>
                        <a:cubicBezTo>
                          <a:pt x="307" y="1110"/>
                          <a:pt x="391" y="1032"/>
                          <a:pt x="405" y="934"/>
                        </a:cubicBezTo>
                        <a:cubicBezTo>
                          <a:pt x="424" y="706"/>
                          <a:pt x="528" y="504"/>
                          <a:pt x="704" y="361"/>
                        </a:cubicBezTo>
                        <a:cubicBezTo>
                          <a:pt x="882" y="235"/>
                          <a:pt x="758" y="0"/>
                          <a:pt x="5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3" name="Google Shape;6663;p69"/>
                  <p:cNvSpPr/>
                  <p:nvPr/>
                </p:nvSpPr>
                <p:spPr>
                  <a:xfrm>
                    <a:off x="2210280" y="2374106"/>
                    <a:ext cx="38906" cy="52641"/>
                  </a:xfrm>
                  <a:custGeom>
                    <a:rect b="b" l="l" r="r" t="t"/>
                    <a:pathLst>
                      <a:path extrusionOk="0" h="2085" w="1541">
                        <a:moveTo>
                          <a:pt x="1260" y="0"/>
                        </a:moveTo>
                        <a:cubicBezTo>
                          <a:pt x="1213" y="0"/>
                          <a:pt x="1165" y="19"/>
                          <a:pt x="1121" y="64"/>
                        </a:cubicBezTo>
                        <a:cubicBezTo>
                          <a:pt x="1050" y="135"/>
                          <a:pt x="978" y="207"/>
                          <a:pt x="906" y="272"/>
                        </a:cubicBezTo>
                        <a:cubicBezTo>
                          <a:pt x="463" y="715"/>
                          <a:pt x="0" y="1165"/>
                          <a:pt x="33" y="1895"/>
                        </a:cubicBezTo>
                        <a:cubicBezTo>
                          <a:pt x="33" y="1999"/>
                          <a:pt x="118" y="2084"/>
                          <a:pt x="228" y="2084"/>
                        </a:cubicBezTo>
                        <a:lnTo>
                          <a:pt x="235" y="2084"/>
                        </a:lnTo>
                        <a:cubicBezTo>
                          <a:pt x="346" y="2078"/>
                          <a:pt x="430" y="1986"/>
                          <a:pt x="424" y="1882"/>
                        </a:cubicBezTo>
                        <a:cubicBezTo>
                          <a:pt x="404" y="1328"/>
                          <a:pt x="782" y="950"/>
                          <a:pt x="1186" y="559"/>
                        </a:cubicBezTo>
                        <a:cubicBezTo>
                          <a:pt x="1258" y="481"/>
                          <a:pt x="1330" y="409"/>
                          <a:pt x="1401" y="337"/>
                        </a:cubicBezTo>
                        <a:cubicBezTo>
                          <a:pt x="1541" y="193"/>
                          <a:pt x="1411" y="0"/>
                          <a:pt x="126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4" name="Google Shape;6664;p69"/>
                  <p:cNvSpPr/>
                  <p:nvPr/>
                </p:nvSpPr>
                <p:spPr>
                  <a:xfrm>
                    <a:off x="2218662" y="2617189"/>
                    <a:ext cx="41557" cy="54080"/>
                  </a:xfrm>
                  <a:custGeom>
                    <a:rect b="b" l="l" r="r" t="t"/>
                    <a:pathLst>
                      <a:path extrusionOk="0" h="2142" w="1646">
                        <a:moveTo>
                          <a:pt x="1360" y="1"/>
                        </a:moveTo>
                        <a:cubicBezTo>
                          <a:pt x="1315" y="1"/>
                          <a:pt x="1269" y="17"/>
                          <a:pt x="1226" y="56"/>
                        </a:cubicBezTo>
                        <a:cubicBezTo>
                          <a:pt x="1167" y="114"/>
                          <a:pt x="1102" y="166"/>
                          <a:pt x="1043" y="225"/>
                        </a:cubicBezTo>
                        <a:cubicBezTo>
                          <a:pt x="555" y="655"/>
                          <a:pt x="1" y="1151"/>
                          <a:pt x="307" y="2011"/>
                        </a:cubicBezTo>
                        <a:cubicBezTo>
                          <a:pt x="333" y="2089"/>
                          <a:pt x="411" y="2141"/>
                          <a:pt x="496" y="2141"/>
                        </a:cubicBezTo>
                        <a:cubicBezTo>
                          <a:pt x="515" y="2141"/>
                          <a:pt x="535" y="2135"/>
                          <a:pt x="555" y="2128"/>
                        </a:cubicBezTo>
                        <a:cubicBezTo>
                          <a:pt x="659" y="2089"/>
                          <a:pt x="711" y="1978"/>
                          <a:pt x="678" y="1874"/>
                        </a:cubicBezTo>
                        <a:cubicBezTo>
                          <a:pt x="470" y="1294"/>
                          <a:pt x="783" y="981"/>
                          <a:pt x="1304" y="518"/>
                        </a:cubicBezTo>
                        <a:cubicBezTo>
                          <a:pt x="1369" y="460"/>
                          <a:pt x="1434" y="401"/>
                          <a:pt x="1493" y="342"/>
                        </a:cubicBezTo>
                        <a:cubicBezTo>
                          <a:pt x="1646" y="205"/>
                          <a:pt x="1517" y="1"/>
                          <a:pt x="136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5" name="Google Shape;6665;p69"/>
                  <p:cNvSpPr/>
                  <p:nvPr/>
                </p:nvSpPr>
                <p:spPr>
                  <a:xfrm>
                    <a:off x="2211719" y="2047278"/>
                    <a:ext cx="225334" cy="286004"/>
                  </a:xfrm>
                  <a:custGeom>
                    <a:rect b="b" l="l" r="r" t="t"/>
                    <a:pathLst>
                      <a:path extrusionOk="0" h="11328" w="8925">
                        <a:moveTo>
                          <a:pt x="3486" y="0"/>
                        </a:moveTo>
                        <a:cubicBezTo>
                          <a:pt x="3316" y="0"/>
                          <a:pt x="3141" y="17"/>
                          <a:pt x="2961" y="52"/>
                        </a:cubicBezTo>
                        <a:cubicBezTo>
                          <a:pt x="2459" y="150"/>
                          <a:pt x="2094" y="430"/>
                          <a:pt x="1775" y="678"/>
                        </a:cubicBezTo>
                        <a:cubicBezTo>
                          <a:pt x="1425" y="948"/>
                          <a:pt x="1119" y="1188"/>
                          <a:pt x="666" y="1188"/>
                        </a:cubicBezTo>
                        <a:cubicBezTo>
                          <a:pt x="562" y="1188"/>
                          <a:pt x="450" y="1175"/>
                          <a:pt x="328" y="1147"/>
                        </a:cubicBezTo>
                        <a:cubicBezTo>
                          <a:pt x="309" y="1143"/>
                          <a:pt x="292" y="1141"/>
                          <a:pt x="275" y="1141"/>
                        </a:cubicBezTo>
                        <a:cubicBezTo>
                          <a:pt x="57" y="1141"/>
                          <a:pt x="0" y="1477"/>
                          <a:pt x="236" y="1531"/>
                        </a:cubicBezTo>
                        <a:cubicBezTo>
                          <a:pt x="392" y="1567"/>
                          <a:pt x="535" y="1582"/>
                          <a:pt x="668" y="1582"/>
                        </a:cubicBezTo>
                        <a:cubicBezTo>
                          <a:pt x="1250" y="1582"/>
                          <a:pt x="1639" y="1282"/>
                          <a:pt x="2016" y="990"/>
                        </a:cubicBezTo>
                        <a:cubicBezTo>
                          <a:pt x="2329" y="743"/>
                          <a:pt x="2622" y="515"/>
                          <a:pt x="3033" y="443"/>
                        </a:cubicBezTo>
                        <a:cubicBezTo>
                          <a:pt x="3190" y="412"/>
                          <a:pt x="3342" y="397"/>
                          <a:pt x="3488" y="397"/>
                        </a:cubicBezTo>
                        <a:cubicBezTo>
                          <a:pt x="3938" y="397"/>
                          <a:pt x="4339" y="539"/>
                          <a:pt x="4688" y="814"/>
                        </a:cubicBezTo>
                        <a:cubicBezTo>
                          <a:pt x="5724" y="1642"/>
                          <a:pt x="6154" y="3610"/>
                          <a:pt x="6207" y="5044"/>
                        </a:cubicBezTo>
                        <a:cubicBezTo>
                          <a:pt x="6285" y="7410"/>
                          <a:pt x="6715" y="9372"/>
                          <a:pt x="8514" y="11269"/>
                        </a:cubicBezTo>
                        <a:cubicBezTo>
                          <a:pt x="8553" y="11308"/>
                          <a:pt x="8605" y="11327"/>
                          <a:pt x="8657" y="11327"/>
                        </a:cubicBezTo>
                        <a:lnTo>
                          <a:pt x="8664" y="11327"/>
                        </a:lnTo>
                        <a:cubicBezTo>
                          <a:pt x="8833" y="11327"/>
                          <a:pt x="8924" y="11119"/>
                          <a:pt x="8807" y="10995"/>
                        </a:cubicBezTo>
                        <a:cubicBezTo>
                          <a:pt x="7086" y="9183"/>
                          <a:pt x="6676" y="7299"/>
                          <a:pt x="6598" y="5031"/>
                        </a:cubicBezTo>
                        <a:cubicBezTo>
                          <a:pt x="6539" y="3441"/>
                          <a:pt x="6070" y="1414"/>
                          <a:pt x="4929" y="508"/>
                        </a:cubicBezTo>
                        <a:cubicBezTo>
                          <a:pt x="4508" y="171"/>
                          <a:pt x="4024" y="0"/>
                          <a:pt x="34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6" name="Google Shape;6666;p69"/>
                  <p:cNvSpPr/>
                  <p:nvPr/>
                </p:nvSpPr>
                <p:spPr>
                  <a:xfrm>
                    <a:off x="2206972" y="2154100"/>
                    <a:ext cx="77863" cy="447234"/>
                  </a:xfrm>
                  <a:custGeom>
                    <a:rect b="b" l="l" r="r" t="t"/>
                    <a:pathLst>
                      <a:path extrusionOk="0" h="17714" w="3084">
                        <a:moveTo>
                          <a:pt x="414" y="0"/>
                        </a:moveTo>
                        <a:cubicBezTo>
                          <a:pt x="301" y="0"/>
                          <a:pt x="186" y="88"/>
                          <a:pt x="222" y="240"/>
                        </a:cubicBezTo>
                        <a:cubicBezTo>
                          <a:pt x="385" y="1283"/>
                          <a:pt x="320" y="2423"/>
                          <a:pt x="235" y="3622"/>
                        </a:cubicBezTo>
                        <a:cubicBezTo>
                          <a:pt x="118" y="5460"/>
                          <a:pt x="1" y="7363"/>
                          <a:pt x="796" y="8921"/>
                        </a:cubicBezTo>
                        <a:lnTo>
                          <a:pt x="816" y="8973"/>
                        </a:lnTo>
                        <a:cubicBezTo>
                          <a:pt x="1774" y="10850"/>
                          <a:pt x="2673" y="12623"/>
                          <a:pt x="2269" y="14741"/>
                        </a:cubicBezTo>
                        <a:cubicBezTo>
                          <a:pt x="2191" y="15126"/>
                          <a:pt x="1943" y="15510"/>
                          <a:pt x="1702" y="15882"/>
                        </a:cubicBezTo>
                        <a:cubicBezTo>
                          <a:pt x="1363" y="16397"/>
                          <a:pt x="1018" y="16931"/>
                          <a:pt x="1089" y="17537"/>
                        </a:cubicBezTo>
                        <a:cubicBezTo>
                          <a:pt x="1096" y="17635"/>
                          <a:pt x="1181" y="17707"/>
                          <a:pt x="1285" y="17707"/>
                        </a:cubicBezTo>
                        <a:lnTo>
                          <a:pt x="1311" y="17713"/>
                        </a:lnTo>
                        <a:cubicBezTo>
                          <a:pt x="1415" y="17700"/>
                          <a:pt x="1493" y="17602"/>
                          <a:pt x="1480" y="17492"/>
                        </a:cubicBezTo>
                        <a:cubicBezTo>
                          <a:pt x="1428" y="17029"/>
                          <a:pt x="1721" y="16579"/>
                          <a:pt x="2034" y="16097"/>
                        </a:cubicBezTo>
                        <a:cubicBezTo>
                          <a:pt x="2295" y="15693"/>
                          <a:pt x="2569" y="15276"/>
                          <a:pt x="2660" y="14813"/>
                        </a:cubicBezTo>
                        <a:cubicBezTo>
                          <a:pt x="3084" y="12564"/>
                          <a:pt x="2113" y="10648"/>
                          <a:pt x="1168" y="8791"/>
                        </a:cubicBezTo>
                        <a:lnTo>
                          <a:pt x="1141" y="8745"/>
                        </a:lnTo>
                        <a:cubicBezTo>
                          <a:pt x="398" y="7279"/>
                          <a:pt x="516" y="5434"/>
                          <a:pt x="633" y="3648"/>
                        </a:cubicBezTo>
                        <a:cubicBezTo>
                          <a:pt x="705" y="2475"/>
                          <a:pt x="783" y="1263"/>
                          <a:pt x="607" y="181"/>
                        </a:cubicBezTo>
                        <a:cubicBezTo>
                          <a:pt x="595" y="56"/>
                          <a:pt x="505" y="0"/>
                          <a:pt x="41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7" name="Google Shape;6667;p69"/>
                  <p:cNvSpPr/>
                  <p:nvPr/>
                </p:nvSpPr>
                <p:spPr>
                  <a:xfrm>
                    <a:off x="2192834" y="2298566"/>
                    <a:ext cx="26308" cy="34715"/>
                  </a:xfrm>
                  <a:custGeom>
                    <a:rect b="b" l="l" r="r" t="t"/>
                    <a:pathLst>
                      <a:path extrusionOk="0" h="1375" w="1042">
                        <a:moveTo>
                          <a:pt x="754" y="0"/>
                        </a:moveTo>
                        <a:cubicBezTo>
                          <a:pt x="711" y="0"/>
                          <a:pt x="667" y="15"/>
                          <a:pt x="626" y="51"/>
                        </a:cubicBezTo>
                        <a:cubicBezTo>
                          <a:pt x="294" y="331"/>
                          <a:pt x="72" y="722"/>
                          <a:pt x="13" y="1153"/>
                        </a:cubicBezTo>
                        <a:cubicBezTo>
                          <a:pt x="0" y="1263"/>
                          <a:pt x="72" y="1361"/>
                          <a:pt x="183" y="1374"/>
                        </a:cubicBezTo>
                        <a:lnTo>
                          <a:pt x="209" y="1374"/>
                        </a:lnTo>
                        <a:cubicBezTo>
                          <a:pt x="307" y="1374"/>
                          <a:pt x="391" y="1302"/>
                          <a:pt x="404" y="1211"/>
                        </a:cubicBezTo>
                        <a:cubicBezTo>
                          <a:pt x="450" y="872"/>
                          <a:pt x="626" y="566"/>
                          <a:pt x="887" y="351"/>
                        </a:cubicBezTo>
                        <a:cubicBezTo>
                          <a:pt x="1041" y="212"/>
                          <a:pt x="911" y="0"/>
                          <a:pt x="75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8" name="Google Shape;6668;p69"/>
                  <p:cNvSpPr/>
                  <p:nvPr/>
                </p:nvSpPr>
                <p:spPr>
                  <a:xfrm>
                    <a:off x="2265748" y="2512841"/>
                    <a:ext cx="26005" cy="78772"/>
                  </a:xfrm>
                  <a:custGeom>
                    <a:rect b="b" l="l" r="r" t="t"/>
                    <a:pathLst>
                      <a:path extrusionOk="0" h="3120" w="1030">
                        <a:moveTo>
                          <a:pt x="268" y="1"/>
                        </a:moveTo>
                        <a:cubicBezTo>
                          <a:pt x="134" y="1"/>
                          <a:pt x="1" y="137"/>
                          <a:pt x="84" y="291"/>
                        </a:cubicBezTo>
                        <a:cubicBezTo>
                          <a:pt x="456" y="988"/>
                          <a:pt x="638" y="1894"/>
                          <a:pt x="606" y="2918"/>
                        </a:cubicBezTo>
                        <a:cubicBezTo>
                          <a:pt x="606" y="3022"/>
                          <a:pt x="690" y="3113"/>
                          <a:pt x="801" y="3120"/>
                        </a:cubicBezTo>
                        <a:lnTo>
                          <a:pt x="808" y="3120"/>
                        </a:lnTo>
                        <a:cubicBezTo>
                          <a:pt x="912" y="3120"/>
                          <a:pt x="1003" y="3035"/>
                          <a:pt x="1003" y="2931"/>
                        </a:cubicBezTo>
                        <a:cubicBezTo>
                          <a:pt x="1029" y="1823"/>
                          <a:pt x="840" y="878"/>
                          <a:pt x="436" y="109"/>
                        </a:cubicBezTo>
                        <a:cubicBezTo>
                          <a:pt x="396" y="32"/>
                          <a:pt x="332" y="1"/>
                          <a:pt x="2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9" name="Google Shape;6669;p69"/>
                  <p:cNvSpPr/>
                  <p:nvPr/>
                </p:nvSpPr>
                <p:spPr>
                  <a:xfrm>
                    <a:off x="2219167" y="2412533"/>
                    <a:ext cx="34438" cy="45799"/>
                  </a:xfrm>
                  <a:custGeom>
                    <a:rect b="b" l="l" r="r" t="t"/>
                    <a:pathLst>
                      <a:path extrusionOk="0" h="1814" w="1364">
                        <a:moveTo>
                          <a:pt x="1080" y="0"/>
                        </a:moveTo>
                        <a:cubicBezTo>
                          <a:pt x="1052" y="0"/>
                          <a:pt x="1022" y="7"/>
                          <a:pt x="991" y="21"/>
                        </a:cubicBezTo>
                        <a:cubicBezTo>
                          <a:pt x="424" y="275"/>
                          <a:pt x="20" y="927"/>
                          <a:pt x="7" y="1611"/>
                        </a:cubicBezTo>
                        <a:cubicBezTo>
                          <a:pt x="0" y="1722"/>
                          <a:pt x="85" y="1814"/>
                          <a:pt x="196" y="1814"/>
                        </a:cubicBezTo>
                        <a:lnTo>
                          <a:pt x="202" y="1814"/>
                        </a:lnTo>
                        <a:cubicBezTo>
                          <a:pt x="306" y="1814"/>
                          <a:pt x="398" y="1729"/>
                          <a:pt x="398" y="1625"/>
                        </a:cubicBezTo>
                        <a:cubicBezTo>
                          <a:pt x="411" y="1097"/>
                          <a:pt x="730" y="575"/>
                          <a:pt x="1154" y="380"/>
                        </a:cubicBezTo>
                        <a:cubicBezTo>
                          <a:pt x="1364" y="289"/>
                          <a:pt x="1267" y="0"/>
                          <a:pt x="1080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0" name="Google Shape;6670;p69"/>
                  <p:cNvSpPr/>
                  <p:nvPr/>
                </p:nvSpPr>
                <p:spPr>
                  <a:xfrm>
                    <a:off x="1974316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5811" y="0"/>
                        </a:moveTo>
                        <a:cubicBezTo>
                          <a:pt x="5479" y="0"/>
                          <a:pt x="5150" y="110"/>
                          <a:pt x="4882" y="319"/>
                        </a:cubicBezTo>
                        <a:cubicBezTo>
                          <a:pt x="3344" y="1447"/>
                          <a:pt x="2685" y="3415"/>
                          <a:pt x="2099" y="5155"/>
                        </a:cubicBezTo>
                        <a:lnTo>
                          <a:pt x="2027" y="5383"/>
                        </a:lnTo>
                        <a:cubicBezTo>
                          <a:pt x="1225" y="7756"/>
                          <a:pt x="645" y="10167"/>
                          <a:pt x="20" y="12852"/>
                        </a:cubicBezTo>
                        <a:cubicBezTo>
                          <a:pt x="0" y="12957"/>
                          <a:pt x="65" y="13061"/>
                          <a:pt x="169" y="13087"/>
                        </a:cubicBezTo>
                        <a:cubicBezTo>
                          <a:pt x="182" y="13087"/>
                          <a:pt x="196" y="13087"/>
                          <a:pt x="215" y="13093"/>
                        </a:cubicBezTo>
                        <a:cubicBezTo>
                          <a:pt x="306" y="13093"/>
                          <a:pt x="385" y="13028"/>
                          <a:pt x="404" y="12937"/>
                        </a:cubicBezTo>
                        <a:cubicBezTo>
                          <a:pt x="1023" y="10265"/>
                          <a:pt x="1603" y="7866"/>
                          <a:pt x="2398" y="5507"/>
                        </a:cubicBezTo>
                        <a:lnTo>
                          <a:pt x="2477" y="5279"/>
                        </a:lnTo>
                        <a:cubicBezTo>
                          <a:pt x="3037" y="3597"/>
                          <a:pt x="3676" y="1694"/>
                          <a:pt x="5116" y="632"/>
                        </a:cubicBezTo>
                        <a:cubicBezTo>
                          <a:pt x="5317" y="477"/>
                          <a:pt x="5564" y="394"/>
                          <a:pt x="5815" y="394"/>
                        </a:cubicBezTo>
                        <a:cubicBezTo>
                          <a:pt x="5891" y="394"/>
                          <a:pt x="5967" y="402"/>
                          <a:pt x="6042" y="417"/>
                        </a:cubicBezTo>
                        <a:cubicBezTo>
                          <a:pt x="6772" y="560"/>
                          <a:pt x="7463" y="1336"/>
                          <a:pt x="7828" y="1948"/>
                        </a:cubicBezTo>
                        <a:cubicBezTo>
                          <a:pt x="7868" y="2016"/>
                          <a:pt x="7927" y="2044"/>
                          <a:pt x="7987" y="2044"/>
                        </a:cubicBezTo>
                        <a:cubicBezTo>
                          <a:pt x="8122" y="2044"/>
                          <a:pt x="8257" y="1900"/>
                          <a:pt x="8167" y="1746"/>
                        </a:cubicBezTo>
                        <a:cubicBezTo>
                          <a:pt x="7736" y="1029"/>
                          <a:pt x="6980" y="208"/>
                          <a:pt x="6120" y="32"/>
                        </a:cubicBezTo>
                        <a:cubicBezTo>
                          <a:pt x="6018" y="11"/>
                          <a:pt x="5915" y="0"/>
                          <a:pt x="58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1" name="Google Shape;6671;p69"/>
                  <p:cNvSpPr/>
                  <p:nvPr/>
                </p:nvSpPr>
                <p:spPr>
                  <a:xfrm>
                    <a:off x="2013955" y="2194344"/>
                    <a:ext cx="16487" cy="95158"/>
                  </a:xfrm>
                  <a:custGeom>
                    <a:rect b="b" l="l" r="r" t="t"/>
                    <a:pathLst>
                      <a:path extrusionOk="0" h="3769" w="653">
                        <a:moveTo>
                          <a:pt x="222" y="0"/>
                        </a:moveTo>
                        <a:cubicBezTo>
                          <a:pt x="129" y="0"/>
                          <a:pt x="36" y="59"/>
                          <a:pt x="27" y="184"/>
                        </a:cubicBezTo>
                        <a:cubicBezTo>
                          <a:pt x="7" y="614"/>
                          <a:pt x="33" y="1051"/>
                          <a:pt x="99" y="1487"/>
                        </a:cubicBezTo>
                        <a:cubicBezTo>
                          <a:pt x="177" y="2152"/>
                          <a:pt x="255" y="2837"/>
                          <a:pt x="33" y="3508"/>
                        </a:cubicBezTo>
                        <a:cubicBezTo>
                          <a:pt x="1" y="3612"/>
                          <a:pt x="59" y="3723"/>
                          <a:pt x="157" y="3755"/>
                        </a:cubicBezTo>
                        <a:cubicBezTo>
                          <a:pt x="177" y="3762"/>
                          <a:pt x="203" y="3762"/>
                          <a:pt x="222" y="3769"/>
                        </a:cubicBezTo>
                        <a:cubicBezTo>
                          <a:pt x="307" y="3762"/>
                          <a:pt x="379" y="3710"/>
                          <a:pt x="411" y="3632"/>
                        </a:cubicBezTo>
                        <a:cubicBezTo>
                          <a:pt x="652" y="2876"/>
                          <a:pt x="574" y="2146"/>
                          <a:pt x="490" y="1442"/>
                        </a:cubicBezTo>
                        <a:cubicBezTo>
                          <a:pt x="431" y="1031"/>
                          <a:pt x="405" y="621"/>
                          <a:pt x="418" y="203"/>
                        </a:cubicBezTo>
                        <a:cubicBezTo>
                          <a:pt x="425" y="71"/>
                          <a:pt x="323" y="0"/>
                          <a:pt x="22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2" name="Google Shape;6672;p69"/>
                  <p:cNvSpPr/>
                  <p:nvPr/>
                </p:nvSpPr>
                <p:spPr>
                  <a:xfrm>
                    <a:off x="1966894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1232" y="0"/>
                        </a:moveTo>
                        <a:cubicBezTo>
                          <a:pt x="1216" y="0"/>
                          <a:pt x="1198" y="2"/>
                          <a:pt x="1180" y="6"/>
                        </a:cubicBezTo>
                        <a:cubicBezTo>
                          <a:pt x="444" y="136"/>
                          <a:pt x="1" y="710"/>
                          <a:pt x="40" y="1459"/>
                        </a:cubicBezTo>
                        <a:cubicBezTo>
                          <a:pt x="46" y="1564"/>
                          <a:pt x="131" y="1648"/>
                          <a:pt x="235" y="1648"/>
                        </a:cubicBezTo>
                        <a:lnTo>
                          <a:pt x="248" y="1648"/>
                        </a:lnTo>
                        <a:cubicBezTo>
                          <a:pt x="359" y="1642"/>
                          <a:pt x="437" y="1551"/>
                          <a:pt x="437" y="1440"/>
                        </a:cubicBezTo>
                        <a:cubicBezTo>
                          <a:pt x="405" y="892"/>
                          <a:pt x="718" y="488"/>
                          <a:pt x="1252" y="391"/>
                        </a:cubicBezTo>
                        <a:cubicBezTo>
                          <a:pt x="1501" y="354"/>
                          <a:pt x="1456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3" name="Google Shape;6673;p69"/>
                  <p:cNvSpPr/>
                  <p:nvPr/>
                </p:nvSpPr>
                <p:spPr>
                  <a:xfrm>
                    <a:off x="2038571" y="2111532"/>
                    <a:ext cx="19845" cy="47314"/>
                  </a:xfrm>
                  <a:custGeom>
                    <a:rect b="b" l="l" r="r" t="t"/>
                    <a:pathLst>
                      <a:path extrusionOk="0" h="1874" w="786">
                        <a:moveTo>
                          <a:pt x="277" y="1"/>
                        </a:moveTo>
                        <a:cubicBezTo>
                          <a:pt x="138" y="1"/>
                          <a:pt x="0" y="157"/>
                          <a:pt x="114" y="316"/>
                        </a:cubicBezTo>
                        <a:cubicBezTo>
                          <a:pt x="329" y="648"/>
                          <a:pt x="401" y="1065"/>
                          <a:pt x="355" y="1665"/>
                        </a:cubicBezTo>
                        <a:cubicBezTo>
                          <a:pt x="349" y="1769"/>
                          <a:pt x="427" y="1867"/>
                          <a:pt x="538" y="1874"/>
                        </a:cubicBezTo>
                        <a:lnTo>
                          <a:pt x="551" y="1874"/>
                        </a:lnTo>
                        <a:cubicBezTo>
                          <a:pt x="655" y="1874"/>
                          <a:pt x="740" y="1795"/>
                          <a:pt x="746" y="1691"/>
                        </a:cubicBezTo>
                        <a:cubicBezTo>
                          <a:pt x="779" y="1261"/>
                          <a:pt x="785" y="635"/>
                          <a:pt x="440" y="101"/>
                        </a:cubicBezTo>
                        <a:cubicBezTo>
                          <a:pt x="399" y="30"/>
                          <a:pt x="338" y="1"/>
                          <a:pt x="2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4" name="Google Shape;6674;p69"/>
                  <p:cNvSpPr/>
                  <p:nvPr/>
                </p:nvSpPr>
                <p:spPr>
                  <a:xfrm>
                    <a:off x="2138526" y="2148798"/>
                    <a:ext cx="59104" cy="412544"/>
                  </a:xfrm>
                  <a:custGeom>
                    <a:rect b="b" l="l" r="r" t="t"/>
                    <a:pathLst>
                      <a:path extrusionOk="0" h="16340" w="2341">
                        <a:moveTo>
                          <a:pt x="2145" y="0"/>
                        </a:moveTo>
                        <a:cubicBezTo>
                          <a:pt x="2034" y="0"/>
                          <a:pt x="1949" y="91"/>
                          <a:pt x="1949" y="196"/>
                        </a:cubicBezTo>
                        <a:lnTo>
                          <a:pt x="1949" y="359"/>
                        </a:lnTo>
                        <a:cubicBezTo>
                          <a:pt x="1949" y="2418"/>
                          <a:pt x="1949" y="4041"/>
                          <a:pt x="1219" y="5938"/>
                        </a:cubicBezTo>
                        <a:cubicBezTo>
                          <a:pt x="685" y="7326"/>
                          <a:pt x="333" y="8870"/>
                          <a:pt x="98" y="10800"/>
                        </a:cubicBezTo>
                        <a:cubicBezTo>
                          <a:pt x="1" y="11634"/>
                          <a:pt x="268" y="12409"/>
                          <a:pt x="535" y="13159"/>
                        </a:cubicBezTo>
                        <a:cubicBezTo>
                          <a:pt x="867" y="14117"/>
                          <a:pt x="1180" y="15029"/>
                          <a:pt x="815" y="16079"/>
                        </a:cubicBezTo>
                        <a:cubicBezTo>
                          <a:pt x="770" y="16209"/>
                          <a:pt x="867" y="16339"/>
                          <a:pt x="998" y="16339"/>
                        </a:cubicBezTo>
                        <a:cubicBezTo>
                          <a:pt x="1082" y="16339"/>
                          <a:pt x="1161" y="16287"/>
                          <a:pt x="1187" y="16216"/>
                        </a:cubicBezTo>
                        <a:cubicBezTo>
                          <a:pt x="1597" y="15029"/>
                          <a:pt x="1245" y="14013"/>
                          <a:pt x="906" y="13029"/>
                        </a:cubicBezTo>
                        <a:cubicBezTo>
                          <a:pt x="646" y="12292"/>
                          <a:pt x="405" y="11595"/>
                          <a:pt x="496" y="10852"/>
                        </a:cubicBezTo>
                        <a:cubicBezTo>
                          <a:pt x="717" y="8955"/>
                          <a:pt x="1069" y="7437"/>
                          <a:pt x="1584" y="6081"/>
                        </a:cubicBezTo>
                        <a:cubicBezTo>
                          <a:pt x="2340" y="4119"/>
                          <a:pt x="2340" y="2464"/>
                          <a:pt x="2340" y="365"/>
                        </a:cubicBezTo>
                        <a:lnTo>
                          <a:pt x="2340" y="202"/>
                        </a:lnTo>
                        <a:cubicBezTo>
                          <a:pt x="2340" y="91"/>
                          <a:pt x="2256" y="0"/>
                          <a:pt x="214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5" name="Google Shape;6675;p69"/>
                  <p:cNvSpPr/>
                  <p:nvPr/>
                </p:nvSpPr>
                <p:spPr>
                  <a:xfrm>
                    <a:off x="2118278" y="2442679"/>
                    <a:ext cx="41507" cy="305596"/>
                  </a:xfrm>
                  <a:custGeom>
                    <a:rect b="b" l="l" r="r" t="t"/>
                    <a:pathLst>
                      <a:path extrusionOk="0" h="12104" w="1644">
                        <a:moveTo>
                          <a:pt x="1092" y="1"/>
                        </a:moveTo>
                        <a:cubicBezTo>
                          <a:pt x="1020" y="1"/>
                          <a:pt x="949" y="39"/>
                          <a:pt x="913" y="131"/>
                        </a:cubicBezTo>
                        <a:cubicBezTo>
                          <a:pt x="1" y="2327"/>
                          <a:pt x="346" y="4465"/>
                          <a:pt x="679" y="6531"/>
                        </a:cubicBezTo>
                        <a:cubicBezTo>
                          <a:pt x="965" y="8356"/>
                          <a:pt x="1239" y="10076"/>
                          <a:pt x="744" y="11849"/>
                        </a:cubicBezTo>
                        <a:cubicBezTo>
                          <a:pt x="711" y="11953"/>
                          <a:pt x="770" y="12064"/>
                          <a:pt x="881" y="12090"/>
                        </a:cubicBezTo>
                        <a:cubicBezTo>
                          <a:pt x="894" y="12097"/>
                          <a:pt x="913" y="12103"/>
                          <a:pt x="933" y="12103"/>
                        </a:cubicBezTo>
                        <a:cubicBezTo>
                          <a:pt x="1024" y="12103"/>
                          <a:pt x="1102" y="12038"/>
                          <a:pt x="1122" y="11953"/>
                        </a:cubicBezTo>
                        <a:cubicBezTo>
                          <a:pt x="1643" y="10096"/>
                          <a:pt x="1350" y="8252"/>
                          <a:pt x="1063" y="6472"/>
                        </a:cubicBezTo>
                        <a:cubicBezTo>
                          <a:pt x="744" y="4458"/>
                          <a:pt x="411" y="2373"/>
                          <a:pt x="1278" y="281"/>
                        </a:cubicBezTo>
                        <a:cubicBezTo>
                          <a:pt x="1349" y="122"/>
                          <a:pt x="1220" y="1"/>
                          <a:pt x="10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6" name="Google Shape;6676;p69"/>
                  <p:cNvSpPr/>
                  <p:nvPr/>
                </p:nvSpPr>
                <p:spPr>
                  <a:xfrm>
                    <a:off x="2112370" y="2290462"/>
                    <a:ext cx="72082" cy="156837"/>
                  </a:xfrm>
                  <a:custGeom>
                    <a:rect b="b" l="l" r="r" t="t"/>
                    <a:pathLst>
                      <a:path extrusionOk="0" h="6212" w="2855">
                        <a:moveTo>
                          <a:pt x="2573" y="1"/>
                        </a:moveTo>
                        <a:cubicBezTo>
                          <a:pt x="2538" y="1"/>
                          <a:pt x="2501" y="11"/>
                          <a:pt x="2464" y="33"/>
                        </a:cubicBezTo>
                        <a:cubicBezTo>
                          <a:pt x="613" y="1363"/>
                          <a:pt x="0" y="3996"/>
                          <a:pt x="46" y="6023"/>
                        </a:cubicBezTo>
                        <a:cubicBezTo>
                          <a:pt x="46" y="6127"/>
                          <a:pt x="131" y="6212"/>
                          <a:pt x="241" y="6212"/>
                        </a:cubicBezTo>
                        <a:lnTo>
                          <a:pt x="248" y="6212"/>
                        </a:lnTo>
                        <a:cubicBezTo>
                          <a:pt x="352" y="6212"/>
                          <a:pt x="443" y="6121"/>
                          <a:pt x="437" y="6010"/>
                        </a:cubicBezTo>
                        <a:cubicBezTo>
                          <a:pt x="391" y="4087"/>
                          <a:pt x="965" y="1591"/>
                          <a:pt x="2699" y="353"/>
                        </a:cubicBezTo>
                        <a:cubicBezTo>
                          <a:pt x="2855" y="223"/>
                          <a:pt x="2739" y="1"/>
                          <a:pt x="257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7" name="Google Shape;6677;p69"/>
                  <p:cNvSpPr/>
                  <p:nvPr/>
                </p:nvSpPr>
                <p:spPr>
                  <a:xfrm>
                    <a:off x="2141808" y="1986860"/>
                    <a:ext cx="44461" cy="95133"/>
                  </a:xfrm>
                  <a:custGeom>
                    <a:rect b="b" l="l" r="r" t="t"/>
                    <a:pathLst>
                      <a:path extrusionOk="0" h="3768" w="1761">
                        <a:moveTo>
                          <a:pt x="216" y="1"/>
                        </a:moveTo>
                        <a:cubicBezTo>
                          <a:pt x="112" y="1"/>
                          <a:pt x="20" y="86"/>
                          <a:pt x="20" y="190"/>
                        </a:cubicBezTo>
                        <a:cubicBezTo>
                          <a:pt x="1" y="926"/>
                          <a:pt x="346" y="1409"/>
                          <a:pt x="685" y="1878"/>
                        </a:cubicBezTo>
                        <a:cubicBezTo>
                          <a:pt x="1031" y="2360"/>
                          <a:pt x="1357" y="2816"/>
                          <a:pt x="1272" y="3546"/>
                        </a:cubicBezTo>
                        <a:cubicBezTo>
                          <a:pt x="1265" y="3657"/>
                          <a:pt x="1344" y="3755"/>
                          <a:pt x="1448" y="3768"/>
                        </a:cubicBezTo>
                        <a:lnTo>
                          <a:pt x="1467" y="3768"/>
                        </a:lnTo>
                        <a:cubicBezTo>
                          <a:pt x="1572" y="3761"/>
                          <a:pt x="1656" y="3690"/>
                          <a:pt x="1663" y="3592"/>
                        </a:cubicBezTo>
                        <a:cubicBezTo>
                          <a:pt x="1761" y="2706"/>
                          <a:pt x="1357" y="2145"/>
                          <a:pt x="1005" y="1650"/>
                        </a:cubicBezTo>
                        <a:cubicBezTo>
                          <a:pt x="692" y="1213"/>
                          <a:pt x="398" y="802"/>
                          <a:pt x="412" y="196"/>
                        </a:cubicBezTo>
                        <a:cubicBezTo>
                          <a:pt x="418" y="92"/>
                          <a:pt x="33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8" name="Google Shape;6678;p69"/>
                  <p:cNvSpPr/>
                  <p:nvPr/>
                </p:nvSpPr>
                <p:spPr>
                  <a:xfrm>
                    <a:off x="2085103" y="1992213"/>
                    <a:ext cx="34867" cy="41583"/>
                  </a:xfrm>
                  <a:custGeom>
                    <a:rect b="b" l="l" r="r" t="t"/>
                    <a:pathLst>
                      <a:path extrusionOk="0" h="1647" w="1381">
                        <a:moveTo>
                          <a:pt x="276" y="1"/>
                        </a:moveTo>
                        <a:cubicBezTo>
                          <a:pt x="83" y="1"/>
                          <a:pt x="1" y="301"/>
                          <a:pt x="220" y="382"/>
                        </a:cubicBezTo>
                        <a:cubicBezTo>
                          <a:pt x="702" y="564"/>
                          <a:pt x="982" y="962"/>
                          <a:pt x="963" y="1444"/>
                        </a:cubicBezTo>
                        <a:cubicBezTo>
                          <a:pt x="956" y="1549"/>
                          <a:pt x="1041" y="1646"/>
                          <a:pt x="1152" y="1646"/>
                        </a:cubicBezTo>
                        <a:lnTo>
                          <a:pt x="1158" y="1646"/>
                        </a:lnTo>
                        <a:cubicBezTo>
                          <a:pt x="1263" y="1646"/>
                          <a:pt x="1347" y="1562"/>
                          <a:pt x="1354" y="1457"/>
                        </a:cubicBezTo>
                        <a:cubicBezTo>
                          <a:pt x="1380" y="812"/>
                          <a:pt x="1002" y="258"/>
                          <a:pt x="357" y="17"/>
                        </a:cubicBezTo>
                        <a:cubicBezTo>
                          <a:pt x="328" y="6"/>
                          <a:pt x="301" y="1"/>
                          <a:pt x="27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9" name="Google Shape;6679;p69"/>
                  <p:cNvSpPr/>
                  <p:nvPr/>
                </p:nvSpPr>
                <p:spPr>
                  <a:xfrm>
                    <a:off x="2135900" y="2195556"/>
                    <a:ext cx="63220" cy="88341"/>
                  </a:xfrm>
                  <a:custGeom>
                    <a:rect b="b" l="l" r="r" t="t"/>
                    <a:pathLst>
                      <a:path extrusionOk="0" h="3499" w="2504">
                        <a:moveTo>
                          <a:pt x="2242" y="1"/>
                        </a:moveTo>
                        <a:cubicBezTo>
                          <a:pt x="2178" y="1"/>
                          <a:pt x="2114" y="33"/>
                          <a:pt x="2073" y="110"/>
                        </a:cubicBezTo>
                        <a:cubicBezTo>
                          <a:pt x="1936" y="364"/>
                          <a:pt x="1662" y="683"/>
                          <a:pt x="1375" y="1022"/>
                        </a:cubicBezTo>
                        <a:cubicBezTo>
                          <a:pt x="730" y="1778"/>
                          <a:pt x="0" y="2639"/>
                          <a:pt x="267" y="3369"/>
                        </a:cubicBezTo>
                        <a:cubicBezTo>
                          <a:pt x="294" y="3447"/>
                          <a:pt x="372" y="3499"/>
                          <a:pt x="450" y="3499"/>
                        </a:cubicBezTo>
                        <a:cubicBezTo>
                          <a:pt x="476" y="3499"/>
                          <a:pt x="496" y="3492"/>
                          <a:pt x="522" y="3486"/>
                        </a:cubicBezTo>
                        <a:cubicBezTo>
                          <a:pt x="619" y="3447"/>
                          <a:pt x="672" y="3336"/>
                          <a:pt x="639" y="3232"/>
                        </a:cubicBezTo>
                        <a:cubicBezTo>
                          <a:pt x="450" y="2717"/>
                          <a:pt x="1128" y="1922"/>
                          <a:pt x="1675" y="1276"/>
                        </a:cubicBezTo>
                        <a:cubicBezTo>
                          <a:pt x="1982" y="918"/>
                          <a:pt x="2268" y="586"/>
                          <a:pt x="2425" y="292"/>
                        </a:cubicBezTo>
                        <a:cubicBezTo>
                          <a:pt x="2504" y="135"/>
                          <a:pt x="2374" y="1"/>
                          <a:pt x="224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0" name="Google Shape;6680;p69"/>
                  <p:cNvSpPr/>
                  <p:nvPr/>
                </p:nvSpPr>
                <p:spPr>
                  <a:xfrm>
                    <a:off x="2155265" y="2239487"/>
                    <a:ext cx="22117" cy="27974"/>
                  </a:xfrm>
                  <a:custGeom>
                    <a:rect b="b" l="l" r="r" t="t"/>
                    <a:pathLst>
                      <a:path extrusionOk="0" h="1108" w="876">
                        <a:moveTo>
                          <a:pt x="286" y="1"/>
                        </a:moveTo>
                        <a:cubicBezTo>
                          <a:pt x="122" y="1"/>
                          <a:pt x="0" y="225"/>
                          <a:pt x="165" y="358"/>
                        </a:cubicBezTo>
                        <a:cubicBezTo>
                          <a:pt x="341" y="495"/>
                          <a:pt x="452" y="703"/>
                          <a:pt x="465" y="925"/>
                        </a:cubicBezTo>
                        <a:cubicBezTo>
                          <a:pt x="478" y="1029"/>
                          <a:pt x="563" y="1101"/>
                          <a:pt x="661" y="1107"/>
                        </a:cubicBezTo>
                        <a:lnTo>
                          <a:pt x="687" y="1101"/>
                        </a:lnTo>
                        <a:cubicBezTo>
                          <a:pt x="797" y="1094"/>
                          <a:pt x="876" y="996"/>
                          <a:pt x="863" y="886"/>
                        </a:cubicBezTo>
                        <a:cubicBezTo>
                          <a:pt x="830" y="553"/>
                          <a:pt x="667" y="247"/>
                          <a:pt x="400" y="38"/>
                        </a:cubicBezTo>
                        <a:cubicBezTo>
                          <a:pt x="362" y="12"/>
                          <a:pt x="323" y="1"/>
                          <a:pt x="2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1" name="Google Shape;6681;p69"/>
                  <p:cNvSpPr/>
                  <p:nvPr/>
                </p:nvSpPr>
                <p:spPr>
                  <a:xfrm>
                    <a:off x="2150090" y="2374233"/>
                    <a:ext cx="38654" cy="52515"/>
                  </a:xfrm>
                  <a:custGeom>
                    <a:rect b="b" l="l" r="r" t="t"/>
                    <a:pathLst>
                      <a:path extrusionOk="0" h="2080" w="1531">
                        <a:moveTo>
                          <a:pt x="275" y="1"/>
                        </a:moveTo>
                        <a:cubicBezTo>
                          <a:pt x="127" y="1"/>
                          <a:pt x="1" y="189"/>
                          <a:pt x="129" y="332"/>
                        </a:cubicBezTo>
                        <a:cubicBezTo>
                          <a:pt x="201" y="404"/>
                          <a:pt x="273" y="476"/>
                          <a:pt x="344" y="554"/>
                        </a:cubicBezTo>
                        <a:cubicBezTo>
                          <a:pt x="748" y="945"/>
                          <a:pt x="1126" y="1323"/>
                          <a:pt x="1107" y="1877"/>
                        </a:cubicBezTo>
                        <a:cubicBezTo>
                          <a:pt x="1100" y="1981"/>
                          <a:pt x="1191" y="2073"/>
                          <a:pt x="1296" y="2079"/>
                        </a:cubicBezTo>
                        <a:lnTo>
                          <a:pt x="1302" y="2079"/>
                        </a:lnTo>
                        <a:cubicBezTo>
                          <a:pt x="1413" y="2079"/>
                          <a:pt x="1498" y="2001"/>
                          <a:pt x="1504" y="1897"/>
                        </a:cubicBezTo>
                        <a:cubicBezTo>
                          <a:pt x="1530" y="1173"/>
                          <a:pt x="1074" y="710"/>
                          <a:pt x="624" y="274"/>
                        </a:cubicBezTo>
                        <a:cubicBezTo>
                          <a:pt x="559" y="202"/>
                          <a:pt x="488" y="137"/>
                          <a:pt x="416" y="65"/>
                        </a:cubicBezTo>
                        <a:cubicBezTo>
                          <a:pt x="372" y="20"/>
                          <a:pt x="323" y="1"/>
                          <a:pt x="27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2" name="Google Shape;6682;p69"/>
                  <p:cNvSpPr/>
                  <p:nvPr/>
                </p:nvSpPr>
                <p:spPr>
                  <a:xfrm>
                    <a:off x="2138779" y="2617265"/>
                    <a:ext cx="41583" cy="54004"/>
                  </a:xfrm>
                  <a:custGeom>
                    <a:rect b="b" l="l" r="r" t="t"/>
                    <a:pathLst>
                      <a:path extrusionOk="0" h="2139" w="1647">
                        <a:moveTo>
                          <a:pt x="284" y="1"/>
                        </a:moveTo>
                        <a:cubicBezTo>
                          <a:pt x="128" y="1"/>
                          <a:pt x="1" y="205"/>
                          <a:pt x="147" y="346"/>
                        </a:cubicBezTo>
                        <a:cubicBezTo>
                          <a:pt x="212" y="405"/>
                          <a:pt x="277" y="463"/>
                          <a:pt x="342" y="522"/>
                        </a:cubicBezTo>
                        <a:cubicBezTo>
                          <a:pt x="864" y="978"/>
                          <a:pt x="1170" y="1297"/>
                          <a:pt x="968" y="1877"/>
                        </a:cubicBezTo>
                        <a:cubicBezTo>
                          <a:pt x="929" y="1975"/>
                          <a:pt x="988" y="2093"/>
                          <a:pt x="1085" y="2125"/>
                        </a:cubicBezTo>
                        <a:cubicBezTo>
                          <a:pt x="1112" y="2132"/>
                          <a:pt x="1131" y="2138"/>
                          <a:pt x="1151" y="2138"/>
                        </a:cubicBezTo>
                        <a:cubicBezTo>
                          <a:pt x="1235" y="2138"/>
                          <a:pt x="1314" y="2086"/>
                          <a:pt x="1340" y="2008"/>
                        </a:cubicBezTo>
                        <a:cubicBezTo>
                          <a:pt x="1646" y="1148"/>
                          <a:pt x="1092" y="659"/>
                          <a:pt x="603" y="229"/>
                        </a:cubicBezTo>
                        <a:cubicBezTo>
                          <a:pt x="545" y="170"/>
                          <a:pt x="479" y="111"/>
                          <a:pt x="421" y="59"/>
                        </a:cubicBezTo>
                        <a:cubicBezTo>
                          <a:pt x="377" y="18"/>
                          <a:pt x="329" y="1"/>
                          <a:pt x="2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3" name="Google Shape;6683;p69"/>
                  <p:cNvSpPr/>
                  <p:nvPr/>
                </p:nvSpPr>
                <p:spPr>
                  <a:xfrm>
                    <a:off x="1962122" y="2047252"/>
                    <a:ext cx="225309" cy="286029"/>
                  </a:xfrm>
                  <a:custGeom>
                    <a:rect b="b" l="l" r="r" t="t"/>
                    <a:pathLst>
                      <a:path extrusionOk="0" h="11329" w="8924">
                        <a:moveTo>
                          <a:pt x="5426" y="0"/>
                        </a:moveTo>
                        <a:cubicBezTo>
                          <a:pt x="4890" y="0"/>
                          <a:pt x="4408" y="168"/>
                          <a:pt x="3989" y="503"/>
                        </a:cubicBezTo>
                        <a:cubicBezTo>
                          <a:pt x="2849" y="1415"/>
                          <a:pt x="2386" y="3442"/>
                          <a:pt x="2327" y="5032"/>
                        </a:cubicBezTo>
                        <a:cubicBezTo>
                          <a:pt x="2243" y="7307"/>
                          <a:pt x="1832" y="9190"/>
                          <a:pt x="118" y="10996"/>
                        </a:cubicBezTo>
                        <a:cubicBezTo>
                          <a:pt x="1" y="11120"/>
                          <a:pt x="85" y="11328"/>
                          <a:pt x="261" y="11328"/>
                        </a:cubicBezTo>
                        <a:cubicBezTo>
                          <a:pt x="314" y="11328"/>
                          <a:pt x="366" y="11309"/>
                          <a:pt x="405" y="11270"/>
                        </a:cubicBezTo>
                        <a:cubicBezTo>
                          <a:pt x="2210" y="9366"/>
                          <a:pt x="2634" y="7405"/>
                          <a:pt x="2719" y="5045"/>
                        </a:cubicBezTo>
                        <a:cubicBezTo>
                          <a:pt x="2771" y="3611"/>
                          <a:pt x="3201" y="1643"/>
                          <a:pt x="4237" y="815"/>
                        </a:cubicBezTo>
                        <a:cubicBezTo>
                          <a:pt x="4588" y="534"/>
                          <a:pt x="4991" y="395"/>
                          <a:pt x="5443" y="395"/>
                        </a:cubicBezTo>
                        <a:cubicBezTo>
                          <a:pt x="5588" y="395"/>
                          <a:pt x="5738" y="409"/>
                          <a:pt x="5893" y="437"/>
                        </a:cubicBezTo>
                        <a:cubicBezTo>
                          <a:pt x="6303" y="516"/>
                          <a:pt x="6596" y="744"/>
                          <a:pt x="6903" y="985"/>
                        </a:cubicBezTo>
                        <a:cubicBezTo>
                          <a:pt x="7285" y="1282"/>
                          <a:pt x="7675" y="1583"/>
                          <a:pt x="8257" y="1583"/>
                        </a:cubicBezTo>
                        <a:cubicBezTo>
                          <a:pt x="8390" y="1583"/>
                          <a:pt x="8533" y="1568"/>
                          <a:pt x="8689" y="1532"/>
                        </a:cubicBezTo>
                        <a:cubicBezTo>
                          <a:pt x="8923" y="1472"/>
                          <a:pt x="8864" y="1140"/>
                          <a:pt x="8654" y="1140"/>
                        </a:cubicBezTo>
                        <a:cubicBezTo>
                          <a:pt x="8636" y="1140"/>
                          <a:pt x="8617" y="1143"/>
                          <a:pt x="8597" y="1148"/>
                        </a:cubicBezTo>
                        <a:cubicBezTo>
                          <a:pt x="8475" y="1176"/>
                          <a:pt x="8363" y="1189"/>
                          <a:pt x="8258" y="1189"/>
                        </a:cubicBezTo>
                        <a:cubicBezTo>
                          <a:pt x="7805" y="1189"/>
                          <a:pt x="7495" y="949"/>
                          <a:pt x="7150" y="679"/>
                        </a:cubicBezTo>
                        <a:cubicBezTo>
                          <a:pt x="6831" y="431"/>
                          <a:pt x="6466" y="144"/>
                          <a:pt x="5964" y="53"/>
                        </a:cubicBezTo>
                        <a:cubicBezTo>
                          <a:pt x="5779" y="18"/>
                          <a:pt x="5600" y="0"/>
                          <a:pt x="542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4" name="Google Shape;6684;p69"/>
                  <p:cNvSpPr/>
                  <p:nvPr/>
                </p:nvSpPr>
                <p:spPr>
                  <a:xfrm>
                    <a:off x="2114339" y="2154403"/>
                    <a:ext cx="77863" cy="446755"/>
                  </a:xfrm>
                  <a:custGeom>
                    <a:rect b="b" l="l" r="r" t="t"/>
                    <a:pathLst>
                      <a:path extrusionOk="0" h="17695" w="3084">
                        <a:moveTo>
                          <a:pt x="2663" y="0"/>
                        </a:moveTo>
                        <a:cubicBezTo>
                          <a:pt x="2575" y="0"/>
                          <a:pt x="2488" y="53"/>
                          <a:pt x="2471" y="169"/>
                        </a:cubicBezTo>
                        <a:cubicBezTo>
                          <a:pt x="2301" y="1251"/>
                          <a:pt x="2373" y="2463"/>
                          <a:pt x="2451" y="3636"/>
                        </a:cubicBezTo>
                        <a:cubicBezTo>
                          <a:pt x="2568" y="5422"/>
                          <a:pt x="2679" y="7267"/>
                          <a:pt x="1936" y="8733"/>
                        </a:cubicBezTo>
                        <a:lnTo>
                          <a:pt x="1917" y="8779"/>
                        </a:lnTo>
                        <a:cubicBezTo>
                          <a:pt x="972" y="10630"/>
                          <a:pt x="0" y="12546"/>
                          <a:pt x="424" y="14801"/>
                        </a:cubicBezTo>
                        <a:cubicBezTo>
                          <a:pt x="515" y="15264"/>
                          <a:pt x="783" y="15674"/>
                          <a:pt x="1050" y="16085"/>
                        </a:cubicBezTo>
                        <a:cubicBezTo>
                          <a:pt x="1356" y="16567"/>
                          <a:pt x="1656" y="17017"/>
                          <a:pt x="1597" y="17480"/>
                        </a:cubicBezTo>
                        <a:cubicBezTo>
                          <a:pt x="1584" y="17584"/>
                          <a:pt x="1662" y="17682"/>
                          <a:pt x="1773" y="17695"/>
                        </a:cubicBezTo>
                        <a:lnTo>
                          <a:pt x="1793" y="17695"/>
                        </a:lnTo>
                        <a:cubicBezTo>
                          <a:pt x="1897" y="17695"/>
                          <a:pt x="1982" y="17623"/>
                          <a:pt x="1988" y="17519"/>
                        </a:cubicBezTo>
                        <a:cubicBezTo>
                          <a:pt x="2060" y="16919"/>
                          <a:pt x="1715" y="16385"/>
                          <a:pt x="1376" y="15863"/>
                        </a:cubicBezTo>
                        <a:cubicBezTo>
                          <a:pt x="1135" y="15498"/>
                          <a:pt x="887" y="15114"/>
                          <a:pt x="809" y="14723"/>
                        </a:cubicBezTo>
                        <a:cubicBezTo>
                          <a:pt x="411" y="12605"/>
                          <a:pt x="1310" y="10832"/>
                          <a:pt x="2262" y="8955"/>
                        </a:cubicBezTo>
                        <a:lnTo>
                          <a:pt x="2288" y="8909"/>
                        </a:lnTo>
                        <a:cubicBezTo>
                          <a:pt x="3083" y="7345"/>
                          <a:pt x="2959" y="5448"/>
                          <a:pt x="2842" y="3610"/>
                        </a:cubicBezTo>
                        <a:cubicBezTo>
                          <a:pt x="2770" y="2405"/>
                          <a:pt x="2699" y="1271"/>
                          <a:pt x="2862" y="228"/>
                        </a:cubicBezTo>
                        <a:cubicBezTo>
                          <a:pt x="2883" y="83"/>
                          <a:pt x="2772" y="0"/>
                          <a:pt x="2663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5" name="Google Shape;6685;p69"/>
                  <p:cNvSpPr/>
                  <p:nvPr/>
                </p:nvSpPr>
                <p:spPr>
                  <a:xfrm>
                    <a:off x="2179907" y="2298490"/>
                    <a:ext cx="26283" cy="34791"/>
                  </a:xfrm>
                  <a:custGeom>
                    <a:rect b="b" l="l" r="r" t="t"/>
                    <a:pathLst>
                      <a:path extrusionOk="0" h="1378" w="1041">
                        <a:moveTo>
                          <a:pt x="288" y="1"/>
                        </a:moveTo>
                        <a:cubicBezTo>
                          <a:pt x="128" y="1"/>
                          <a:pt x="0" y="214"/>
                          <a:pt x="154" y="347"/>
                        </a:cubicBezTo>
                        <a:cubicBezTo>
                          <a:pt x="415" y="569"/>
                          <a:pt x="591" y="875"/>
                          <a:pt x="636" y="1208"/>
                        </a:cubicBezTo>
                        <a:cubicBezTo>
                          <a:pt x="649" y="1305"/>
                          <a:pt x="734" y="1377"/>
                          <a:pt x="832" y="1377"/>
                        </a:cubicBezTo>
                        <a:lnTo>
                          <a:pt x="858" y="1377"/>
                        </a:lnTo>
                        <a:cubicBezTo>
                          <a:pt x="969" y="1364"/>
                          <a:pt x="1040" y="1260"/>
                          <a:pt x="1027" y="1156"/>
                        </a:cubicBezTo>
                        <a:cubicBezTo>
                          <a:pt x="969" y="725"/>
                          <a:pt x="747" y="334"/>
                          <a:pt x="421" y="54"/>
                        </a:cubicBezTo>
                        <a:cubicBezTo>
                          <a:pt x="378" y="16"/>
                          <a:pt x="332" y="1"/>
                          <a:pt x="28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6" name="Google Shape;6686;p69"/>
                  <p:cNvSpPr/>
                  <p:nvPr/>
                </p:nvSpPr>
                <p:spPr>
                  <a:xfrm>
                    <a:off x="2107270" y="2512841"/>
                    <a:ext cx="25980" cy="78772"/>
                  </a:xfrm>
                  <a:custGeom>
                    <a:rect b="b" l="l" r="r" t="t"/>
                    <a:pathLst>
                      <a:path extrusionOk="0" h="3120" w="1029">
                        <a:moveTo>
                          <a:pt x="767" y="1"/>
                        </a:moveTo>
                        <a:cubicBezTo>
                          <a:pt x="704" y="1"/>
                          <a:pt x="640" y="32"/>
                          <a:pt x="600" y="109"/>
                        </a:cubicBezTo>
                        <a:cubicBezTo>
                          <a:pt x="189" y="878"/>
                          <a:pt x="0" y="1823"/>
                          <a:pt x="26" y="2931"/>
                        </a:cubicBezTo>
                        <a:cubicBezTo>
                          <a:pt x="33" y="3035"/>
                          <a:pt x="118" y="3120"/>
                          <a:pt x="228" y="3120"/>
                        </a:cubicBezTo>
                        <a:lnTo>
                          <a:pt x="235" y="3120"/>
                        </a:lnTo>
                        <a:cubicBezTo>
                          <a:pt x="346" y="3113"/>
                          <a:pt x="430" y="3022"/>
                          <a:pt x="424" y="2918"/>
                        </a:cubicBezTo>
                        <a:cubicBezTo>
                          <a:pt x="398" y="1894"/>
                          <a:pt x="580" y="988"/>
                          <a:pt x="945" y="291"/>
                        </a:cubicBezTo>
                        <a:cubicBezTo>
                          <a:pt x="1029" y="137"/>
                          <a:pt x="899" y="1"/>
                          <a:pt x="767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7" name="Google Shape;6687;p69"/>
                  <p:cNvSpPr/>
                  <p:nvPr/>
                </p:nvSpPr>
                <p:spPr>
                  <a:xfrm>
                    <a:off x="2145394" y="2412533"/>
                    <a:ext cx="34463" cy="45799"/>
                  </a:xfrm>
                  <a:custGeom>
                    <a:rect b="b" l="l" r="r" t="t"/>
                    <a:pathLst>
                      <a:path extrusionOk="0" h="1814" w="1365">
                        <a:moveTo>
                          <a:pt x="285" y="0"/>
                        </a:moveTo>
                        <a:cubicBezTo>
                          <a:pt x="97" y="0"/>
                          <a:pt x="1" y="289"/>
                          <a:pt x="211" y="380"/>
                        </a:cubicBezTo>
                        <a:cubicBezTo>
                          <a:pt x="641" y="575"/>
                          <a:pt x="954" y="1097"/>
                          <a:pt x="967" y="1625"/>
                        </a:cubicBezTo>
                        <a:cubicBezTo>
                          <a:pt x="967" y="1729"/>
                          <a:pt x="1058" y="1814"/>
                          <a:pt x="1162" y="1814"/>
                        </a:cubicBezTo>
                        <a:lnTo>
                          <a:pt x="1169" y="1814"/>
                        </a:lnTo>
                        <a:cubicBezTo>
                          <a:pt x="1280" y="1814"/>
                          <a:pt x="1364" y="1722"/>
                          <a:pt x="1364" y="1611"/>
                        </a:cubicBezTo>
                        <a:cubicBezTo>
                          <a:pt x="1345" y="927"/>
                          <a:pt x="941" y="275"/>
                          <a:pt x="374" y="21"/>
                        </a:cubicBezTo>
                        <a:cubicBezTo>
                          <a:pt x="343" y="7"/>
                          <a:pt x="313" y="0"/>
                          <a:pt x="285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8" name="Google Shape;6688;p69"/>
                  <p:cNvSpPr/>
                  <p:nvPr/>
                </p:nvSpPr>
                <p:spPr>
                  <a:xfrm>
                    <a:off x="2068262" y="1690152"/>
                    <a:ext cx="117199" cy="370128"/>
                  </a:xfrm>
                  <a:custGeom>
                    <a:rect b="b" l="l" r="r" t="t"/>
                    <a:pathLst>
                      <a:path extrusionOk="0" h="14660" w="4642">
                        <a:moveTo>
                          <a:pt x="782" y="0"/>
                        </a:moveTo>
                        <a:cubicBezTo>
                          <a:pt x="708" y="0"/>
                          <a:pt x="633" y="40"/>
                          <a:pt x="600" y="132"/>
                        </a:cubicBezTo>
                        <a:cubicBezTo>
                          <a:pt x="574" y="223"/>
                          <a:pt x="1" y="2309"/>
                          <a:pt x="2099" y="4323"/>
                        </a:cubicBezTo>
                        <a:cubicBezTo>
                          <a:pt x="4054" y="6200"/>
                          <a:pt x="4250" y="8846"/>
                          <a:pt x="4250" y="8859"/>
                        </a:cubicBezTo>
                        <a:lnTo>
                          <a:pt x="4250" y="14464"/>
                        </a:lnTo>
                        <a:cubicBezTo>
                          <a:pt x="4250" y="14575"/>
                          <a:pt x="4335" y="14660"/>
                          <a:pt x="4446" y="14660"/>
                        </a:cubicBezTo>
                        <a:cubicBezTo>
                          <a:pt x="4550" y="14660"/>
                          <a:pt x="4641" y="14575"/>
                          <a:pt x="4641" y="14471"/>
                        </a:cubicBezTo>
                        <a:lnTo>
                          <a:pt x="4641" y="8846"/>
                        </a:lnTo>
                        <a:cubicBezTo>
                          <a:pt x="4635" y="8729"/>
                          <a:pt x="4439" y="6024"/>
                          <a:pt x="2373" y="4043"/>
                        </a:cubicBezTo>
                        <a:cubicBezTo>
                          <a:pt x="450" y="2198"/>
                          <a:pt x="959" y="328"/>
                          <a:pt x="978" y="243"/>
                        </a:cubicBezTo>
                        <a:cubicBezTo>
                          <a:pt x="1014" y="96"/>
                          <a:pt x="898" y="0"/>
                          <a:pt x="78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9" name="Google Shape;6689;p69"/>
                  <p:cNvSpPr/>
                  <p:nvPr/>
                </p:nvSpPr>
                <p:spPr>
                  <a:xfrm>
                    <a:off x="2085380" y="1685632"/>
                    <a:ext cx="117174" cy="370381"/>
                  </a:xfrm>
                  <a:custGeom>
                    <a:rect b="b" l="l" r="r" t="t"/>
                    <a:pathLst>
                      <a:path extrusionOk="0" h="14670" w="4641">
                        <a:moveTo>
                          <a:pt x="785" y="0"/>
                        </a:moveTo>
                        <a:cubicBezTo>
                          <a:pt x="706" y="0"/>
                          <a:pt x="628" y="43"/>
                          <a:pt x="600" y="142"/>
                        </a:cubicBezTo>
                        <a:cubicBezTo>
                          <a:pt x="574" y="233"/>
                          <a:pt x="0" y="2318"/>
                          <a:pt x="2099" y="4332"/>
                        </a:cubicBezTo>
                        <a:cubicBezTo>
                          <a:pt x="4054" y="6209"/>
                          <a:pt x="4250" y="8856"/>
                          <a:pt x="4250" y="8869"/>
                        </a:cubicBezTo>
                        <a:lnTo>
                          <a:pt x="4250" y="14474"/>
                        </a:lnTo>
                        <a:cubicBezTo>
                          <a:pt x="4250" y="14584"/>
                          <a:pt x="4335" y="14669"/>
                          <a:pt x="4445" y="14669"/>
                        </a:cubicBezTo>
                        <a:cubicBezTo>
                          <a:pt x="4550" y="14669"/>
                          <a:pt x="4641" y="14584"/>
                          <a:pt x="4641" y="14480"/>
                        </a:cubicBezTo>
                        <a:lnTo>
                          <a:pt x="4641" y="8856"/>
                        </a:lnTo>
                        <a:cubicBezTo>
                          <a:pt x="4634" y="8738"/>
                          <a:pt x="4439" y="6033"/>
                          <a:pt x="2373" y="4052"/>
                        </a:cubicBezTo>
                        <a:cubicBezTo>
                          <a:pt x="450" y="2208"/>
                          <a:pt x="958" y="337"/>
                          <a:pt x="978" y="252"/>
                        </a:cubicBezTo>
                        <a:cubicBezTo>
                          <a:pt x="1025" y="99"/>
                          <a:pt x="904" y="0"/>
                          <a:pt x="78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0" name="Google Shape;6690;p69"/>
                  <p:cNvSpPr/>
                  <p:nvPr/>
                </p:nvSpPr>
                <p:spPr>
                  <a:xfrm>
                    <a:off x="2107093" y="1681315"/>
                    <a:ext cx="49106" cy="67966"/>
                  </a:xfrm>
                  <a:custGeom>
                    <a:rect b="b" l="l" r="r" t="t"/>
                    <a:pathLst>
                      <a:path extrusionOk="0" h="2692" w="1945">
                        <a:moveTo>
                          <a:pt x="1715" y="0"/>
                        </a:moveTo>
                        <a:cubicBezTo>
                          <a:pt x="1634" y="0"/>
                          <a:pt x="1553" y="48"/>
                          <a:pt x="1526" y="156"/>
                        </a:cubicBezTo>
                        <a:cubicBezTo>
                          <a:pt x="1135" y="1812"/>
                          <a:pt x="203" y="2307"/>
                          <a:pt x="183" y="2320"/>
                        </a:cubicBezTo>
                        <a:cubicBezTo>
                          <a:pt x="1" y="2411"/>
                          <a:pt x="66" y="2691"/>
                          <a:pt x="274" y="2691"/>
                        </a:cubicBezTo>
                        <a:cubicBezTo>
                          <a:pt x="307" y="2691"/>
                          <a:pt x="333" y="2685"/>
                          <a:pt x="366" y="2672"/>
                        </a:cubicBezTo>
                        <a:cubicBezTo>
                          <a:pt x="405" y="2646"/>
                          <a:pt x="1474" y="2098"/>
                          <a:pt x="1910" y="247"/>
                        </a:cubicBezTo>
                        <a:cubicBezTo>
                          <a:pt x="1945" y="95"/>
                          <a:pt x="1830" y="0"/>
                          <a:pt x="171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1" name="Google Shape;6691;p69"/>
                  <p:cNvSpPr/>
                  <p:nvPr/>
                </p:nvSpPr>
                <p:spPr>
                  <a:xfrm>
                    <a:off x="2026629" y="1668313"/>
                    <a:ext cx="70617" cy="87710"/>
                  </a:xfrm>
                  <a:custGeom>
                    <a:rect b="b" l="l" r="r" t="t"/>
                    <a:pathLst>
                      <a:path extrusionOk="0" h="3474" w="2797">
                        <a:moveTo>
                          <a:pt x="819" y="1"/>
                        </a:moveTo>
                        <a:cubicBezTo>
                          <a:pt x="738" y="1"/>
                          <a:pt x="659" y="45"/>
                          <a:pt x="633" y="150"/>
                        </a:cubicBezTo>
                        <a:cubicBezTo>
                          <a:pt x="1" y="2418"/>
                          <a:pt x="2425" y="3448"/>
                          <a:pt x="2451" y="3454"/>
                        </a:cubicBezTo>
                        <a:cubicBezTo>
                          <a:pt x="2471" y="3467"/>
                          <a:pt x="2497" y="3474"/>
                          <a:pt x="2523" y="3474"/>
                        </a:cubicBezTo>
                        <a:cubicBezTo>
                          <a:pt x="2738" y="3467"/>
                          <a:pt x="2797" y="3174"/>
                          <a:pt x="2601" y="3096"/>
                        </a:cubicBezTo>
                        <a:cubicBezTo>
                          <a:pt x="2516" y="3057"/>
                          <a:pt x="476" y="2183"/>
                          <a:pt x="1017" y="254"/>
                        </a:cubicBezTo>
                        <a:cubicBezTo>
                          <a:pt x="1064" y="102"/>
                          <a:pt x="940" y="1"/>
                          <a:pt x="81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2" name="Google Shape;6692;p69"/>
                  <p:cNvSpPr/>
                  <p:nvPr/>
                </p:nvSpPr>
                <p:spPr>
                  <a:xfrm>
                    <a:off x="2214067" y="1690025"/>
                    <a:ext cx="117022" cy="370255"/>
                  </a:xfrm>
                  <a:custGeom>
                    <a:rect b="b" l="l" r="r" t="t"/>
                    <a:pathLst>
                      <a:path extrusionOk="0" h="14665" w="4635">
                        <a:moveTo>
                          <a:pt x="3856" y="1"/>
                        </a:moveTo>
                        <a:cubicBezTo>
                          <a:pt x="3738" y="1"/>
                          <a:pt x="3617" y="98"/>
                          <a:pt x="3656" y="248"/>
                        </a:cubicBezTo>
                        <a:cubicBezTo>
                          <a:pt x="3683" y="326"/>
                          <a:pt x="4184" y="2203"/>
                          <a:pt x="2262" y="4048"/>
                        </a:cubicBezTo>
                        <a:cubicBezTo>
                          <a:pt x="196" y="6029"/>
                          <a:pt x="13" y="8734"/>
                          <a:pt x="0" y="8864"/>
                        </a:cubicBezTo>
                        <a:lnTo>
                          <a:pt x="0" y="14469"/>
                        </a:lnTo>
                        <a:cubicBezTo>
                          <a:pt x="0" y="14580"/>
                          <a:pt x="91" y="14665"/>
                          <a:pt x="202" y="14665"/>
                        </a:cubicBezTo>
                        <a:cubicBezTo>
                          <a:pt x="306" y="14665"/>
                          <a:pt x="398" y="14580"/>
                          <a:pt x="398" y="14469"/>
                        </a:cubicBezTo>
                        <a:lnTo>
                          <a:pt x="398" y="8877"/>
                        </a:lnTo>
                        <a:cubicBezTo>
                          <a:pt x="398" y="8844"/>
                          <a:pt x="580" y="6205"/>
                          <a:pt x="2535" y="4328"/>
                        </a:cubicBezTo>
                        <a:cubicBezTo>
                          <a:pt x="4634" y="2314"/>
                          <a:pt x="4061" y="228"/>
                          <a:pt x="4041" y="137"/>
                        </a:cubicBezTo>
                        <a:cubicBezTo>
                          <a:pt x="4010" y="42"/>
                          <a:pt x="3934" y="1"/>
                          <a:pt x="385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3" name="Google Shape;6693;p69"/>
                  <p:cNvSpPr/>
                  <p:nvPr/>
                </p:nvSpPr>
                <p:spPr>
                  <a:xfrm>
                    <a:off x="2196949" y="1685683"/>
                    <a:ext cx="117022" cy="370330"/>
                  </a:xfrm>
                  <a:custGeom>
                    <a:rect b="b" l="l" r="r" t="t"/>
                    <a:pathLst>
                      <a:path extrusionOk="0" h="14668" w="4635">
                        <a:moveTo>
                          <a:pt x="3856" y="0"/>
                        </a:moveTo>
                        <a:cubicBezTo>
                          <a:pt x="3738" y="0"/>
                          <a:pt x="3617" y="100"/>
                          <a:pt x="3657" y="250"/>
                        </a:cubicBezTo>
                        <a:cubicBezTo>
                          <a:pt x="3683" y="329"/>
                          <a:pt x="4185" y="2206"/>
                          <a:pt x="2262" y="4050"/>
                        </a:cubicBezTo>
                        <a:cubicBezTo>
                          <a:pt x="189" y="6031"/>
                          <a:pt x="7" y="8736"/>
                          <a:pt x="0" y="8867"/>
                        </a:cubicBezTo>
                        <a:lnTo>
                          <a:pt x="0" y="14472"/>
                        </a:lnTo>
                        <a:cubicBezTo>
                          <a:pt x="0" y="14582"/>
                          <a:pt x="92" y="14667"/>
                          <a:pt x="196" y="14667"/>
                        </a:cubicBezTo>
                        <a:cubicBezTo>
                          <a:pt x="307" y="14667"/>
                          <a:pt x="398" y="14582"/>
                          <a:pt x="398" y="14472"/>
                        </a:cubicBezTo>
                        <a:lnTo>
                          <a:pt x="398" y="8873"/>
                        </a:lnTo>
                        <a:cubicBezTo>
                          <a:pt x="398" y="8847"/>
                          <a:pt x="580" y="6207"/>
                          <a:pt x="2536" y="4330"/>
                        </a:cubicBezTo>
                        <a:cubicBezTo>
                          <a:pt x="4634" y="2316"/>
                          <a:pt x="4061" y="231"/>
                          <a:pt x="4035" y="140"/>
                        </a:cubicBezTo>
                        <a:cubicBezTo>
                          <a:pt x="4006" y="42"/>
                          <a:pt x="3932" y="0"/>
                          <a:pt x="3856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4" name="Google Shape;6694;p69"/>
                  <p:cNvSpPr/>
                  <p:nvPr/>
                </p:nvSpPr>
                <p:spPr>
                  <a:xfrm>
                    <a:off x="2242874" y="1681315"/>
                    <a:ext cx="49207" cy="67966"/>
                  </a:xfrm>
                  <a:custGeom>
                    <a:rect b="b" l="l" r="r" t="t"/>
                    <a:pathLst>
                      <a:path extrusionOk="0" h="2692" w="1949">
                        <a:moveTo>
                          <a:pt x="232" y="0"/>
                        </a:moveTo>
                        <a:cubicBezTo>
                          <a:pt x="116" y="0"/>
                          <a:pt x="1" y="95"/>
                          <a:pt x="39" y="247"/>
                        </a:cubicBezTo>
                        <a:cubicBezTo>
                          <a:pt x="475" y="2098"/>
                          <a:pt x="1538" y="2646"/>
                          <a:pt x="1583" y="2672"/>
                        </a:cubicBezTo>
                        <a:cubicBezTo>
                          <a:pt x="1610" y="2685"/>
                          <a:pt x="1642" y="2691"/>
                          <a:pt x="1675" y="2691"/>
                        </a:cubicBezTo>
                        <a:cubicBezTo>
                          <a:pt x="1883" y="2691"/>
                          <a:pt x="1948" y="2411"/>
                          <a:pt x="1766" y="2320"/>
                        </a:cubicBezTo>
                        <a:cubicBezTo>
                          <a:pt x="1753" y="2313"/>
                          <a:pt x="814" y="1812"/>
                          <a:pt x="423" y="156"/>
                        </a:cubicBezTo>
                        <a:cubicBezTo>
                          <a:pt x="396" y="48"/>
                          <a:pt x="314" y="0"/>
                          <a:pt x="232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5" name="Google Shape;6695;p69"/>
                  <p:cNvSpPr/>
                  <p:nvPr/>
                </p:nvSpPr>
                <p:spPr>
                  <a:xfrm>
                    <a:off x="2301751" y="1668313"/>
                    <a:ext cx="70643" cy="87710"/>
                  </a:xfrm>
                  <a:custGeom>
                    <a:rect b="b" l="l" r="r" t="t"/>
                    <a:pathLst>
                      <a:path extrusionOk="0" h="3474" w="2798">
                        <a:moveTo>
                          <a:pt x="1979" y="1"/>
                        </a:moveTo>
                        <a:cubicBezTo>
                          <a:pt x="1859" y="1"/>
                          <a:pt x="1736" y="102"/>
                          <a:pt x="1787" y="254"/>
                        </a:cubicBezTo>
                        <a:cubicBezTo>
                          <a:pt x="2321" y="2183"/>
                          <a:pt x="288" y="3057"/>
                          <a:pt x="197" y="3089"/>
                        </a:cubicBezTo>
                        <a:cubicBezTo>
                          <a:pt x="1" y="3174"/>
                          <a:pt x="60" y="3467"/>
                          <a:pt x="275" y="3474"/>
                        </a:cubicBezTo>
                        <a:cubicBezTo>
                          <a:pt x="301" y="3474"/>
                          <a:pt x="327" y="3467"/>
                          <a:pt x="353" y="3454"/>
                        </a:cubicBezTo>
                        <a:cubicBezTo>
                          <a:pt x="372" y="3448"/>
                          <a:pt x="2797" y="2418"/>
                          <a:pt x="2165" y="150"/>
                        </a:cubicBezTo>
                        <a:cubicBezTo>
                          <a:pt x="2139" y="45"/>
                          <a:pt x="2059" y="1"/>
                          <a:pt x="19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6" name="Google Shape;6696;p69"/>
                  <p:cNvSpPr/>
                  <p:nvPr/>
                </p:nvSpPr>
                <p:spPr>
                  <a:xfrm>
                    <a:off x="2160239" y="2043314"/>
                    <a:ext cx="33276" cy="33907"/>
                  </a:xfrm>
                  <a:custGeom>
                    <a:rect b="b" l="l" r="r" t="t"/>
                    <a:pathLst>
                      <a:path extrusionOk="0" h="1343" w="1318">
                        <a:moveTo>
                          <a:pt x="894" y="0"/>
                        </a:moveTo>
                        <a:cubicBezTo>
                          <a:pt x="848" y="0"/>
                          <a:pt x="803" y="7"/>
                          <a:pt x="763" y="20"/>
                        </a:cubicBezTo>
                        <a:lnTo>
                          <a:pt x="757" y="20"/>
                        </a:lnTo>
                        <a:lnTo>
                          <a:pt x="737" y="13"/>
                        </a:lnTo>
                        <a:lnTo>
                          <a:pt x="724" y="13"/>
                        </a:lnTo>
                        <a:cubicBezTo>
                          <a:pt x="640" y="13"/>
                          <a:pt x="209" y="339"/>
                          <a:pt x="209" y="339"/>
                        </a:cubicBezTo>
                        <a:cubicBezTo>
                          <a:pt x="125" y="437"/>
                          <a:pt x="53" y="548"/>
                          <a:pt x="7" y="672"/>
                        </a:cubicBezTo>
                        <a:lnTo>
                          <a:pt x="1" y="698"/>
                        </a:lnTo>
                        <a:lnTo>
                          <a:pt x="7" y="717"/>
                        </a:lnTo>
                        <a:cubicBezTo>
                          <a:pt x="53" y="926"/>
                          <a:pt x="99" y="1108"/>
                          <a:pt x="157" y="1271"/>
                        </a:cubicBezTo>
                        <a:lnTo>
                          <a:pt x="170" y="1323"/>
                        </a:lnTo>
                        <a:lnTo>
                          <a:pt x="222" y="1330"/>
                        </a:lnTo>
                        <a:lnTo>
                          <a:pt x="294" y="1336"/>
                        </a:lnTo>
                        <a:lnTo>
                          <a:pt x="333" y="1343"/>
                        </a:lnTo>
                        <a:lnTo>
                          <a:pt x="359" y="1323"/>
                        </a:lnTo>
                        <a:lnTo>
                          <a:pt x="405" y="1291"/>
                        </a:lnTo>
                        <a:lnTo>
                          <a:pt x="405" y="1252"/>
                        </a:lnTo>
                        <a:cubicBezTo>
                          <a:pt x="431" y="789"/>
                          <a:pt x="685" y="437"/>
                          <a:pt x="1161" y="209"/>
                        </a:cubicBezTo>
                        <a:lnTo>
                          <a:pt x="1317" y="137"/>
                        </a:lnTo>
                        <a:lnTo>
                          <a:pt x="1154" y="65"/>
                        </a:lnTo>
                        <a:cubicBezTo>
                          <a:pt x="1076" y="26"/>
                          <a:pt x="985" y="0"/>
                          <a:pt x="8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7" name="Google Shape;6697;p69"/>
                  <p:cNvSpPr/>
                  <p:nvPr/>
                </p:nvSpPr>
                <p:spPr>
                  <a:xfrm>
                    <a:off x="2157942" y="2041168"/>
                    <a:ext cx="40346" cy="38376"/>
                  </a:xfrm>
                  <a:custGeom>
                    <a:rect b="b" l="l" r="r" t="t"/>
                    <a:pathLst>
                      <a:path extrusionOk="0" h="1520" w="1598">
                        <a:moveTo>
                          <a:pt x="985" y="164"/>
                        </a:moveTo>
                        <a:cubicBezTo>
                          <a:pt x="1063" y="164"/>
                          <a:pt x="1141" y="183"/>
                          <a:pt x="1213" y="222"/>
                        </a:cubicBezTo>
                        <a:cubicBezTo>
                          <a:pt x="594" y="515"/>
                          <a:pt x="431" y="972"/>
                          <a:pt x="411" y="1337"/>
                        </a:cubicBezTo>
                        <a:lnTo>
                          <a:pt x="398" y="1343"/>
                        </a:lnTo>
                        <a:lnTo>
                          <a:pt x="326" y="1330"/>
                        </a:lnTo>
                        <a:cubicBezTo>
                          <a:pt x="268" y="1154"/>
                          <a:pt x="216" y="972"/>
                          <a:pt x="177" y="789"/>
                        </a:cubicBezTo>
                        <a:cubicBezTo>
                          <a:pt x="216" y="672"/>
                          <a:pt x="281" y="568"/>
                          <a:pt x="359" y="476"/>
                        </a:cubicBezTo>
                        <a:cubicBezTo>
                          <a:pt x="502" y="366"/>
                          <a:pt x="659" y="268"/>
                          <a:pt x="815" y="183"/>
                        </a:cubicBezTo>
                        <a:lnTo>
                          <a:pt x="848" y="183"/>
                        </a:lnTo>
                        <a:cubicBezTo>
                          <a:pt x="861" y="183"/>
                          <a:pt x="874" y="183"/>
                          <a:pt x="880" y="177"/>
                        </a:cubicBezTo>
                        <a:cubicBezTo>
                          <a:pt x="913" y="170"/>
                          <a:pt x="946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939" y="1"/>
                          <a:pt x="894" y="7"/>
                          <a:pt x="854" y="20"/>
                        </a:cubicBezTo>
                        <a:lnTo>
                          <a:pt x="815" y="20"/>
                        </a:lnTo>
                        <a:cubicBezTo>
                          <a:pt x="763" y="20"/>
                          <a:pt x="731" y="27"/>
                          <a:pt x="489" y="190"/>
                        </a:cubicBezTo>
                        <a:cubicBezTo>
                          <a:pt x="398" y="242"/>
                          <a:pt x="313" y="300"/>
                          <a:pt x="235" y="372"/>
                        </a:cubicBezTo>
                        <a:cubicBezTo>
                          <a:pt x="144" y="476"/>
                          <a:pt x="72" y="600"/>
                          <a:pt x="20" y="731"/>
                        </a:cubicBezTo>
                        <a:lnTo>
                          <a:pt x="1" y="776"/>
                        </a:lnTo>
                        <a:lnTo>
                          <a:pt x="14" y="822"/>
                        </a:lnTo>
                        <a:cubicBezTo>
                          <a:pt x="59" y="1030"/>
                          <a:pt x="111" y="1219"/>
                          <a:pt x="164" y="1382"/>
                        </a:cubicBezTo>
                        <a:lnTo>
                          <a:pt x="196" y="1480"/>
                        </a:lnTo>
                        <a:lnTo>
                          <a:pt x="300" y="1493"/>
                        </a:lnTo>
                        <a:lnTo>
                          <a:pt x="366" y="1506"/>
                        </a:lnTo>
                        <a:lnTo>
                          <a:pt x="437" y="1519"/>
                        </a:lnTo>
                        <a:lnTo>
                          <a:pt x="496" y="1474"/>
                        </a:lnTo>
                        <a:lnTo>
                          <a:pt x="502" y="1467"/>
                        </a:lnTo>
                        <a:lnTo>
                          <a:pt x="561" y="1421"/>
                        </a:lnTo>
                        <a:lnTo>
                          <a:pt x="568" y="1343"/>
                        </a:lnTo>
                        <a:cubicBezTo>
                          <a:pt x="587" y="913"/>
                          <a:pt x="828" y="581"/>
                          <a:pt x="1278" y="366"/>
                        </a:cubicBezTo>
                        <a:lnTo>
                          <a:pt x="1597" y="222"/>
                        </a:lnTo>
                        <a:lnTo>
                          <a:pt x="1285" y="72"/>
                        </a:lnTo>
                        <a:cubicBezTo>
                          <a:pt x="1187" y="27"/>
                          <a:pt x="1089" y="1"/>
                          <a:pt x="985" y="1"/>
                        </a:cubicBez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8" name="Google Shape;6698;p69"/>
                  <p:cNvSpPr/>
                  <p:nvPr/>
                </p:nvSpPr>
                <p:spPr>
                  <a:xfrm>
                    <a:off x="2204675" y="2051368"/>
                    <a:ext cx="27520" cy="26182"/>
                  </a:xfrm>
                  <a:custGeom>
                    <a:rect b="b" l="l" r="r" t="t"/>
                    <a:pathLst>
                      <a:path extrusionOk="0" h="1037" w="1090">
                        <a:moveTo>
                          <a:pt x="620" y="1"/>
                        </a:moveTo>
                        <a:lnTo>
                          <a:pt x="385" y="157"/>
                        </a:lnTo>
                        <a:lnTo>
                          <a:pt x="444" y="235"/>
                        </a:lnTo>
                        <a:cubicBezTo>
                          <a:pt x="340" y="281"/>
                          <a:pt x="40" y="424"/>
                          <a:pt x="20" y="633"/>
                        </a:cubicBezTo>
                        <a:cubicBezTo>
                          <a:pt x="1" y="848"/>
                          <a:pt x="196" y="959"/>
                          <a:pt x="372" y="985"/>
                        </a:cubicBezTo>
                        <a:lnTo>
                          <a:pt x="392" y="985"/>
                        </a:lnTo>
                        <a:cubicBezTo>
                          <a:pt x="437" y="978"/>
                          <a:pt x="483" y="978"/>
                          <a:pt x="529" y="978"/>
                        </a:cubicBezTo>
                        <a:cubicBezTo>
                          <a:pt x="626" y="978"/>
                          <a:pt x="731" y="991"/>
                          <a:pt x="828" y="1011"/>
                        </a:cubicBezTo>
                        <a:lnTo>
                          <a:pt x="926" y="1037"/>
                        </a:lnTo>
                        <a:lnTo>
                          <a:pt x="926" y="933"/>
                        </a:lnTo>
                        <a:cubicBezTo>
                          <a:pt x="920" y="789"/>
                          <a:pt x="926" y="587"/>
                          <a:pt x="1030" y="503"/>
                        </a:cubicBezTo>
                        <a:lnTo>
                          <a:pt x="1089" y="450"/>
                        </a:lnTo>
                        <a:lnTo>
                          <a:pt x="933" y="255"/>
                        </a:lnTo>
                        <a:lnTo>
                          <a:pt x="874" y="287"/>
                        </a:lnTo>
                        <a:cubicBezTo>
                          <a:pt x="815" y="320"/>
                          <a:pt x="750" y="359"/>
                          <a:pt x="698" y="405"/>
                        </a:cubicBezTo>
                        <a:cubicBezTo>
                          <a:pt x="698" y="340"/>
                          <a:pt x="718" y="281"/>
                          <a:pt x="744" y="229"/>
                        </a:cubicBezTo>
                        <a:lnTo>
                          <a:pt x="783" y="170"/>
                        </a:lnTo>
                        <a:lnTo>
                          <a:pt x="620" y="1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9" name="Google Shape;6699;p69"/>
                  <p:cNvSpPr/>
                  <p:nvPr/>
                </p:nvSpPr>
                <p:spPr>
                  <a:xfrm>
                    <a:off x="2202529" y="2048565"/>
                    <a:ext cx="32620" cy="31458"/>
                  </a:xfrm>
                  <a:custGeom>
                    <a:rect b="b" l="l" r="r" t="t"/>
                    <a:pathLst>
                      <a:path extrusionOk="0" h="1246" w="1292">
                        <a:moveTo>
                          <a:pt x="692" y="216"/>
                        </a:moveTo>
                        <a:lnTo>
                          <a:pt x="763" y="288"/>
                        </a:lnTo>
                        <a:cubicBezTo>
                          <a:pt x="718" y="379"/>
                          <a:pt x="692" y="483"/>
                          <a:pt x="698" y="581"/>
                        </a:cubicBezTo>
                        <a:cubicBezTo>
                          <a:pt x="698" y="607"/>
                          <a:pt x="718" y="627"/>
                          <a:pt x="737" y="633"/>
                        </a:cubicBezTo>
                        <a:lnTo>
                          <a:pt x="757" y="633"/>
                        </a:lnTo>
                        <a:cubicBezTo>
                          <a:pt x="770" y="633"/>
                          <a:pt x="790" y="620"/>
                          <a:pt x="796" y="607"/>
                        </a:cubicBezTo>
                        <a:cubicBezTo>
                          <a:pt x="855" y="548"/>
                          <a:pt x="926" y="503"/>
                          <a:pt x="998" y="464"/>
                        </a:cubicBezTo>
                        <a:lnTo>
                          <a:pt x="1063" y="548"/>
                        </a:lnTo>
                        <a:cubicBezTo>
                          <a:pt x="933" y="659"/>
                          <a:pt x="920" y="874"/>
                          <a:pt x="926" y="1044"/>
                        </a:cubicBezTo>
                        <a:cubicBezTo>
                          <a:pt x="829" y="1018"/>
                          <a:pt x="718" y="1005"/>
                          <a:pt x="614" y="1005"/>
                        </a:cubicBezTo>
                        <a:cubicBezTo>
                          <a:pt x="568" y="1005"/>
                          <a:pt x="516" y="1005"/>
                          <a:pt x="470" y="1011"/>
                        </a:cubicBezTo>
                        <a:cubicBezTo>
                          <a:pt x="425" y="1005"/>
                          <a:pt x="170" y="952"/>
                          <a:pt x="190" y="750"/>
                        </a:cubicBezTo>
                        <a:cubicBezTo>
                          <a:pt x="203" y="581"/>
                          <a:pt x="483" y="444"/>
                          <a:pt x="587" y="411"/>
                        </a:cubicBezTo>
                        <a:cubicBezTo>
                          <a:pt x="600" y="405"/>
                          <a:pt x="614" y="392"/>
                          <a:pt x="620" y="372"/>
                        </a:cubicBezTo>
                        <a:cubicBezTo>
                          <a:pt x="627" y="359"/>
                          <a:pt x="620" y="340"/>
                          <a:pt x="614" y="327"/>
                        </a:cubicBezTo>
                        <a:lnTo>
                          <a:pt x="587" y="281"/>
                        </a:lnTo>
                        <a:lnTo>
                          <a:pt x="692" y="216"/>
                        </a:lnTo>
                        <a:close/>
                        <a:moveTo>
                          <a:pt x="724" y="1"/>
                        </a:moveTo>
                        <a:lnTo>
                          <a:pt x="607" y="79"/>
                        </a:lnTo>
                        <a:lnTo>
                          <a:pt x="496" y="144"/>
                        </a:lnTo>
                        <a:lnTo>
                          <a:pt x="353" y="236"/>
                        </a:lnTo>
                        <a:lnTo>
                          <a:pt x="405" y="307"/>
                        </a:lnTo>
                        <a:cubicBezTo>
                          <a:pt x="262" y="385"/>
                          <a:pt x="40" y="529"/>
                          <a:pt x="27" y="737"/>
                        </a:cubicBezTo>
                        <a:cubicBezTo>
                          <a:pt x="1" y="1005"/>
                          <a:pt x="236" y="1135"/>
                          <a:pt x="438" y="1174"/>
                        </a:cubicBezTo>
                        <a:lnTo>
                          <a:pt x="483" y="1174"/>
                        </a:lnTo>
                        <a:cubicBezTo>
                          <a:pt x="529" y="1174"/>
                          <a:pt x="574" y="1168"/>
                          <a:pt x="614" y="1168"/>
                        </a:cubicBezTo>
                        <a:cubicBezTo>
                          <a:pt x="705" y="1168"/>
                          <a:pt x="803" y="1174"/>
                          <a:pt x="894" y="1200"/>
                        </a:cubicBezTo>
                        <a:lnTo>
                          <a:pt x="1102" y="1246"/>
                        </a:lnTo>
                        <a:lnTo>
                          <a:pt x="1089" y="1031"/>
                        </a:lnTo>
                        <a:cubicBezTo>
                          <a:pt x="1089" y="959"/>
                          <a:pt x="1083" y="744"/>
                          <a:pt x="1168" y="672"/>
                        </a:cubicBezTo>
                        <a:lnTo>
                          <a:pt x="1291" y="568"/>
                        </a:lnTo>
                        <a:lnTo>
                          <a:pt x="1194" y="451"/>
                        </a:lnTo>
                        <a:lnTo>
                          <a:pt x="1128" y="366"/>
                        </a:lnTo>
                        <a:lnTo>
                          <a:pt x="1044" y="262"/>
                        </a:lnTo>
                        <a:lnTo>
                          <a:pt x="946" y="314"/>
                        </a:lnTo>
                        <a:lnTo>
                          <a:pt x="972" y="275"/>
                        </a:lnTo>
                        <a:lnTo>
                          <a:pt x="887" y="183"/>
                        </a:lnTo>
                        <a:lnTo>
                          <a:pt x="816" y="105"/>
                        </a:lnTo>
                        <a:lnTo>
                          <a:pt x="724" y="7"/>
                        </a:lnTo>
                        <a:lnTo>
                          <a:pt x="724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00" name="Google Shape;6700;p69"/>
                  <p:cNvSpPr/>
                  <p:nvPr/>
                </p:nvSpPr>
                <p:spPr>
                  <a:xfrm>
                    <a:off x="2139183" y="2076388"/>
                    <a:ext cx="29489" cy="46102"/>
                  </a:xfrm>
                  <a:custGeom>
                    <a:rect b="b" l="l" r="r" t="t"/>
                    <a:pathLst>
                      <a:path extrusionOk="0" h="1826" w="1168">
                        <a:moveTo>
                          <a:pt x="900" y="0"/>
                        </a:moveTo>
                        <a:cubicBezTo>
                          <a:pt x="802" y="0"/>
                          <a:pt x="698" y="13"/>
                          <a:pt x="600" y="46"/>
                        </a:cubicBezTo>
                        <a:cubicBezTo>
                          <a:pt x="392" y="111"/>
                          <a:pt x="222" y="261"/>
                          <a:pt x="131" y="457"/>
                        </a:cubicBezTo>
                        <a:cubicBezTo>
                          <a:pt x="1" y="711"/>
                          <a:pt x="7" y="1376"/>
                          <a:pt x="183" y="1662"/>
                        </a:cubicBezTo>
                        <a:cubicBezTo>
                          <a:pt x="235" y="1760"/>
                          <a:pt x="326" y="1819"/>
                          <a:pt x="431" y="1825"/>
                        </a:cubicBezTo>
                        <a:lnTo>
                          <a:pt x="431" y="1819"/>
                        </a:lnTo>
                        <a:cubicBezTo>
                          <a:pt x="457" y="1819"/>
                          <a:pt x="483" y="1819"/>
                          <a:pt x="502" y="1806"/>
                        </a:cubicBezTo>
                        <a:cubicBezTo>
                          <a:pt x="542" y="1799"/>
                          <a:pt x="574" y="1773"/>
                          <a:pt x="587" y="1741"/>
                        </a:cubicBezTo>
                        <a:cubicBezTo>
                          <a:pt x="620" y="1669"/>
                          <a:pt x="613" y="1584"/>
                          <a:pt x="581" y="1512"/>
                        </a:cubicBezTo>
                        <a:cubicBezTo>
                          <a:pt x="568" y="1473"/>
                          <a:pt x="561" y="1441"/>
                          <a:pt x="555" y="1402"/>
                        </a:cubicBezTo>
                        <a:cubicBezTo>
                          <a:pt x="561" y="756"/>
                          <a:pt x="822" y="359"/>
                          <a:pt x="1043" y="137"/>
                        </a:cubicBezTo>
                        <a:lnTo>
                          <a:pt x="1167" y="13"/>
                        </a:lnTo>
                        <a:lnTo>
                          <a:pt x="991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01" name="Google Shape;6701;p69"/>
                  <p:cNvSpPr/>
                  <p:nvPr/>
                </p:nvSpPr>
                <p:spPr>
                  <a:xfrm>
                    <a:off x="2137213" y="2074242"/>
                    <a:ext cx="36053" cy="50041"/>
                  </a:xfrm>
                  <a:custGeom>
                    <a:rect b="b" l="l" r="r" t="t"/>
                    <a:pathLst>
                      <a:path extrusionOk="0" h="1982" w="1428">
                        <a:moveTo>
                          <a:pt x="978" y="164"/>
                        </a:moveTo>
                        <a:lnTo>
                          <a:pt x="978" y="170"/>
                        </a:lnTo>
                        <a:lnTo>
                          <a:pt x="1063" y="170"/>
                        </a:lnTo>
                        <a:cubicBezTo>
                          <a:pt x="854" y="379"/>
                          <a:pt x="561" y="796"/>
                          <a:pt x="554" y="1487"/>
                        </a:cubicBezTo>
                        <a:cubicBezTo>
                          <a:pt x="554" y="1591"/>
                          <a:pt x="665" y="1786"/>
                          <a:pt x="561" y="1812"/>
                        </a:cubicBezTo>
                        <a:cubicBezTo>
                          <a:pt x="541" y="1819"/>
                          <a:pt x="528" y="1819"/>
                          <a:pt x="509" y="1819"/>
                        </a:cubicBezTo>
                        <a:cubicBezTo>
                          <a:pt x="176" y="1819"/>
                          <a:pt x="137" y="854"/>
                          <a:pt x="281" y="568"/>
                        </a:cubicBezTo>
                        <a:cubicBezTo>
                          <a:pt x="365" y="398"/>
                          <a:pt x="515" y="261"/>
                          <a:pt x="698" y="203"/>
                        </a:cubicBezTo>
                        <a:cubicBezTo>
                          <a:pt x="789" y="177"/>
                          <a:pt x="887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867" y="1"/>
                          <a:pt x="756" y="14"/>
                          <a:pt x="652" y="53"/>
                        </a:cubicBezTo>
                        <a:cubicBezTo>
                          <a:pt x="424" y="124"/>
                          <a:pt x="242" y="287"/>
                          <a:pt x="137" y="496"/>
                        </a:cubicBezTo>
                        <a:cubicBezTo>
                          <a:pt x="0" y="776"/>
                          <a:pt x="0" y="1474"/>
                          <a:pt x="196" y="1786"/>
                        </a:cubicBezTo>
                        <a:cubicBezTo>
                          <a:pt x="261" y="1904"/>
                          <a:pt x="378" y="1982"/>
                          <a:pt x="509" y="1982"/>
                        </a:cubicBezTo>
                        <a:cubicBezTo>
                          <a:pt x="548" y="1982"/>
                          <a:pt x="580" y="1982"/>
                          <a:pt x="613" y="1969"/>
                        </a:cubicBezTo>
                        <a:cubicBezTo>
                          <a:pt x="665" y="1956"/>
                          <a:pt x="717" y="1917"/>
                          <a:pt x="743" y="1865"/>
                        </a:cubicBezTo>
                        <a:cubicBezTo>
                          <a:pt x="783" y="1767"/>
                          <a:pt x="783" y="1663"/>
                          <a:pt x="737" y="1571"/>
                        </a:cubicBezTo>
                        <a:cubicBezTo>
                          <a:pt x="730" y="1545"/>
                          <a:pt x="724" y="1519"/>
                          <a:pt x="717" y="1487"/>
                        </a:cubicBezTo>
                        <a:cubicBezTo>
                          <a:pt x="724" y="874"/>
                          <a:pt x="972" y="489"/>
                          <a:pt x="1180" y="281"/>
                        </a:cubicBezTo>
                        <a:lnTo>
                          <a:pt x="1428" y="33"/>
                        </a:lnTo>
                        <a:lnTo>
                          <a:pt x="1076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02" name="Google Shape;6702;p69"/>
                  <p:cNvSpPr/>
                  <p:nvPr/>
                </p:nvSpPr>
                <p:spPr>
                  <a:xfrm>
                    <a:off x="2157134" y="2043642"/>
                    <a:ext cx="99399" cy="131666"/>
                  </a:xfrm>
                  <a:custGeom>
                    <a:rect b="b" l="l" r="r" t="t"/>
                    <a:pathLst>
                      <a:path extrusionOk="0" h="5215" w="3937">
                        <a:moveTo>
                          <a:pt x="2034" y="0"/>
                        </a:moveTo>
                        <a:lnTo>
                          <a:pt x="1981" y="13"/>
                        </a:lnTo>
                        <a:cubicBezTo>
                          <a:pt x="1890" y="33"/>
                          <a:pt x="1805" y="59"/>
                          <a:pt x="1721" y="85"/>
                        </a:cubicBezTo>
                        <a:cubicBezTo>
                          <a:pt x="1258" y="241"/>
                          <a:pt x="704" y="567"/>
                          <a:pt x="691" y="1278"/>
                        </a:cubicBezTo>
                        <a:cubicBezTo>
                          <a:pt x="665" y="1297"/>
                          <a:pt x="20" y="1701"/>
                          <a:pt x="13" y="2712"/>
                        </a:cubicBezTo>
                        <a:cubicBezTo>
                          <a:pt x="7" y="3227"/>
                          <a:pt x="0" y="4439"/>
                          <a:pt x="1740" y="5019"/>
                        </a:cubicBezTo>
                        <a:cubicBezTo>
                          <a:pt x="1949" y="5084"/>
                          <a:pt x="2503" y="5214"/>
                          <a:pt x="2718" y="5214"/>
                        </a:cubicBezTo>
                        <a:cubicBezTo>
                          <a:pt x="2744" y="5214"/>
                          <a:pt x="2770" y="5214"/>
                          <a:pt x="2796" y="5208"/>
                        </a:cubicBezTo>
                        <a:cubicBezTo>
                          <a:pt x="2815" y="5209"/>
                          <a:pt x="2833" y="5209"/>
                          <a:pt x="2851" y="5209"/>
                        </a:cubicBezTo>
                        <a:cubicBezTo>
                          <a:pt x="2983" y="5209"/>
                          <a:pt x="3114" y="5188"/>
                          <a:pt x="3239" y="5143"/>
                        </a:cubicBezTo>
                        <a:cubicBezTo>
                          <a:pt x="3533" y="5058"/>
                          <a:pt x="3885" y="4804"/>
                          <a:pt x="3904" y="4093"/>
                        </a:cubicBezTo>
                        <a:cubicBezTo>
                          <a:pt x="3911" y="3865"/>
                          <a:pt x="3917" y="3565"/>
                          <a:pt x="3904" y="3285"/>
                        </a:cubicBezTo>
                        <a:cubicBezTo>
                          <a:pt x="3937" y="2992"/>
                          <a:pt x="3767" y="2360"/>
                          <a:pt x="3709" y="2229"/>
                        </a:cubicBezTo>
                        <a:cubicBezTo>
                          <a:pt x="3637" y="2060"/>
                          <a:pt x="3533" y="1903"/>
                          <a:pt x="3402" y="1780"/>
                        </a:cubicBezTo>
                        <a:cubicBezTo>
                          <a:pt x="3161" y="1552"/>
                          <a:pt x="2842" y="1441"/>
                          <a:pt x="2418" y="1441"/>
                        </a:cubicBezTo>
                        <a:lnTo>
                          <a:pt x="2281" y="1441"/>
                        </a:lnTo>
                        <a:cubicBezTo>
                          <a:pt x="2249" y="1434"/>
                          <a:pt x="2223" y="1434"/>
                          <a:pt x="2190" y="1434"/>
                        </a:cubicBezTo>
                        <a:lnTo>
                          <a:pt x="2138" y="1434"/>
                        </a:lnTo>
                        <a:cubicBezTo>
                          <a:pt x="2040" y="1408"/>
                          <a:pt x="1695" y="1304"/>
                          <a:pt x="1721" y="991"/>
                        </a:cubicBezTo>
                        <a:cubicBezTo>
                          <a:pt x="1747" y="730"/>
                          <a:pt x="2099" y="548"/>
                          <a:pt x="2249" y="476"/>
                        </a:cubicBezTo>
                        <a:lnTo>
                          <a:pt x="2340" y="437"/>
                        </a:lnTo>
                        <a:lnTo>
                          <a:pt x="2034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03" name="Google Shape;6703;p69"/>
                  <p:cNvSpPr/>
                  <p:nvPr/>
                </p:nvSpPr>
                <p:spPr>
                  <a:xfrm>
                    <a:off x="2155139" y="2041168"/>
                    <a:ext cx="103363" cy="136286"/>
                  </a:xfrm>
                  <a:custGeom>
                    <a:rect b="b" l="l" r="r" t="t"/>
                    <a:pathLst>
                      <a:path extrusionOk="0" h="5398" w="4094">
                        <a:moveTo>
                          <a:pt x="2152" y="1"/>
                        </a:moveTo>
                        <a:lnTo>
                          <a:pt x="2157" y="7"/>
                        </a:lnTo>
                        <a:lnTo>
                          <a:pt x="2157" y="7"/>
                        </a:lnTo>
                        <a:lnTo>
                          <a:pt x="2158" y="7"/>
                        </a:lnTo>
                        <a:lnTo>
                          <a:pt x="2152" y="1"/>
                        </a:lnTo>
                        <a:close/>
                        <a:moveTo>
                          <a:pt x="2081" y="191"/>
                        </a:moveTo>
                        <a:lnTo>
                          <a:pt x="2302" y="502"/>
                        </a:lnTo>
                        <a:cubicBezTo>
                          <a:pt x="2119" y="581"/>
                          <a:pt x="1748" y="783"/>
                          <a:pt x="1721" y="1082"/>
                        </a:cubicBezTo>
                        <a:cubicBezTo>
                          <a:pt x="1695" y="1415"/>
                          <a:pt x="2008" y="1571"/>
                          <a:pt x="2210" y="1617"/>
                        </a:cubicBezTo>
                        <a:cubicBezTo>
                          <a:pt x="2230" y="1610"/>
                          <a:pt x="2256" y="1610"/>
                          <a:pt x="2275" y="1610"/>
                        </a:cubicBezTo>
                        <a:cubicBezTo>
                          <a:pt x="2308" y="1610"/>
                          <a:pt x="2341" y="1617"/>
                          <a:pt x="2373" y="1623"/>
                        </a:cubicBezTo>
                        <a:cubicBezTo>
                          <a:pt x="2406" y="1630"/>
                          <a:pt x="2432" y="1636"/>
                          <a:pt x="2464" y="1650"/>
                        </a:cubicBezTo>
                        <a:cubicBezTo>
                          <a:pt x="2458" y="1636"/>
                          <a:pt x="2445" y="1623"/>
                          <a:pt x="2438" y="1617"/>
                        </a:cubicBezTo>
                        <a:lnTo>
                          <a:pt x="2497" y="1617"/>
                        </a:lnTo>
                        <a:cubicBezTo>
                          <a:pt x="2895" y="1617"/>
                          <a:pt x="3201" y="1721"/>
                          <a:pt x="3423" y="1930"/>
                        </a:cubicBezTo>
                        <a:cubicBezTo>
                          <a:pt x="3546" y="2047"/>
                          <a:pt x="3644" y="2197"/>
                          <a:pt x="3709" y="2353"/>
                        </a:cubicBezTo>
                        <a:cubicBezTo>
                          <a:pt x="3742" y="2393"/>
                          <a:pt x="3937" y="3083"/>
                          <a:pt x="3905" y="3383"/>
                        </a:cubicBezTo>
                        <a:cubicBezTo>
                          <a:pt x="3911" y="3637"/>
                          <a:pt x="3911" y="3911"/>
                          <a:pt x="3905" y="4185"/>
                        </a:cubicBezTo>
                        <a:cubicBezTo>
                          <a:pt x="3892" y="4706"/>
                          <a:pt x="3683" y="5045"/>
                          <a:pt x="3292" y="5162"/>
                        </a:cubicBezTo>
                        <a:cubicBezTo>
                          <a:pt x="3169" y="5203"/>
                          <a:pt x="3041" y="5229"/>
                          <a:pt x="2908" y="5229"/>
                        </a:cubicBezTo>
                        <a:cubicBezTo>
                          <a:pt x="2893" y="5229"/>
                          <a:pt x="2877" y="5228"/>
                          <a:pt x="2862" y="5228"/>
                        </a:cubicBezTo>
                        <a:cubicBezTo>
                          <a:pt x="2842" y="5228"/>
                          <a:pt x="2823" y="5234"/>
                          <a:pt x="2803" y="5234"/>
                        </a:cubicBezTo>
                        <a:cubicBezTo>
                          <a:pt x="2601" y="5234"/>
                          <a:pt x="2060" y="5110"/>
                          <a:pt x="1852" y="5039"/>
                        </a:cubicBezTo>
                        <a:cubicBezTo>
                          <a:pt x="157" y="4478"/>
                          <a:pt x="177" y="3311"/>
                          <a:pt x="177" y="2810"/>
                        </a:cubicBezTo>
                        <a:cubicBezTo>
                          <a:pt x="190" y="1852"/>
                          <a:pt x="789" y="1461"/>
                          <a:pt x="816" y="1447"/>
                        </a:cubicBezTo>
                        <a:cubicBezTo>
                          <a:pt x="842" y="1434"/>
                          <a:pt x="855" y="1408"/>
                          <a:pt x="855" y="1382"/>
                        </a:cubicBezTo>
                        <a:cubicBezTo>
                          <a:pt x="868" y="718"/>
                          <a:pt x="1389" y="405"/>
                          <a:pt x="1826" y="261"/>
                        </a:cubicBezTo>
                        <a:cubicBezTo>
                          <a:pt x="1909" y="236"/>
                          <a:pt x="1992" y="210"/>
                          <a:pt x="2081" y="191"/>
                        </a:cubicBezTo>
                        <a:close/>
                        <a:moveTo>
                          <a:pt x="2157" y="7"/>
                        </a:moveTo>
                        <a:lnTo>
                          <a:pt x="2047" y="33"/>
                        </a:lnTo>
                        <a:cubicBezTo>
                          <a:pt x="1956" y="53"/>
                          <a:pt x="1865" y="79"/>
                          <a:pt x="1774" y="111"/>
                        </a:cubicBezTo>
                        <a:cubicBezTo>
                          <a:pt x="1102" y="333"/>
                          <a:pt x="724" y="763"/>
                          <a:pt x="692" y="1337"/>
                        </a:cubicBezTo>
                        <a:cubicBezTo>
                          <a:pt x="542" y="1441"/>
                          <a:pt x="27" y="1891"/>
                          <a:pt x="14" y="2810"/>
                        </a:cubicBezTo>
                        <a:cubicBezTo>
                          <a:pt x="14" y="3298"/>
                          <a:pt x="1" y="4602"/>
                          <a:pt x="1800" y="5195"/>
                        </a:cubicBezTo>
                        <a:cubicBezTo>
                          <a:pt x="2015" y="5267"/>
                          <a:pt x="2575" y="5397"/>
                          <a:pt x="2803" y="5397"/>
                        </a:cubicBezTo>
                        <a:cubicBezTo>
                          <a:pt x="2829" y="5397"/>
                          <a:pt x="2856" y="5391"/>
                          <a:pt x="2882" y="5391"/>
                        </a:cubicBezTo>
                        <a:cubicBezTo>
                          <a:pt x="3045" y="5391"/>
                          <a:pt x="3201" y="5371"/>
                          <a:pt x="3351" y="5319"/>
                        </a:cubicBezTo>
                        <a:cubicBezTo>
                          <a:pt x="3670" y="5221"/>
                          <a:pt x="4048" y="4947"/>
                          <a:pt x="4068" y="4191"/>
                        </a:cubicBezTo>
                        <a:cubicBezTo>
                          <a:pt x="4074" y="3963"/>
                          <a:pt x="4081" y="3670"/>
                          <a:pt x="4068" y="3383"/>
                        </a:cubicBezTo>
                        <a:cubicBezTo>
                          <a:pt x="4094" y="3096"/>
                          <a:pt x="3950" y="2471"/>
                          <a:pt x="3859" y="2288"/>
                        </a:cubicBezTo>
                        <a:cubicBezTo>
                          <a:pt x="3788" y="2112"/>
                          <a:pt x="3677" y="1949"/>
                          <a:pt x="3533" y="1812"/>
                        </a:cubicBezTo>
                        <a:cubicBezTo>
                          <a:pt x="3279" y="1571"/>
                          <a:pt x="2940" y="1454"/>
                          <a:pt x="2497" y="1454"/>
                        </a:cubicBezTo>
                        <a:lnTo>
                          <a:pt x="2367" y="1454"/>
                        </a:lnTo>
                        <a:cubicBezTo>
                          <a:pt x="2334" y="1447"/>
                          <a:pt x="2302" y="1447"/>
                          <a:pt x="2275" y="1447"/>
                        </a:cubicBezTo>
                        <a:lnTo>
                          <a:pt x="2223" y="1447"/>
                        </a:lnTo>
                        <a:cubicBezTo>
                          <a:pt x="2126" y="1421"/>
                          <a:pt x="1865" y="1330"/>
                          <a:pt x="1884" y="1096"/>
                        </a:cubicBezTo>
                        <a:cubicBezTo>
                          <a:pt x="1904" y="867"/>
                          <a:pt x="2256" y="698"/>
                          <a:pt x="2367" y="646"/>
                        </a:cubicBezTo>
                        <a:lnTo>
                          <a:pt x="2549" y="568"/>
                        </a:lnTo>
                        <a:lnTo>
                          <a:pt x="2432" y="405"/>
                        </a:lnTo>
                        <a:lnTo>
                          <a:pt x="2217" y="92"/>
                        </a:lnTo>
                        <a:lnTo>
                          <a:pt x="2157" y="7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704" name="Google Shape;6704;p69"/>
              <p:cNvSpPr/>
              <p:nvPr/>
            </p:nvSpPr>
            <p:spPr>
              <a:xfrm>
                <a:off x="1992394" y="1542757"/>
                <a:ext cx="406964" cy="325163"/>
              </a:xfrm>
              <a:custGeom>
                <a:rect b="b" l="l" r="r" t="t"/>
                <a:pathLst>
                  <a:path extrusionOk="0" h="12879" w="16119">
                    <a:moveTo>
                      <a:pt x="1011" y="8740"/>
                    </a:moveTo>
                    <a:cubicBezTo>
                      <a:pt x="1013" y="8829"/>
                      <a:pt x="1032" y="8962"/>
                      <a:pt x="1064" y="9126"/>
                    </a:cubicBezTo>
                    <a:lnTo>
                      <a:pt x="1064" y="9126"/>
                    </a:lnTo>
                    <a:cubicBezTo>
                      <a:pt x="1038" y="8982"/>
                      <a:pt x="1020" y="8852"/>
                      <a:pt x="1011" y="8740"/>
                    </a:cubicBezTo>
                    <a:close/>
                    <a:moveTo>
                      <a:pt x="8536" y="0"/>
                    </a:moveTo>
                    <a:cubicBezTo>
                      <a:pt x="7384" y="0"/>
                      <a:pt x="6105" y="274"/>
                      <a:pt x="4707" y="906"/>
                    </a:cubicBezTo>
                    <a:cubicBezTo>
                      <a:pt x="1" y="3031"/>
                      <a:pt x="1011" y="8740"/>
                      <a:pt x="1011" y="8740"/>
                    </a:cubicBezTo>
                    <a:cubicBezTo>
                      <a:pt x="953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9" y="6841"/>
                      <a:pt x="14775" y="11975"/>
                      <a:pt x="14754" y="12635"/>
                    </a:cubicBezTo>
                    <a:lnTo>
                      <a:pt x="14754" y="12635"/>
                    </a:lnTo>
                    <a:lnTo>
                      <a:pt x="15206" y="9548"/>
                    </a:lnTo>
                    <a:cubicBezTo>
                      <a:pt x="15206" y="9548"/>
                      <a:pt x="16119" y="6166"/>
                      <a:pt x="14444" y="3441"/>
                    </a:cubicBezTo>
                    <a:cubicBezTo>
                      <a:pt x="13263" y="1523"/>
                      <a:pt x="11255" y="0"/>
                      <a:pt x="8536" y="0"/>
                    </a:cubicBezTo>
                    <a:close/>
                    <a:moveTo>
                      <a:pt x="14754" y="12635"/>
                    </a:moveTo>
                    <a:lnTo>
                      <a:pt x="14744" y="12703"/>
                    </a:lnTo>
                    <a:cubicBezTo>
                      <a:pt x="14744" y="12704"/>
                      <a:pt x="14745" y="12705"/>
                      <a:pt x="14746" y="12705"/>
                    </a:cubicBezTo>
                    <a:cubicBezTo>
                      <a:pt x="14750" y="12705"/>
                      <a:pt x="14752" y="12681"/>
                      <a:pt x="14754" y="12635"/>
                    </a:cubicBezTo>
                    <a:close/>
                    <a:moveTo>
                      <a:pt x="1064" y="9126"/>
                    </a:moveTo>
                    <a:cubicBezTo>
                      <a:pt x="1293" y="10432"/>
                      <a:pt x="2113" y="12879"/>
                      <a:pt x="2113" y="12879"/>
                    </a:cubicBezTo>
                    <a:cubicBezTo>
                      <a:pt x="2113" y="12879"/>
                      <a:pt x="1283" y="10256"/>
                      <a:pt x="1064" y="9126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705" name="Google Shape;6705;p69"/>
          <p:cNvGrpSpPr/>
          <p:nvPr/>
        </p:nvGrpSpPr>
        <p:grpSpPr>
          <a:xfrm>
            <a:off x="2939074" y="1542757"/>
            <a:ext cx="557541" cy="1310345"/>
            <a:chOff x="2939074" y="1542757"/>
            <a:chExt cx="557541" cy="1310345"/>
          </a:xfrm>
        </p:grpSpPr>
        <p:sp>
          <p:nvSpPr>
            <p:cNvPr id="6706" name="Google Shape;6706;p69"/>
            <p:cNvSpPr/>
            <p:nvPr/>
          </p:nvSpPr>
          <p:spPr>
            <a:xfrm>
              <a:off x="2988761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07" name="Google Shape;6707;p69"/>
            <p:cNvGrpSpPr/>
            <p:nvPr/>
          </p:nvGrpSpPr>
          <p:grpSpPr>
            <a:xfrm>
              <a:off x="2939074" y="1542757"/>
              <a:ext cx="557541" cy="1277423"/>
              <a:chOff x="2939074" y="1542757"/>
              <a:chExt cx="557541" cy="1277423"/>
            </a:xfrm>
          </p:grpSpPr>
          <p:sp>
            <p:nvSpPr>
              <p:cNvPr id="6708" name="Google Shape;6708;p69"/>
              <p:cNvSpPr/>
              <p:nvPr/>
            </p:nvSpPr>
            <p:spPr>
              <a:xfrm>
                <a:off x="3032035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8" y="0"/>
                    </a:moveTo>
                    <a:cubicBezTo>
                      <a:pt x="966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6" y="13550"/>
                      <a:pt x="2158" y="13550"/>
                    </a:cubicBezTo>
                    <a:lnTo>
                      <a:pt x="12378" y="13550"/>
                    </a:lnTo>
                    <a:cubicBezTo>
                      <a:pt x="13571" y="13550"/>
                      <a:pt x="14529" y="12585"/>
                      <a:pt x="14529" y="11393"/>
                    </a:cubicBezTo>
                    <a:lnTo>
                      <a:pt x="14529" y="2157"/>
                    </a:lnTo>
                    <a:cubicBezTo>
                      <a:pt x="14529" y="958"/>
                      <a:pt x="13571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09" name="Google Shape;6709;p69"/>
              <p:cNvGrpSpPr/>
              <p:nvPr/>
            </p:nvGrpSpPr>
            <p:grpSpPr>
              <a:xfrm>
                <a:off x="2939074" y="1547529"/>
                <a:ext cx="557541" cy="1272651"/>
                <a:chOff x="2939074" y="1547529"/>
                <a:chExt cx="557541" cy="1272651"/>
              </a:xfrm>
            </p:grpSpPr>
            <p:sp>
              <p:nvSpPr>
                <p:cNvPr id="6710" name="Google Shape;6710;p69"/>
                <p:cNvSpPr/>
                <p:nvPr/>
              </p:nvSpPr>
              <p:spPr>
                <a:xfrm>
                  <a:off x="2939074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1035" y="0"/>
                      </a:moveTo>
                      <a:cubicBezTo>
                        <a:pt x="7053" y="0"/>
                        <a:pt x="3833" y="3226"/>
                        <a:pt x="3833" y="7202"/>
                      </a:cubicBezTo>
                      <a:lnTo>
                        <a:pt x="3833" y="7208"/>
                      </a:lnTo>
                      <a:cubicBezTo>
                        <a:pt x="3807" y="7208"/>
                        <a:pt x="3787" y="7202"/>
                        <a:pt x="3768" y="7202"/>
                      </a:cubicBezTo>
                      <a:cubicBezTo>
                        <a:pt x="3764" y="7202"/>
                        <a:pt x="3761" y="7202"/>
                        <a:pt x="3757" y="7202"/>
                      </a:cubicBezTo>
                      <a:cubicBezTo>
                        <a:pt x="3091" y="7202"/>
                        <a:pt x="2589" y="7811"/>
                        <a:pt x="2718" y="8466"/>
                      </a:cubicBezTo>
                      <a:cubicBezTo>
                        <a:pt x="2815" y="8983"/>
                        <a:pt x="3269" y="9322"/>
                        <a:pt x="3759" y="9322"/>
                      </a:cubicBezTo>
                      <a:cubicBezTo>
                        <a:pt x="3894" y="9322"/>
                        <a:pt x="4032" y="9297"/>
                        <a:pt x="4165" y="9242"/>
                      </a:cubicBezTo>
                      <a:cubicBezTo>
                        <a:pt x="4921" y="11543"/>
                        <a:pt x="6896" y="13367"/>
                        <a:pt x="9073" y="14078"/>
                      </a:cubicBezTo>
                      <a:lnTo>
                        <a:pt x="9073" y="16124"/>
                      </a:lnTo>
                      <a:lnTo>
                        <a:pt x="6864" y="16124"/>
                      </a:lnTo>
                      <a:cubicBezTo>
                        <a:pt x="6864" y="16124"/>
                        <a:pt x="6857" y="16170"/>
                        <a:pt x="6837" y="16183"/>
                      </a:cubicBezTo>
                      <a:cubicBezTo>
                        <a:pt x="6257" y="16183"/>
                        <a:pt x="5743" y="16561"/>
                        <a:pt x="5560" y="17109"/>
                      </a:cubicBezTo>
                      <a:lnTo>
                        <a:pt x="235" y="32861"/>
                      </a:lnTo>
                      <a:cubicBezTo>
                        <a:pt x="1" y="33559"/>
                        <a:pt x="372" y="34308"/>
                        <a:pt x="1069" y="34543"/>
                      </a:cubicBezTo>
                      <a:cubicBezTo>
                        <a:pt x="1208" y="34588"/>
                        <a:pt x="1350" y="34610"/>
                        <a:pt x="1489" y="34610"/>
                      </a:cubicBezTo>
                      <a:cubicBezTo>
                        <a:pt x="2047" y="34610"/>
                        <a:pt x="2568" y="34261"/>
                        <a:pt x="2751" y="33702"/>
                      </a:cubicBezTo>
                      <a:lnTo>
                        <a:pt x="2927" y="33187"/>
                      </a:lnTo>
                      <a:lnTo>
                        <a:pt x="3507" y="33428"/>
                      </a:lnTo>
                      <a:cubicBezTo>
                        <a:pt x="3507" y="33428"/>
                        <a:pt x="4015" y="32412"/>
                        <a:pt x="3468" y="31577"/>
                      </a:cubicBezTo>
                      <a:lnTo>
                        <a:pt x="6733" y="21918"/>
                      </a:lnTo>
                      <a:lnTo>
                        <a:pt x="6733" y="21918"/>
                      </a:lnTo>
                      <a:cubicBezTo>
                        <a:pt x="6733" y="27699"/>
                        <a:pt x="5951" y="29166"/>
                        <a:pt x="5951" y="32360"/>
                      </a:cubicBezTo>
                      <a:cubicBezTo>
                        <a:pt x="5951" y="35560"/>
                        <a:pt x="7861" y="48490"/>
                        <a:pt x="7861" y="48490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03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06" y="33709"/>
                      </a:lnTo>
                      <a:cubicBezTo>
                        <a:pt x="19484" y="34280"/>
                        <a:pt x="20013" y="34650"/>
                        <a:pt x="20579" y="34650"/>
                      </a:cubicBezTo>
                      <a:cubicBezTo>
                        <a:pt x="20717" y="34650"/>
                        <a:pt x="20856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21828" y="32868"/>
                      </a:lnTo>
                      <a:lnTo>
                        <a:pt x="16503" y="17128"/>
                      </a:lnTo>
                      <a:cubicBezTo>
                        <a:pt x="16334" y="16613"/>
                        <a:pt x="15877" y="16242"/>
                        <a:pt x="15336" y="16190"/>
                      </a:cubicBezTo>
                      <a:cubicBezTo>
                        <a:pt x="15323" y="16170"/>
                        <a:pt x="15310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30"/>
                      </a:lnTo>
                      <a:cubicBezTo>
                        <a:pt x="15050" y="13459"/>
                        <a:pt x="17096" y="11621"/>
                        <a:pt x="17885" y="9281"/>
                      </a:cubicBezTo>
                      <a:cubicBezTo>
                        <a:pt x="17969" y="9301"/>
                        <a:pt x="18054" y="9314"/>
                        <a:pt x="18139" y="9314"/>
                      </a:cubicBezTo>
                      <a:cubicBezTo>
                        <a:pt x="18706" y="9314"/>
                        <a:pt x="19169" y="8870"/>
                        <a:pt x="19195" y="8310"/>
                      </a:cubicBezTo>
                      <a:cubicBezTo>
                        <a:pt x="19214" y="7743"/>
                        <a:pt x="18797" y="7261"/>
                        <a:pt x="18230" y="7208"/>
                      </a:cubicBezTo>
                      <a:lnTo>
                        <a:pt x="18230" y="7202"/>
                      </a:lnTo>
                      <a:cubicBezTo>
                        <a:pt x="18230" y="3226"/>
                        <a:pt x="15011" y="0"/>
                        <a:pt x="1103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711" name="Google Shape;6711;p69"/>
                <p:cNvGrpSpPr/>
                <p:nvPr/>
              </p:nvGrpSpPr>
              <p:grpSpPr>
                <a:xfrm>
                  <a:off x="2977425" y="1655184"/>
                  <a:ext cx="476218" cy="1085365"/>
                  <a:chOff x="2977425" y="1655184"/>
                  <a:chExt cx="476218" cy="1085365"/>
                </a:xfrm>
              </p:grpSpPr>
              <p:sp>
                <p:nvSpPr>
                  <p:cNvPr id="6712" name="Google Shape;6712;p69"/>
                  <p:cNvSpPr/>
                  <p:nvPr/>
                </p:nvSpPr>
                <p:spPr>
                  <a:xfrm>
                    <a:off x="2977425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2183" y="0"/>
                        </a:moveTo>
                        <a:cubicBezTo>
                          <a:pt x="2148" y="0"/>
                          <a:pt x="2111" y="6"/>
                          <a:pt x="2073" y="19"/>
                        </a:cubicBezTo>
                        <a:cubicBezTo>
                          <a:pt x="430" y="573"/>
                          <a:pt x="0" y="3030"/>
                          <a:pt x="72" y="4510"/>
                        </a:cubicBezTo>
                        <a:cubicBezTo>
                          <a:pt x="76" y="4542"/>
                          <a:pt x="102" y="4562"/>
                          <a:pt x="127" y="4562"/>
                        </a:cubicBezTo>
                        <a:cubicBezTo>
                          <a:pt x="144" y="4562"/>
                          <a:pt x="159" y="4554"/>
                          <a:pt x="170" y="4536"/>
                        </a:cubicBezTo>
                        <a:cubicBezTo>
                          <a:pt x="515" y="3923"/>
                          <a:pt x="730" y="3272"/>
                          <a:pt x="984" y="2613"/>
                        </a:cubicBezTo>
                        <a:cubicBezTo>
                          <a:pt x="1317" y="1746"/>
                          <a:pt x="1799" y="1251"/>
                          <a:pt x="2412" y="593"/>
                        </a:cubicBezTo>
                        <a:cubicBezTo>
                          <a:pt x="2608" y="379"/>
                          <a:pt x="2461" y="0"/>
                          <a:pt x="21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3" name="Google Shape;6713;p69"/>
                  <p:cNvSpPr/>
                  <p:nvPr/>
                </p:nvSpPr>
                <p:spPr>
                  <a:xfrm>
                    <a:off x="3000198" y="2248172"/>
                    <a:ext cx="38124" cy="63422"/>
                  </a:xfrm>
                  <a:custGeom>
                    <a:rect b="b" l="l" r="r" t="t"/>
                    <a:pathLst>
                      <a:path extrusionOk="0" h="2512" w="1510">
                        <a:moveTo>
                          <a:pt x="1257" y="1"/>
                        </a:moveTo>
                        <a:cubicBezTo>
                          <a:pt x="1226" y="1"/>
                          <a:pt x="1194" y="11"/>
                          <a:pt x="1164" y="33"/>
                        </a:cubicBezTo>
                        <a:cubicBezTo>
                          <a:pt x="845" y="274"/>
                          <a:pt x="695" y="633"/>
                          <a:pt x="545" y="985"/>
                        </a:cubicBezTo>
                        <a:cubicBezTo>
                          <a:pt x="356" y="1408"/>
                          <a:pt x="187" y="1845"/>
                          <a:pt x="37" y="2288"/>
                        </a:cubicBezTo>
                        <a:cubicBezTo>
                          <a:pt x="1" y="2396"/>
                          <a:pt x="102" y="2512"/>
                          <a:pt x="207" y="2512"/>
                        </a:cubicBezTo>
                        <a:cubicBezTo>
                          <a:pt x="236" y="2512"/>
                          <a:pt x="264" y="2503"/>
                          <a:pt x="291" y="2484"/>
                        </a:cubicBezTo>
                        <a:cubicBezTo>
                          <a:pt x="643" y="2230"/>
                          <a:pt x="923" y="1884"/>
                          <a:pt x="1106" y="1487"/>
                        </a:cubicBezTo>
                        <a:cubicBezTo>
                          <a:pt x="1288" y="1096"/>
                          <a:pt x="1510" y="652"/>
                          <a:pt x="1464" y="209"/>
                        </a:cubicBezTo>
                        <a:cubicBezTo>
                          <a:pt x="1454" y="109"/>
                          <a:pt x="1359" y="1"/>
                          <a:pt x="125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4" name="Google Shape;6714;p69"/>
                  <p:cNvSpPr/>
                  <p:nvPr/>
                </p:nvSpPr>
                <p:spPr>
                  <a:xfrm>
                    <a:off x="3035772" y="2078231"/>
                    <a:ext cx="68698" cy="102581"/>
                  </a:xfrm>
                  <a:custGeom>
                    <a:rect b="b" l="l" r="r" t="t"/>
                    <a:pathLst>
                      <a:path extrusionOk="0" h="4063" w="2721">
                        <a:moveTo>
                          <a:pt x="1730" y="0"/>
                        </a:moveTo>
                        <a:cubicBezTo>
                          <a:pt x="1354" y="0"/>
                          <a:pt x="1057" y="265"/>
                          <a:pt x="915" y="625"/>
                        </a:cubicBezTo>
                        <a:cubicBezTo>
                          <a:pt x="557" y="1524"/>
                          <a:pt x="146" y="2554"/>
                          <a:pt x="35" y="3512"/>
                        </a:cubicBezTo>
                        <a:cubicBezTo>
                          <a:pt x="1" y="3825"/>
                          <a:pt x="314" y="4062"/>
                          <a:pt x="609" y="4062"/>
                        </a:cubicBezTo>
                        <a:cubicBezTo>
                          <a:pt x="702" y="4062"/>
                          <a:pt x="792" y="4039"/>
                          <a:pt x="870" y="3988"/>
                        </a:cubicBezTo>
                        <a:cubicBezTo>
                          <a:pt x="1802" y="3362"/>
                          <a:pt x="2173" y="2085"/>
                          <a:pt x="2551" y="1081"/>
                        </a:cubicBezTo>
                        <a:cubicBezTo>
                          <a:pt x="2721" y="644"/>
                          <a:pt x="2375" y="149"/>
                          <a:pt x="1958" y="32"/>
                        </a:cubicBezTo>
                        <a:cubicBezTo>
                          <a:pt x="1880" y="10"/>
                          <a:pt x="1804" y="0"/>
                          <a:pt x="173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5" name="Google Shape;6715;p69"/>
                  <p:cNvSpPr/>
                  <p:nvPr/>
                </p:nvSpPr>
                <p:spPr>
                  <a:xfrm>
                    <a:off x="3082934" y="1960300"/>
                    <a:ext cx="73546" cy="79100"/>
                  </a:xfrm>
                  <a:custGeom>
                    <a:rect b="b" l="l" r="r" t="t"/>
                    <a:pathLst>
                      <a:path extrusionOk="0" h="3133" w="2913">
                        <a:moveTo>
                          <a:pt x="1955" y="1"/>
                        </a:moveTo>
                        <a:cubicBezTo>
                          <a:pt x="1392" y="1"/>
                          <a:pt x="788" y="419"/>
                          <a:pt x="494" y="864"/>
                        </a:cubicBezTo>
                        <a:cubicBezTo>
                          <a:pt x="266" y="1209"/>
                          <a:pt x="273" y="1535"/>
                          <a:pt x="181" y="1913"/>
                        </a:cubicBezTo>
                        <a:cubicBezTo>
                          <a:pt x="103" y="2259"/>
                          <a:pt x="51" y="2610"/>
                          <a:pt x="12" y="2962"/>
                        </a:cubicBezTo>
                        <a:cubicBezTo>
                          <a:pt x="0" y="3069"/>
                          <a:pt x="96" y="3133"/>
                          <a:pt x="191" y="3133"/>
                        </a:cubicBezTo>
                        <a:cubicBezTo>
                          <a:pt x="253" y="3133"/>
                          <a:pt x="314" y="3106"/>
                          <a:pt x="344" y="3047"/>
                        </a:cubicBezTo>
                        <a:cubicBezTo>
                          <a:pt x="468" y="2819"/>
                          <a:pt x="572" y="2578"/>
                          <a:pt x="683" y="2343"/>
                        </a:cubicBezTo>
                        <a:cubicBezTo>
                          <a:pt x="807" y="2102"/>
                          <a:pt x="983" y="1939"/>
                          <a:pt x="1153" y="1724"/>
                        </a:cubicBezTo>
                        <a:cubicBezTo>
                          <a:pt x="1276" y="1555"/>
                          <a:pt x="1446" y="1424"/>
                          <a:pt x="1628" y="1333"/>
                        </a:cubicBezTo>
                        <a:cubicBezTo>
                          <a:pt x="1948" y="1209"/>
                          <a:pt x="2261" y="1307"/>
                          <a:pt x="2573" y="1118"/>
                        </a:cubicBezTo>
                        <a:cubicBezTo>
                          <a:pt x="2860" y="949"/>
                          <a:pt x="2912" y="551"/>
                          <a:pt x="2678" y="310"/>
                        </a:cubicBezTo>
                        <a:cubicBezTo>
                          <a:pt x="2469" y="91"/>
                          <a:pt x="2216" y="1"/>
                          <a:pt x="19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6" name="Google Shape;6716;p69"/>
                  <p:cNvSpPr/>
                  <p:nvPr/>
                </p:nvSpPr>
                <p:spPr>
                  <a:xfrm>
                    <a:off x="3114494" y="2001327"/>
                    <a:ext cx="113992" cy="97481"/>
                  </a:xfrm>
                  <a:custGeom>
                    <a:rect b="b" l="l" r="r" t="t"/>
                    <a:pathLst>
                      <a:path extrusionOk="0" h="3861" w="4515">
                        <a:moveTo>
                          <a:pt x="2398" y="0"/>
                        </a:moveTo>
                        <a:cubicBezTo>
                          <a:pt x="2353" y="0"/>
                          <a:pt x="2308" y="3"/>
                          <a:pt x="2262" y="8"/>
                        </a:cubicBezTo>
                        <a:cubicBezTo>
                          <a:pt x="1415" y="93"/>
                          <a:pt x="548" y="607"/>
                          <a:pt x="365" y="875"/>
                        </a:cubicBezTo>
                        <a:cubicBezTo>
                          <a:pt x="0" y="1409"/>
                          <a:pt x="131" y="2015"/>
                          <a:pt x="372" y="2569"/>
                        </a:cubicBezTo>
                        <a:cubicBezTo>
                          <a:pt x="714" y="3336"/>
                          <a:pt x="1496" y="3861"/>
                          <a:pt x="2279" y="3861"/>
                        </a:cubicBezTo>
                        <a:cubicBezTo>
                          <a:pt x="2675" y="3861"/>
                          <a:pt x="3070" y="3727"/>
                          <a:pt x="3409" y="3423"/>
                        </a:cubicBezTo>
                        <a:cubicBezTo>
                          <a:pt x="4514" y="2419"/>
                          <a:pt x="3802" y="0"/>
                          <a:pt x="23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7" name="Google Shape;6717;p69"/>
                  <p:cNvSpPr/>
                  <p:nvPr/>
                </p:nvSpPr>
                <p:spPr>
                  <a:xfrm>
                    <a:off x="3164383" y="1962345"/>
                    <a:ext cx="34968" cy="27520"/>
                  </a:xfrm>
                  <a:custGeom>
                    <a:rect b="b" l="l" r="r" t="t"/>
                    <a:pathLst>
                      <a:path extrusionOk="0" h="1090" w="1385">
                        <a:moveTo>
                          <a:pt x="393" y="0"/>
                        </a:moveTo>
                        <a:cubicBezTo>
                          <a:pt x="192" y="0"/>
                          <a:pt x="0" y="200"/>
                          <a:pt x="51" y="405"/>
                        </a:cubicBezTo>
                        <a:cubicBezTo>
                          <a:pt x="19" y="522"/>
                          <a:pt x="12" y="639"/>
                          <a:pt x="12" y="757"/>
                        </a:cubicBezTo>
                        <a:cubicBezTo>
                          <a:pt x="12" y="887"/>
                          <a:pt x="103" y="1004"/>
                          <a:pt x="227" y="1037"/>
                        </a:cubicBezTo>
                        <a:cubicBezTo>
                          <a:pt x="475" y="1070"/>
                          <a:pt x="716" y="1083"/>
                          <a:pt x="964" y="1089"/>
                        </a:cubicBezTo>
                        <a:cubicBezTo>
                          <a:pt x="969" y="1089"/>
                          <a:pt x="974" y="1089"/>
                          <a:pt x="979" y="1089"/>
                        </a:cubicBezTo>
                        <a:cubicBezTo>
                          <a:pt x="1274" y="1089"/>
                          <a:pt x="1384" y="721"/>
                          <a:pt x="1198" y="522"/>
                        </a:cubicBezTo>
                        <a:cubicBezTo>
                          <a:pt x="1101" y="418"/>
                          <a:pt x="990" y="333"/>
                          <a:pt x="872" y="255"/>
                        </a:cubicBezTo>
                        <a:cubicBezTo>
                          <a:pt x="729" y="164"/>
                          <a:pt x="644" y="66"/>
                          <a:pt x="481" y="14"/>
                        </a:cubicBezTo>
                        <a:cubicBezTo>
                          <a:pt x="452" y="5"/>
                          <a:pt x="423" y="0"/>
                          <a:pt x="39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8" name="Google Shape;6718;p69"/>
                  <p:cNvSpPr/>
                  <p:nvPr/>
                </p:nvSpPr>
                <p:spPr>
                  <a:xfrm>
                    <a:off x="3180794" y="1922782"/>
                    <a:ext cx="36407" cy="56504"/>
                  </a:xfrm>
                  <a:custGeom>
                    <a:rect b="b" l="l" r="r" t="t"/>
                    <a:pathLst>
                      <a:path extrusionOk="0" h="2238" w="1442">
                        <a:moveTo>
                          <a:pt x="235" y="0"/>
                        </a:moveTo>
                        <a:cubicBezTo>
                          <a:pt x="220" y="0"/>
                          <a:pt x="204" y="11"/>
                          <a:pt x="196" y="30"/>
                        </a:cubicBezTo>
                        <a:lnTo>
                          <a:pt x="196" y="43"/>
                        </a:lnTo>
                        <a:cubicBezTo>
                          <a:pt x="14" y="140"/>
                          <a:pt x="1" y="401"/>
                          <a:pt x="177" y="512"/>
                        </a:cubicBezTo>
                        <a:cubicBezTo>
                          <a:pt x="222" y="1092"/>
                          <a:pt x="503" y="1626"/>
                          <a:pt x="835" y="2122"/>
                        </a:cubicBezTo>
                        <a:cubicBezTo>
                          <a:pt x="886" y="2197"/>
                          <a:pt x="978" y="2237"/>
                          <a:pt x="1066" y="2237"/>
                        </a:cubicBezTo>
                        <a:cubicBezTo>
                          <a:pt x="1169" y="2237"/>
                          <a:pt x="1267" y="2182"/>
                          <a:pt x="1291" y="2063"/>
                        </a:cubicBezTo>
                        <a:cubicBezTo>
                          <a:pt x="1441" y="1300"/>
                          <a:pt x="1246" y="277"/>
                          <a:pt x="385" y="23"/>
                        </a:cubicBezTo>
                        <a:cubicBezTo>
                          <a:pt x="362" y="15"/>
                          <a:pt x="337" y="12"/>
                          <a:pt x="313" y="12"/>
                        </a:cubicBezTo>
                        <a:cubicBezTo>
                          <a:pt x="295" y="12"/>
                          <a:pt x="278" y="14"/>
                          <a:pt x="262" y="17"/>
                        </a:cubicBezTo>
                        <a:cubicBezTo>
                          <a:pt x="256" y="6"/>
                          <a:pt x="246" y="0"/>
                          <a:pt x="23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9" name="Google Shape;6719;p69"/>
                  <p:cNvSpPr/>
                  <p:nvPr/>
                </p:nvSpPr>
                <p:spPr>
                  <a:xfrm>
                    <a:off x="3159131" y="2111002"/>
                    <a:ext cx="48526" cy="50091"/>
                  </a:xfrm>
                  <a:custGeom>
                    <a:rect b="b" l="l" r="r" t="t"/>
                    <a:pathLst>
                      <a:path extrusionOk="0" h="1984" w="1922">
                        <a:moveTo>
                          <a:pt x="1410" y="0"/>
                        </a:moveTo>
                        <a:cubicBezTo>
                          <a:pt x="1343" y="0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81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2"/>
                          <a:pt x="1498" y="1816"/>
                          <a:pt x="1719" y="1517"/>
                        </a:cubicBezTo>
                        <a:cubicBezTo>
                          <a:pt x="1895" y="1262"/>
                          <a:pt x="1921" y="910"/>
                          <a:pt x="1921" y="611"/>
                        </a:cubicBezTo>
                        <a:cubicBezTo>
                          <a:pt x="1915" y="545"/>
                          <a:pt x="1908" y="487"/>
                          <a:pt x="1889" y="435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0"/>
                          <a:pt x="141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0" name="Google Shape;6720;p69"/>
                  <p:cNvSpPr/>
                  <p:nvPr/>
                </p:nvSpPr>
                <p:spPr>
                  <a:xfrm>
                    <a:off x="3159131" y="2164148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1" name="Google Shape;6721;p69"/>
                  <p:cNvSpPr/>
                  <p:nvPr/>
                </p:nvSpPr>
                <p:spPr>
                  <a:xfrm>
                    <a:off x="3159131" y="2217294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2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4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3"/>
                          <a:pt x="1804" y="77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2" name="Google Shape;6722;p69"/>
                  <p:cNvSpPr/>
                  <p:nvPr/>
                </p:nvSpPr>
                <p:spPr>
                  <a:xfrm>
                    <a:off x="3121916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457" y="0"/>
                        </a:moveTo>
                        <a:cubicBezTo>
                          <a:pt x="228" y="0"/>
                          <a:pt x="1" y="197"/>
                          <a:pt x="52" y="505"/>
                        </a:cubicBezTo>
                        <a:cubicBezTo>
                          <a:pt x="110" y="883"/>
                          <a:pt x="202" y="1600"/>
                          <a:pt x="658" y="1685"/>
                        </a:cubicBezTo>
                        <a:cubicBezTo>
                          <a:pt x="692" y="1691"/>
                          <a:pt x="727" y="1694"/>
                          <a:pt x="762" y="1694"/>
                        </a:cubicBezTo>
                        <a:cubicBezTo>
                          <a:pt x="906" y="1694"/>
                          <a:pt x="1047" y="1637"/>
                          <a:pt x="1121" y="1496"/>
                        </a:cubicBezTo>
                        <a:cubicBezTo>
                          <a:pt x="1251" y="1248"/>
                          <a:pt x="1160" y="1020"/>
                          <a:pt x="1036" y="772"/>
                        </a:cubicBezTo>
                        <a:cubicBezTo>
                          <a:pt x="958" y="616"/>
                          <a:pt x="892" y="453"/>
                          <a:pt x="834" y="290"/>
                        </a:cubicBezTo>
                        <a:cubicBezTo>
                          <a:pt x="763" y="89"/>
                          <a:pt x="610" y="0"/>
                          <a:pt x="45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3" name="Google Shape;6723;p69"/>
                  <p:cNvSpPr/>
                  <p:nvPr/>
                </p:nvSpPr>
                <p:spPr>
                  <a:xfrm>
                    <a:off x="3118760" y="2152635"/>
                    <a:ext cx="30524" cy="45849"/>
                  </a:xfrm>
                  <a:custGeom>
                    <a:rect b="b" l="l" r="r" t="t"/>
                    <a:pathLst>
                      <a:path extrusionOk="0" h="1816" w="1209">
                        <a:moveTo>
                          <a:pt x="261" y="0"/>
                        </a:moveTo>
                        <a:cubicBezTo>
                          <a:pt x="136" y="0"/>
                          <a:pt x="1" y="101"/>
                          <a:pt x="1" y="239"/>
                        </a:cubicBezTo>
                        <a:cubicBezTo>
                          <a:pt x="1" y="728"/>
                          <a:pt x="53" y="1464"/>
                          <a:pt x="516" y="1751"/>
                        </a:cubicBezTo>
                        <a:cubicBezTo>
                          <a:pt x="586" y="1795"/>
                          <a:pt x="659" y="1815"/>
                          <a:pt x="729" y="1815"/>
                        </a:cubicBezTo>
                        <a:cubicBezTo>
                          <a:pt x="988" y="1815"/>
                          <a:pt x="1208" y="1546"/>
                          <a:pt x="1141" y="1269"/>
                        </a:cubicBezTo>
                        <a:cubicBezTo>
                          <a:pt x="1089" y="1047"/>
                          <a:pt x="913" y="904"/>
                          <a:pt x="796" y="715"/>
                        </a:cubicBezTo>
                        <a:cubicBezTo>
                          <a:pt x="659" y="526"/>
                          <a:pt x="542" y="330"/>
                          <a:pt x="444" y="122"/>
                        </a:cubicBezTo>
                        <a:cubicBezTo>
                          <a:pt x="407" y="36"/>
                          <a:pt x="336" y="0"/>
                          <a:pt x="26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4" name="Google Shape;6724;p69"/>
                  <p:cNvSpPr/>
                  <p:nvPr/>
                </p:nvSpPr>
                <p:spPr>
                  <a:xfrm>
                    <a:off x="3111186" y="2198561"/>
                    <a:ext cx="37543" cy="43198"/>
                  </a:xfrm>
                  <a:custGeom>
                    <a:rect b="b" l="l" r="r" t="t"/>
                    <a:pathLst>
                      <a:path extrusionOk="0" h="1711" w="1487">
                        <a:moveTo>
                          <a:pt x="275" y="0"/>
                        </a:moveTo>
                        <a:cubicBezTo>
                          <a:pt x="183" y="0"/>
                          <a:pt x="96" y="47"/>
                          <a:pt x="79" y="154"/>
                        </a:cubicBezTo>
                        <a:cubicBezTo>
                          <a:pt x="1" y="662"/>
                          <a:pt x="177" y="1073"/>
                          <a:pt x="477" y="1470"/>
                        </a:cubicBezTo>
                        <a:cubicBezTo>
                          <a:pt x="589" y="1614"/>
                          <a:pt x="744" y="1711"/>
                          <a:pt x="911" y="1711"/>
                        </a:cubicBezTo>
                        <a:cubicBezTo>
                          <a:pt x="986" y="1711"/>
                          <a:pt x="1064" y="1691"/>
                          <a:pt x="1142" y="1646"/>
                        </a:cubicBezTo>
                        <a:cubicBezTo>
                          <a:pt x="1389" y="1496"/>
                          <a:pt x="1487" y="1086"/>
                          <a:pt x="1239" y="884"/>
                        </a:cubicBezTo>
                        <a:cubicBezTo>
                          <a:pt x="952" y="662"/>
                          <a:pt x="698" y="395"/>
                          <a:pt x="490" y="102"/>
                        </a:cubicBezTo>
                        <a:cubicBezTo>
                          <a:pt x="444" y="37"/>
                          <a:pt x="357" y="0"/>
                          <a:pt x="27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5" name="Google Shape;6725;p69"/>
                  <p:cNvSpPr/>
                  <p:nvPr/>
                </p:nvSpPr>
                <p:spPr>
                  <a:xfrm>
                    <a:off x="3113812" y="2250924"/>
                    <a:ext cx="32620" cy="36028"/>
                  </a:xfrm>
                  <a:custGeom>
                    <a:rect b="b" l="l" r="r" t="t"/>
                    <a:pathLst>
                      <a:path extrusionOk="0" h="1427" w="1292">
                        <a:moveTo>
                          <a:pt x="192" y="1"/>
                        </a:moveTo>
                        <a:cubicBezTo>
                          <a:pt x="85" y="1"/>
                          <a:pt x="0" y="118"/>
                          <a:pt x="21" y="231"/>
                        </a:cubicBezTo>
                        <a:cubicBezTo>
                          <a:pt x="27" y="276"/>
                          <a:pt x="1" y="380"/>
                          <a:pt x="1" y="446"/>
                        </a:cubicBezTo>
                        <a:cubicBezTo>
                          <a:pt x="14" y="563"/>
                          <a:pt x="40" y="680"/>
                          <a:pt x="86" y="791"/>
                        </a:cubicBezTo>
                        <a:cubicBezTo>
                          <a:pt x="125" y="895"/>
                          <a:pt x="171" y="993"/>
                          <a:pt x="223" y="1091"/>
                        </a:cubicBezTo>
                        <a:cubicBezTo>
                          <a:pt x="353" y="1312"/>
                          <a:pt x="516" y="1397"/>
                          <a:pt x="764" y="1423"/>
                        </a:cubicBezTo>
                        <a:cubicBezTo>
                          <a:pt x="778" y="1425"/>
                          <a:pt x="792" y="1426"/>
                          <a:pt x="807" y="1426"/>
                        </a:cubicBezTo>
                        <a:cubicBezTo>
                          <a:pt x="964" y="1426"/>
                          <a:pt x="1129" y="1301"/>
                          <a:pt x="1200" y="1176"/>
                        </a:cubicBezTo>
                        <a:cubicBezTo>
                          <a:pt x="1292" y="1013"/>
                          <a:pt x="1292" y="817"/>
                          <a:pt x="1200" y="661"/>
                        </a:cubicBezTo>
                        <a:cubicBezTo>
                          <a:pt x="1142" y="543"/>
                          <a:pt x="1044" y="452"/>
                          <a:pt x="920" y="400"/>
                        </a:cubicBezTo>
                        <a:cubicBezTo>
                          <a:pt x="881" y="380"/>
                          <a:pt x="842" y="361"/>
                          <a:pt x="809" y="335"/>
                        </a:cubicBezTo>
                        <a:cubicBezTo>
                          <a:pt x="809" y="335"/>
                          <a:pt x="743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740" y="288"/>
                          <a:pt x="740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666" y="228"/>
                          <a:pt x="582" y="168"/>
                          <a:pt x="503" y="120"/>
                        </a:cubicBezTo>
                        <a:cubicBezTo>
                          <a:pt x="431" y="81"/>
                          <a:pt x="347" y="68"/>
                          <a:pt x="281" y="28"/>
                        </a:cubicBezTo>
                        <a:cubicBezTo>
                          <a:pt x="251" y="9"/>
                          <a:pt x="221" y="1"/>
                          <a:pt x="1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6" name="Google Shape;6726;p69"/>
                  <p:cNvSpPr/>
                  <p:nvPr/>
                </p:nvSpPr>
                <p:spPr>
                  <a:xfrm>
                    <a:off x="3179152" y="2275717"/>
                    <a:ext cx="75717" cy="61377"/>
                  </a:xfrm>
                  <a:custGeom>
                    <a:rect b="b" l="l" r="r" t="t"/>
                    <a:pathLst>
                      <a:path extrusionOk="0" h="2431" w="2999">
                        <a:moveTo>
                          <a:pt x="1501" y="0"/>
                        </a:moveTo>
                        <a:cubicBezTo>
                          <a:pt x="1115" y="0"/>
                          <a:pt x="732" y="77"/>
                          <a:pt x="372" y="259"/>
                        </a:cubicBezTo>
                        <a:cubicBezTo>
                          <a:pt x="66" y="415"/>
                          <a:pt x="1" y="735"/>
                          <a:pt x="85" y="1015"/>
                        </a:cubicBezTo>
                        <a:cubicBezTo>
                          <a:pt x="170" y="1673"/>
                          <a:pt x="561" y="2286"/>
                          <a:pt x="1265" y="2410"/>
                        </a:cubicBezTo>
                        <a:cubicBezTo>
                          <a:pt x="1347" y="2424"/>
                          <a:pt x="1426" y="2430"/>
                          <a:pt x="1502" y="2430"/>
                        </a:cubicBezTo>
                        <a:cubicBezTo>
                          <a:pt x="2309" y="2430"/>
                          <a:pt x="2785" y="1674"/>
                          <a:pt x="2934" y="917"/>
                        </a:cubicBezTo>
                        <a:cubicBezTo>
                          <a:pt x="2999" y="578"/>
                          <a:pt x="2842" y="259"/>
                          <a:pt x="2503" y="154"/>
                        </a:cubicBezTo>
                        <a:cubicBezTo>
                          <a:pt x="2174" y="58"/>
                          <a:pt x="1836" y="0"/>
                          <a:pt x="15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7" name="Google Shape;6727;p69"/>
                  <p:cNvSpPr/>
                  <p:nvPr/>
                </p:nvSpPr>
                <p:spPr>
                  <a:xfrm>
                    <a:off x="3103460" y="2303136"/>
                    <a:ext cx="46632" cy="110155"/>
                  </a:xfrm>
                  <a:custGeom>
                    <a:rect b="b" l="l" r="r" t="t"/>
                    <a:pathLst>
                      <a:path extrusionOk="0" h="4363" w="1847">
                        <a:moveTo>
                          <a:pt x="988" y="0"/>
                        </a:moveTo>
                        <a:cubicBezTo>
                          <a:pt x="718" y="0"/>
                          <a:pt x="455" y="139"/>
                          <a:pt x="366" y="470"/>
                        </a:cubicBezTo>
                        <a:cubicBezTo>
                          <a:pt x="40" y="1669"/>
                          <a:pt x="1" y="3103"/>
                          <a:pt x="483" y="4269"/>
                        </a:cubicBezTo>
                        <a:cubicBezTo>
                          <a:pt x="499" y="4331"/>
                          <a:pt x="551" y="4362"/>
                          <a:pt x="603" y="4362"/>
                        </a:cubicBezTo>
                        <a:cubicBezTo>
                          <a:pt x="656" y="4362"/>
                          <a:pt x="708" y="4331"/>
                          <a:pt x="724" y="4269"/>
                        </a:cubicBezTo>
                        <a:cubicBezTo>
                          <a:pt x="1180" y="3175"/>
                          <a:pt x="1219" y="1936"/>
                          <a:pt x="1656" y="822"/>
                        </a:cubicBezTo>
                        <a:cubicBezTo>
                          <a:pt x="1847" y="341"/>
                          <a:pt x="1410" y="0"/>
                          <a:pt x="98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8" name="Google Shape;6728;p69"/>
                  <p:cNvSpPr/>
                  <p:nvPr/>
                </p:nvSpPr>
                <p:spPr>
                  <a:xfrm>
                    <a:off x="3101314" y="2420915"/>
                    <a:ext cx="51985" cy="138331"/>
                  </a:xfrm>
                  <a:custGeom>
                    <a:rect b="b" l="l" r="r" t="t"/>
                    <a:pathLst>
                      <a:path extrusionOk="0" h="5479" w="2059">
                        <a:moveTo>
                          <a:pt x="1418" y="0"/>
                        </a:moveTo>
                        <a:cubicBezTo>
                          <a:pt x="1242" y="0"/>
                          <a:pt x="1060" y="81"/>
                          <a:pt x="933" y="263"/>
                        </a:cubicBezTo>
                        <a:cubicBezTo>
                          <a:pt x="33" y="1540"/>
                          <a:pt x="1" y="3997"/>
                          <a:pt x="861" y="5307"/>
                        </a:cubicBezTo>
                        <a:cubicBezTo>
                          <a:pt x="933" y="5418"/>
                          <a:pt x="1067" y="5478"/>
                          <a:pt x="1197" y="5478"/>
                        </a:cubicBezTo>
                        <a:cubicBezTo>
                          <a:pt x="1349" y="5478"/>
                          <a:pt x="1494" y="5396"/>
                          <a:pt x="1526" y="5216"/>
                        </a:cubicBezTo>
                        <a:cubicBezTo>
                          <a:pt x="1656" y="4525"/>
                          <a:pt x="1526" y="3821"/>
                          <a:pt x="1513" y="3117"/>
                        </a:cubicBezTo>
                        <a:cubicBezTo>
                          <a:pt x="1487" y="2257"/>
                          <a:pt x="1793" y="1521"/>
                          <a:pt x="1969" y="699"/>
                        </a:cubicBezTo>
                        <a:cubicBezTo>
                          <a:pt x="2058" y="279"/>
                          <a:pt x="1747" y="0"/>
                          <a:pt x="14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9" name="Google Shape;6729;p69"/>
                  <p:cNvSpPr/>
                  <p:nvPr/>
                </p:nvSpPr>
                <p:spPr>
                  <a:xfrm>
                    <a:off x="3153577" y="2340073"/>
                    <a:ext cx="54080" cy="195416"/>
                  </a:xfrm>
                  <a:custGeom>
                    <a:rect b="b" l="l" r="r" t="t"/>
                    <a:pathLst>
                      <a:path extrusionOk="0" h="7740" w="2142">
                        <a:moveTo>
                          <a:pt x="1063" y="1"/>
                        </a:moveTo>
                        <a:cubicBezTo>
                          <a:pt x="652" y="1"/>
                          <a:pt x="241" y="271"/>
                          <a:pt x="225" y="812"/>
                        </a:cubicBezTo>
                        <a:cubicBezTo>
                          <a:pt x="166" y="3009"/>
                          <a:pt x="238" y="5153"/>
                          <a:pt x="23" y="7343"/>
                        </a:cubicBezTo>
                        <a:cubicBezTo>
                          <a:pt x="1" y="7567"/>
                          <a:pt x="226" y="7739"/>
                          <a:pt x="436" y="7739"/>
                        </a:cubicBezTo>
                        <a:cubicBezTo>
                          <a:pt x="531" y="7739"/>
                          <a:pt x="623" y="7704"/>
                          <a:pt x="688" y="7623"/>
                        </a:cubicBezTo>
                        <a:cubicBezTo>
                          <a:pt x="2141" y="5818"/>
                          <a:pt x="1978" y="3002"/>
                          <a:pt x="1907" y="812"/>
                        </a:cubicBezTo>
                        <a:cubicBezTo>
                          <a:pt x="1887" y="271"/>
                          <a:pt x="1475" y="1"/>
                          <a:pt x="106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0" name="Google Shape;6730;p69"/>
                  <p:cNvSpPr/>
                  <p:nvPr/>
                </p:nvSpPr>
                <p:spPr>
                  <a:xfrm>
                    <a:off x="3124037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786" y="1"/>
                        </a:moveTo>
                        <a:cubicBezTo>
                          <a:pt x="627" y="1"/>
                          <a:pt x="463" y="80"/>
                          <a:pt x="372" y="219"/>
                        </a:cubicBezTo>
                        <a:cubicBezTo>
                          <a:pt x="0" y="805"/>
                          <a:pt x="228" y="1679"/>
                          <a:pt x="320" y="2324"/>
                        </a:cubicBezTo>
                        <a:cubicBezTo>
                          <a:pt x="443" y="3171"/>
                          <a:pt x="567" y="4253"/>
                          <a:pt x="1089" y="4950"/>
                        </a:cubicBezTo>
                        <a:cubicBezTo>
                          <a:pt x="1131" y="5011"/>
                          <a:pt x="1198" y="5043"/>
                          <a:pt x="1263" y="5043"/>
                        </a:cubicBezTo>
                        <a:cubicBezTo>
                          <a:pt x="1338" y="5043"/>
                          <a:pt x="1410" y="4999"/>
                          <a:pt x="1434" y="4905"/>
                        </a:cubicBezTo>
                        <a:cubicBezTo>
                          <a:pt x="1669" y="4155"/>
                          <a:pt x="1473" y="3223"/>
                          <a:pt x="1395" y="2454"/>
                        </a:cubicBezTo>
                        <a:cubicBezTo>
                          <a:pt x="1323" y="1750"/>
                          <a:pt x="1486" y="857"/>
                          <a:pt x="1154" y="219"/>
                        </a:cubicBezTo>
                        <a:cubicBezTo>
                          <a:pt x="1076" y="68"/>
                          <a:pt x="933" y="1"/>
                          <a:pt x="7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1" name="Google Shape;6731;p69"/>
                  <p:cNvSpPr/>
                  <p:nvPr/>
                </p:nvSpPr>
                <p:spPr>
                  <a:xfrm>
                    <a:off x="3156682" y="2559398"/>
                    <a:ext cx="40446" cy="181151"/>
                  </a:xfrm>
                  <a:custGeom>
                    <a:rect b="b" l="l" r="r" t="t"/>
                    <a:pathLst>
                      <a:path extrusionOk="0" h="7175" w="1602">
                        <a:moveTo>
                          <a:pt x="526" y="1"/>
                        </a:moveTo>
                        <a:cubicBezTo>
                          <a:pt x="257" y="1"/>
                          <a:pt x="1" y="269"/>
                          <a:pt x="17" y="533"/>
                        </a:cubicBezTo>
                        <a:cubicBezTo>
                          <a:pt x="24" y="728"/>
                          <a:pt x="43" y="911"/>
                          <a:pt x="193" y="1054"/>
                        </a:cubicBezTo>
                        <a:cubicBezTo>
                          <a:pt x="343" y="1204"/>
                          <a:pt x="369" y="1380"/>
                          <a:pt x="428" y="1628"/>
                        </a:cubicBezTo>
                        <a:cubicBezTo>
                          <a:pt x="597" y="2292"/>
                          <a:pt x="591" y="3009"/>
                          <a:pt x="584" y="3694"/>
                        </a:cubicBezTo>
                        <a:cubicBezTo>
                          <a:pt x="578" y="4339"/>
                          <a:pt x="552" y="4991"/>
                          <a:pt x="519" y="5636"/>
                        </a:cubicBezTo>
                        <a:cubicBezTo>
                          <a:pt x="493" y="6112"/>
                          <a:pt x="363" y="6692"/>
                          <a:pt x="597" y="7122"/>
                        </a:cubicBezTo>
                        <a:cubicBezTo>
                          <a:pt x="620" y="7156"/>
                          <a:pt x="657" y="7174"/>
                          <a:pt x="695" y="7174"/>
                        </a:cubicBezTo>
                        <a:cubicBezTo>
                          <a:pt x="723" y="7174"/>
                          <a:pt x="751" y="7164"/>
                          <a:pt x="773" y="7141"/>
                        </a:cubicBezTo>
                        <a:cubicBezTo>
                          <a:pt x="1119" y="6855"/>
                          <a:pt x="1164" y="6353"/>
                          <a:pt x="1262" y="5942"/>
                        </a:cubicBezTo>
                        <a:cubicBezTo>
                          <a:pt x="1419" y="5277"/>
                          <a:pt x="1484" y="4587"/>
                          <a:pt x="1549" y="3915"/>
                        </a:cubicBezTo>
                        <a:cubicBezTo>
                          <a:pt x="1601" y="3283"/>
                          <a:pt x="1588" y="2657"/>
                          <a:pt x="1529" y="2025"/>
                        </a:cubicBezTo>
                        <a:cubicBezTo>
                          <a:pt x="1484" y="1576"/>
                          <a:pt x="1217" y="982"/>
                          <a:pt x="1204" y="637"/>
                        </a:cubicBezTo>
                        <a:cubicBezTo>
                          <a:pt x="1184" y="350"/>
                          <a:pt x="1028" y="174"/>
                          <a:pt x="767" y="70"/>
                        </a:cubicBezTo>
                        <a:lnTo>
                          <a:pt x="676" y="31"/>
                        </a:lnTo>
                        <a:cubicBezTo>
                          <a:pt x="626" y="10"/>
                          <a:pt x="576" y="1"/>
                          <a:pt x="52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2" name="Google Shape;6732;p69"/>
                  <p:cNvSpPr/>
                  <p:nvPr/>
                </p:nvSpPr>
                <p:spPr>
                  <a:xfrm>
                    <a:off x="3387773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427" y="0"/>
                        </a:moveTo>
                        <a:cubicBezTo>
                          <a:pt x="153" y="0"/>
                          <a:pt x="1" y="379"/>
                          <a:pt x="197" y="593"/>
                        </a:cubicBezTo>
                        <a:cubicBezTo>
                          <a:pt x="810" y="1251"/>
                          <a:pt x="1292" y="1746"/>
                          <a:pt x="1625" y="2613"/>
                        </a:cubicBezTo>
                        <a:cubicBezTo>
                          <a:pt x="1879" y="3272"/>
                          <a:pt x="2094" y="3923"/>
                          <a:pt x="2440" y="4536"/>
                        </a:cubicBezTo>
                        <a:cubicBezTo>
                          <a:pt x="2450" y="4554"/>
                          <a:pt x="2466" y="4562"/>
                          <a:pt x="2481" y="4562"/>
                        </a:cubicBezTo>
                        <a:cubicBezTo>
                          <a:pt x="2506" y="4562"/>
                          <a:pt x="2531" y="4542"/>
                          <a:pt x="2531" y="4510"/>
                        </a:cubicBezTo>
                        <a:cubicBezTo>
                          <a:pt x="2609" y="3030"/>
                          <a:pt x="2179" y="573"/>
                          <a:pt x="536" y="19"/>
                        </a:cubicBezTo>
                        <a:cubicBezTo>
                          <a:pt x="498" y="6"/>
                          <a:pt x="462" y="0"/>
                          <a:pt x="42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3" name="Google Shape;6733;p69"/>
                  <p:cNvSpPr/>
                  <p:nvPr/>
                </p:nvSpPr>
                <p:spPr>
                  <a:xfrm>
                    <a:off x="3392746" y="2248172"/>
                    <a:ext cx="37997" cy="63422"/>
                  </a:xfrm>
                  <a:custGeom>
                    <a:rect b="b" l="l" r="r" t="t"/>
                    <a:pathLst>
                      <a:path extrusionOk="0" h="2512" w="1505">
                        <a:moveTo>
                          <a:pt x="251" y="1"/>
                        </a:moveTo>
                        <a:cubicBezTo>
                          <a:pt x="147" y="1"/>
                          <a:pt x="56" y="109"/>
                          <a:pt x="46" y="209"/>
                        </a:cubicBezTo>
                        <a:cubicBezTo>
                          <a:pt x="0" y="652"/>
                          <a:pt x="222" y="1096"/>
                          <a:pt x="405" y="1487"/>
                        </a:cubicBezTo>
                        <a:cubicBezTo>
                          <a:pt x="581" y="1884"/>
                          <a:pt x="861" y="2230"/>
                          <a:pt x="1219" y="2484"/>
                        </a:cubicBezTo>
                        <a:cubicBezTo>
                          <a:pt x="1246" y="2503"/>
                          <a:pt x="1274" y="2512"/>
                          <a:pt x="1302" y="2512"/>
                        </a:cubicBezTo>
                        <a:cubicBezTo>
                          <a:pt x="1406" y="2512"/>
                          <a:pt x="1504" y="2396"/>
                          <a:pt x="1473" y="2288"/>
                        </a:cubicBezTo>
                        <a:cubicBezTo>
                          <a:pt x="1324" y="1845"/>
                          <a:pt x="1154" y="1408"/>
                          <a:pt x="965" y="985"/>
                        </a:cubicBezTo>
                        <a:cubicBezTo>
                          <a:pt x="809" y="633"/>
                          <a:pt x="659" y="274"/>
                          <a:pt x="346" y="33"/>
                        </a:cubicBezTo>
                        <a:cubicBezTo>
                          <a:pt x="314" y="11"/>
                          <a:pt x="282" y="1"/>
                          <a:pt x="2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4" name="Google Shape;6734;p69"/>
                  <p:cNvSpPr/>
                  <p:nvPr/>
                </p:nvSpPr>
                <p:spPr>
                  <a:xfrm>
                    <a:off x="3326598" y="2078231"/>
                    <a:ext cx="68522" cy="102581"/>
                  </a:xfrm>
                  <a:custGeom>
                    <a:rect b="b" l="l" r="r" t="t"/>
                    <a:pathLst>
                      <a:path extrusionOk="0" h="4063" w="2714">
                        <a:moveTo>
                          <a:pt x="987" y="0"/>
                        </a:moveTo>
                        <a:cubicBezTo>
                          <a:pt x="913" y="0"/>
                          <a:pt x="836" y="10"/>
                          <a:pt x="756" y="32"/>
                        </a:cubicBezTo>
                        <a:cubicBezTo>
                          <a:pt x="346" y="149"/>
                          <a:pt x="0" y="644"/>
                          <a:pt x="163" y="1081"/>
                        </a:cubicBezTo>
                        <a:cubicBezTo>
                          <a:pt x="548" y="2085"/>
                          <a:pt x="913" y="3362"/>
                          <a:pt x="1851" y="3988"/>
                        </a:cubicBezTo>
                        <a:cubicBezTo>
                          <a:pt x="1929" y="4039"/>
                          <a:pt x="2019" y="4062"/>
                          <a:pt x="2111" y="4062"/>
                        </a:cubicBezTo>
                        <a:cubicBezTo>
                          <a:pt x="2404" y="4062"/>
                          <a:pt x="2714" y="3825"/>
                          <a:pt x="2679" y="3512"/>
                        </a:cubicBezTo>
                        <a:cubicBezTo>
                          <a:pt x="2568" y="2554"/>
                          <a:pt x="2164" y="1524"/>
                          <a:pt x="1806" y="625"/>
                        </a:cubicBezTo>
                        <a:cubicBezTo>
                          <a:pt x="1664" y="265"/>
                          <a:pt x="1367" y="0"/>
                          <a:pt x="98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5" name="Google Shape;6735;p69"/>
                  <p:cNvSpPr/>
                  <p:nvPr/>
                </p:nvSpPr>
                <p:spPr>
                  <a:xfrm>
                    <a:off x="3274588" y="1960300"/>
                    <a:ext cx="73571" cy="79100"/>
                  </a:xfrm>
                  <a:custGeom>
                    <a:rect b="b" l="l" r="r" t="t"/>
                    <a:pathLst>
                      <a:path extrusionOk="0" h="3133" w="2914">
                        <a:moveTo>
                          <a:pt x="958" y="1"/>
                        </a:moveTo>
                        <a:cubicBezTo>
                          <a:pt x="697" y="1"/>
                          <a:pt x="444" y="91"/>
                          <a:pt x="236" y="310"/>
                        </a:cubicBezTo>
                        <a:cubicBezTo>
                          <a:pt x="1" y="551"/>
                          <a:pt x="53" y="949"/>
                          <a:pt x="340" y="1118"/>
                        </a:cubicBezTo>
                        <a:cubicBezTo>
                          <a:pt x="646" y="1307"/>
                          <a:pt x="965" y="1209"/>
                          <a:pt x="1278" y="1333"/>
                        </a:cubicBezTo>
                        <a:cubicBezTo>
                          <a:pt x="1467" y="1424"/>
                          <a:pt x="1630" y="1555"/>
                          <a:pt x="1754" y="1724"/>
                        </a:cubicBezTo>
                        <a:cubicBezTo>
                          <a:pt x="1930" y="1939"/>
                          <a:pt x="2106" y="2102"/>
                          <a:pt x="2223" y="2343"/>
                        </a:cubicBezTo>
                        <a:cubicBezTo>
                          <a:pt x="2341" y="2578"/>
                          <a:pt x="2445" y="2819"/>
                          <a:pt x="2569" y="3047"/>
                        </a:cubicBezTo>
                        <a:cubicBezTo>
                          <a:pt x="2600" y="3106"/>
                          <a:pt x="2661" y="3133"/>
                          <a:pt x="2722" y="3133"/>
                        </a:cubicBezTo>
                        <a:cubicBezTo>
                          <a:pt x="2817" y="3133"/>
                          <a:pt x="2913" y="3069"/>
                          <a:pt x="2901" y="2962"/>
                        </a:cubicBezTo>
                        <a:cubicBezTo>
                          <a:pt x="2862" y="2610"/>
                          <a:pt x="2803" y="2259"/>
                          <a:pt x="2725" y="1913"/>
                        </a:cubicBezTo>
                        <a:cubicBezTo>
                          <a:pt x="2634" y="1535"/>
                          <a:pt x="2647" y="1209"/>
                          <a:pt x="2419" y="864"/>
                        </a:cubicBezTo>
                        <a:cubicBezTo>
                          <a:pt x="2125" y="419"/>
                          <a:pt x="1521" y="1"/>
                          <a:pt x="95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6" name="Google Shape;6736;p69"/>
                  <p:cNvSpPr/>
                  <p:nvPr/>
                </p:nvSpPr>
                <p:spPr>
                  <a:xfrm>
                    <a:off x="3208642" y="2004306"/>
                    <a:ext cx="112048" cy="95688"/>
                  </a:xfrm>
                  <a:custGeom>
                    <a:rect b="b" l="l" r="r" t="t"/>
                    <a:pathLst>
                      <a:path extrusionOk="0" h="3790" w="4438">
                        <a:moveTo>
                          <a:pt x="2084" y="0"/>
                        </a:moveTo>
                        <a:cubicBezTo>
                          <a:pt x="703" y="0"/>
                          <a:pt x="1" y="2377"/>
                          <a:pt x="1088" y="3357"/>
                        </a:cubicBezTo>
                        <a:cubicBezTo>
                          <a:pt x="1421" y="3658"/>
                          <a:pt x="1810" y="3790"/>
                          <a:pt x="2199" y="3790"/>
                        </a:cubicBezTo>
                        <a:cubicBezTo>
                          <a:pt x="2967" y="3790"/>
                          <a:pt x="3733" y="3275"/>
                          <a:pt x="4066" y="2523"/>
                        </a:cubicBezTo>
                        <a:cubicBezTo>
                          <a:pt x="4307" y="1982"/>
                          <a:pt x="4438" y="1382"/>
                          <a:pt x="4073" y="854"/>
                        </a:cubicBezTo>
                        <a:cubicBezTo>
                          <a:pt x="3897" y="600"/>
                          <a:pt x="3050" y="92"/>
                          <a:pt x="2215" y="7"/>
                        </a:cubicBezTo>
                        <a:cubicBezTo>
                          <a:pt x="2171" y="2"/>
                          <a:pt x="2127" y="0"/>
                          <a:pt x="20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7" name="Google Shape;6737;p69"/>
                  <p:cNvSpPr/>
                  <p:nvPr/>
                </p:nvSpPr>
                <p:spPr>
                  <a:xfrm>
                    <a:off x="3231894" y="1962345"/>
                    <a:ext cx="34816" cy="27520"/>
                  </a:xfrm>
                  <a:custGeom>
                    <a:rect b="b" l="l" r="r" t="t"/>
                    <a:pathLst>
                      <a:path extrusionOk="0" h="1090" w="1379">
                        <a:moveTo>
                          <a:pt x="983" y="0"/>
                        </a:moveTo>
                        <a:cubicBezTo>
                          <a:pt x="954" y="0"/>
                          <a:pt x="925" y="5"/>
                          <a:pt x="897" y="14"/>
                        </a:cubicBezTo>
                        <a:cubicBezTo>
                          <a:pt x="727" y="66"/>
                          <a:pt x="643" y="164"/>
                          <a:pt x="506" y="255"/>
                        </a:cubicBezTo>
                        <a:cubicBezTo>
                          <a:pt x="382" y="333"/>
                          <a:pt x="271" y="418"/>
                          <a:pt x="180" y="522"/>
                        </a:cubicBezTo>
                        <a:cubicBezTo>
                          <a:pt x="0" y="721"/>
                          <a:pt x="104" y="1089"/>
                          <a:pt x="399" y="1089"/>
                        </a:cubicBezTo>
                        <a:cubicBezTo>
                          <a:pt x="404" y="1089"/>
                          <a:pt x="409" y="1089"/>
                          <a:pt x="414" y="1089"/>
                        </a:cubicBezTo>
                        <a:cubicBezTo>
                          <a:pt x="656" y="1083"/>
                          <a:pt x="903" y="1070"/>
                          <a:pt x="1144" y="1037"/>
                        </a:cubicBezTo>
                        <a:cubicBezTo>
                          <a:pt x="1275" y="1004"/>
                          <a:pt x="1359" y="887"/>
                          <a:pt x="1359" y="757"/>
                        </a:cubicBezTo>
                        <a:cubicBezTo>
                          <a:pt x="1366" y="639"/>
                          <a:pt x="1353" y="522"/>
                          <a:pt x="1327" y="405"/>
                        </a:cubicBezTo>
                        <a:cubicBezTo>
                          <a:pt x="1378" y="200"/>
                          <a:pt x="1181" y="0"/>
                          <a:pt x="9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8" name="Google Shape;6738;p69"/>
                  <p:cNvSpPr/>
                  <p:nvPr/>
                </p:nvSpPr>
                <p:spPr>
                  <a:xfrm>
                    <a:off x="3213716" y="1922782"/>
                    <a:ext cx="36887" cy="56504"/>
                  </a:xfrm>
                  <a:custGeom>
                    <a:rect b="b" l="l" r="r" t="t"/>
                    <a:pathLst>
                      <a:path extrusionOk="0" h="2238" w="1461">
                        <a:moveTo>
                          <a:pt x="1211" y="0"/>
                        </a:moveTo>
                        <a:cubicBezTo>
                          <a:pt x="1200" y="0"/>
                          <a:pt x="1188" y="6"/>
                          <a:pt x="1180" y="17"/>
                        </a:cubicBezTo>
                        <a:cubicBezTo>
                          <a:pt x="1164" y="14"/>
                          <a:pt x="1148" y="12"/>
                          <a:pt x="1131" y="12"/>
                        </a:cubicBezTo>
                        <a:cubicBezTo>
                          <a:pt x="1109" y="12"/>
                          <a:pt x="1086" y="15"/>
                          <a:pt x="1063" y="23"/>
                        </a:cubicBezTo>
                        <a:cubicBezTo>
                          <a:pt x="202" y="277"/>
                          <a:pt x="0" y="1300"/>
                          <a:pt x="157" y="2063"/>
                        </a:cubicBezTo>
                        <a:cubicBezTo>
                          <a:pt x="181" y="2182"/>
                          <a:pt x="278" y="2237"/>
                          <a:pt x="379" y="2237"/>
                        </a:cubicBezTo>
                        <a:cubicBezTo>
                          <a:pt x="465" y="2237"/>
                          <a:pt x="555" y="2197"/>
                          <a:pt x="607" y="2122"/>
                        </a:cubicBezTo>
                        <a:cubicBezTo>
                          <a:pt x="939" y="1626"/>
                          <a:pt x="1226" y="1092"/>
                          <a:pt x="1265" y="512"/>
                        </a:cubicBezTo>
                        <a:cubicBezTo>
                          <a:pt x="1460" y="401"/>
                          <a:pt x="1408" y="127"/>
                          <a:pt x="1245" y="43"/>
                        </a:cubicBezTo>
                        <a:lnTo>
                          <a:pt x="1245" y="30"/>
                        </a:lnTo>
                        <a:cubicBezTo>
                          <a:pt x="1241" y="11"/>
                          <a:pt x="1227" y="0"/>
                          <a:pt x="12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9" name="Google Shape;6739;p69"/>
                  <p:cNvSpPr/>
                  <p:nvPr/>
                </p:nvSpPr>
                <p:spPr>
                  <a:xfrm>
                    <a:off x="3223260" y="2111002"/>
                    <a:ext cx="48677" cy="50091"/>
                  </a:xfrm>
                  <a:custGeom>
                    <a:rect b="b" l="l" r="r" t="t"/>
                    <a:pathLst>
                      <a:path extrusionOk="0" h="1984" w="1928">
                        <a:moveTo>
                          <a:pt x="518" y="0"/>
                        </a:moveTo>
                        <a:cubicBezTo>
                          <a:pt x="445" y="0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35"/>
                        </a:cubicBezTo>
                        <a:cubicBezTo>
                          <a:pt x="20" y="487"/>
                          <a:pt x="13" y="545"/>
                          <a:pt x="7" y="611"/>
                        </a:cubicBezTo>
                        <a:cubicBezTo>
                          <a:pt x="0" y="910"/>
                          <a:pt x="33" y="1262"/>
                          <a:pt x="209" y="1517"/>
                        </a:cubicBezTo>
                        <a:cubicBezTo>
                          <a:pt x="431" y="1816"/>
                          <a:pt x="730" y="1842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81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0"/>
                          <a:pt x="5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0" name="Google Shape;6740;p69"/>
                  <p:cNvSpPr/>
                  <p:nvPr/>
                </p:nvSpPr>
                <p:spPr>
                  <a:xfrm>
                    <a:off x="3223260" y="2164148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1" name="Google Shape;6741;p69"/>
                  <p:cNvSpPr/>
                  <p:nvPr/>
                </p:nvSpPr>
                <p:spPr>
                  <a:xfrm>
                    <a:off x="3223260" y="2217294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7"/>
                          <a:pt x="13" y="253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4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2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2" name="Google Shape;6742;p69"/>
                  <p:cNvSpPr/>
                  <p:nvPr/>
                </p:nvSpPr>
                <p:spPr>
                  <a:xfrm>
                    <a:off x="3277567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794" y="0"/>
                        </a:moveTo>
                        <a:cubicBezTo>
                          <a:pt x="641" y="0"/>
                          <a:pt x="488" y="89"/>
                          <a:pt x="417" y="290"/>
                        </a:cubicBezTo>
                        <a:cubicBezTo>
                          <a:pt x="359" y="453"/>
                          <a:pt x="287" y="616"/>
                          <a:pt x="209" y="772"/>
                        </a:cubicBezTo>
                        <a:cubicBezTo>
                          <a:pt x="91" y="1020"/>
                          <a:pt x="0" y="1248"/>
                          <a:pt x="131" y="1496"/>
                        </a:cubicBezTo>
                        <a:cubicBezTo>
                          <a:pt x="204" y="1637"/>
                          <a:pt x="341" y="1694"/>
                          <a:pt x="483" y="1694"/>
                        </a:cubicBezTo>
                        <a:cubicBezTo>
                          <a:pt x="517" y="1694"/>
                          <a:pt x="552" y="1691"/>
                          <a:pt x="587" y="1685"/>
                        </a:cubicBezTo>
                        <a:cubicBezTo>
                          <a:pt x="1050" y="1600"/>
                          <a:pt x="1141" y="883"/>
                          <a:pt x="1199" y="505"/>
                        </a:cubicBezTo>
                        <a:cubicBezTo>
                          <a:pt x="1250" y="197"/>
                          <a:pt x="1023" y="0"/>
                          <a:pt x="7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3" name="Google Shape;6743;p69"/>
                  <p:cNvSpPr/>
                  <p:nvPr/>
                </p:nvSpPr>
                <p:spPr>
                  <a:xfrm>
                    <a:off x="3281632" y="2152635"/>
                    <a:ext cx="30499" cy="45849"/>
                  </a:xfrm>
                  <a:custGeom>
                    <a:rect b="b" l="l" r="r" t="t"/>
                    <a:pathLst>
                      <a:path extrusionOk="0" h="1816" w="1208">
                        <a:moveTo>
                          <a:pt x="951" y="0"/>
                        </a:moveTo>
                        <a:cubicBezTo>
                          <a:pt x="876" y="0"/>
                          <a:pt x="804" y="36"/>
                          <a:pt x="765" y="122"/>
                        </a:cubicBezTo>
                        <a:cubicBezTo>
                          <a:pt x="667" y="330"/>
                          <a:pt x="556" y="526"/>
                          <a:pt x="419" y="715"/>
                        </a:cubicBezTo>
                        <a:cubicBezTo>
                          <a:pt x="295" y="904"/>
                          <a:pt x="126" y="1047"/>
                          <a:pt x="67" y="1269"/>
                        </a:cubicBezTo>
                        <a:cubicBezTo>
                          <a:pt x="1" y="1546"/>
                          <a:pt x="225" y="1815"/>
                          <a:pt x="486" y="1815"/>
                        </a:cubicBezTo>
                        <a:cubicBezTo>
                          <a:pt x="556" y="1815"/>
                          <a:pt x="629" y="1795"/>
                          <a:pt x="700" y="1751"/>
                        </a:cubicBezTo>
                        <a:cubicBezTo>
                          <a:pt x="1162" y="1464"/>
                          <a:pt x="1208" y="728"/>
                          <a:pt x="1208" y="239"/>
                        </a:cubicBezTo>
                        <a:cubicBezTo>
                          <a:pt x="1208" y="101"/>
                          <a:pt x="1075" y="0"/>
                          <a:pt x="95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4" name="Google Shape;6744;p69"/>
                  <p:cNvSpPr/>
                  <p:nvPr/>
                </p:nvSpPr>
                <p:spPr>
                  <a:xfrm>
                    <a:off x="3282339" y="2198561"/>
                    <a:ext cx="37366" cy="43198"/>
                  </a:xfrm>
                  <a:custGeom>
                    <a:rect b="b" l="l" r="r" t="t"/>
                    <a:pathLst>
                      <a:path extrusionOk="0" h="1711" w="1480">
                        <a:moveTo>
                          <a:pt x="1209" y="0"/>
                        </a:moveTo>
                        <a:cubicBezTo>
                          <a:pt x="1128" y="0"/>
                          <a:pt x="1043" y="37"/>
                          <a:pt x="997" y="102"/>
                        </a:cubicBezTo>
                        <a:cubicBezTo>
                          <a:pt x="782" y="395"/>
                          <a:pt x="528" y="662"/>
                          <a:pt x="241" y="884"/>
                        </a:cubicBezTo>
                        <a:cubicBezTo>
                          <a:pt x="0" y="1086"/>
                          <a:pt x="91" y="1496"/>
                          <a:pt x="339" y="1646"/>
                        </a:cubicBezTo>
                        <a:cubicBezTo>
                          <a:pt x="416" y="1691"/>
                          <a:pt x="494" y="1711"/>
                          <a:pt x="570" y="1711"/>
                        </a:cubicBezTo>
                        <a:cubicBezTo>
                          <a:pt x="737" y="1711"/>
                          <a:pt x="892" y="1614"/>
                          <a:pt x="1004" y="1470"/>
                        </a:cubicBezTo>
                        <a:cubicBezTo>
                          <a:pt x="1304" y="1073"/>
                          <a:pt x="1480" y="662"/>
                          <a:pt x="1401" y="154"/>
                        </a:cubicBezTo>
                        <a:cubicBezTo>
                          <a:pt x="1384" y="47"/>
                          <a:pt x="1299" y="0"/>
                          <a:pt x="120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5" name="Google Shape;6745;p69"/>
                  <p:cNvSpPr/>
                  <p:nvPr/>
                </p:nvSpPr>
                <p:spPr>
                  <a:xfrm>
                    <a:off x="3284636" y="2250924"/>
                    <a:ext cx="32595" cy="36028"/>
                  </a:xfrm>
                  <a:custGeom>
                    <a:rect b="b" l="l" r="r" t="t"/>
                    <a:pathLst>
                      <a:path extrusionOk="0" h="1427" w="1291">
                        <a:moveTo>
                          <a:pt x="1100" y="1"/>
                        </a:moveTo>
                        <a:cubicBezTo>
                          <a:pt x="1071" y="1"/>
                          <a:pt x="1041" y="9"/>
                          <a:pt x="1011" y="28"/>
                        </a:cubicBezTo>
                        <a:cubicBezTo>
                          <a:pt x="939" y="68"/>
                          <a:pt x="861" y="81"/>
                          <a:pt x="789" y="120"/>
                        </a:cubicBezTo>
                        <a:cubicBezTo>
                          <a:pt x="704" y="168"/>
                          <a:pt x="625" y="22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52" y="288"/>
                          <a:pt x="552" y="28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49" y="288"/>
                          <a:pt x="483" y="335"/>
                          <a:pt x="483" y="335"/>
                        </a:cubicBezTo>
                        <a:cubicBezTo>
                          <a:pt x="444" y="361"/>
                          <a:pt x="411" y="380"/>
                          <a:pt x="372" y="400"/>
                        </a:cubicBezTo>
                        <a:cubicBezTo>
                          <a:pt x="248" y="452"/>
                          <a:pt x="150" y="543"/>
                          <a:pt x="85" y="661"/>
                        </a:cubicBezTo>
                        <a:cubicBezTo>
                          <a:pt x="0" y="817"/>
                          <a:pt x="0" y="1013"/>
                          <a:pt x="85" y="1176"/>
                        </a:cubicBezTo>
                        <a:cubicBezTo>
                          <a:pt x="163" y="1301"/>
                          <a:pt x="323" y="1426"/>
                          <a:pt x="484" y="1426"/>
                        </a:cubicBezTo>
                        <a:cubicBezTo>
                          <a:pt x="499" y="1426"/>
                          <a:pt x="514" y="1425"/>
                          <a:pt x="528" y="1423"/>
                        </a:cubicBezTo>
                        <a:cubicBezTo>
                          <a:pt x="770" y="1397"/>
                          <a:pt x="939" y="1312"/>
                          <a:pt x="1063" y="1091"/>
                        </a:cubicBezTo>
                        <a:cubicBezTo>
                          <a:pt x="1115" y="993"/>
                          <a:pt x="1167" y="895"/>
                          <a:pt x="1206" y="791"/>
                        </a:cubicBezTo>
                        <a:cubicBezTo>
                          <a:pt x="1252" y="680"/>
                          <a:pt x="1278" y="563"/>
                          <a:pt x="1284" y="446"/>
                        </a:cubicBezTo>
                        <a:cubicBezTo>
                          <a:pt x="1291" y="380"/>
                          <a:pt x="1265" y="276"/>
                          <a:pt x="1271" y="231"/>
                        </a:cubicBezTo>
                        <a:cubicBezTo>
                          <a:pt x="1287" y="118"/>
                          <a:pt x="1205" y="1"/>
                          <a:pt x="11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6" name="Google Shape;6746;p69"/>
                  <p:cNvSpPr/>
                  <p:nvPr/>
                </p:nvSpPr>
                <p:spPr>
                  <a:xfrm>
                    <a:off x="3280900" y="2303136"/>
                    <a:ext cx="46708" cy="110155"/>
                  </a:xfrm>
                  <a:custGeom>
                    <a:rect b="b" l="l" r="r" t="t"/>
                    <a:pathLst>
                      <a:path extrusionOk="0" h="4363" w="1850">
                        <a:moveTo>
                          <a:pt x="862" y="0"/>
                        </a:moveTo>
                        <a:cubicBezTo>
                          <a:pt x="440" y="0"/>
                          <a:pt x="1" y="341"/>
                          <a:pt x="188" y="822"/>
                        </a:cubicBezTo>
                        <a:cubicBezTo>
                          <a:pt x="624" y="1936"/>
                          <a:pt x="670" y="3175"/>
                          <a:pt x="1120" y="4269"/>
                        </a:cubicBezTo>
                        <a:cubicBezTo>
                          <a:pt x="1136" y="4331"/>
                          <a:pt x="1190" y="4362"/>
                          <a:pt x="1243" y="4362"/>
                        </a:cubicBezTo>
                        <a:cubicBezTo>
                          <a:pt x="1297" y="4362"/>
                          <a:pt x="1351" y="4331"/>
                          <a:pt x="1367" y="4269"/>
                        </a:cubicBezTo>
                        <a:cubicBezTo>
                          <a:pt x="1850" y="3103"/>
                          <a:pt x="1810" y="1669"/>
                          <a:pt x="1485" y="470"/>
                        </a:cubicBezTo>
                        <a:cubicBezTo>
                          <a:pt x="1396" y="139"/>
                          <a:pt x="1132" y="0"/>
                          <a:pt x="86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7" name="Google Shape;6747;p69"/>
                  <p:cNvSpPr/>
                  <p:nvPr/>
                </p:nvSpPr>
                <p:spPr>
                  <a:xfrm>
                    <a:off x="3277668" y="2420915"/>
                    <a:ext cx="52086" cy="138331"/>
                  </a:xfrm>
                  <a:custGeom>
                    <a:rect b="b" l="l" r="r" t="t"/>
                    <a:pathLst>
                      <a:path extrusionOk="0" h="5479" w="2063">
                        <a:moveTo>
                          <a:pt x="640" y="0"/>
                        </a:moveTo>
                        <a:cubicBezTo>
                          <a:pt x="310" y="0"/>
                          <a:pt x="1" y="279"/>
                          <a:pt x="94" y="699"/>
                        </a:cubicBezTo>
                        <a:cubicBezTo>
                          <a:pt x="270" y="1521"/>
                          <a:pt x="570" y="2257"/>
                          <a:pt x="550" y="3117"/>
                        </a:cubicBezTo>
                        <a:cubicBezTo>
                          <a:pt x="531" y="3821"/>
                          <a:pt x="407" y="4525"/>
                          <a:pt x="531" y="5216"/>
                        </a:cubicBezTo>
                        <a:cubicBezTo>
                          <a:pt x="562" y="5396"/>
                          <a:pt x="710" y="5478"/>
                          <a:pt x="864" y="5478"/>
                        </a:cubicBezTo>
                        <a:cubicBezTo>
                          <a:pt x="995" y="5478"/>
                          <a:pt x="1130" y="5418"/>
                          <a:pt x="1202" y="5307"/>
                        </a:cubicBezTo>
                        <a:cubicBezTo>
                          <a:pt x="2062" y="3997"/>
                          <a:pt x="2030" y="1540"/>
                          <a:pt x="1130" y="263"/>
                        </a:cubicBezTo>
                        <a:cubicBezTo>
                          <a:pt x="1001" y="81"/>
                          <a:pt x="818" y="0"/>
                          <a:pt x="64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8" name="Google Shape;6748;p69"/>
                  <p:cNvSpPr/>
                  <p:nvPr/>
                </p:nvSpPr>
                <p:spPr>
                  <a:xfrm>
                    <a:off x="3223260" y="2340073"/>
                    <a:ext cx="54232" cy="195416"/>
                  </a:xfrm>
                  <a:custGeom>
                    <a:rect b="b" l="l" r="r" t="t"/>
                    <a:pathLst>
                      <a:path extrusionOk="0" h="7740" w="2148">
                        <a:moveTo>
                          <a:pt x="1084" y="1"/>
                        </a:moveTo>
                        <a:cubicBezTo>
                          <a:pt x="673" y="1"/>
                          <a:pt x="261" y="271"/>
                          <a:pt x="242" y="812"/>
                        </a:cubicBezTo>
                        <a:cubicBezTo>
                          <a:pt x="170" y="3002"/>
                          <a:pt x="0" y="5818"/>
                          <a:pt x="1454" y="7623"/>
                        </a:cubicBezTo>
                        <a:cubicBezTo>
                          <a:pt x="1519" y="7704"/>
                          <a:pt x="1611" y="7739"/>
                          <a:pt x="1707" y="7739"/>
                        </a:cubicBezTo>
                        <a:cubicBezTo>
                          <a:pt x="1919" y="7739"/>
                          <a:pt x="2148" y="7567"/>
                          <a:pt x="2125" y="7343"/>
                        </a:cubicBezTo>
                        <a:cubicBezTo>
                          <a:pt x="1910" y="5153"/>
                          <a:pt x="1982" y="3009"/>
                          <a:pt x="1917" y="812"/>
                        </a:cubicBezTo>
                        <a:cubicBezTo>
                          <a:pt x="1904" y="271"/>
                          <a:pt x="1495" y="1"/>
                          <a:pt x="10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9" name="Google Shape;6749;p69"/>
                  <p:cNvSpPr/>
                  <p:nvPr/>
                </p:nvSpPr>
                <p:spPr>
                  <a:xfrm>
                    <a:off x="3264893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883" y="1"/>
                        </a:moveTo>
                        <a:cubicBezTo>
                          <a:pt x="736" y="1"/>
                          <a:pt x="594" y="68"/>
                          <a:pt x="515" y="219"/>
                        </a:cubicBezTo>
                        <a:cubicBezTo>
                          <a:pt x="183" y="857"/>
                          <a:pt x="346" y="1750"/>
                          <a:pt x="274" y="2454"/>
                        </a:cubicBezTo>
                        <a:cubicBezTo>
                          <a:pt x="189" y="3223"/>
                          <a:pt x="0" y="4155"/>
                          <a:pt x="228" y="4905"/>
                        </a:cubicBezTo>
                        <a:cubicBezTo>
                          <a:pt x="256" y="4999"/>
                          <a:pt x="328" y="5043"/>
                          <a:pt x="403" y="5043"/>
                        </a:cubicBezTo>
                        <a:cubicBezTo>
                          <a:pt x="468" y="5043"/>
                          <a:pt x="535" y="5011"/>
                          <a:pt x="580" y="4950"/>
                        </a:cubicBezTo>
                        <a:cubicBezTo>
                          <a:pt x="1102" y="4253"/>
                          <a:pt x="1219" y="3171"/>
                          <a:pt x="1349" y="2324"/>
                        </a:cubicBezTo>
                        <a:cubicBezTo>
                          <a:pt x="1441" y="1679"/>
                          <a:pt x="1669" y="805"/>
                          <a:pt x="1297" y="219"/>
                        </a:cubicBezTo>
                        <a:cubicBezTo>
                          <a:pt x="1206" y="80"/>
                          <a:pt x="1042" y="1"/>
                          <a:pt x="8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0" name="Google Shape;6750;p69"/>
                  <p:cNvSpPr/>
                  <p:nvPr/>
                </p:nvSpPr>
                <p:spPr>
                  <a:xfrm>
                    <a:off x="3233965" y="2559398"/>
                    <a:ext cx="40270" cy="181151"/>
                  </a:xfrm>
                  <a:custGeom>
                    <a:rect b="b" l="l" r="r" t="t"/>
                    <a:pathLst>
                      <a:path extrusionOk="0" h="7175" w="1595">
                        <a:moveTo>
                          <a:pt x="1069" y="1"/>
                        </a:moveTo>
                        <a:cubicBezTo>
                          <a:pt x="1019" y="1"/>
                          <a:pt x="968" y="10"/>
                          <a:pt x="919" y="31"/>
                        </a:cubicBezTo>
                        <a:lnTo>
                          <a:pt x="828" y="70"/>
                        </a:lnTo>
                        <a:cubicBezTo>
                          <a:pt x="567" y="174"/>
                          <a:pt x="417" y="350"/>
                          <a:pt x="398" y="637"/>
                        </a:cubicBezTo>
                        <a:cubicBezTo>
                          <a:pt x="378" y="982"/>
                          <a:pt x="111" y="1576"/>
                          <a:pt x="72" y="2025"/>
                        </a:cubicBezTo>
                        <a:cubicBezTo>
                          <a:pt x="7" y="2657"/>
                          <a:pt x="0" y="3283"/>
                          <a:pt x="46" y="3915"/>
                        </a:cubicBezTo>
                        <a:cubicBezTo>
                          <a:pt x="111" y="4587"/>
                          <a:pt x="176" y="5277"/>
                          <a:pt x="332" y="5942"/>
                        </a:cubicBezTo>
                        <a:cubicBezTo>
                          <a:pt x="430" y="6353"/>
                          <a:pt x="476" y="6855"/>
                          <a:pt x="821" y="7141"/>
                        </a:cubicBezTo>
                        <a:cubicBezTo>
                          <a:pt x="844" y="7164"/>
                          <a:pt x="872" y="7174"/>
                          <a:pt x="900" y="7174"/>
                        </a:cubicBezTo>
                        <a:cubicBezTo>
                          <a:pt x="937" y="7174"/>
                          <a:pt x="975" y="7156"/>
                          <a:pt x="997" y="7122"/>
                        </a:cubicBezTo>
                        <a:cubicBezTo>
                          <a:pt x="1238" y="6692"/>
                          <a:pt x="1102" y="6112"/>
                          <a:pt x="1075" y="5636"/>
                        </a:cubicBezTo>
                        <a:cubicBezTo>
                          <a:pt x="1043" y="4991"/>
                          <a:pt x="1017" y="4339"/>
                          <a:pt x="1010" y="3694"/>
                        </a:cubicBezTo>
                        <a:cubicBezTo>
                          <a:pt x="1004" y="3009"/>
                          <a:pt x="997" y="2292"/>
                          <a:pt x="1167" y="1628"/>
                        </a:cubicBezTo>
                        <a:cubicBezTo>
                          <a:pt x="1232" y="1380"/>
                          <a:pt x="1258" y="1204"/>
                          <a:pt x="1408" y="1054"/>
                        </a:cubicBezTo>
                        <a:cubicBezTo>
                          <a:pt x="1551" y="911"/>
                          <a:pt x="1571" y="728"/>
                          <a:pt x="1584" y="533"/>
                        </a:cubicBezTo>
                        <a:cubicBezTo>
                          <a:pt x="1595" y="269"/>
                          <a:pt x="1337" y="1"/>
                          <a:pt x="106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1" name="Google Shape;6751;p69"/>
                  <p:cNvSpPr/>
                  <p:nvPr/>
                </p:nvSpPr>
                <p:spPr>
                  <a:xfrm>
                    <a:off x="3097199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10" y="1"/>
                        </a:moveTo>
                        <a:cubicBezTo>
                          <a:pt x="1412" y="1"/>
                          <a:pt x="712" y="469"/>
                          <a:pt x="444" y="1106"/>
                        </a:cubicBezTo>
                        <a:cubicBezTo>
                          <a:pt x="229" y="1602"/>
                          <a:pt x="86" y="2117"/>
                          <a:pt x="1" y="2645"/>
                        </a:cubicBezTo>
                        <a:cubicBezTo>
                          <a:pt x="451" y="2182"/>
                          <a:pt x="1070" y="1921"/>
                          <a:pt x="1715" y="1921"/>
                        </a:cubicBezTo>
                        <a:cubicBezTo>
                          <a:pt x="2504" y="1928"/>
                          <a:pt x="3234" y="2312"/>
                          <a:pt x="3683" y="2964"/>
                        </a:cubicBezTo>
                        <a:cubicBezTo>
                          <a:pt x="3729" y="2847"/>
                          <a:pt x="3775" y="2736"/>
                          <a:pt x="3833" y="2619"/>
                        </a:cubicBezTo>
                        <a:cubicBezTo>
                          <a:pt x="4211" y="1823"/>
                          <a:pt x="3892" y="989"/>
                          <a:pt x="3299" y="416"/>
                        </a:cubicBezTo>
                        <a:cubicBezTo>
                          <a:pt x="3058" y="181"/>
                          <a:pt x="2738" y="90"/>
                          <a:pt x="2412" y="31"/>
                        </a:cubicBezTo>
                        <a:cubicBezTo>
                          <a:pt x="2312" y="10"/>
                          <a:pt x="2211" y="1"/>
                          <a:pt x="21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2" name="Google Shape;6752;p69"/>
                  <p:cNvSpPr/>
                  <p:nvPr/>
                </p:nvSpPr>
                <p:spPr>
                  <a:xfrm>
                    <a:off x="3104117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3312" y="1"/>
                        </a:moveTo>
                        <a:cubicBezTo>
                          <a:pt x="2855" y="574"/>
                          <a:pt x="2165" y="907"/>
                          <a:pt x="1435" y="913"/>
                        </a:cubicBezTo>
                        <a:cubicBezTo>
                          <a:pt x="920" y="913"/>
                          <a:pt x="418" y="737"/>
                          <a:pt x="1" y="424"/>
                        </a:cubicBezTo>
                        <a:lnTo>
                          <a:pt x="1" y="424"/>
                        </a:lnTo>
                        <a:cubicBezTo>
                          <a:pt x="397" y="1687"/>
                          <a:pt x="1621" y="3207"/>
                          <a:pt x="3010" y="3207"/>
                        </a:cubicBezTo>
                        <a:cubicBezTo>
                          <a:pt x="3084" y="3207"/>
                          <a:pt x="3159" y="3203"/>
                          <a:pt x="3233" y="3194"/>
                        </a:cubicBezTo>
                        <a:cubicBezTo>
                          <a:pt x="3690" y="3142"/>
                          <a:pt x="4113" y="2686"/>
                          <a:pt x="4015" y="2210"/>
                        </a:cubicBezTo>
                        <a:cubicBezTo>
                          <a:pt x="3853" y="1428"/>
                          <a:pt x="3488" y="763"/>
                          <a:pt x="33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3" name="Google Shape;6753;p69"/>
                  <p:cNvSpPr/>
                  <p:nvPr/>
                </p:nvSpPr>
                <p:spPr>
                  <a:xfrm>
                    <a:off x="3097199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2797" y="1200"/>
                        </a:moveTo>
                        <a:cubicBezTo>
                          <a:pt x="2797" y="2262"/>
                          <a:pt x="1506" y="2797"/>
                          <a:pt x="757" y="2041"/>
                        </a:cubicBezTo>
                        <a:cubicBezTo>
                          <a:pt x="1" y="1291"/>
                          <a:pt x="535" y="1"/>
                          <a:pt x="1604" y="7"/>
                        </a:cubicBezTo>
                        <a:cubicBezTo>
                          <a:pt x="2263" y="7"/>
                          <a:pt x="2797" y="542"/>
                          <a:pt x="2797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4" name="Google Shape;6754;p69"/>
                  <p:cNvSpPr/>
                  <p:nvPr/>
                </p:nvSpPr>
                <p:spPr>
                  <a:xfrm>
                    <a:off x="3227527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02" y="1"/>
                        </a:moveTo>
                        <a:cubicBezTo>
                          <a:pt x="2001" y="1"/>
                          <a:pt x="1900" y="10"/>
                          <a:pt x="1800" y="31"/>
                        </a:cubicBezTo>
                        <a:cubicBezTo>
                          <a:pt x="1474" y="90"/>
                          <a:pt x="1154" y="181"/>
                          <a:pt x="913" y="416"/>
                        </a:cubicBezTo>
                        <a:cubicBezTo>
                          <a:pt x="320" y="989"/>
                          <a:pt x="1" y="1823"/>
                          <a:pt x="385" y="2619"/>
                        </a:cubicBezTo>
                        <a:cubicBezTo>
                          <a:pt x="438" y="2729"/>
                          <a:pt x="483" y="2847"/>
                          <a:pt x="529" y="2964"/>
                        </a:cubicBezTo>
                        <a:cubicBezTo>
                          <a:pt x="978" y="2312"/>
                          <a:pt x="1715" y="1928"/>
                          <a:pt x="2497" y="1921"/>
                        </a:cubicBezTo>
                        <a:cubicBezTo>
                          <a:pt x="3142" y="1921"/>
                          <a:pt x="3761" y="2182"/>
                          <a:pt x="4211" y="2645"/>
                        </a:cubicBezTo>
                        <a:cubicBezTo>
                          <a:pt x="4126" y="2117"/>
                          <a:pt x="3983" y="1602"/>
                          <a:pt x="3775" y="1106"/>
                        </a:cubicBezTo>
                        <a:cubicBezTo>
                          <a:pt x="3501" y="469"/>
                          <a:pt x="2801" y="1"/>
                          <a:pt x="210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5" name="Google Shape;6755;p69"/>
                  <p:cNvSpPr/>
                  <p:nvPr/>
                </p:nvSpPr>
                <p:spPr>
                  <a:xfrm>
                    <a:off x="3223083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803" y="1"/>
                        </a:moveTo>
                        <a:cubicBezTo>
                          <a:pt x="627" y="763"/>
                          <a:pt x="255" y="1428"/>
                          <a:pt x="99" y="2210"/>
                        </a:cubicBezTo>
                        <a:cubicBezTo>
                          <a:pt x="1" y="2686"/>
                          <a:pt x="425" y="3142"/>
                          <a:pt x="881" y="3194"/>
                        </a:cubicBezTo>
                        <a:cubicBezTo>
                          <a:pt x="956" y="3203"/>
                          <a:pt x="1030" y="3207"/>
                          <a:pt x="1104" y="3207"/>
                        </a:cubicBezTo>
                        <a:cubicBezTo>
                          <a:pt x="2493" y="3207"/>
                          <a:pt x="3717" y="1687"/>
                          <a:pt x="4113" y="424"/>
                        </a:cubicBezTo>
                        <a:lnTo>
                          <a:pt x="4113" y="424"/>
                        </a:lnTo>
                        <a:cubicBezTo>
                          <a:pt x="3696" y="737"/>
                          <a:pt x="3194" y="913"/>
                          <a:pt x="2680" y="913"/>
                        </a:cubicBezTo>
                        <a:cubicBezTo>
                          <a:pt x="1950" y="907"/>
                          <a:pt x="1259" y="574"/>
                          <a:pt x="80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6" name="Google Shape;6756;p69"/>
                  <p:cNvSpPr/>
                  <p:nvPr/>
                </p:nvSpPr>
                <p:spPr>
                  <a:xfrm>
                    <a:off x="3263252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0" y="1200"/>
                        </a:moveTo>
                        <a:cubicBezTo>
                          <a:pt x="0" y="2262"/>
                          <a:pt x="1291" y="2797"/>
                          <a:pt x="2040" y="2041"/>
                        </a:cubicBezTo>
                        <a:cubicBezTo>
                          <a:pt x="2796" y="1291"/>
                          <a:pt x="2262" y="7"/>
                          <a:pt x="1199" y="7"/>
                        </a:cubicBezTo>
                        <a:cubicBezTo>
                          <a:pt x="541" y="1"/>
                          <a:pt x="7" y="535"/>
                          <a:pt x="0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757" name="Google Shape;6757;p69"/>
              <p:cNvSpPr/>
              <p:nvPr/>
            </p:nvSpPr>
            <p:spPr>
              <a:xfrm>
                <a:off x="3010499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1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0" y="1523"/>
                      <a:pt x="11251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758" name="Google Shape;6758;p69"/>
          <p:cNvGrpSpPr/>
          <p:nvPr/>
        </p:nvGrpSpPr>
        <p:grpSpPr>
          <a:xfrm>
            <a:off x="4910904" y="1542757"/>
            <a:ext cx="558677" cy="1310345"/>
            <a:chOff x="4910904" y="1542757"/>
            <a:chExt cx="558677" cy="1310345"/>
          </a:xfrm>
        </p:grpSpPr>
        <p:sp>
          <p:nvSpPr>
            <p:cNvPr id="6759" name="Google Shape;6759;p69"/>
            <p:cNvSpPr/>
            <p:nvPr/>
          </p:nvSpPr>
          <p:spPr>
            <a:xfrm>
              <a:off x="496175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60" name="Google Shape;6760;p69"/>
            <p:cNvGrpSpPr/>
            <p:nvPr/>
          </p:nvGrpSpPr>
          <p:grpSpPr>
            <a:xfrm>
              <a:off x="4910904" y="1542757"/>
              <a:ext cx="558677" cy="1277423"/>
              <a:chOff x="4910904" y="1542757"/>
              <a:chExt cx="558677" cy="1277423"/>
            </a:xfrm>
          </p:grpSpPr>
          <p:sp>
            <p:nvSpPr>
              <p:cNvPr id="6761" name="Google Shape;6761;p69"/>
              <p:cNvSpPr/>
              <p:nvPr/>
            </p:nvSpPr>
            <p:spPr>
              <a:xfrm>
                <a:off x="500717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62" name="Google Shape;6762;p69"/>
              <p:cNvGrpSpPr/>
              <p:nvPr/>
            </p:nvGrpSpPr>
            <p:grpSpPr>
              <a:xfrm>
                <a:off x="4910904" y="1547529"/>
                <a:ext cx="558677" cy="1272651"/>
                <a:chOff x="4910904" y="1547529"/>
                <a:chExt cx="558677" cy="1272651"/>
              </a:xfrm>
            </p:grpSpPr>
            <p:sp>
              <p:nvSpPr>
                <p:cNvPr id="6763" name="Google Shape;6763;p69"/>
                <p:cNvSpPr/>
                <p:nvPr/>
              </p:nvSpPr>
              <p:spPr>
                <a:xfrm>
                  <a:off x="4910904" y="1547529"/>
                  <a:ext cx="558677" cy="1272651"/>
                </a:xfrm>
                <a:custGeom>
                  <a:rect b="b" l="l" r="r" t="t"/>
                  <a:pathLst>
                    <a:path extrusionOk="0" h="50407" w="22128">
                      <a:moveTo>
                        <a:pt x="11074" y="0"/>
                      </a:moveTo>
                      <a:cubicBezTo>
                        <a:pt x="7098" y="0"/>
                        <a:pt x="3872" y="3226"/>
                        <a:pt x="3872" y="7202"/>
                      </a:cubicBezTo>
                      <a:lnTo>
                        <a:pt x="3872" y="7208"/>
                      </a:lnTo>
                      <a:cubicBezTo>
                        <a:pt x="3853" y="7208"/>
                        <a:pt x="3833" y="7202"/>
                        <a:pt x="3813" y="7202"/>
                      </a:cubicBezTo>
                      <a:cubicBezTo>
                        <a:pt x="3810" y="7202"/>
                        <a:pt x="3806" y="7202"/>
                        <a:pt x="3803" y="7202"/>
                      </a:cubicBezTo>
                      <a:cubicBezTo>
                        <a:pt x="3137" y="7202"/>
                        <a:pt x="2634" y="7811"/>
                        <a:pt x="2764" y="8466"/>
                      </a:cubicBezTo>
                      <a:cubicBezTo>
                        <a:pt x="2861" y="8983"/>
                        <a:pt x="3315" y="9322"/>
                        <a:pt x="3805" y="9322"/>
                      </a:cubicBezTo>
                      <a:cubicBezTo>
                        <a:pt x="3940" y="9322"/>
                        <a:pt x="4077" y="9297"/>
                        <a:pt x="4211" y="9242"/>
                      </a:cubicBezTo>
                      <a:cubicBezTo>
                        <a:pt x="4980" y="11569"/>
                        <a:pt x="6994" y="13413"/>
                        <a:pt x="9197" y="14104"/>
                      </a:cubicBezTo>
                      <a:lnTo>
                        <a:pt x="9197" y="16124"/>
                      </a:lnTo>
                      <a:lnTo>
                        <a:pt x="6909" y="16124"/>
                      </a:lnTo>
                      <a:cubicBezTo>
                        <a:pt x="6909" y="16124"/>
                        <a:pt x="6903" y="16170"/>
                        <a:pt x="6883" y="16183"/>
                      </a:cubicBezTo>
                      <a:cubicBezTo>
                        <a:pt x="6303" y="16183"/>
                        <a:pt x="5795" y="16561"/>
                        <a:pt x="5612" y="17109"/>
                      </a:cubicBezTo>
                      <a:lnTo>
                        <a:pt x="281" y="32861"/>
                      </a:lnTo>
                      <a:cubicBezTo>
                        <a:pt x="1" y="33565"/>
                        <a:pt x="372" y="34367"/>
                        <a:pt x="1096" y="34608"/>
                      </a:cubicBezTo>
                      <a:cubicBezTo>
                        <a:pt x="1236" y="34655"/>
                        <a:pt x="1379" y="34677"/>
                        <a:pt x="1519" y="34677"/>
                      </a:cubicBezTo>
                      <a:cubicBezTo>
                        <a:pt x="2099" y="34677"/>
                        <a:pt x="2634" y="34295"/>
                        <a:pt x="2797" y="33702"/>
                      </a:cubicBezTo>
                      <a:lnTo>
                        <a:pt x="2973" y="33187"/>
                      </a:lnTo>
                      <a:lnTo>
                        <a:pt x="3553" y="33428"/>
                      </a:lnTo>
                      <a:cubicBezTo>
                        <a:pt x="3553" y="33428"/>
                        <a:pt x="4061" y="32412"/>
                        <a:pt x="3514" y="31577"/>
                      </a:cubicBezTo>
                      <a:lnTo>
                        <a:pt x="6779" y="21918"/>
                      </a:lnTo>
                      <a:lnTo>
                        <a:pt x="6779" y="21918"/>
                      </a:lnTo>
                      <a:cubicBezTo>
                        <a:pt x="6779" y="27699"/>
                        <a:pt x="5997" y="29166"/>
                        <a:pt x="5997" y="32360"/>
                      </a:cubicBezTo>
                      <a:cubicBezTo>
                        <a:pt x="5997" y="35560"/>
                        <a:pt x="7906" y="48490"/>
                        <a:pt x="7906" y="48490"/>
                      </a:cubicBezTo>
                      <a:lnTo>
                        <a:pt x="5599" y="50407"/>
                      </a:lnTo>
                      <a:lnTo>
                        <a:pt x="10064" y="50407"/>
                      </a:lnTo>
                      <a:lnTo>
                        <a:pt x="10807" y="31630"/>
                      </a:lnTo>
                      <a:lnTo>
                        <a:pt x="11191" y="31630"/>
                      </a:lnTo>
                      <a:lnTo>
                        <a:pt x="11934" y="50407"/>
                      </a:lnTo>
                      <a:lnTo>
                        <a:pt x="16399" y="50407"/>
                      </a:lnTo>
                      <a:lnTo>
                        <a:pt x="14085" y="48503"/>
                      </a:lnTo>
                      <a:cubicBezTo>
                        <a:pt x="14085" y="48503"/>
                        <a:pt x="15995" y="34171"/>
                        <a:pt x="15995" y="31590"/>
                      </a:cubicBezTo>
                      <a:cubicBezTo>
                        <a:pt x="15995" y="29010"/>
                        <a:pt x="15336" y="27680"/>
                        <a:pt x="15336" y="21821"/>
                      </a:cubicBezTo>
                      <a:lnTo>
                        <a:pt x="15336" y="21821"/>
                      </a:lnTo>
                      <a:lnTo>
                        <a:pt x="18641" y="31584"/>
                      </a:lnTo>
                      <a:cubicBezTo>
                        <a:pt x="18093" y="32418"/>
                        <a:pt x="18602" y="33435"/>
                        <a:pt x="18602" y="33435"/>
                      </a:cubicBezTo>
                      <a:lnTo>
                        <a:pt x="19182" y="33187"/>
                      </a:lnTo>
                      <a:lnTo>
                        <a:pt x="19351" y="33709"/>
                      </a:lnTo>
                      <a:cubicBezTo>
                        <a:pt x="19530" y="34280"/>
                        <a:pt x="20058" y="34650"/>
                        <a:pt x="20625" y="34650"/>
                      </a:cubicBezTo>
                      <a:cubicBezTo>
                        <a:pt x="20762" y="34650"/>
                        <a:pt x="20902" y="34628"/>
                        <a:pt x="21039" y="34582"/>
                      </a:cubicBezTo>
                      <a:cubicBezTo>
                        <a:pt x="21750" y="34347"/>
                        <a:pt x="22128" y="33578"/>
                        <a:pt x="21874" y="32874"/>
                      </a:cubicBezTo>
                      <a:lnTo>
                        <a:pt x="21874" y="32868"/>
                      </a:lnTo>
                      <a:lnTo>
                        <a:pt x="16542" y="17128"/>
                      </a:lnTo>
                      <a:cubicBezTo>
                        <a:pt x="16379" y="16613"/>
                        <a:pt x="15923" y="16242"/>
                        <a:pt x="15382" y="16190"/>
                      </a:cubicBezTo>
                      <a:cubicBezTo>
                        <a:pt x="15369" y="16170"/>
                        <a:pt x="15356" y="16150"/>
                        <a:pt x="15350" y="16131"/>
                      </a:cubicBezTo>
                      <a:lnTo>
                        <a:pt x="12951" y="16131"/>
                      </a:lnTo>
                      <a:lnTo>
                        <a:pt x="12951" y="14104"/>
                      </a:lnTo>
                      <a:cubicBezTo>
                        <a:pt x="15147" y="13413"/>
                        <a:pt x="17148" y="11595"/>
                        <a:pt x="17930" y="9281"/>
                      </a:cubicBezTo>
                      <a:cubicBezTo>
                        <a:pt x="18015" y="9301"/>
                        <a:pt x="18100" y="9314"/>
                        <a:pt x="18185" y="9314"/>
                      </a:cubicBezTo>
                      <a:cubicBezTo>
                        <a:pt x="18189" y="9314"/>
                        <a:pt x="18193" y="9314"/>
                        <a:pt x="18197" y="9314"/>
                      </a:cubicBezTo>
                      <a:cubicBezTo>
                        <a:pt x="18758" y="9314"/>
                        <a:pt x="19221" y="8873"/>
                        <a:pt x="19247" y="8310"/>
                      </a:cubicBezTo>
                      <a:cubicBezTo>
                        <a:pt x="19273" y="7743"/>
                        <a:pt x="18843" y="7254"/>
                        <a:pt x="18276" y="7215"/>
                      </a:cubicBezTo>
                      <a:lnTo>
                        <a:pt x="18276" y="7202"/>
                      </a:lnTo>
                      <a:cubicBezTo>
                        <a:pt x="18276" y="3226"/>
                        <a:pt x="15056" y="0"/>
                        <a:pt x="1107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764" name="Google Shape;6764;p69"/>
                <p:cNvGrpSpPr/>
                <p:nvPr/>
              </p:nvGrpSpPr>
              <p:grpSpPr>
                <a:xfrm>
                  <a:off x="5086525" y="1888799"/>
                  <a:ext cx="204808" cy="326677"/>
                  <a:chOff x="5086525" y="1888799"/>
                  <a:chExt cx="204808" cy="326677"/>
                </a:xfrm>
              </p:grpSpPr>
              <p:grpSp>
                <p:nvGrpSpPr>
                  <p:cNvPr id="6765" name="Google Shape;6765;p69"/>
                  <p:cNvGrpSpPr/>
                  <p:nvPr/>
                </p:nvGrpSpPr>
                <p:grpSpPr>
                  <a:xfrm>
                    <a:off x="5147044" y="1888799"/>
                    <a:ext cx="80312" cy="199127"/>
                    <a:chOff x="5147044" y="1888799"/>
                    <a:chExt cx="80312" cy="199127"/>
                  </a:xfrm>
                </p:grpSpPr>
                <p:sp>
                  <p:nvSpPr>
                    <p:cNvPr id="6766" name="Google Shape;6766;p69"/>
                    <p:cNvSpPr/>
                    <p:nvPr/>
                  </p:nvSpPr>
                  <p:spPr>
                    <a:xfrm>
                      <a:off x="5176002" y="1888799"/>
                      <a:ext cx="24717" cy="164235"/>
                    </a:xfrm>
                    <a:custGeom>
                      <a:rect b="b" l="l" r="r" t="t"/>
                      <a:pathLst>
                        <a:path extrusionOk="0" h="6505" w="979">
                          <a:moveTo>
                            <a:pt x="489" y="0"/>
                          </a:moveTo>
                          <a:cubicBezTo>
                            <a:pt x="222" y="0"/>
                            <a:pt x="0" y="222"/>
                            <a:pt x="0" y="489"/>
                          </a:cubicBezTo>
                          <a:cubicBezTo>
                            <a:pt x="0" y="646"/>
                            <a:pt x="72" y="789"/>
                            <a:pt x="196" y="887"/>
                          </a:cubicBezTo>
                          <a:cubicBezTo>
                            <a:pt x="72" y="978"/>
                            <a:pt x="0" y="1121"/>
                            <a:pt x="0" y="1278"/>
                          </a:cubicBezTo>
                          <a:cubicBezTo>
                            <a:pt x="0" y="1434"/>
                            <a:pt x="72" y="1578"/>
                            <a:pt x="196" y="1675"/>
                          </a:cubicBezTo>
                          <a:cubicBezTo>
                            <a:pt x="72" y="1767"/>
                            <a:pt x="0" y="1910"/>
                            <a:pt x="0" y="2066"/>
                          </a:cubicBezTo>
                          <a:cubicBezTo>
                            <a:pt x="0" y="2223"/>
                            <a:pt x="72" y="2366"/>
                            <a:pt x="196" y="2464"/>
                          </a:cubicBezTo>
                          <a:cubicBezTo>
                            <a:pt x="72" y="2555"/>
                            <a:pt x="0" y="2699"/>
                            <a:pt x="0" y="2855"/>
                          </a:cubicBezTo>
                          <a:cubicBezTo>
                            <a:pt x="0" y="3011"/>
                            <a:pt x="72" y="3155"/>
                            <a:pt x="196" y="3253"/>
                          </a:cubicBezTo>
                          <a:cubicBezTo>
                            <a:pt x="72" y="3344"/>
                            <a:pt x="0" y="3487"/>
                            <a:pt x="0" y="3644"/>
                          </a:cubicBezTo>
                          <a:cubicBezTo>
                            <a:pt x="0" y="3800"/>
                            <a:pt x="72" y="3943"/>
                            <a:pt x="196" y="4041"/>
                          </a:cubicBezTo>
                          <a:cubicBezTo>
                            <a:pt x="72" y="4132"/>
                            <a:pt x="0" y="4276"/>
                            <a:pt x="0" y="4432"/>
                          </a:cubicBezTo>
                          <a:cubicBezTo>
                            <a:pt x="0" y="4589"/>
                            <a:pt x="72" y="4732"/>
                            <a:pt x="196" y="4830"/>
                          </a:cubicBezTo>
                          <a:cubicBezTo>
                            <a:pt x="72" y="4921"/>
                            <a:pt x="0" y="5064"/>
                            <a:pt x="0" y="5221"/>
                          </a:cubicBezTo>
                          <a:cubicBezTo>
                            <a:pt x="0" y="5377"/>
                            <a:pt x="72" y="5521"/>
                            <a:pt x="196" y="5618"/>
                          </a:cubicBezTo>
                          <a:cubicBezTo>
                            <a:pt x="72" y="5710"/>
                            <a:pt x="0" y="5853"/>
                            <a:pt x="0" y="6010"/>
                          </a:cubicBezTo>
                          <a:cubicBezTo>
                            <a:pt x="0" y="6283"/>
                            <a:pt x="216" y="6498"/>
                            <a:pt x="489" y="6505"/>
                          </a:cubicBezTo>
                          <a:cubicBezTo>
                            <a:pt x="763" y="6498"/>
                            <a:pt x="978" y="6283"/>
                            <a:pt x="978" y="6010"/>
                          </a:cubicBezTo>
                          <a:cubicBezTo>
                            <a:pt x="978" y="5853"/>
                            <a:pt x="906" y="5710"/>
                            <a:pt x="783" y="5618"/>
                          </a:cubicBezTo>
                          <a:cubicBezTo>
                            <a:pt x="906" y="5521"/>
                            <a:pt x="978" y="5377"/>
                            <a:pt x="978" y="5221"/>
                          </a:cubicBezTo>
                          <a:cubicBezTo>
                            <a:pt x="978" y="5064"/>
                            <a:pt x="906" y="4921"/>
                            <a:pt x="783" y="4830"/>
                          </a:cubicBezTo>
                          <a:cubicBezTo>
                            <a:pt x="906" y="4732"/>
                            <a:pt x="978" y="4589"/>
                            <a:pt x="978" y="4432"/>
                          </a:cubicBezTo>
                          <a:cubicBezTo>
                            <a:pt x="978" y="4276"/>
                            <a:pt x="906" y="4132"/>
                            <a:pt x="783" y="4041"/>
                          </a:cubicBezTo>
                          <a:cubicBezTo>
                            <a:pt x="906" y="3943"/>
                            <a:pt x="978" y="3800"/>
                            <a:pt x="978" y="3644"/>
                          </a:cubicBezTo>
                          <a:cubicBezTo>
                            <a:pt x="978" y="3487"/>
                            <a:pt x="906" y="3344"/>
                            <a:pt x="783" y="3253"/>
                          </a:cubicBezTo>
                          <a:cubicBezTo>
                            <a:pt x="906" y="3155"/>
                            <a:pt x="978" y="3011"/>
                            <a:pt x="978" y="2855"/>
                          </a:cubicBezTo>
                          <a:cubicBezTo>
                            <a:pt x="978" y="2699"/>
                            <a:pt x="906" y="2555"/>
                            <a:pt x="783" y="2464"/>
                          </a:cubicBezTo>
                          <a:cubicBezTo>
                            <a:pt x="906" y="2366"/>
                            <a:pt x="978" y="2223"/>
                            <a:pt x="978" y="2066"/>
                          </a:cubicBezTo>
                          <a:cubicBezTo>
                            <a:pt x="978" y="1910"/>
                            <a:pt x="906" y="1767"/>
                            <a:pt x="783" y="1675"/>
                          </a:cubicBezTo>
                          <a:cubicBezTo>
                            <a:pt x="906" y="1578"/>
                            <a:pt x="978" y="1434"/>
                            <a:pt x="978" y="1278"/>
                          </a:cubicBezTo>
                          <a:cubicBezTo>
                            <a:pt x="978" y="1121"/>
                            <a:pt x="906" y="978"/>
                            <a:pt x="783" y="887"/>
                          </a:cubicBezTo>
                          <a:cubicBezTo>
                            <a:pt x="906" y="789"/>
                            <a:pt x="978" y="646"/>
                            <a:pt x="978" y="489"/>
                          </a:cubicBezTo>
                          <a:cubicBezTo>
                            <a:pt x="978" y="222"/>
                            <a:pt x="756" y="0"/>
                            <a:pt x="4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67" name="Google Shape;6767;p69"/>
                    <p:cNvSpPr/>
                    <p:nvPr/>
                  </p:nvSpPr>
                  <p:spPr>
                    <a:xfrm>
                      <a:off x="5147044" y="2033063"/>
                      <a:ext cx="80312" cy="54863"/>
                    </a:xfrm>
                    <a:custGeom>
                      <a:rect b="b" l="l" r="r" t="t"/>
                      <a:pathLst>
                        <a:path extrusionOk="0" h="2173" w="3181">
                          <a:moveTo>
                            <a:pt x="1589" y="0"/>
                          </a:moveTo>
                          <a:cubicBezTo>
                            <a:pt x="1451" y="0"/>
                            <a:pt x="1312" y="58"/>
                            <a:pt x="1213" y="172"/>
                          </a:cubicBezTo>
                          <a:cubicBezTo>
                            <a:pt x="1115" y="289"/>
                            <a:pt x="1076" y="445"/>
                            <a:pt x="1108" y="595"/>
                          </a:cubicBezTo>
                          <a:cubicBezTo>
                            <a:pt x="1095" y="594"/>
                            <a:pt x="1082" y="594"/>
                            <a:pt x="1069" y="594"/>
                          </a:cubicBezTo>
                          <a:cubicBezTo>
                            <a:pt x="927" y="594"/>
                            <a:pt x="793" y="657"/>
                            <a:pt x="698" y="765"/>
                          </a:cubicBezTo>
                          <a:cubicBezTo>
                            <a:pt x="600" y="882"/>
                            <a:pt x="554" y="1039"/>
                            <a:pt x="587" y="1188"/>
                          </a:cubicBezTo>
                          <a:cubicBezTo>
                            <a:pt x="579" y="1188"/>
                            <a:pt x="572" y="1188"/>
                            <a:pt x="564" y="1188"/>
                          </a:cubicBezTo>
                          <a:cubicBezTo>
                            <a:pt x="422" y="1188"/>
                            <a:pt x="276" y="1246"/>
                            <a:pt x="183" y="1358"/>
                          </a:cubicBezTo>
                          <a:cubicBezTo>
                            <a:pt x="0" y="1566"/>
                            <a:pt x="20" y="1879"/>
                            <a:pt x="228" y="2055"/>
                          </a:cubicBezTo>
                          <a:cubicBezTo>
                            <a:pt x="320" y="2133"/>
                            <a:pt x="437" y="2173"/>
                            <a:pt x="554" y="2173"/>
                          </a:cubicBezTo>
                          <a:cubicBezTo>
                            <a:pt x="698" y="2173"/>
                            <a:pt x="835" y="2114"/>
                            <a:pt x="926" y="2003"/>
                          </a:cubicBezTo>
                          <a:cubicBezTo>
                            <a:pt x="1024" y="1886"/>
                            <a:pt x="1069" y="1729"/>
                            <a:pt x="1037" y="1573"/>
                          </a:cubicBezTo>
                          <a:lnTo>
                            <a:pt x="1037" y="1573"/>
                          </a:lnTo>
                          <a:cubicBezTo>
                            <a:pt x="1051" y="1574"/>
                            <a:pt x="1065" y="1575"/>
                            <a:pt x="1079" y="1575"/>
                          </a:cubicBezTo>
                          <a:cubicBezTo>
                            <a:pt x="1220" y="1575"/>
                            <a:pt x="1353" y="1517"/>
                            <a:pt x="1447" y="1410"/>
                          </a:cubicBezTo>
                          <a:cubicBezTo>
                            <a:pt x="1545" y="1293"/>
                            <a:pt x="1584" y="1136"/>
                            <a:pt x="1552" y="980"/>
                          </a:cubicBezTo>
                          <a:lnTo>
                            <a:pt x="1552" y="980"/>
                          </a:lnTo>
                          <a:cubicBezTo>
                            <a:pt x="1565" y="983"/>
                            <a:pt x="1576" y="985"/>
                            <a:pt x="1587" y="985"/>
                          </a:cubicBezTo>
                          <a:cubicBezTo>
                            <a:pt x="1597" y="985"/>
                            <a:pt x="1607" y="983"/>
                            <a:pt x="1617" y="980"/>
                          </a:cubicBezTo>
                          <a:cubicBezTo>
                            <a:pt x="1623" y="1091"/>
                            <a:pt x="1669" y="1201"/>
                            <a:pt x="1741" y="1286"/>
                          </a:cubicBezTo>
                          <a:cubicBezTo>
                            <a:pt x="1836" y="1388"/>
                            <a:pt x="1970" y="1451"/>
                            <a:pt x="2107" y="1451"/>
                          </a:cubicBezTo>
                          <a:cubicBezTo>
                            <a:pt x="2119" y="1451"/>
                            <a:pt x="2132" y="1450"/>
                            <a:pt x="2145" y="1449"/>
                          </a:cubicBezTo>
                          <a:lnTo>
                            <a:pt x="2145" y="1449"/>
                          </a:lnTo>
                          <a:cubicBezTo>
                            <a:pt x="2112" y="1599"/>
                            <a:pt x="2158" y="1762"/>
                            <a:pt x="2262" y="1873"/>
                          </a:cubicBezTo>
                          <a:cubicBezTo>
                            <a:pt x="2357" y="1986"/>
                            <a:pt x="2493" y="2043"/>
                            <a:pt x="2629" y="2043"/>
                          </a:cubicBezTo>
                          <a:cubicBezTo>
                            <a:pt x="2744" y="2043"/>
                            <a:pt x="2860" y="2002"/>
                            <a:pt x="2953" y="1918"/>
                          </a:cubicBezTo>
                          <a:cubicBezTo>
                            <a:pt x="3161" y="1736"/>
                            <a:pt x="3181" y="1430"/>
                            <a:pt x="2998" y="1221"/>
                          </a:cubicBezTo>
                          <a:cubicBezTo>
                            <a:pt x="2903" y="1120"/>
                            <a:pt x="2769" y="1056"/>
                            <a:pt x="2632" y="1056"/>
                          </a:cubicBezTo>
                          <a:cubicBezTo>
                            <a:pt x="2620" y="1056"/>
                            <a:pt x="2607" y="1057"/>
                            <a:pt x="2594" y="1058"/>
                          </a:cubicBezTo>
                          <a:cubicBezTo>
                            <a:pt x="2620" y="908"/>
                            <a:pt x="2581" y="752"/>
                            <a:pt x="2477" y="634"/>
                          </a:cubicBezTo>
                          <a:cubicBezTo>
                            <a:pt x="2388" y="533"/>
                            <a:pt x="2254" y="470"/>
                            <a:pt x="2118" y="470"/>
                          </a:cubicBezTo>
                          <a:cubicBezTo>
                            <a:pt x="2105" y="470"/>
                            <a:pt x="2092" y="470"/>
                            <a:pt x="2079" y="471"/>
                          </a:cubicBezTo>
                          <a:cubicBezTo>
                            <a:pt x="2073" y="335"/>
                            <a:pt x="2014" y="211"/>
                            <a:pt x="1910" y="120"/>
                          </a:cubicBezTo>
                          <a:cubicBezTo>
                            <a:pt x="1818" y="40"/>
                            <a:pt x="1704" y="0"/>
                            <a:pt x="15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768" name="Google Shape;6768;p69"/>
                  <p:cNvSpPr/>
                  <p:nvPr/>
                </p:nvSpPr>
                <p:spPr>
                  <a:xfrm>
                    <a:off x="5086525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2684" y="1"/>
                        </a:moveTo>
                        <a:cubicBezTo>
                          <a:pt x="2130" y="1"/>
                          <a:pt x="892" y="2034"/>
                          <a:pt x="481" y="2784"/>
                        </a:cubicBezTo>
                        <a:cubicBezTo>
                          <a:pt x="64" y="3540"/>
                          <a:pt x="234" y="5071"/>
                          <a:pt x="175" y="5879"/>
                        </a:cubicBezTo>
                        <a:cubicBezTo>
                          <a:pt x="120" y="6646"/>
                          <a:pt x="1" y="7823"/>
                          <a:pt x="492" y="7823"/>
                        </a:cubicBezTo>
                        <a:cubicBezTo>
                          <a:pt x="523" y="7823"/>
                          <a:pt x="556" y="7818"/>
                          <a:pt x="592" y="7809"/>
                        </a:cubicBezTo>
                        <a:cubicBezTo>
                          <a:pt x="1198" y="7639"/>
                          <a:pt x="2202" y="6746"/>
                          <a:pt x="2782" y="6499"/>
                        </a:cubicBezTo>
                        <a:cubicBezTo>
                          <a:pt x="3355" y="6244"/>
                          <a:pt x="3382" y="5045"/>
                          <a:pt x="3329" y="4100"/>
                        </a:cubicBezTo>
                        <a:cubicBezTo>
                          <a:pt x="3271" y="3149"/>
                          <a:pt x="3610" y="222"/>
                          <a:pt x="26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9" name="Google Shape;6769;p69"/>
                  <p:cNvSpPr/>
                  <p:nvPr/>
                </p:nvSpPr>
                <p:spPr>
                  <a:xfrm>
                    <a:off x="5200190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920" y="1"/>
                        </a:moveTo>
                        <a:cubicBezTo>
                          <a:pt x="1" y="222"/>
                          <a:pt x="339" y="3149"/>
                          <a:pt x="281" y="4100"/>
                        </a:cubicBezTo>
                        <a:cubicBezTo>
                          <a:pt x="222" y="5045"/>
                          <a:pt x="255" y="6244"/>
                          <a:pt x="828" y="6499"/>
                        </a:cubicBezTo>
                        <a:cubicBezTo>
                          <a:pt x="1408" y="6746"/>
                          <a:pt x="2412" y="7639"/>
                          <a:pt x="3018" y="7809"/>
                        </a:cubicBezTo>
                        <a:cubicBezTo>
                          <a:pt x="3054" y="7818"/>
                          <a:pt x="3087" y="7823"/>
                          <a:pt x="3118" y="7823"/>
                        </a:cubicBezTo>
                        <a:cubicBezTo>
                          <a:pt x="3609" y="7823"/>
                          <a:pt x="3491" y="6646"/>
                          <a:pt x="3435" y="5879"/>
                        </a:cubicBezTo>
                        <a:cubicBezTo>
                          <a:pt x="3377" y="5071"/>
                          <a:pt x="3546" y="3540"/>
                          <a:pt x="3129" y="2784"/>
                        </a:cubicBezTo>
                        <a:cubicBezTo>
                          <a:pt x="2718" y="2034"/>
                          <a:pt x="1480" y="1"/>
                          <a:pt x="92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770" name="Google Shape;6770;p69"/>
              <p:cNvSpPr/>
              <p:nvPr/>
            </p:nvSpPr>
            <p:spPr>
              <a:xfrm>
                <a:off x="4983465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5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5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5" y="8740"/>
                      <a:pt x="1005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8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3" y="12879"/>
                      <a:pt x="2113" y="12879"/>
                    </a:cubicBezTo>
                    <a:cubicBezTo>
                      <a:pt x="2113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771" name="Google Shape;6771;p69"/>
          <p:cNvGrpSpPr/>
          <p:nvPr/>
        </p:nvGrpSpPr>
        <p:grpSpPr>
          <a:xfrm>
            <a:off x="5901010" y="1542757"/>
            <a:ext cx="557541" cy="1310345"/>
            <a:chOff x="5901010" y="1542757"/>
            <a:chExt cx="557541" cy="1310345"/>
          </a:xfrm>
        </p:grpSpPr>
        <p:sp>
          <p:nvSpPr>
            <p:cNvPr id="6772" name="Google Shape;6772;p69"/>
            <p:cNvSpPr/>
            <p:nvPr/>
          </p:nvSpPr>
          <p:spPr>
            <a:xfrm>
              <a:off x="595072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73" name="Google Shape;6773;p69"/>
            <p:cNvGrpSpPr/>
            <p:nvPr/>
          </p:nvGrpSpPr>
          <p:grpSpPr>
            <a:xfrm>
              <a:off x="5901010" y="1542757"/>
              <a:ext cx="557541" cy="1277423"/>
              <a:chOff x="5901010" y="1542757"/>
              <a:chExt cx="557541" cy="1277423"/>
            </a:xfrm>
          </p:grpSpPr>
          <p:sp>
            <p:nvSpPr>
              <p:cNvPr id="6774" name="Google Shape;6774;p69"/>
              <p:cNvSpPr/>
              <p:nvPr/>
            </p:nvSpPr>
            <p:spPr>
              <a:xfrm>
                <a:off x="5993996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1" y="0"/>
                    </a:moveTo>
                    <a:cubicBezTo>
                      <a:pt x="958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8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5" name="Google Shape;6775;p69"/>
              <p:cNvSpPr/>
              <p:nvPr/>
            </p:nvSpPr>
            <p:spPr>
              <a:xfrm>
                <a:off x="6132554" y="1726054"/>
                <a:ext cx="682" cy="25"/>
              </a:xfrm>
              <a:custGeom>
                <a:rect b="b" l="l" r="r" t="t"/>
                <a:pathLst>
                  <a:path extrusionOk="0" h="1" w="27">
                    <a:moveTo>
                      <a:pt x="0" y="1"/>
                    </a:moveTo>
                    <a:lnTo>
                      <a:pt x="26" y="1"/>
                    </a:lnTo>
                    <a:cubicBezTo>
                      <a:pt x="13" y="1"/>
                      <a:pt x="7" y="1"/>
                      <a:pt x="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76" name="Google Shape;6776;p69"/>
              <p:cNvGrpSpPr/>
              <p:nvPr/>
            </p:nvGrpSpPr>
            <p:grpSpPr>
              <a:xfrm>
                <a:off x="5901010" y="1547529"/>
                <a:ext cx="557541" cy="1272651"/>
                <a:chOff x="5901010" y="1547529"/>
                <a:chExt cx="557541" cy="1272651"/>
              </a:xfrm>
            </p:grpSpPr>
            <p:sp>
              <p:nvSpPr>
                <p:cNvPr id="6777" name="Google Shape;6777;p69"/>
                <p:cNvSpPr/>
                <p:nvPr/>
              </p:nvSpPr>
              <p:spPr>
                <a:xfrm>
                  <a:off x="5901010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0944" y="0"/>
                      </a:moveTo>
                      <a:cubicBezTo>
                        <a:pt x="6968" y="0"/>
                        <a:pt x="3742" y="3226"/>
                        <a:pt x="3742" y="7202"/>
                      </a:cubicBezTo>
                      <a:lnTo>
                        <a:pt x="3742" y="7208"/>
                      </a:lnTo>
                      <a:cubicBezTo>
                        <a:pt x="3722" y="7208"/>
                        <a:pt x="3703" y="7202"/>
                        <a:pt x="3677" y="7202"/>
                      </a:cubicBezTo>
                      <a:cubicBezTo>
                        <a:pt x="3673" y="7202"/>
                        <a:pt x="3670" y="7202"/>
                        <a:pt x="3666" y="7202"/>
                      </a:cubicBezTo>
                      <a:cubicBezTo>
                        <a:pt x="3007" y="7202"/>
                        <a:pt x="2504" y="7811"/>
                        <a:pt x="2627" y="8466"/>
                      </a:cubicBezTo>
                      <a:cubicBezTo>
                        <a:pt x="2730" y="8983"/>
                        <a:pt x="3181" y="9322"/>
                        <a:pt x="3669" y="9322"/>
                      </a:cubicBezTo>
                      <a:cubicBezTo>
                        <a:pt x="3804" y="9322"/>
                        <a:pt x="3941" y="9297"/>
                        <a:pt x="4074" y="9242"/>
                      </a:cubicBezTo>
                      <a:cubicBezTo>
                        <a:pt x="4843" y="11575"/>
                        <a:pt x="6864" y="13413"/>
                        <a:pt x="9067" y="14110"/>
                      </a:cubicBezTo>
                      <a:lnTo>
                        <a:pt x="9067" y="16131"/>
                      </a:lnTo>
                      <a:lnTo>
                        <a:pt x="6864" y="16131"/>
                      </a:lnTo>
                      <a:cubicBezTo>
                        <a:pt x="6864" y="16131"/>
                        <a:pt x="6851" y="16177"/>
                        <a:pt x="6838" y="16183"/>
                      </a:cubicBezTo>
                      <a:cubicBezTo>
                        <a:pt x="6258" y="16190"/>
                        <a:pt x="5743" y="16561"/>
                        <a:pt x="5560" y="17115"/>
                      </a:cubicBezTo>
                      <a:lnTo>
                        <a:pt x="229" y="32861"/>
                      </a:lnTo>
                      <a:cubicBezTo>
                        <a:pt x="1" y="33559"/>
                        <a:pt x="379" y="34315"/>
                        <a:pt x="1076" y="34543"/>
                      </a:cubicBezTo>
                      <a:cubicBezTo>
                        <a:pt x="1217" y="34590"/>
                        <a:pt x="1359" y="34613"/>
                        <a:pt x="1499" y="34613"/>
                      </a:cubicBezTo>
                      <a:cubicBezTo>
                        <a:pt x="2054" y="34613"/>
                        <a:pt x="2570" y="34259"/>
                        <a:pt x="2758" y="33702"/>
                      </a:cubicBezTo>
                      <a:lnTo>
                        <a:pt x="2934" y="33187"/>
                      </a:lnTo>
                      <a:lnTo>
                        <a:pt x="3507" y="33435"/>
                      </a:lnTo>
                      <a:cubicBezTo>
                        <a:pt x="3507" y="33435"/>
                        <a:pt x="4016" y="32418"/>
                        <a:pt x="3468" y="31577"/>
                      </a:cubicBezTo>
                      <a:lnTo>
                        <a:pt x="6740" y="21925"/>
                      </a:lnTo>
                      <a:lnTo>
                        <a:pt x="6740" y="21925"/>
                      </a:lnTo>
                      <a:cubicBezTo>
                        <a:pt x="6740" y="27706"/>
                        <a:pt x="5958" y="29172"/>
                        <a:pt x="5958" y="32366"/>
                      </a:cubicBezTo>
                      <a:cubicBezTo>
                        <a:pt x="5958" y="35560"/>
                        <a:pt x="7861" y="48497"/>
                        <a:pt x="7861" y="48497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10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6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12" y="33709"/>
                      </a:lnTo>
                      <a:cubicBezTo>
                        <a:pt x="19486" y="34280"/>
                        <a:pt x="20013" y="34650"/>
                        <a:pt x="20580" y="34650"/>
                      </a:cubicBezTo>
                      <a:cubicBezTo>
                        <a:pt x="20717" y="34650"/>
                        <a:pt x="20857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16503" y="17128"/>
                      </a:lnTo>
                      <a:cubicBezTo>
                        <a:pt x="16334" y="16613"/>
                        <a:pt x="15878" y="16242"/>
                        <a:pt x="15337" y="16190"/>
                      </a:cubicBezTo>
                      <a:cubicBezTo>
                        <a:pt x="15324" y="16170"/>
                        <a:pt x="15311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04"/>
                      </a:lnTo>
                      <a:cubicBezTo>
                        <a:pt x="15017" y="13413"/>
                        <a:pt x="17018" y="11588"/>
                        <a:pt x="17794" y="9281"/>
                      </a:cubicBezTo>
                      <a:cubicBezTo>
                        <a:pt x="17879" y="9301"/>
                        <a:pt x="17963" y="9314"/>
                        <a:pt x="18048" y="9314"/>
                      </a:cubicBezTo>
                      <a:cubicBezTo>
                        <a:pt x="18052" y="9314"/>
                        <a:pt x="18056" y="9314"/>
                        <a:pt x="18060" y="9314"/>
                      </a:cubicBezTo>
                      <a:cubicBezTo>
                        <a:pt x="18622" y="9314"/>
                        <a:pt x="19091" y="8873"/>
                        <a:pt x="19117" y="8310"/>
                      </a:cubicBezTo>
                      <a:cubicBezTo>
                        <a:pt x="19136" y="7743"/>
                        <a:pt x="18713" y="7254"/>
                        <a:pt x="18146" y="7215"/>
                      </a:cubicBezTo>
                      <a:lnTo>
                        <a:pt x="18146" y="7202"/>
                      </a:lnTo>
                      <a:cubicBezTo>
                        <a:pt x="18146" y="3226"/>
                        <a:pt x="14920" y="0"/>
                        <a:pt x="1094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778" name="Google Shape;6778;p69"/>
                <p:cNvGrpSpPr/>
                <p:nvPr/>
              </p:nvGrpSpPr>
              <p:grpSpPr>
                <a:xfrm>
                  <a:off x="5939032" y="1575982"/>
                  <a:ext cx="472785" cy="1194182"/>
                  <a:chOff x="5939032" y="1575983"/>
                  <a:chExt cx="472785" cy="1194182"/>
                </a:xfrm>
              </p:grpSpPr>
              <p:grpSp>
                <p:nvGrpSpPr>
                  <p:cNvPr id="6779" name="Google Shape;6779;p69"/>
                  <p:cNvGrpSpPr/>
                  <p:nvPr/>
                </p:nvGrpSpPr>
                <p:grpSpPr>
                  <a:xfrm>
                    <a:off x="5939032" y="1717495"/>
                    <a:ext cx="472785" cy="1052669"/>
                    <a:chOff x="5939032" y="1717495"/>
                    <a:chExt cx="472785" cy="1052669"/>
                  </a:xfrm>
                </p:grpSpPr>
                <p:sp>
                  <p:nvSpPr>
                    <p:cNvPr id="6780" name="Google Shape;6780;p69"/>
                    <p:cNvSpPr/>
                    <p:nvPr/>
                  </p:nvSpPr>
                  <p:spPr>
                    <a:xfrm>
                      <a:off x="5971930" y="1961992"/>
                      <a:ext cx="207560" cy="288352"/>
                    </a:xfrm>
                    <a:custGeom>
                      <a:rect b="b" l="l" r="r" t="t"/>
                      <a:pathLst>
                        <a:path extrusionOk="0" h="11421" w="8221">
                          <a:moveTo>
                            <a:pt x="7978" y="1"/>
                          </a:moveTo>
                          <a:cubicBezTo>
                            <a:pt x="7896" y="1"/>
                            <a:pt x="7816" y="46"/>
                            <a:pt x="7789" y="152"/>
                          </a:cubicBezTo>
                          <a:cubicBezTo>
                            <a:pt x="7535" y="1077"/>
                            <a:pt x="6903" y="1240"/>
                            <a:pt x="6101" y="1455"/>
                          </a:cubicBezTo>
                          <a:cubicBezTo>
                            <a:pt x="5821" y="1527"/>
                            <a:pt x="5541" y="1611"/>
                            <a:pt x="5267" y="1709"/>
                          </a:cubicBezTo>
                          <a:cubicBezTo>
                            <a:pt x="3788" y="2302"/>
                            <a:pt x="3625" y="2824"/>
                            <a:pt x="3188" y="4212"/>
                          </a:cubicBezTo>
                          <a:lnTo>
                            <a:pt x="3149" y="4342"/>
                          </a:lnTo>
                          <a:cubicBezTo>
                            <a:pt x="2321" y="6988"/>
                            <a:pt x="1057" y="9361"/>
                            <a:pt x="53" y="11127"/>
                          </a:cubicBezTo>
                          <a:cubicBezTo>
                            <a:pt x="1" y="11218"/>
                            <a:pt x="34" y="11342"/>
                            <a:pt x="125" y="11394"/>
                          </a:cubicBezTo>
                          <a:cubicBezTo>
                            <a:pt x="157" y="11414"/>
                            <a:pt x="190" y="11420"/>
                            <a:pt x="223" y="11420"/>
                          </a:cubicBezTo>
                          <a:cubicBezTo>
                            <a:pt x="294" y="11420"/>
                            <a:pt x="366" y="11381"/>
                            <a:pt x="399" y="11323"/>
                          </a:cubicBezTo>
                          <a:cubicBezTo>
                            <a:pt x="1415" y="9537"/>
                            <a:pt x="2686" y="7138"/>
                            <a:pt x="3527" y="4460"/>
                          </a:cubicBezTo>
                          <a:lnTo>
                            <a:pt x="3566" y="4329"/>
                          </a:lnTo>
                          <a:cubicBezTo>
                            <a:pt x="3996" y="2967"/>
                            <a:pt x="4114" y="2596"/>
                            <a:pt x="5417" y="2081"/>
                          </a:cubicBezTo>
                          <a:cubicBezTo>
                            <a:pt x="5671" y="1983"/>
                            <a:pt x="5932" y="1898"/>
                            <a:pt x="6206" y="1833"/>
                          </a:cubicBezTo>
                          <a:cubicBezTo>
                            <a:pt x="7014" y="1618"/>
                            <a:pt x="7855" y="1396"/>
                            <a:pt x="8174" y="256"/>
                          </a:cubicBezTo>
                          <a:cubicBezTo>
                            <a:pt x="8221" y="100"/>
                            <a:pt x="8098" y="1"/>
                            <a:pt x="7978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81" name="Google Shape;6781;p69"/>
                    <p:cNvSpPr/>
                    <p:nvPr/>
                  </p:nvSpPr>
                  <p:spPr>
                    <a:xfrm>
                      <a:off x="5961907" y="2188537"/>
                      <a:ext cx="52010" cy="152293"/>
                    </a:xfrm>
                    <a:custGeom>
                      <a:rect b="b" l="l" r="r" t="t"/>
                      <a:pathLst>
                        <a:path extrusionOk="0" h="6032" w="2060">
                          <a:moveTo>
                            <a:pt x="1766" y="0"/>
                          </a:moveTo>
                          <a:cubicBezTo>
                            <a:pt x="1658" y="0"/>
                            <a:pt x="1551" y="77"/>
                            <a:pt x="1571" y="225"/>
                          </a:cubicBezTo>
                          <a:cubicBezTo>
                            <a:pt x="1656" y="1437"/>
                            <a:pt x="1232" y="2460"/>
                            <a:pt x="776" y="3549"/>
                          </a:cubicBezTo>
                          <a:cubicBezTo>
                            <a:pt x="476" y="4266"/>
                            <a:pt x="163" y="5009"/>
                            <a:pt x="20" y="5804"/>
                          </a:cubicBezTo>
                          <a:cubicBezTo>
                            <a:pt x="0" y="5908"/>
                            <a:pt x="72" y="6012"/>
                            <a:pt x="176" y="6032"/>
                          </a:cubicBezTo>
                          <a:lnTo>
                            <a:pt x="215" y="6032"/>
                          </a:lnTo>
                          <a:cubicBezTo>
                            <a:pt x="307" y="6032"/>
                            <a:pt x="385" y="5960"/>
                            <a:pt x="404" y="5869"/>
                          </a:cubicBezTo>
                          <a:cubicBezTo>
                            <a:pt x="541" y="5120"/>
                            <a:pt x="848" y="4396"/>
                            <a:pt x="1141" y="3699"/>
                          </a:cubicBezTo>
                          <a:cubicBezTo>
                            <a:pt x="1591" y="2617"/>
                            <a:pt x="2060" y="1502"/>
                            <a:pt x="1962" y="192"/>
                          </a:cubicBezTo>
                          <a:cubicBezTo>
                            <a:pt x="1959" y="63"/>
                            <a:pt x="1862" y="0"/>
                            <a:pt x="176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82" name="Google Shape;6782;p69"/>
                    <p:cNvSpPr/>
                    <p:nvPr/>
                  </p:nvSpPr>
                  <p:spPr>
                    <a:xfrm>
                      <a:off x="5939032" y="2264810"/>
                      <a:ext cx="58195" cy="53499"/>
                    </a:xfrm>
                    <a:custGeom>
                      <a:rect b="b" l="l" r="r" t="t"/>
                      <a:pathLst>
                        <a:path extrusionOk="0" h="2119" w="2305">
                          <a:moveTo>
                            <a:pt x="2027" y="1"/>
                          </a:moveTo>
                          <a:cubicBezTo>
                            <a:pt x="2001" y="1"/>
                            <a:pt x="1972" y="7"/>
                            <a:pt x="1943" y="19"/>
                          </a:cubicBezTo>
                          <a:cubicBezTo>
                            <a:pt x="1167" y="345"/>
                            <a:pt x="261" y="997"/>
                            <a:pt x="33" y="1864"/>
                          </a:cubicBezTo>
                          <a:cubicBezTo>
                            <a:pt x="0" y="1968"/>
                            <a:pt x="66" y="2079"/>
                            <a:pt x="170" y="2112"/>
                          </a:cubicBezTo>
                          <a:cubicBezTo>
                            <a:pt x="189" y="2112"/>
                            <a:pt x="202" y="2112"/>
                            <a:pt x="222" y="2118"/>
                          </a:cubicBezTo>
                          <a:cubicBezTo>
                            <a:pt x="313" y="2112"/>
                            <a:pt x="391" y="2053"/>
                            <a:pt x="411" y="1968"/>
                          </a:cubicBezTo>
                          <a:cubicBezTo>
                            <a:pt x="607" y="1238"/>
                            <a:pt x="1408" y="671"/>
                            <a:pt x="2093" y="384"/>
                          </a:cubicBezTo>
                          <a:cubicBezTo>
                            <a:pt x="2304" y="293"/>
                            <a:pt x="2215" y="1"/>
                            <a:pt x="202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83" name="Google Shape;6783;p69"/>
                    <p:cNvSpPr/>
                    <p:nvPr/>
                  </p:nvSpPr>
                  <p:spPr>
                    <a:xfrm>
                      <a:off x="5992683" y="2128978"/>
                      <a:ext cx="45849" cy="36786"/>
                    </a:xfrm>
                    <a:custGeom>
                      <a:rect b="b" l="l" r="r" t="t"/>
                      <a:pathLst>
                        <a:path extrusionOk="0" h="1457" w="1816">
                          <a:moveTo>
                            <a:pt x="1532" y="0"/>
                          </a:moveTo>
                          <a:cubicBezTo>
                            <a:pt x="1499" y="0"/>
                            <a:pt x="1464" y="9"/>
                            <a:pt x="1428" y="29"/>
                          </a:cubicBezTo>
                          <a:cubicBezTo>
                            <a:pt x="919" y="316"/>
                            <a:pt x="456" y="687"/>
                            <a:pt x="72" y="1130"/>
                          </a:cubicBezTo>
                          <a:cubicBezTo>
                            <a:pt x="0" y="1215"/>
                            <a:pt x="7" y="1339"/>
                            <a:pt x="91" y="1411"/>
                          </a:cubicBezTo>
                          <a:cubicBezTo>
                            <a:pt x="124" y="1437"/>
                            <a:pt x="170" y="1456"/>
                            <a:pt x="215" y="1456"/>
                          </a:cubicBezTo>
                          <a:cubicBezTo>
                            <a:pt x="274" y="1456"/>
                            <a:pt x="333" y="1430"/>
                            <a:pt x="365" y="1391"/>
                          </a:cubicBezTo>
                          <a:cubicBezTo>
                            <a:pt x="724" y="981"/>
                            <a:pt x="1147" y="635"/>
                            <a:pt x="1623" y="368"/>
                          </a:cubicBezTo>
                          <a:cubicBezTo>
                            <a:pt x="1816" y="263"/>
                            <a:pt x="1711" y="0"/>
                            <a:pt x="153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84" name="Google Shape;6784;p69"/>
                    <p:cNvSpPr/>
                    <p:nvPr/>
                  </p:nvSpPr>
                  <p:spPr>
                    <a:xfrm>
                      <a:off x="6042042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5282" y="1"/>
                          </a:moveTo>
                          <a:cubicBezTo>
                            <a:pt x="5229" y="1"/>
                            <a:pt x="5174" y="24"/>
                            <a:pt x="5130" y="80"/>
                          </a:cubicBezTo>
                          <a:cubicBezTo>
                            <a:pt x="4550" y="778"/>
                            <a:pt x="3598" y="915"/>
                            <a:pt x="2673" y="1045"/>
                          </a:cubicBezTo>
                          <a:cubicBezTo>
                            <a:pt x="1656" y="1188"/>
                            <a:pt x="607" y="1332"/>
                            <a:pt x="53" y="2225"/>
                          </a:cubicBezTo>
                          <a:cubicBezTo>
                            <a:pt x="0" y="2322"/>
                            <a:pt x="27" y="2440"/>
                            <a:pt x="118" y="2498"/>
                          </a:cubicBezTo>
                          <a:cubicBezTo>
                            <a:pt x="150" y="2518"/>
                            <a:pt x="183" y="2531"/>
                            <a:pt x="222" y="2531"/>
                          </a:cubicBezTo>
                          <a:cubicBezTo>
                            <a:pt x="294" y="2531"/>
                            <a:pt x="352" y="2492"/>
                            <a:pt x="391" y="2433"/>
                          </a:cubicBezTo>
                          <a:cubicBezTo>
                            <a:pt x="848" y="1697"/>
                            <a:pt x="1760" y="1566"/>
                            <a:pt x="2725" y="1436"/>
                          </a:cubicBezTo>
                          <a:cubicBezTo>
                            <a:pt x="3722" y="1293"/>
                            <a:pt x="4758" y="1149"/>
                            <a:pt x="5436" y="335"/>
                          </a:cubicBezTo>
                          <a:cubicBezTo>
                            <a:pt x="5571" y="185"/>
                            <a:pt x="5432" y="1"/>
                            <a:pt x="5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85" name="Google Shape;6785;p69"/>
                    <p:cNvSpPr/>
                    <p:nvPr/>
                  </p:nvSpPr>
                  <p:spPr>
                    <a:xfrm>
                      <a:off x="6010937" y="2054751"/>
                      <a:ext cx="54206" cy="51278"/>
                    </a:xfrm>
                    <a:custGeom>
                      <a:rect b="b" l="l" r="r" t="t"/>
                      <a:pathLst>
                        <a:path extrusionOk="0" h="2031" w="2147">
                          <a:moveTo>
                            <a:pt x="1864" y="1"/>
                          </a:moveTo>
                          <a:cubicBezTo>
                            <a:pt x="1829" y="1"/>
                            <a:pt x="1792" y="12"/>
                            <a:pt x="1754" y="36"/>
                          </a:cubicBezTo>
                          <a:cubicBezTo>
                            <a:pt x="1115" y="440"/>
                            <a:pt x="313" y="949"/>
                            <a:pt x="40" y="1770"/>
                          </a:cubicBezTo>
                          <a:cubicBezTo>
                            <a:pt x="1" y="1900"/>
                            <a:pt x="98" y="2030"/>
                            <a:pt x="229" y="2030"/>
                          </a:cubicBezTo>
                          <a:cubicBezTo>
                            <a:pt x="313" y="2030"/>
                            <a:pt x="392" y="1978"/>
                            <a:pt x="418" y="1894"/>
                          </a:cubicBezTo>
                          <a:cubicBezTo>
                            <a:pt x="639" y="1203"/>
                            <a:pt x="1343" y="760"/>
                            <a:pt x="1962" y="369"/>
                          </a:cubicBezTo>
                          <a:cubicBezTo>
                            <a:pt x="2146" y="250"/>
                            <a:pt x="2034" y="1"/>
                            <a:pt x="186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86" name="Google Shape;6786;p69"/>
                    <p:cNvSpPr/>
                    <p:nvPr/>
                  </p:nvSpPr>
                  <p:spPr>
                    <a:xfrm>
                      <a:off x="6080545" y="1991077"/>
                      <a:ext cx="98112" cy="100460"/>
                    </a:xfrm>
                    <a:custGeom>
                      <a:rect b="b" l="l" r="r" t="t"/>
                      <a:pathLst>
                        <a:path extrusionOk="0" h="3979" w="3886">
                          <a:moveTo>
                            <a:pt x="3668" y="0"/>
                          </a:moveTo>
                          <a:cubicBezTo>
                            <a:pt x="3578" y="0"/>
                            <a:pt x="3498" y="68"/>
                            <a:pt x="3481" y="166"/>
                          </a:cubicBezTo>
                          <a:cubicBezTo>
                            <a:pt x="3338" y="1131"/>
                            <a:pt x="2555" y="1659"/>
                            <a:pt x="1721" y="2219"/>
                          </a:cubicBezTo>
                          <a:cubicBezTo>
                            <a:pt x="1109" y="2630"/>
                            <a:pt x="476" y="3060"/>
                            <a:pt x="79" y="3679"/>
                          </a:cubicBezTo>
                          <a:cubicBezTo>
                            <a:pt x="1" y="3809"/>
                            <a:pt x="92" y="3979"/>
                            <a:pt x="248" y="3979"/>
                          </a:cubicBezTo>
                          <a:cubicBezTo>
                            <a:pt x="313" y="3979"/>
                            <a:pt x="372" y="3946"/>
                            <a:pt x="411" y="3894"/>
                          </a:cubicBezTo>
                          <a:cubicBezTo>
                            <a:pt x="757" y="3340"/>
                            <a:pt x="1356" y="2943"/>
                            <a:pt x="1936" y="2552"/>
                          </a:cubicBezTo>
                          <a:cubicBezTo>
                            <a:pt x="2803" y="1965"/>
                            <a:pt x="3703" y="1359"/>
                            <a:pt x="3865" y="225"/>
                          </a:cubicBezTo>
                          <a:cubicBezTo>
                            <a:pt x="3885" y="121"/>
                            <a:pt x="3813" y="16"/>
                            <a:pt x="3703" y="3"/>
                          </a:cubicBezTo>
                          <a:cubicBezTo>
                            <a:pt x="3691" y="1"/>
                            <a:pt x="3680" y="0"/>
                            <a:pt x="36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87" name="Google Shape;6787;p69"/>
                    <p:cNvSpPr/>
                    <p:nvPr/>
                  </p:nvSpPr>
                  <p:spPr>
                    <a:xfrm>
                      <a:off x="6079055" y="2034073"/>
                      <a:ext cx="106342" cy="106999"/>
                    </a:xfrm>
                    <a:custGeom>
                      <a:rect b="b" l="l" r="r" t="t"/>
                      <a:pathLst>
                        <a:path extrusionOk="0" h="4238" w="4212">
                          <a:moveTo>
                            <a:pt x="3821" y="0"/>
                          </a:moveTo>
                          <a:cubicBezTo>
                            <a:pt x="3709" y="0"/>
                            <a:pt x="3595" y="86"/>
                            <a:pt x="3625" y="236"/>
                          </a:cubicBezTo>
                          <a:cubicBezTo>
                            <a:pt x="3781" y="1259"/>
                            <a:pt x="2797" y="1878"/>
                            <a:pt x="1761" y="2530"/>
                          </a:cubicBezTo>
                          <a:cubicBezTo>
                            <a:pt x="1096" y="2947"/>
                            <a:pt x="405" y="3377"/>
                            <a:pt x="60" y="3938"/>
                          </a:cubicBezTo>
                          <a:cubicBezTo>
                            <a:pt x="1" y="4029"/>
                            <a:pt x="27" y="4146"/>
                            <a:pt x="125" y="4205"/>
                          </a:cubicBezTo>
                          <a:cubicBezTo>
                            <a:pt x="151" y="4225"/>
                            <a:pt x="190" y="4238"/>
                            <a:pt x="229" y="4238"/>
                          </a:cubicBezTo>
                          <a:cubicBezTo>
                            <a:pt x="294" y="4238"/>
                            <a:pt x="359" y="4199"/>
                            <a:pt x="392" y="4140"/>
                          </a:cubicBezTo>
                          <a:cubicBezTo>
                            <a:pt x="692" y="3664"/>
                            <a:pt x="1311" y="3273"/>
                            <a:pt x="1969" y="2863"/>
                          </a:cubicBezTo>
                          <a:cubicBezTo>
                            <a:pt x="3019" y="2204"/>
                            <a:pt x="4211" y="1455"/>
                            <a:pt x="4009" y="171"/>
                          </a:cubicBezTo>
                          <a:cubicBezTo>
                            <a:pt x="3995" y="53"/>
                            <a:pt x="3909" y="0"/>
                            <a:pt x="3821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88" name="Google Shape;6788;p69"/>
                    <p:cNvSpPr/>
                    <p:nvPr/>
                  </p:nvSpPr>
                  <p:spPr>
                    <a:xfrm>
                      <a:off x="6079055" y="2075378"/>
                      <a:ext cx="110281" cy="119168"/>
                    </a:xfrm>
                    <a:custGeom>
                      <a:rect b="b" l="l" r="r" t="t"/>
                      <a:pathLst>
                        <a:path extrusionOk="0" h="4720" w="4368">
                          <a:moveTo>
                            <a:pt x="3823" y="1"/>
                          </a:moveTo>
                          <a:cubicBezTo>
                            <a:pt x="3699" y="1"/>
                            <a:pt x="3574" y="113"/>
                            <a:pt x="3631" y="268"/>
                          </a:cubicBezTo>
                          <a:cubicBezTo>
                            <a:pt x="3898" y="972"/>
                            <a:pt x="2634" y="2035"/>
                            <a:pt x="1624" y="2882"/>
                          </a:cubicBezTo>
                          <a:cubicBezTo>
                            <a:pt x="952" y="3449"/>
                            <a:pt x="320" y="3977"/>
                            <a:pt x="53" y="4427"/>
                          </a:cubicBezTo>
                          <a:cubicBezTo>
                            <a:pt x="1" y="4518"/>
                            <a:pt x="33" y="4642"/>
                            <a:pt x="125" y="4694"/>
                          </a:cubicBezTo>
                          <a:cubicBezTo>
                            <a:pt x="157" y="4713"/>
                            <a:pt x="190" y="4720"/>
                            <a:pt x="229" y="4720"/>
                          </a:cubicBezTo>
                          <a:cubicBezTo>
                            <a:pt x="294" y="4720"/>
                            <a:pt x="359" y="4687"/>
                            <a:pt x="398" y="4629"/>
                          </a:cubicBezTo>
                          <a:cubicBezTo>
                            <a:pt x="627" y="4231"/>
                            <a:pt x="1233" y="3723"/>
                            <a:pt x="1878" y="3188"/>
                          </a:cubicBezTo>
                          <a:cubicBezTo>
                            <a:pt x="3097" y="2159"/>
                            <a:pt x="4368" y="1096"/>
                            <a:pt x="4003" y="132"/>
                          </a:cubicBezTo>
                          <a:cubicBezTo>
                            <a:pt x="3969" y="40"/>
                            <a:pt x="3896" y="1"/>
                            <a:pt x="382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89" name="Google Shape;6789;p69"/>
                    <p:cNvSpPr/>
                    <p:nvPr/>
                  </p:nvSpPr>
                  <p:spPr>
                    <a:xfrm>
                      <a:off x="6074940" y="2138977"/>
                      <a:ext cx="105434" cy="88644"/>
                    </a:xfrm>
                    <a:custGeom>
                      <a:rect b="b" l="l" r="r" t="t"/>
                      <a:pathLst>
                        <a:path extrusionOk="0" h="3511" w="4176">
                          <a:moveTo>
                            <a:pt x="3899" y="0"/>
                          </a:moveTo>
                          <a:cubicBezTo>
                            <a:pt x="3836" y="0"/>
                            <a:pt x="3772" y="32"/>
                            <a:pt x="3729" y="109"/>
                          </a:cubicBezTo>
                          <a:cubicBezTo>
                            <a:pt x="3338" y="741"/>
                            <a:pt x="2686" y="1112"/>
                            <a:pt x="1995" y="1504"/>
                          </a:cubicBezTo>
                          <a:cubicBezTo>
                            <a:pt x="1233" y="1940"/>
                            <a:pt x="438" y="2390"/>
                            <a:pt x="47" y="3231"/>
                          </a:cubicBezTo>
                          <a:cubicBezTo>
                            <a:pt x="1" y="3328"/>
                            <a:pt x="47" y="3446"/>
                            <a:pt x="144" y="3491"/>
                          </a:cubicBezTo>
                          <a:cubicBezTo>
                            <a:pt x="170" y="3504"/>
                            <a:pt x="196" y="3511"/>
                            <a:pt x="223" y="3511"/>
                          </a:cubicBezTo>
                          <a:cubicBezTo>
                            <a:pt x="301" y="3511"/>
                            <a:pt x="372" y="3465"/>
                            <a:pt x="405" y="3394"/>
                          </a:cubicBezTo>
                          <a:cubicBezTo>
                            <a:pt x="744" y="2670"/>
                            <a:pt x="1448" y="2266"/>
                            <a:pt x="2191" y="1849"/>
                          </a:cubicBezTo>
                          <a:cubicBezTo>
                            <a:pt x="2895" y="1445"/>
                            <a:pt x="3625" y="1034"/>
                            <a:pt x="4068" y="317"/>
                          </a:cubicBezTo>
                          <a:cubicBezTo>
                            <a:pt x="4176" y="156"/>
                            <a:pt x="4039" y="0"/>
                            <a:pt x="38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90" name="Google Shape;6790;p69"/>
                    <p:cNvSpPr/>
                    <p:nvPr/>
                  </p:nvSpPr>
                  <p:spPr>
                    <a:xfrm>
                      <a:off x="6070496" y="2176419"/>
                      <a:ext cx="111417" cy="96622"/>
                    </a:xfrm>
                    <a:custGeom>
                      <a:rect b="b" l="l" r="r" t="t"/>
                      <a:pathLst>
                        <a:path extrusionOk="0" h="3827" w="4413">
                          <a:moveTo>
                            <a:pt x="4147" y="0"/>
                          </a:moveTo>
                          <a:cubicBezTo>
                            <a:pt x="4084" y="0"/>
                            <a:pt x="4021" y="31"/>
                            <a:pt x="3983" y="105"/>
                          </a:cubicBezTo>
                          <a:cubicBezTo>
                            <a:pt x="3599" y="842"/>
                            <a:pt x="2875" y="1252"/>
                            <a:pt x="2113" y="1696"/>
                          </a:cubicBezTo>
                          <a:cubicBezTo>
                            <a:pt x="1304" y="2158"/>
                            <a:pt x="464" y="2647"/>
                            <a:pt x="60" y="3547"/>
                          </a:cubicBezTo>
                          <a:cubicBezTo>
                            <a:pt x="1" y="3677"/>
                            <a:pt x="92" y="3820"/>
                            <a:pt x="236" y="3827"/>
                          </a:cubicBezTo>
                          <a:cubicBezTo>
                            <a:pt x="314" y="3820"/>
                            <a:pt x="386" y="3781"/>
                            <a:pt x="418" y="3709"/>
                          </a:cubicBezTo>
                          <a:cubicBezTo>
                            <a:pt x="777" y="2921"/>
                            <a:pt x="1520" y="2491"/>
                            <a:pt x="2315" y="2034"/>
                          </a:cubicBezTo>
                          <a:cubicBezTo>
                            <a:pt x="3090" y="1591"/>
                            <a:pt x="3892" y="1122"/>
                            <a:pt x="4329" y="288"/>
                          </a:cubicBezTo>
                          <a:cubicBezTo>
                            <a:pt x="4412" y="134"/>
                            <a:pt x="4279" y="0"/>
                            <a:pt x="414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91" name="Google Shape;6791;p69"/>
                    <p:cNvSpPr/>
                    <p:nvPr/>
                  </p:nvSpPr>
                  <p:spPr>
                    <a:xfrm>
                      <a:off x="6070850" y="2217572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4133" y="0"/>
                          </a:moveTo>
                          <a:cubicBezTo>
                            <a:pt x="4090" y="0"/>
                            <a:pt x="4044" y="16"/>
                            <a:pt x="4002" y="53"/>
                          </a:cubicBezTo>
                          <a:cubicBezTo>
                            <a:pt x="3539" y="489"/>
                            <a:pt x="2998" y="835"/>
                            <a:pt x="2470" y="1167"/>
                          </a:cubicBezTo>
                          <a:cubicBezTo>
                            <a:pt x="1525" y="1773"/>
                            <a:pt x="547" y="2392"/>
                            <a:pt x="39" y="3546"/>
                          </a:cubicBezTo>
                          <a:cubicBezTo>
                            <a:pt x="0" y="3644"/>
                            <a:pt x="46" y="3761"/>
                            <a:pt x="143" y="3807"/>
                          </a:cubicBezTo>
                          <a:cubicBezTo>
                            <a:pt x="169" y="3820"/>
                            <a:pt x="196" y="3826"/>
                            <a:pt x="222" y="3826"/>
                          </a:cubicBezTo>
                          <a:cubicBezTo>
                            <a:pt x="300" y="3820"/>
                            <a:pt x="372" y="3774"/>
                            <a:pt x="404" y="3702"/>
                          </a:cubicBezTo>
                          <a:cubicBezTo>
                            <a:pt x="860" y="2660"/>
                            <a:pt x="1747" y="2099"/>
                            <a:pt x="2685" y="1499"/>
                          </a:cubicBezTo>
                          <a:cubicBezTo>
                            <a:pt x="3226" y="1154"/>
                            <a:pt x="3780" y="802"/>
                            <a:pt x="4276" y="339"/>
                          </a:cubicBezTo>
                          <a:cubicBezTo>
                            <a:pt x="4418" y="202"/>
                            <a:pt x="4290" y="0"/>
                            <a:pt x="413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92" name="Google Shape;6792;p69"/>
                    <p:cNvSpPr/>
                    <p:nvPr/>
                  </p:nvSpPr>
                  <p:spPr>
                    <a:xfrm>
                      <a:off x="6093875" y="2268370"/>
                      <a:ext cx="90134" cy="393356"/>
                    </a:xfrm>
                    <a:custGeom>
                      <a:rect b="b" l="l" r="r" t="t"/>
                      <a:pathLst>
                        <a:path extrusionOk="0" h="15580" w="3570">
                          <a:moveTo>
                            <a:pt x="3284" y="1"/>
                          </a:moveTo>
                          <a:cubicBezTo>
                            <a:pt x="3242" y="1"/>
                            <a:pt x="3197" y="17"/>
                            <a:pt x="3155" y="54"/>
                          </a:cubicBezTo>
                          <a:cubicBezTo>
                            <a:pt x="0" y="2811"/>
                            <a:pt x="313" y="6989"/>
                            <a:pt x="613" y="11030"/>
                          </a:cubicBezTo>
                          <a:cubicBezTo>
                            <a:pt x="730" y="12575"/>
                            <a:pt x="835" y="14035"/>
                            <a:pt x="750" y="15371"/>
                          </a:cubicBezTo>
                          <a:cubicBezTo>
                            <a:pt x="737" y="15475"/>
                            <a:pt x="822" y="15573"/>
                            <a:pt x="932" y="15579"/>
                          </a:cubicBezTo>
                          <a:lnTo>
                            <a:pt x="946" y="15579"/>
                          </a:lnTo>
                          <a:cubicBezTo>
                            <a:pt x="1050" y="15579"/>
                            <a:pt x="1135" y="15501"/>
                            <a:pt x="1141" y="15397"/>
                          </a:cubicBezTo>
                          <a:cubicBezTo>
                            <a:pt x="1232" y="14028"/>
                            <a:pt x="1122" y="12562"/>
                            <a:pt x="1004" y="11004"/>
                          </a:cubicBezTo>
                          <a:cubicBezTo>
                            <a:pt x="711" y="7054"/>
                            <a:pt x="411" y="2974"/>
                            <a:pt x="3416" y="348"/>
                          </a:cubicBezTo>
                          <a:cubicBezTo>
                            <a:pt x="3569" y="215"/>
                            <a:pt x="3441" y="1"/>
                            <a:pt x="3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93" name="Google Shape;6793;p69"/>
                    <p:cNvSpPr/>
                    <p:nvPr/>
                  </p:nvSpPr>
                  <p:spPr>
                    <a:xfrm>
                      <a:off x="6104631" y="2464821"/>
                      <a:ext cx="36003" cy="133711"/>
                    </a:xfrm>
                    <a:custGeom>
                      <a:rect b="b" l="l" r="r" t="t"/>
                      <a:pathLst>
                        <a:path extrusionOk="0" h="5296" w="1426">
                          <a:moveTo>
                            <a:pt x="253" y="0"/>
                          </a:moveTo>
                          <a:cubicBezTo>
                            <a:pt x="128" y="0"/>
                            <a:pt x="1" y="119"/>
                            <a:pt x="63" y="277"/>
                          </a:cubicBezTo>
                          <a:cubicBezTo>
                            <a:pt x="748" y="1965"/>
                            <a:pt x="1028" y="3405"/>
                            <a:pt x="1028" y="5100"/>
                          </a:cubicBezTo>
                          <a:cubicBezTo>
                            <a:pt x="1028" y="5204"/>
                            <a:pt x="1119" y="5295"/>
                            <a:pt x="1223" y="5295"/>
                          </a:cubicBezTo>
                          <a:cubicBezTo>
                            <a:pt x="1334" y="5295"/>
                            <a:pt x="1425" y="5204"/>
                            <a:pt x="1425" y="5093"/>
                          </a:cubicBezTo>
                          <a:cubicBezTo>
                            <a:pt x="1425" y="3379"/>
                            <a:pt x="1119" y="1841"/>
                            <a:pt x="428" y="127"/>
                          </a:cubicBezTo>
                          <a:cubicBezTo>
                            <a:pt x="393" y="38"/>
                            <a:pt x="323" y="0"/>
                            <a:pt x="25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94" name="Google Shape;6794;p69"/>
                    <p:cNvSpPr/>
                    <p:nvPr/>
                  </p:nvSpPr>
                  <p:spPr>
                    <a:xfrm>
                      <a:off x="6111321" y="2647587"/>
                      <a:ext cx="27015" cy="122577"/>
                    </a:xfrm>
                    <a:custGeom>
                      <a:rect b="b" l="l" r="r" t="t"/>
                      <a:pathLst>
                        <a:path extrusionOk="0" h="4855" w="1070">
                          <a:moveTo>
                            <a:pt x="199" y="0"/>
                          </a:moveTo>
                          <a:cubicBezTo>
                            <a:pt x="100" y="0"/>
                            <a:pt x="0" y="67"/>
                            <a:pt x="0" y="201"/>
                          </a:cubicBezTo>
                          <a:cubicBezTo>
                            <a:pt x="0" y="1758"/>
                            <a:pt x="202" y="3108"/>
                            <a:pt x="665" y="4711"/>
                          </a:cubicBezTo>
                          <a:cubicBezTo>
                            <a:pt x="685" y="4796"/>
                            <a:pt x="763" y="4854"/>
                            <a:pt x="854" y="4854"/>
                          </a:cubicBezTo>
                          <a:cubicBezTo>
                            <a:pt x="867" y="4854"/>
                            <a:pt x="887" y="4854"/>
                            <a:pt x="906" y="4848"/>
                          </a:cubicBezTo>
                          <a:cubicBezTo>
                            <a:pt x="1011" y="4822"/>
                            <a:pt x="1069" y="4711"/>
                            <a:pt x="1043" y="4607"/>
                          </a:cubicBezTo>
                          <a:cubicBezTo>
                            <a:pt x="587" y="3036"/>
                            <a:pt x="398" y="1719"/>
                            <a:pt x="398" y="201"/>
                          </a:cubicBezTo>
                          <a:cubicBezTo>
                            <a:pt x="398" y="67"/>
                            <a:pt x="299" y="0"/>
                            <a:pt x="1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95" name="Google Shape;6795;p69"/>
                    <p:cNvSpPr/>
                    <p:nvPr/>
                  </p:nvSpPr>
                  <p:spPr>
                    <a:xfrm>
                      <a:off x="6109655" y="2649077"/>
                      <a:ext cx="29817" cy="63497"/>
                    </a:xfrm>
                    <a:custGeom>
                      <a:rect b="b" l="l" r="r" t="t"/>
                      <a:pathLst>
                        <a:path extrusionOk="0" h="2515" w="1181">
                          <a:moveTo>
                            <a:pt x="272" y="0"/>
                          </a:moveTo>
                          <a:cubicBezTo>
                            <a:pt x="129" y="0"/>
                            <a:pt x="1" y="168"/>
                            <a:pt x="112" y="318"/>
                          </a:cubicBezTo>
                          <a:cubicBezTo>
                            <a:pt x="562" y="852"/>
                            <a:pt x="705" y="1862"/>
                            <a:pt x="777" y="2345"/>
                          </a:cubicBezTo>
                          <a:cubicBezTo>
                            <a:pt x="790" y="2442"/>
                            <a:pt x="875" y="2514"/>
                            <a:pt x="972" y="2514"/>
                          </a:cubicBezTo>
                          <a:cubicBezTo>
                            <a:pt x="985" y="2514"/>
                            <a:pt x="992" y="2514"/>
                            <a:pt x="1005" y="2508"/>
                          </a:cubicBezTo>
                          <a:cubicBezTo>
                            <a:pt x="1109" y="2495"/>
                            <a:pt x="1181" y="2390"/>
                            <a:pt x="1168" y="2286"/>
                          </a:cubicBezTo>
                          <a:cubicBezTo>
                            <a:pt x="1044" y="1452"/>
                            <a:pt x="868" y="611"/>
                            <a:pt x="418" y="70"/>
                          </a:cubicBezTo>
                          <a:cubicBezTo>
                            <a:pt x="374" y="21"/>
                            <a:pt x="323" y="0"/>
                            <a:pt x="27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96" name="Google Shape;6796;p69"/>
                    <p:cNvSpPr/>
                    <p:nvPr/>
                  </p:nvSpPr>
                  <p:spPr>
                    <a:xfrm>
                      <a:off x="6083170" y="2514407"/>
                      <a:ext cx="31913" cy="78520"/>
                    </a:xfrm>
                    <a:custGeom>
                      <a:rect b="b" l="l" r="r" t="t"/>
                      <a:pathLst>
                        <a:path extrusionOk="0" h="3110" w="1264">
                          <a:moveTo>
                            <a:pt x="1037" y="1"/>
                          </a:moveTo>
                          <a:cubicBezTo>
                            <a:pt x="957" y="1"/>
                            <a:pt x="878" y="45"/>
                            <a:pt x="848" y="144"/>
                          </a:cubicBezTo>
                          <a:cubicBezTo>
                            <a:pt x="770" y="451"/>
                            <a:pt x="659" y="744"/>
                            <a:pt x="522" y="1031"/>
                          </a:cubicBezTo>
                          <a:cubicBezTo>
                            <a:pt x="268" y="1624"/>
                            <a:pt x="1" y="2236"/>
                            <a:pt x="144" y="2947"/>
                          </a:cubicBezTo>
                          <a:cubicBezTo>
                            <a:pt x="157" y="3045"/>
                            <a:pt x="242" y="3110"/>
                            <a:pt x="333" y="3110"/>
                          </a:cubicBezTo>
                          <a:cubicBezTo>
                            <a:pt x="346" y="3110"/>
                            <a:pt x="359" y="3110"/>
                            <a:pt x="372" y="3103"/>
                          </a:cubicBezTo>
                          <a:cubicBezTo>
                            <a:pt x="477" y="3084"/>
                            <a:pt x="548" y="2979"/>
                            <a:pt x="529" y="2875"/>
                          </a:cubicBezTo>
                          <a:cubicBezTo>
                            <a:pt x="411" y="2282"/>
                            <a:pt x="640" y="1748"/>
                            <a:pt x="887" y="1187"/>
                          </a:cubicBezTo>
                          <a:cubicBezTo>
                            <a:pt x="1031" y="881"/>
                            <a:pt x="1148" y="561"/>
                            <a:pt x="1233" y="236"/>
                          </a:cubicBezTo>
                          <a:cubicBezTo>
                            <a:pt x="1263" y="90"/>
                            <a:pt x="1150" y="1"/>
                            <a:pt x="103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97" name="Google Shape;6797;p69"/>
                    <p:cNvSpPr/>
                    <p:nvPr/>
                  </p:nvSpPr>
                  <p:spPr>
                    <a:xfrm>
                      <a:off x="6063099" y="2396148"/>
                      <a:ext cx="57691" cy="73218"/>
                    </a:xfrm>
                    <a:custGeom>
                      <a:rect b="b" l="l" r="r" t="t"/>
                      <a:pathLst>
                        <a:path extrusionOk="0" h="2900" w="2285">
                          <a:moveTo>
                            <a:pt x="1998" y="0"/>
                          </a:moveTo>
                          <a:cubicBezTo>
                            <a:pt x="1951" y="0"/>
                            <a:pt x="1902" y="19"/>
                            <a:pt x="1858" y="64"/>
                          </a:cubicBezTo>
                          <a:cubicBezTo>
                            <a:pt x="1754" y="168"/>
                            <a:pt x="1624" y="292"/>
                            <a:pt x="1493" y="416"/>
                          </a:cubicBezTo>
                          <a:cubicBezTo>
                            <a:pt x="861" y="996"/>
                            <a:pt x="1" y="1791"/>
                            <a:pt x="463" y="2788"/>
                          </a:cubicBezTo>
                          <a:cubicBezTo>
                            <a:pt x="496" y="2854"/>
                            <a:pt x="561" y="2899"/>
                            <a:pt x="639" y="2899"/>
                          </a:cubicBezTo>
                          <a:cubicBezTo>
                            <a:pt x="672" y="2899"/>
                            <a:pt x="698" y="2893"/>
                            <a:pt x="724" y="2880"/>
                          </a:cubicBezTo>
                          <a:cubicBezTo>
                            <a:pt x="822" y="2834"/>
                            <a:pt x="868" y="2717"/>
                            <a:pt x="815" y="2619"/>
                          </a:cubicBezTo>
                          <a:cubicBezTo>
                            <a:pt x="476" y="1882"/>
                            <a:pt x="1154" y="1257"/>
                            <a:pt x="1754" y="703"/>
                          </a:cubicBezTo>
                          <a:cubicBezTo>
                            <a:pt x="1897" y="579"/>
                            <a:pt x="2028" y="455"/>
                            <a:pt x="2145" y="338"/>
                          </a:cubicBezTo>
                          <a:cubicBezTo>
                            <a:pt x="2284" y="194"/>
                            <a:pt x="2150" y="0"/>
                            <a:pt x="199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98" name="Google Shape;6798;p69"/>
                    <p:cNvSpPr/>
                    <p:nvPr/>
                  </p:nvSpPr>
                  <p:spPr>
                    <a:xfrm>
                      <a:off x="6107458" y="2398496"/>
                      <a:ext cx="39765" cy="70870"/>
                    </a:xfrm>
                    <a:custGeom>
                      <a:rect b="b" l="l" r="r" t="t"/>
                      <a:pathLst>
                        <a:path extrusionOk="0" h="2807" w="1575">
                          <a:moveTo>
                            <a:pt x="294" y="1"/>
                          </a:moveTo>
                          <a:cubicBezTo>
                            <a:pt x="144" y="1"/>
                            <a:pt x="1" y="185"/>
                            <a:pt x="147" y="336"/>
                          </a:cubicBezTo>
                          <a:cubicBezTo>
                            <a:pt x="597" y="903"/>
                            <a:pt x="1118" y="1978"/>
                            <a:pt x="929" y="2545"/>
                          </a:cubicBezTo>
                          <a:cubicBezTo>
                            <a:pt x="890" y="2650"/>
                            <a:pt x="948" y="2761"/>
                            <a:pt x="1053" y="2800"/>
                          </a:cubicBezTo>
                          <a:cubicBezTo>
                            <a:pt x="1072" y="2800"/>
                            <a:pt x="1092" y="2806"/>
                            <a:pt x="1111" y="2806"/>
                          </a:cubicBezTo>
                          <a:cubicBezTo>
                            <a:pt x="1196" y="2806"/>
                            <a:pt x="1274" y="2754"/>
                            <a:pt x="1300" y="2676"/>
                          </a:cubicBezTo>
                          <a:cubicBezTo>
                            <a:pt x="1574" y="1861"/>
                            <a:pt x="844" y="584"/>
                            <a:pt x="453" y="95"/>
                          </a:cubicBezTo>
                          <a:cubicBezTo>
                            <a:pt x="410" y="28"/>
                            <a:pt x="351" y="1"/>
                            <a:pt x="29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99" name="Google Shape;6799;p69"/>
                    <p:cNvSpPr/>
                    <p:nvPr/>
                  </p:nvSpPr>
                  <p:spPr>
                    <a:xfrm>
                      <a:off x="6084660" y="2269784"/>
                      <a:ext cx="96269" cy="88341"/>
                    </a:xfrm>
                    <a:custGeom>
                      <a:rect b="b" l="l" r="r" t="t"/>
                      <a:pathLst>
                        <a:path extrusionOk="0" h="3499" w="3813">
                          <a:moveTo>
                            <a:pt x="3536" y="0"/>
                          </a:moveTo>
                          <a:cubicBezTo>
                            <a:pt x="3492" y="0"/>
                            <a:pt x="3445" y="17"/>
                            <a:pt x="3403" y="57"/>
                          </a:cubicBezTo>
                          <a:cubicBezTo>
                            <a:pt x="3057" y="396"/>
                            <a:pt x="2627" y="663"/>
                            <a:pt x="2171" y="950"/>
                          </a:cubicBezTo>
                          <a:cubicBezTo>
                            <a:pt x="1278" y="1510"/>
                            <a:pt x="359" y="2091"/>
                            <a:pt x="33" y="3244"/>
                          </a:cubicBezTo>
                          <a:cubicBezTo>
                            <a:pt x="0" y="3348"/>
                            <a:pt x="66" y="3459"/>
                            <a:pt x="170" y="3492"/>
                          </a:cubicBezTo>
                          <a:cubicBezTo>
                            <a:pt x="183" y="3492"/>
                            <a:pt x="203" y="3498"/>
                            <a:pt x="222" y="3498"/>
                          </a:cubicBezTo>
                          <a:cubicBezTo>
                            <a:pt x="313" y="3498"/>
                            <a:pt x="392" y="3433"/>
                            <a:pt x="411" y="3348"/>
                          </a:cubicBezTo>
                          <a:cubicBezTo>
                            <a:pt x="698" y="2338"/>
                            <a:pt x="1513" y="1823"/>
                            <a:pt x="2379" y="1282"/>
                          </a:cubicBezTo>
                          <a:cubicBezTo>
                            <a:pt x="2836" y="996"/>
                            <a:pt x="3298" y="702"/>
                            <a:pt x="3676" y="337"/>
                          </a:cubicBezTo>
                          <a:cubicBezTo>
                            <a:pt x="3813" y="196"/>
                            <a:pt x="3687" y="0"/>
                            <a:pt x="35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00" name="Google Shape;6800;p69"/>
                    <p:cNvSpPr/>
                    <p:nvPr/>
                  </p:nvSpPr>
                  <p:spPr>
                    <a:xfrm>
                      <a:off x="6171612" y="1962168"/>
                      <a:ext cx="207459" cy="288175"/>
                    </a:xfrm>
                    <a:custGeom>
                      <a:rect b="b" l="l" r="r" t="t"/>
                      <a:pathLst>
                        <a:path extrusionOk="0" h="11414" w="8217">
                          <a:moveTo>
                            <a:pt x="238" y="0"/>
                          </a:moveTo>
                          <a:cubicBezTo>
                            <a:pt x="120" y="0"/>
                            <a:pt x="0" y="100"/>
                            <a:pt x="43" y="249"/>
                          </a:cubicBezTo>
                          <a:cubicBezTo>
                            <a:pt x="363" y="1389"/>
                            <a:pt x="1204" y="1611"/>
                            <a:pt x="2012" y="1826"/>
                          </a:cubicBezTo>
                          <a:cubicBezTo>
                            <a:pt x="2279" y="1891"/>
                            <a:pt x="2540" y="1976"/>
                            <a:pt x="2800" y="2074"/>
                          </a:cubicBezTo>
                          <a:cubicBezTo>
                            <a:pt x="4104" y="2589"/>
                            <a:pt x="4221" y="2960"/>
                            <a:pt x="4645" y="4322"/>
                          </a:cubicBezTo>
                          <a:lnTo>
                            <a:pt x="4690" y="4453"/>
                          </a:lnTo>
                          <a:cubicBezTo>
                            <a:pt x="5525" y="7131"/>
                            <a:pt x="6802" y="9530"/>
                            <a:pt x="7812" y="11316"/>
                          </a:cubicBezTo>
                          <a:cubicBezTo>
                            <a:pt x="7851" y="11374"/>
                            <a:pt x="7917" y="11413"/>
                            <a:pt x="7988" y="11413"/>
                          </a:cubicBezTo>
                          <a:cubicBezTo>
                            <a:pt x="8021" y="11413"/>
                            <a:pt x="8053" y="11407"/>
                            <a:pt x="8086" y="11387"/>
                          </a:cubicBezTo>
                          <a:cubicBezTo>
                            <a:pt x="8184" y="11335"/>
                            <a:pt x="8216" y="11211"/>
                            <a:pt x="8158" y="11120"/>
                          </a:cubicBezTo>
                          <a:cubicBezTo>
                            <a:pt x="7154" y="9347"/>
                            <a:pt x="5890" y="6981"/>
                            <a:pt x="5062" y="4335"/>
                          </a:cubicBezTo>
                          <a:lnTo>
                            <a:pt x="5023" y="4205"/>
                          </a:lnTo>
                          <a:cubicBezTo>
                            <a:pt x="4593" y="2817"/>
                            <a:pt x="4430" y="2295"/>
                            <a:pt x="2944" y="1709"/>
                          </a:cubicBezTo>
                          <a:cubicBezTo>
                            <a:pt x="2670" y="1604"/>
                            <a:pt x="2396" y="1520"/>
                            <a:pt x="2116" y="1448"/>
                          </a:cubicBezTo>
                          <a:cubicBezTo>
                            <a:pt x="1314" y="1233"/>
                            <a:pt x="682" y="1064"/>
                            <a:pt x="421" y="145"/>
                          </a:cubicBezTo>
                          <a:cubicBezTo>
                            <a:pt x="393" y="43"/>
                            <a:pt x="316" y="0"/>
                            <a:pt x="23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01" name="Google Shape;6801;p69"/>
                    <p:cNvSpPr/>
                    <p:nvPr/>
                  </p:nvSpPr>
                  <p:spPr>
                    <a:xfrm>
                      <a:off x="6336908" y="2188765"/>
                      <a:ext cx="51858" cy="152066"/>
                    </a:xfrm>
                    <a:custGeom>
                      <a:rect b="b" l="l" r="r" t="t"/>
                      <a:pathLst>
                        <a:path extrusionOk="0" h="6023" w="2054">
                          <a:moveTo>
                            <a:pt x="294" y="0"/>
                          </a:moveTo>
                          <a:cubicBezTo>
                            <a:pt x="201" y="0"/>
                            <a:pt x="108" y="59"/>
                            <a:pt x="99" y="183"/>
                          </a:cubicBezTo>
                          <a:cubicBezTo>
                            <a:pt x="1" y="1487"/>
                            <a:pt x="464" y="2601"/>
                            <a:pt x="920" y="3683"/>
                          </a:cubicBezTo>
                          <a:cubicBezTo>
                            <a:pt x="1213" y="4381"/>
                            <a:pt x="1520" y="5104"/>
                            <a:pt x="1650" y="5860"/>
                          </a:cubicBezTo>
                          <a:cubicBezTo>
                            <a:pt x="1669" y="5951"/>
                            <a:pt x="1748" y="6023"/>
                            <a:pt x="1845" y="6023"/>
                          </a:cubicBezTo>
                          <a:lnTo>
                            <a:pt x="1878" y="6023"/>
                          </a:lnTo>
                          <a:cubicBezTo>
                            <a:pt x="1982" y="6003"/>
                            <a:pt x="2054" y="5899"/>
                            <a:pt x="2041" y="5795"/>
                          </a:cubicBezTo>
                          <a:cubicBezTo>
                            <a:pt x="1898" y="4993"/>
                            <a:pt x="1585" y="4257"/>
                            <a:pt x="1285" y="3533"/>
                          </a:cubicBezTo>
                          <a:cubicBezTo>
                            <a:pt x="829" y="2451"/>
                            <a:pt x="399" y="1422"/>
                            <a:pt x="490" y="209"/>
                          </a:cubicBezTo>
                          <a:cubicBezTo>
                            <a:pt x="500" y="73"/>
                            <a:pt x="397" y="0"/>
                            <a:pt x="29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02" name="Google Shape;6802;p69"/>
                    <p:cNvSpPr/>
                    <p:nvPr/>
                  </p:nvSpPr>
                  <p:spPr>
                    <a:xfrm>
                      <a:off x="6353596" y="2264861"/>
                      <a:ext cx="58221" cy="53449"/>
                    </a:xfrm>
                    <a:custGeom>
                      <a:rect b="b" l="l" r="r" t="t"/>
                      <a:pathLst>
                        <a:path extrusionOk="0" h="2117" w="2306">
                          <a:moveTo>
                            <a:pt x="282" y="1"/>
                          </a:moveTo>
                          <a:cubicBezTo>
                            <a:pt x="92" y="1"/>
                            <a:pt x="1" y="290"/>
                            <a:pt x="213" y="382"/>
                          </a:cubicBezTo>
                          <a:cubicBezTo>
                            <a:pt x="898" y="676"/>
                            <a:pt x="1699" y="1243"/>
                            <a:pt x="1895" y="1966"/>
                          </a:cubicBezTo>
                          <a:cubicBezTo>
                            <a:pt x="1914" y="2051"/>
                            <a:pt x="1993" y="2110"/>
                            <a:pt x="2084" y="2116"/>
                          </a:cubicBezTo>
                          <a:cubicBezTo>
                            <a:pt x="2103" y="2116"/>
                            <a:pt x="2116" y="2110"/>
                            <a:pt x="2136" y="2110"/>
                          </a:cubicBezTo>
                          <a:cubicBezTo>
                            <a:pt x="2240" y="2084"/>
                            <a:pt x="2305" y="1973"/>
                            <a:pt x="2273" y="1868"/>
                          </a:cubicBezTo>
                          <a:cubicBezTo>
                            <a:pt x="2045" y="995"/>
                            <a:pt x="1139" y="343"/>
                            <a:pt x="363" y="17"/>
                          </a:cubicBezTo>
                          <a:cubicBezTo>
                            <a:pt x="335" y="6"/>
                            <a:pt x="308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03" name="Google Shape;6803;p69"/>
                    <p:cNvSpPr/>
                    <p:nvPr/>
                  </p:nvSpPr>
                  <p:spPr>
                    <a:xfrm>
                      <a:off x="6311938" y="2128802"/>
                      <a:ext cx="46228" cy="36962"/>
                    </a:xfrm>
                    <a:custGeom>
                      <a:rect b="b" l="l" r="r" t="t"/>
                      <a:pathLst>
                        <a:path extrusionOk="0" h="1464" w="1831">
                          <a:moveTo>
                            <a:pt x="286" y="1"/>
                          </a:moveTo>
                          <a:cubicBezTo>
                            <a:pt x="108" y="1"/>
                            <a:pt x="1" y="278"/>
                            <a:pt x="208" y="381"/>
                          </a:cubicBezTo>
                          <a:cubicBezTo>
                            <a:pt x="684" y="642"/>
                            <a:pt x="1107" y="988"/>
                            <a:pt x="1459" y="1398"/>
                          </a:cubicBezTo>
                          <a:cubicBezTo>
                            <a:pt x="1498" y="1437"/>
                            <a:pt x="1550" y="1463"/>
                            <a:pt x="1609" y="1463"/>
                          </a:cubicBezTo>
                          <a:cubicBezTo>
                            <a:pt x="1655" y="1463"/>
                            <a:pt x="1700" y="1444"/>
                            <a:pt x="1739" y="1418"/>
                          </a:cubicBezTo>
                          <a:cubicBezTo>
                            <a:pt x="1818" y="1346"/>
                            <a:pt x="1831" y="1222"/>
                            <a:pt x="1759" y="1137"/>
                          </a:cubicBezTo>
                          <a:cubicBezTo>
                            <a:pt x="1374" y="694"/>
                            <a:pt x="912" y="323"/>
                            <a:pt x="397" y="36"/>
                          </a:cubicBezTo>
                          <a:cubicBezTo>
                            <a:pt x="358" y="12"/>
                            <a:pt x="321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04" name="Google Shape;6804;p69"/>
                    <p:cNvSpPr/>
                    <p:nvPr/>
                  </p:nvSpPr>
                  <p:spPr>
                    <a:xfrm>
                      <a:off x="6168153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289" y="1"/>
                          </a:moveTo>
                          <a:cubicBezTo>
                            <a:pt x="139" y="1"/>
                            <a:pt x="0" y="185"/>
                            <a:pt x="135" y="335"/>
                          </a:cubicBezTo>
                          <a:cubicBezTo>
                            <a:pt x="813" y="1149"/>
                            <a:pt x="1849" y="1293"/>
                            <a:pt x="2846" y="1436"/>
                          </a:cubicBezTo>
                          <a:cubicBezTo>
                            <a:pt x="3811" y="1573"/>
                            <a:pt x="4723" y="1697"/>
                            <a:pt x="5179" y="2433"/>
                          </a:cubicBezTo>
                          <a:cubicBezTo>
                            <a:pt x="5218" y="2492"/>
                            <a:pt x="5284" y="2531"/>
                            <a:pt x="5349" y="2531"/>
                          </a:cubicBezTo>
                          <a:cubicBezTo>
                            <a:pt x="5388" y="2531"/>
                            <a:pt x="5421" y="2518"/>
                            <a:pt x="5453" y="2498"/>
                          </a:cubicBezTo>
                          <a:cubicBezTo>
                            <a:pt x="5544" y="2440"/>
                            <a:pt x="5570" y="2322"/>
                            <a:pt x="5518" y="2225"/>
                          </a:cubicBezTo>
                          <a:cubicBezTo>
                            <a:pt x="4964" y="1332"/>
                            <a:pt x="3915" y="1188"/>
                            <a:pt x="2898" y="1045"/>
                          </a:cubicBezTo>
                          <a:cubicBezTo>
                            <a:pt x="1973" y="915"/>
                            <a:pt x="1021" y="778"/>
                            <a:pt x="441" y="80"/>
                          </a:cubicBezTo>
                          <a:cubicBezTo>
                            <a:pt x="397" y="24"/>
                            <a:pt x="342" y="1"/>
                            <a:pt x="28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05" name="Google Shape;6805;p69"/>
                    <p:cNvSpPr/>
                    <p:nvPr/>
                  </p:nvSpPr>
                  <p:spPr>
                    <a:xfrm>
                      <a:off x="6285554" y="2054751"/>
                      <a:ext cx="54181" cy="51278"/>
                    </a:xfrm>
                    <a:custGeom>
                      <a:rect b="b" l="l" r="r" t="t"/>
                      <a:pathLst>
                        <a:path extrusionOk="0" h="2031" w="2146">
                          <a:moveTo>
                            <a:pt x="282" y="1"/>
                          </a:moveTo>
                          <a:cubicBezTo>
                            <a:pt x="112" y="1"/>
                            <a:pt x="0" y="250"/>
                            <a:pt x="184" y="369"/>
                          </a:cubicBezTo>
                          <a:cubicBezTo>
                            <a:pt x="803" y="760"/>
                            <a:pt x="1507" y="1203"/>
                            <a:pt x="1735" y="1894"/>
                          </a:cubicBezTo>
                          <a:cubicBezTo>
                            <a:pt x="1761" y="1978"/>
                            <a:pt x="1833" y="2030"/>
                            <a:pt x="1924" y="2030"/>
                          </a:cubicBezTo>
                          <a:cubicBezTo>
                            <a:pt x="1944" y="2030"/>
                            <a:pt x="1963" y="2030"/>
                            <a:pt x="1983" y="2017"/>
                          </a:cubicBezTo>
                          <a:cubicBezTo>
                            <a:pt x="2087" y="1985"/>
                            <a:pt x="2146" y="1874"/>
                            <a:pt x="2113" y="1770"/>
                          </a:cubicBezTo>
                          <a:cubicBezTo>
                            <a:pt x="1839" y="949"/>
                            <a:pt x="1038" y="440"/>
                            <a:pt x="393" y="36"/>
                          </a:cubicBezTo>
                          <a:cubicBezTo>
                            <a:pt x="355" y="12"/>
                            <a:pt x="317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06" name="Google Shape;6806;p69"/>
                    <p:cNvSpPr/>
                    <p:nvPr/>
                  </p:nvSpPr>
                  <p:spPr>
                    <a:xfrm>
                      <a:off x="6171865" y="1990698"/>
                      <a:ext cx="97935" cy="100839"/>
                    </a:xfrm>
                    <a:custGeom>
                      <a:rect b="b" l="l" r="r" t="t"/>
                      <a:pathLst>
                        <a:path extrusionOk="0" h="3994" w="3879">
                          <a:moveTo>
                            <a:pt x="227" y="0"/>
                          </a:moveTo>
                          <a:cubicBezTo>
                            <a:pt x="115" y="0"/>
                            <a:pt x="1" y="88"/>
                            <a:pt x="33" y="240"/>
                          </a:cubicBezTo>
                          <a:cubicBezTo>
                            <a:pt x="196" y="1374"/>
                            <a:pt x="1096" y="1980"/>
                            <a:pt x="1963" y="2560"/>
                          </a:cubicBezTo>
                          <a:cubicBezTo>
                            <a:pt x="2543" y="2951"/>
                            <a:pt x="3136" y="3355"/>
                            <a:pt x="3488" y="3903"/>
                          </a:cubicBezTo>
                          <a:cubicBezTo>
                            <a:pt x="3520" y="3961"/>
                            <a:pt x="3585" y="3994"/>
                            <a:pt x="3657" y="3994"/>
                          </a:cubicBezTo>
                          <a:cubicBezTo>
                            <a:pt x="3690" y="3994"/>
                            <a:pt x="3729" y="3987"/>
                            <a:pt x="3761" y="3968"/>
                          </a:cubicBezTo>
                          <a:cubicBezTo>
                            <a:pt x="3853" y="3909"/>
                            <a:pt x="3879" y="3785"/>
                            <a:pt x="3820" y="3694"/>
                          </a:cubicBezTo>
                          <a:cubicBezTo>
                            <a:pt x="3429" y="3075"/>
                            <a:pt x="2797" y="2645"/>
                            <a:pt x="2184" y="2234"/>
                          </a:cubicBezTo>
                          <a:cubicBezTo>
                            <a:pt x="1350" y="1674"/>
                            <a:pt x="561" y="1146"/>
                            <a:pt x="418" y="181"/>
                          </a:cubicBezTo>
                          <a:cubicBezTo>
                            <a:pt x="406" y="57"/>
                            <a:pt x="317" y="0"/>
                            <a:pt x="22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07" name="Google Shape;6807;p69"/>
                    <p:cNvSpPr/>
                    <p:nvPr/>
                  </p:nvSpPr>
                  <p:spPr>
                    <a:xfrm>
                      <a:off x="6165452" y="2034199"/>
                      <a:ext cx="106999" cy="106873"/>
                    </a:xfrm>
                    <a:custGeom>
                      <a:rect b="b" l="l" r="r" t="t"/>
                      <a:pathLst>
                        <a:path extrusionOk="0" h="4233" w="4238">
                          <a:moveTo>
                            <a:pt x="396" y="1"/>
                          </a:moveTo>
                          <a:cubicBezTo>
                            <a:pt x="307" y="1"/>
                            <a:pt x="220" y="54"/>
                            <a:pt x="203" y="172"/>
                          </a:cubicBezTo>
                          <a:cubicBezTo>
                            <a:pt x="1" y="1450"/>
                            <a:pt x="1193" y="2199"/>
                            <a:pt x="2249" y="2858"/>
                          </a:cubicBezTo>
                          <a:cubicBezTo>
                            <a:pt x="2901" y="3275"/>
                            <a:pt x="3527" y="3659"/>
                            <a:pt x="3820" y="4141"/>
                          </a:cubicBezTo>
                          <a:cubicBezTo>
                            <a:pt x="3859" y="4194"/>
                            <a:pt x="3924" y="4233"/>
                            <a:pt x="3989" y="4233"/>
                          </a:cubicBezTo>
                          <a:cubicBezTo>
                            <a:pt x="4146" y="4233"/>
                            <a:pt x="4237" y="4063"/>
                            <a:pt x="4159" y="3933"/>
                          </a:cubicBezTo>
                          <a:cubicBezTo>
                            <a:pt x="3807" y="3379"/>
                            <a:pt x="3123" y="2949"/>
                            <a:pt x="2458" y="2532"/>
                          </a:cubicBezTo>
                          <a:cubicBezTo>
                            <a:pt x="1415" y="1873"/>
                            <a:pt x="431" y="1261"/>
                            <a:pt x="594" y="231"/>
                          </a:cubicBezTo>
                          <a:cubicBezTo>
                            <a:pt x="619" y="86"/>
                            <a:pt x="507" y="1"/>
                            <a:pt x="39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08" name="Google Shape;6808;p69"/>
                    <p:cNvSpPr/>
                    <p:nvPr/>
                  </p:nvSpPr>
                  <p:spPr>
                    <a:xfrm>
                      <a:off x="6161665" y="2075378"/>
                      <a:ext cx="110104" cy="119168"/>
                    </a:xfrm>
                    <a:custGeom>
                      <a:rect b="b" l="l" r="r" t="t"/>
                      <a:pathLst>
                        <a:path extrusionOk="0" h="4720" w="4361">
                          <a:moveTo>
                            <a:pt x="543" y="1"/>
                          </a:moveTo>
                          <a:cubicBezTo>
                            <a:pt x="471" y="1"/>
                            <a:pt x="400" y="40"/>
                            <a:pt x="366" y="132"/>
                          </a:cubicBezTo>
                          <a:cubicBezTo>
                            <a:pt x="1" y="1096"/>
                            <a:pt x="1265" y="2159"/>
                            <a:pt x="2490" y="3188"/>
                          </a:cubicBezTo>
                          <a:cubicBezTo>
                            <a:pt x="3129" y="3723"/>
                            <a:pt x="3735" y="4231"/>
                            <a:pt x="3970" y="4629"/>
                          </a:cubicBezTo>
                          <a:cubicBezTo>
                            <a:pt x="4003" y="4687"/>
                            <a:pt x="4068" y="4720"/>
                            <a:pt x="4139" y="4720"/>
                          </a:cubicBezTo>
                          <a:cubicBezTo>
                            <a:pt x="4172" y="4720"/>
                            <a:pt x="4211" y="4713"/>
                            <a:pt x="4237" y="4694"/>
                          </a:cubicBezTo>
                          <a:cubicBezTo>
                            <a:pt x="4335" y="4642"/>
                            <a:pt x="4361" y="4518"/>
                            <a:pt x="4309" y="4427"/>
                          </a:cubicBezTo>
                          <a:cubicBezTo>
                            <a:pt x="4048" y="3970"/>
                            <a:pt x="3409" y="3442"/>
                            <a:pt x="2745" y="2882"/>
                          </a:cubicBezTo>
                          <a:cubicBezTo>
                            <a:pt x="1728" y="2035"/>
                            <a:pt x="463" y="972"/>
                            <a:pt x="731" y="268"/>
                          </a:cubicBezTo>
                          <a:cubicBezTo>
                            <a:pt x="788" y="113"/>
                            <a:pt x="665" y="1"/>
                            <a:pt x="54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09" name="Google Shape;6809;p69"/>
                    <p:cNvSpPr/>
                    <p:nvPr/>
                  </p:nvSpPr>
                  <p:spPr>
                    <a:xfrm>
                      <a:off x="6170956" y="2139279"/>
                      <a:ext cx="105434" cy="88341"/>
                    </a:xfrm>
                    <a:custGeom>
                      <a:rect b="b" l="l" r="r" t="t"/>
                      <a:pathLst>
                        <a:path extrusionOk="0" h="3499" w="4176">
                          <a:moveTo>
                            <a:pt x="269" y="1"/>
                          </a:moveTo>
                          <a:cubicBezTo>
                            <a:pt x="132" y="1"/>
                            <a:pt x="0" y="147"/>
                            <a:pt x="95" y="305"/>
                          </a:cubicBezTo>
                          <a:cubicBezTo>
                            <a:pt x="539" y="1022"/>
                            <a:pt x="1269" y="1439"/>
                            <a:pt x="1973" y="1837"/>
                          </a:cubicBezTo>
                          <a:cubicBezTo>
                            <a:pt x="2716" y="2254"/>
                            <a:pt x="3419" y="2658"/>
                            <a:pt x="3758" y="3382"/>
                          </a:cubicBezTo>
                          <a:cubicBezTo>
                            <a:pt x="3784" y="3453"/>
                            <a:pt x="3856" y="3499"/>
                            <a:pt x="3934" y="3499"/>
                          </a:cubicBezTo>
                          <a:cubicBezTo>
                            <a:pt x="4078" y="3499"/>
                            <a:pt x="4175" y="3349"/>
                            <a:pt x="4117" y="3219"/>
                          </a:cubicBezTo>
                          <a:cubicBezTo>
                            <a:pt x="3726" y="2378"/>
                            <a:pt x="2931" y="1928"/>
                            <a:pt x="2168" y="1492"/>
                          </a:cubicBezTo>
                          <a:cubicBezTo>
                            <a:pt x="1477" y="1100"/>
                            <a:pt x="819" y="729"/>
                            <a:pt x="434" y="97"/>
                          </a:cubicBezTo>
                          <a:cubicBezTo>
                            <a:pt x="391" y="29"/>
                            <a:pt x="329" y="1"/>
                            <a:pt x="26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10" name="Google Shape;6810;p69"/>
                    <p:cNvSpPr/>
                    <p:nvPr/>
                  </p:nvSpPr>
                  <p:spPr>
                    <a:xfrm>
                      <a:off x="6168936" y="2176419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268" y="0"/>
                          </a:moveTo>
                          <a:cubicBezTo>
                            <a:pt x="134" y="0"/>
                            <a:pt x="1" y="134"/>
                            <a:pt x="84" y="288"/>
                          </a:cubicBezTo>
                          <a:cubicBezTo>
                            <a:pt x="521" y="1122"/>
                            <a:pt x="1316" y="1578"/>
                            <a:pt x="2105" y="2034"/>
                          </a:cubicBezTo>
                          <a:cubicBezTo>
                            <a:pt x="2893" y="2491"/>
                            <a:pt x="3643" y="2921"/>
                            <a:pt x="3995" y="3709"/>
                          </a:cubicBezTo>
                          <a:cubicBezTo>
                            <a:pt x="4027" y="3781"/>
                            <a:pt x="4099" y="3827"/>
                            <a:pt x="4177" y="3827"/>
                          </a:cubicBezTo>
                          <a:cubicBezTo>
                            <a:pt x="4321" y="3820"/>
                            <a:pt x="4418" y="3677"/>
                            <a:pt x="4353" y="3547"/>
                          </a:cubicBezTo>
                          <a:cubicBezTo>
                            <a:pt x="3949" y="2647"/>
                            <a:pt x="3108" y="2165"/>
                            <a:pt x="2300" y="1696"/>
                          </a:cubicBezTo>
                          <a:cubicBezTo>
                            <a:pt x="1538" y="1252"/>
                            <a:pt x="814" y="842"/>
                            <a:pt x="436" y="105"/>
                          </a:cubicBezTo>
                          <a:cubicBezTo>
                            <a:pt x="396" y="31"/>
                            <a:pt x="332" y="0"/>
                            <a:pt x="2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11" name="Google Shape;6811;p69"/>
                    <p:cNvSpPr/>
                    <p:nvPr/>
                  </p:nvSpPr>
                  <p:spPr>
                    <a:xfrm>
                      <a:off x="6168229" y="2217496"/>
                      <a:ext cx="112099" cy="96698"/>
                    </a:xfrm>
                    <a:custGeom>
                      <a:rect b="b" l="l" r="r" t="t"/>
                      <a:pathLst>
                        <a:path extrusionOk="0" h="3830" w="4440">
                          <a:moveTo>
                            <a:pt x="286" y="1"/>
                          </a:moveTo>
                          <a:cubicBezTo>
                            <a:pt x="129" y="1"/>
                            <a:pt x="0" y="208"/>
                            <a:pt x="151" y="349"/>
                          </a:cubicBezTo>
                          <a:cubicBezTo>
                            <a:pt x="647" y="812"/>
                            <a:pt x="1201" y="1163"/>
                            <a:pt x="1742" y="1509"/>
                          </a:cubicBezTo>
                          <a:cubicBezTo>
                            <a:pt x="2680" y="2102"/>
                            <a:pt x="3567" y="2663"/>
                            <a:pt x="4023" y="3705"/>
                          </a:cubicBezTo>
                          <a:cubicBezTo>
                            <a:pt x="4055" y="3777"/>
                            <a:pt x="4127" y="3829"/>
                            <a:pt x="4205" y="3829"/>
                          </a:cubicBezTo>
                          <a:cubicBezTo>
                            <a:pt x="4342" y="3823"/>
                            <a:pt x="4440" y="3679"/>
                            <a:pt x="4388" y="3555"/>
                          </a:cubicBezTo>
                          <a:cubicBezTo>
                            <a:pt x="3879" y="2395"/>
                            <a:pt x="2902" y="1776"/>
                            <a:pt x="1957" y="1177"/>
                          </a:cubicBezTo>
                          <a:cubicBezTo>
                            <a:pt x="1429" y="844"/>
                            <a:pt x="888" y="499"/>
                            <a:pt x="425" y="62"/>
                          </a:cubicBezTo>
                          <a:cubicBezTo>
                            <a:pt x="381" y="19"/>
                            <a:pt x="332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12" name="Google Shape;6812;p69"/>
                    <p:cNvSpPr/>
                    <p:nvPr/>
                  </p:nvSpPr>
                  <p:spPr>
                    <a:xfrm>
                      <a:off x="6166487" y="2268193"/>
                      <a:ext cx="90487" cy="393533"/>
                    </a:xfrm>
                    <a:custGeom>
                      <a:rect b="b" l="l" r="r" t="t"/>
                      <a:pathLst>
                        <a:path extrusionOk="0" h="15587" w="3584">
                          <a:moveTo>
                            <a:pt x="290" y="0"/>
                          </a:moveTo>
                          <a:cubicBezTo>
                            <a:pt x="130" y="0"/>
                            <a:pt x="1" y="223"/>
                            <a:pt x="168" y="355"/>
                          </a:cubicBezTo>
                          <a:cubicBezTo>
                            <a:pt x="3173" y="2981"/>
                            <a:pt x="2873" y="7068"/>
                            <a:pt x="2580" y="11011"/>
                          </a:cubicBezTo>
                          <a:cubicBezTo>
                            <a:pt x="2462" y="12569"/>
                            <a:pt x="2352" y="14035"/>
                            <a:pt x="2443" y="15404"/>
                          </a:cubicBezTo>
                          <a:cubicBezTo>
                            <a:pt x="2449" y="15508"/>
                            <a:pt x="2534" y="15586"/>
                            <a:pt x="2638" y="15586"/>
                          </a:cubicBezTo>
                          <a:lnTo>
                            <a:pt x="2651" y="15586"/>
                          </a:lnTo>
                          <a:cubicBezTo>
                            <a:pt x="2762" y="15580"/>
                            <a:pt x="2840" y="15482"/>
                            <a:pt x="2834" y="15378"/>
                          </a:cubicBezTo>
                          <a:cubicBezTo>
                            <a:pt x="2749" y="14042"/>
                            <a:pt x="2853" y="12582"/>
                            <a:pt x="2971" y="11037"/>
                          </a:cubicBezTo>
                          <a:cubicBezTo>
                            <a:pt x="3271" y="6996"/>
                            <a:pt x="3583" y="2818"/>
                            <a:pt x="429" y="61"/>
                          </a:cubicBezTo>
                          <a:cubicBezTo>
                            <a:pt x="384" y="18"/>
                            <a:pt x="336" y="0"/>
                            <a:pt x="290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13" name="Google Shape;6813;p69"/>
                    <p:cNvSpPr/>
                    <p:nvPr/>
                  </p:nvSpPr>
                  <p:spPr>
                    <a:xfrm>
                      <a:off x="6210216" y="2464896"/>
                      <a:ext cx="36003" cy="133635"/>
                    </a:xfrm>
                    <a:custGeom>
                      <a:rect b="b" l="l" r="r" t="t"/>
                      <a:pathLst>
                        <a:path extrusionOk="0" h="5293" w="1426">
                          <a:moveTo>
                            <a:pt x="1174" y="0"/>
                          </a:moveTo>
                          <a:cubicBezTo>
                            <a:pt x="1103" y="0"/>
                            <a:pt x="1033" y="37"/>
                            <a:pt x="998" y="124"/>
                          </a:cubicBezTo>
                          <a:cubicBezTo>
                            <a:pt x="307" y="1845"/>
                            <a:pt x="0" y="3376"/>
                            <a:pt x="0" y="5097"/>
                          </a:cubicBezTo>
                          <a:cubicBezTo>
                            <a:pt x="0" y="5201"/>
                            <a:pt x="92" y="5292"/>
                            <a:pt x="202" y="5292"/>
                          </a:cubicBezTo>
                          <a:cubicBezTo>
                            <a:pt x="307" y="5292"/>
                            <a:pt x="398" y="5201"/>
                            <a:pt x="398" y="5097"/>
                          </a:cubicBezTo>
                          <a:cubicBezTo>
                            <a:pt x="391" y="3409"/>
                            <a:pt x="685" y="1962"/>
                            <a:pt x="1363" y="274"/>
                          </a:cubicBezTo>
                          <a:cubicBezTo>
                            <a:pt x="1425" y="116"/>
                            <a:pt x="1299" y="0"/>
                            <a:pt x="117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14" name="Google Shape;6814;p69"/>
                    <p:cNvSpPr/>
                    <p:nvPr/>
                  </p:nvSpPr>
                  <p:spPr>
                    <a:xfrm>
                      <a:off x="6212513" y="2647537"/>
                      <a:ext cx="27015" cy="122627"/>
                    </a:xfrm>
                    <a:custGeom>
                      <a:rect b="b" l="l" r="r" t="t"/>
                      <a:pathLst>
                        <a:path extrusionOk="0" h="4857" w="1070">
                          <a:moveTo>
                            <a:pt x="871" y="1"/>
                          </a:moveTo>
                          <a:cubicBezTo>
                            <a:pt x="771" y="1"/>
                            <a:pt x="672" y="66"/>
                            <a:pt x="672" y="196"/>
                          </a:cubicBezTo>
                          <a:cubicBezTo>
                            <a:pt x="672" y="1715"/>
                            <a:pt x="483" y="3038"/>
                            <a:pt x="27" y="4609"/>
                          </a:cubicBezTo>
                          <a:cubicBezTo>
                            <a:pt x="1" y="4713"/>
                            <a:pt x="59" y="4817"/>
                            <a:pt x="164" y="4850"/>
                          </a:cubicBezTo>
                          <a:cubicBezTo>
                            <a:pt x="183" y="4856"/>
                            <a:pt x="196" y="4856"/>
                            <a:pt x="216" y="4856"/>
                          </a:cubicBezTo>
                          <a:cubicBezTo>
                            <a:pt x="307" y="4856"/>
                            <a:pt x="385" y="4798"/>
                            <a:pt x="405" y="4713"/>
                          </a:cubicBezTo>
                          <a:cubicBezTo>
                            <a:pt x="867" y="3110"/>
                            <a:pt x="1070" y="1754"/>
                            <a:pt x="1070" y="196"/>
                          </a:cubicBezTo>
                          <a:cubicBezTo>
                            <a:pt x="1070" y="66"/>
                            <a:pt x="970" y="1"/>
                            <a:pt x="871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15" name="Google Shape;6815;p69"/>
                    <p:cNvSpPr/>
                    <p:nvPr/>
                  </p:nvSpPr>
                  <p:spPr>
                    <a:xfrm>
                      <a:off x="6211377" y="2649102"/>
                      <a:ext cx="29944" cy="63472"/>
                    </a:xfrm>
                    <a:custGeom>
                      <a:rect b="b" l="l" r="r" t="t"/>
                      <a:pathLst>
                        <a:path extrusionOk="0" h="2514" w="1186">
                          <a:moveTo>
                            <a:pt x="913" y="0"/>
                          </a:moveTo>
                          <a:cubicBezTo>
                            <a:pt x="864" y="0"/>
                            <a:pt x="812" y="21"/>
                            <a:pt x="769" y="69"/>
                          </a:cubicBezTo>
                          <a:cubicBezTo>
                            <a:pt x="313" y="610"/>
                            <a:pt x="137" y="1457"/>
                            <a:pt x="20" y="2285"/>
                          </a:cubicBezTo>
                          <a:cubicBezTo>
                            <a:pt x="0" y="2396"/>
                            <a:pt x="72" y="2494"/>
                            <a:pt x="183" y="2513"/>
                          </a:cubicBezTo>
                          <a:lnTo>
                            <a:pt x="209" y="2513"/>
                          </a:lnTo>
                          <a:cubicBezTo>
                            <a:pt x="306" y="2513"/>
                            <a:pt x="391" y="2441"/>
                            <a:pt x="404" y="2344"/>
                          </a:cubicBezTo>
                          <a:cubicBezTo>
                            <a:pt x="476" y="1861"/>
                            <a:pt x="626" y="851"/>
                            <a:pt x="1069" y="317"/>
                          </a:cubicBezTo>
                          <a:cubicBezTo>
                            <a:pt x="1185" y="171"/>
                            <a:pt x="1056" y="0"/>
                            <a:pt x="91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16" name="Google Shape;6816;p69"/>
                    <p:cNvSpPr/>
                    <p:nvPr/>
                  </p:nvSpPr>
                  <p:spPr>
                    <a:xfrm>
                      <a:off x="6235564" y="2514382"/>
                      <a:ext cx="32115" cy="78671"/>
                    </a:xfrm>
                    <a:custGeom>
                      <a:rect b="b" l="l" r="r" t="t"/>
                      <a:pathLst>
                        <a:path extrusionOk="0" h="3116" w="1272">
                          <a:moveTo>
                            <a:pt x="234" y="1"/>
                          </a:moveTo>
                          <a:cubicBezTo>
                            <a:pt x="118" y="1"/>
                            <a:pt x="1" y="94"/>
                            <a:pt x="39" y="243"/>
                          </a:cubicBezTo>
                          <a:cubicBezTo>
                            <a:pt x="124" y="569"/>
                            <a:pt x="241" y="888"/>
                            <a:pt x="385" y="1195"/>
                          </a:cubicBezTo>
                          <a:cubicBezTo>
                            <a:pt x="626" y="1755"/>
                            <a:pt x="860" y="2290"/>
                            <a:pt x="743" y="2883"/>
                          </a:cubicBezTo>
                          <a:cubicBezTo>
                            <a:pt x="724" y="2987"/>
                            <a:pt x="795" y="3091"/>
                            <a:pt x="900" y="3111"/>
                          </a:cubicBezTo>
                          <a:cubicBezTo>
                            <a:pt x="906" y="3114"/>
                            <a:pt x="913" y="3116"/>
                            <a:pt x="919" y="3116"/>
                          </a:cubicBezTo>
                          <a:cubicBezTo>
                            <a:pt x="926" y="3116"/>
                            <a:pt x="932" y="3114"/>
                            <a:pt x="939" y="3111"/>
                          </a:cubicBezTo>
                          <a:cubicBezTo>
                            <a:pt x="1030" y="3111"/>
                            <a:pt x="1115" y="3046"/>
                            <a:pt x="1128" y="2954"/>
                          </a:cubicBezTo>
                          <a:cubicBezTo>
                            <a:pt x="1271" y="2244"/>
                            <a:pt x="1004" y="1631"/>
                            <a:pt x="750" y="1038"/>
                          </a:cubicBezTo>
                          <a:cubicBezTo>
                            <a:pt x="613" y="752"/>
                            <a:pt x="502" y="458"/>
                            <a:pt x="424" y="152"/>
                          </a:cubicBezTo>
                          <a:cubicBezTo>
                            <a:pt x="397" y="47"/>
                            <a:pt x="315" y="1"/>
                            <a:pt x="23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17" name="Google Shape;6817;p69"/>
                    <p:cNvSpPr/>
                    <p:nvPr/>
                  </p:nvSpPr>
                  <p:spPr>
                    <a:xfrm>
                      <a:off x="6230010" y="2395996"/>
                      <a:ext cx="57893" cy="73369"/>
                    </a:xfrm>
                    <a:custGeom>
                      <a:rect b="b" l="l" r="r" t="t"/>
                      <a:pathLst>
                        <a:path extrusionOk="0" h="2906" w="2293">
                          <a:moveTo>
                            <a:pt x="285" y="1"/>
                          </a:moveTo>
                          <a:cubicBezTo>
                            <a:pt x="133" y="1"/>
                            <a:pt x="0" y="200"/>
                            <a:pt x="148" y="344"/>
                          </a:cubicBezTo>
                          <a:cubicBezTo>
                            <a:pt x="259" y="461"/>
                            <a:pt x="390" y="585"/>
                            <a:pt x="533" y="709"/>
                          </a:cubicBezTo>
                          <a:cubicBezTo>
                            <a:pt x="1133" y="1263"/>
                            <a:pt x="1810" y="1895"/>
                            <a:pt x="1471" y="2625"/>
                          </a:cubicBezTo>
                          <a:cubicBezTo>
                            <a:pt x="1426" y="2723"/>
                            <a:pt x="1465" y="2840"/>
                            <a:pt x="1563" y="2886"/>
                          </a:cubicBezTo>
                          <a:cubicBezTo>
                            <a:pt x="1589" y="2899"/>
                            <a:pt x="1615" y="2905"/>
                            <a:pt x="1647" y="2905"/>
                          </a:cubicBezTo>
                          <a:cubicBezTo>
                            <a:pt x="1726" y="2905"/>
                            <a:pt x="1797" y="2860"/>
                            <a:pt x="1830" y="2794"/>
                          </a:cubicBezTo>
                          <a:cubicBezTo>
                            <a:pt x="2293" y="1797"/>
                            <a:pt x="1426" y="1002"/>
                            <a:pt x="800" y="422"/>
                          </a:cubicBezTo>
                          <a:cubicBezTo>
                            <a:pt x="663" y="298"/>
                            <a:pt x="533" y="181"/>
                            <a:pt x="429" y="70"/>
                          </a:cubicBezTo>
                          <a:cubicBezTo>
                            <a:pt x="385" y="21"/>
                            <a:pt x="334" y="1"/>
                            <a:pt x="28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18" name="Google Shape;6818;p69"/>
                    <p:cNvSpPr/>
                    <p:nvPr/>
                  </p:nvSpPr>
                  <p:spPr>
                    <a:xfrm>
                      <a:off x="6203626" y="2399228"/>
                      <a:ext cx="38502" cy="70138"/>
                    </a:xfrm>
                    <a:custGeom>
                      <a:rect b="b" l="l" r="r" t="t"/>
                      <a:pathLst>
                        <a:path extrusionOk="0" h="2778" w="1525">
                          <a:moveTo>
                            <a:pt x="1265" y="1"/>
                          </a:moveTo>
                          <a:cubicBezTo>
                            <a:pt x="1216" y="1"/>
                            <a:pt x="1166" y="20"/>
                            <a:pt x="1122" y="66"/>
                          </a:cubicBezTo>
                          <a:cubicBezTo>
                            <a:pt x="731" y="555"/>
                            <a:pt x="1" y="1832"/>
                            <a:pt x="274" y="2647"/>
                          </a:cubicBezTo>
                          <a:cubicBezTo>
                            <a:pt x="301" y="2725"/>
                            <a:pt x="379" y="2777"/>
                            <a:pt x="463" y="2777"/>
                          </a:cubicBezTo>
                          <a:cubicBezTo>
                            <a:pt x="483" y="2777"/>
                            <a:pt x="503" y="2771"/>
                            <a:pt x="522" y="2764"/>
                          </a:cubicBezTo>
                          <a:cubicBezTo>
                            <a:pt x="626" y="2732"/>
                            <a:pt x="685" y="2621"/>
                            <a:pt x="646" y="2516"/>
                          </a:cubicBezTo>
                          <a:cubicBezTo>
                            <a:pt x="450" y="1949"/>
                            <a:pt x="978" y="868"/>
                            <a:pt x="1428" y="307"/>
                          </a:cubicBezTo>
                          <a:cubicBezTo>
                            <a:pt x="1525" y="158"/>
                            <a:pt x="1403" y="1"/>
                            <a:pt x="126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19" name="Google Shape;6819;p69"/>
                    <p:cNvSpPr/>
                    <p:nvPr/>
                  </p:nvSpPr>
                  <p:spPr>
                    <a:xfrm>
                      <a:off x="6169668" y="2269708"/>
                      <a:ext cx="96521" cy="88417"/>
                    </a:xfrm>
                    <a:custGeom>
                      <a:rect b="b" l="l" r="r" t="t"/>
                      <a:pathLst>
                        <a:path extrusionOk="0" h="3502" w="3823">
                          <a:moveTo>
                            <a:pt x="284" y="1"/>
                          </a:moveTo>
                          <a:cubicBezTo>
                            <a:pt x="130" y="1"/>
                            <a:pt x="1" y="200"/>
                            <a:pt x="146" y="340"/>
                          </a:cubicBezTo>
                          <a:cubicBezTo>
                            <a:pt x="524" y="712"/>
                            <a:pt x="987" y="1005"/>
                            <a:pt x="1443" y="1285"/>
                          </a:cubicBezTo>
                          <a:cubicBezTo>
                            <a:pt x="2310" y="1833"/>
                            <a:pt x="3125" y="2348"/>
                            <a:pt x="3412" y="3358"/>
                          </a:cubicBezTo>
                          <a:cubicBezTo>
                            <a:pt x="3438" y="3443"/>
                            <a:pt x="3510" y="3501"/>
                            <a:pt x="3601" y="3501"/>
                          </a:cubicBezTo>
                          <a:cubicBezTo>
                            <a:pt x="3620" y="3501"/>
                            <a:pt x="3640" y="3501"/>
                            <a:pt x="3653" y="3495"/>
                          </a:cubicBezTo>
                          <a:cubicBezTo>
                            <a:pt x="3757" y="3469"/>
                            <a:pt x="3822" y="3358"/>
                            <a:pt x="3790" y="3254"/>
                          </a:cubicBezTo>
                          <a:cubicBezTo>
                            <a:pt x="3464" y="2100"/>
                            <a:pt x="2545" y="1513"/>
                            <a:pt x="1652" y="960"/>
                          </a:cubicBezTo>
                          <a:cubicBezTo>
                            <a:pt x="1196" y="666"/>
                            <a:pt x="766" y="399"/>
                            <a:pt x="420" y="60"/>
                          </a:cubicBezTo>
                          <a:cubicBezTo>
                            <a:pt x="377" y="18"/>
                            <a:pt x="329" y="1"/>
                            <a:pt x="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20" name="Google Shape;6820;p69"/>
                    <p:cNvSpPr/>
                    <p:nvPr/>
                  </p:nvSpPr>
                  <p:spPr>
                    <a:xfrm>
                      <a:off x="6083019" y="1717495"/>
                      <a:ext cx="184862" cy="609020"/>
                    </a:xfrm>
                    <a:custGeom>
                      <a:rect b="b" l="l" r="r" t="t"/>
                      <a:pathLst>
                        <a:path extrusionOk="0" h="24122" w="7322">
                          <a:moveTo>
                            <a:pt x="5019" y="1"/>
                          </a:moveTo>
                          <a:lnTo>
                            <a:pt x="1988" y="340"/>
                          </a:lnTo>
                          <a:cubicBezTo>
                            <a:pt x="2210" y="353"/>
                            <a:pt x="2920" y="1109"/>
                            <a:pt x="3344" y="2744"/>
                          </a:cubicBezTo>
                          <a:cubicBezTo>
                            <a:pt x="2607" y="2881"/>
                            <a:pt x="737" y="3364"/>
                            <a:pt x="85" y="4791"/>
                          </a:cubicBezTo>
                          <a:cubicBezTo>
                            <a:pt x="0" y="4952"/>
                            <a:pt x="133" y="5083"/>
                            <a:pt x="265" y="5083"/>
                          </a:cubicBezTo>
                          <a:cubicBezTo>
                            <a:pt x="336" y="5083"/>
                            <a:pt x="407" y="5045"/>
                            <a:pt x="444" y="4954"/>
                          </a:cubicBezTo>
                          <a:cubicBezTo>
                            <a:pt x="1017" y="3696"/>
                            <a:pt x="2777" y="3253"/>
                            <a:pt x="3435" y="3129"/>
                          </a:cubicBezTo>
                          <a:cubicBezTo>
                            <a:pt x="3442" y="3181"/>
                            <a:pt x="3455" y="3240"/>
                            <a:pt x="3461" y="3292"/>
                          </a:cubicBezTo>
                          <a:lnTo>
                            <a:pt x="3461" y="4576"/>
                          </a:lnTo>
                          <a:cubicBezTo>
                            <a:pt x="3461" y="4576"/>
                            <a:pt x="3455" y="4569"/>
                            <a:pt x="3448" y="4569"/>
                          </a:cubicBezTo>
                          <a:cubicBezTo>
                            <a:pt x="3437" y="4567"/>
                            <a:pt x="3371" y="4554"/>
                            <a:pt x="3263" y="4554"/>
                          </a:cubicBezTo>
                          <a:cubicBezTo>
                            <a:pt x="2879" y="4554"/>
                            <a:pt x="1965" y="4716"/>
                            <a:pt x="1050" y="6068"/>
                          </a:cubicBezTo>
                          <a:cubicBezTo>
                            <a:pt x="943" y="6221"/>
                            <a:pt x="1077" y="6378"/>
                            <a:pt x="1217" y="6378"/>
                          </a:cubicBezTo>
                          <a:cubicBezTo>
                            <a:pt x="1274" y="6378"/>
                            <a:pt x="1332" y="6352"/>
                            <a:pt x="1376" y="6290"/>
                          </a:cubicBezTo>
                          <a:cubicBezTo>
                            <a:pt x="2208" y="5067"/>
                            <a:pt x="2985" y="4947"/>
                            <a:pt x="3263" y="4947"/>
                          </a:cubicBezTo>
                          <a:cubicBezTo>
                            <a:pt x="3324" y="4947"/>
                            <a:pt x="3362" y="4953"/>
                            <a:pt x="3370" y="4954"/>
                          </a:cubicBezTo>
                          <a:cubicBezTo>
                            <a:pt x="3379" y="4956"/>
                            <a:pt x="3389" y="4957"/>
                            <a:pt x="3398" y="4957"/>
                          </a:cubicBezTo>
                          <a:cubicBezTo>
                            <a:pt x="3421" y="4957"/>
                            <a:pt x="3443" y="4952"/>
                            <a:pt x="3461" y="4947"/>
                          </a:cubicBezTo>
                          <a:lnTo>
                            <a:pt x="3461" y="7268"/>
                          </a:lnTo>
                          <a:lnTo>
                            <a:pt x="3461" y="7274"/>
                          </a:lnTo>
                          <a:lnTo>
                            <a:pt x="3461" y="23926"/>
                          </a:lnTo>
                          <a:cubicBezTo>
                            <a:pt x="3461" y="24057"/>
                            <a:pt x="3561" y="24122"/>
                            <a:pt x="3660" y="24122"/>
                          </a:cubicBezTo>
                          <a:cubicBezTo>
                            <a:pt x="3759" y="24122"/>
                            <a:pt x="3859" y="24057"/>
                            <a:pt x="3859" y="23926"/>
                          </a:cubicBezTo>
                          <a:lnTo>
                            <a:pt x="3859" y="23125"/>
                          </a:lnTo>
                          <a:lnTo>
                            <a:pt x="3859" y="23118"/>
                          </a:lnTo>
                          <a:lnTo>
                            <a:pt x="3859" y="4947"/>
                          </a:lnTo>
                          <a:cubicBezTo>
                            <a:pt x="3867" y="4947"/>
                            <a:pt x="3876" y="4947"/>
                            <a:pt x="3885" y="4947"/>
                          </a:cubicBezTo>
                          <a:cubicBezTo>
                            <a:pt x="4154" y="4947"/>
                            <a:pt x="4937" y="5055"/>
                            <a:pt x="5781" y="6290"/>
                          </a:cubicBezTo>
                          <a:cubicBezTo>
                            <a:pt x="5814" y="6342"/>
                            <a:pt x="5879" y="6375"/>
                            <a:pt x="5944" y="6375"/>
                          </a:cubicBezTo>
                          <a:cubicBezTo>
                            <a:pt x="6101" y="6375"/>
                            <a:pt x="6192" y="6199"/>
                            <a:pt x="6107" y="6068"/>
                          </a:cubicBezTo>
                          <a:cubicBezTo>
                            <a:pt x="5177" y="4711"/>
                            <a:pt x="4258" y="4556"/>
                            <a:pt x="3883" y="4556"/>
                          </a:cubicBezTo>
                          <a:cubicBezTo>
                            <a:pt x="3875" y="4556"/>
                            <a:pt x="3867" y="4556"/>
                            <a:pt x="3859" y="4556"/>
                          </a:cubicBezTo>
                          <a:lnTo>
                            <a:pt x="3859" y="3123"/>
                          </a:lnTo>
                          <a:cubicBezTo>
                            <a:pt x="4491" y="3240"/>
                            <a:pt x="6296" y="3676"/>
                            <a:pt x="6883" y="4954"/>
                          </a:cubicBezTo>
                          <a:cubicBezTo>
                            <a:pt x="6917" y="5045"/>
                            <a:pt x="6986" y="5083"/>
                            <a:pt x="7057" y="5083"/>
                          </a:cubicBezTo>
                          <a:cubicBezTo>
                            <a:pt x="7187" y="5083"/>
                            <a:pt x="7322" y="4952"/>
                            <a:pt x="7241" y="4791"/>
                          </a:cubicBezTo>
                          <a:cubicBezTo>
                            <a:pt x="6544" y="3279"/>
                            <a:pt x="4478" y="2823"/>
                            <a:pt x="3859" y="2725"/>
                          </a:cubicBezTo>
                          <a:cubicBezTo>
                            <a:pt x="4041" y="1702"/>
                            <a:pt x="4387" y="639"/>
                            <a:pt x="501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821" name="Google Shape;6821;p69"/>
                  <p:cNvSpPr/>
                  <p:nvPr/>
                </p:nvSpPr>
                <p:spPr>
                  <a:xfrm>
                    <a:off x="6020658" y="1575983"/>
                    <a:ext cx="321880" cy="161054"/>
                  </a:xfrm>
                  <a:custGeom>
                    <a:rect b="b" l="l" r="r" t="t"/>
                    <a:pathLst>
                      <a:path extrusionOk="0" h="6379" w="12749">
                        <a:moveTo>
                          <a:pt x="5794" y="1"/>
                        </a:moveTo>
                        <a:cubicBezTo>
                          <a:pt x="5038" y="1"/>
                          <a:pt x="4543" y="411"/>
                          <a:pt x="4308" y="939"/>
                        </a:cubicBezTo>
                        <a:cubicBezTo>
                          <a:pt x="4056" y="756"/>
                          <a:pt x="3749" y="665"/>
                          <a:pt x="3441" y="665"/>
                        </a:cubicBezTo>
                        <a:cubicBezTo>
                          <a:pt x="3430" y="665"/>
                          <a:pt x="3419" y="665"/>
                          <a:pt x="3409" y="665"/>
                        </a:cubicBezTo>
                        <a:cubicBezTo>
                          <a:pt x="2236" y="665"/>
                          <a:pt x="1753" y="1734"/>
                          <a:pt x="1962" y="2614"/>
                        </a:cubicBezTo>
                        <a:cubicBezTo>
                          <a:pt x="1799" y="2627"/>
                          <a:pt x="1649" y="2679"/>
                          <a:pt x="1506" y="2757"/>
                        </a:cubicBezTo>
                        <a:cubicBezTo>
                          <a:pt x="1460" y="2784"/>
                          <a:pt x="1414" y="2816"/>
                          <a:pt x="1369" y="2855"/>
                        </a:cubicBezTo>
                        <a:cubicBezTo>
                          <a:pt x="0" y="3474"/>
                          <a:pt x="222" y="5951"/>
                          <a:pt x="2053" y="5951"/>
                        </a:cubicBezTo>
                        <a:cubicBezTo>
                          <a:pt x="2063" y="5951"/>
                          <a:pt x="2073" y="5951"/>
                          <a:pt x="2083" y="5951"/>
                        </a:cubicBezTo>
                        <a:cubicBezTo>
                          <a:pt x="2393" y="5951"/>
                          <a:pt x="2700" y="5854"/>
                          <a:pt x="2966" y="5677"/>
                        </a:cubicBezTo>
                        <a:cubicBezTo>
                          <a:pt x="3251" y="6084"/>
                          <a:pt x="3729" y="6323"/>
                          <a:pt x="4229" y="6323"/>
                        </a:cubicBezTo>
                        <a:cubicBezTo>
                          <a:pt x="4243" y="6323"/>
                          <a:pt x="4256" y="6323"/>
                          <a:pt x="4269" y="6323"/>
                        </a:cubicBezTo>
                        <a:cubicBezTo>
                          <a:pt x="4830" y="6323"/>
                          <a:pt x="5253" y="6114"/>
                          <a:pt x="5553" y="5808"/>
                        </a:cubicBezTo>
                        <a:cubicBezTo>
                          <a:pt x="5841" y="6064"/>
                          <a:pt x="6213" y="6213"/>
                          <a:pt x="6599" y="6213"/>
                        </a:cubicBezTo>
                        <a:cubicBezTo>
                          <a:pt x="6616" y="6213"/>
                          <a:pt x="6632" y="6212"/>
                          <a:pt x="6648" y="6212"/>
                        </a:cubicBezTo>
                        <a:cubicBezTo>
                          <a:pt x="6660" y="6212"/>
                          <a:pt x="6671" y="6212"/>
                          <a:pt x="6683" y="6212"/>
                        </a:cubicBezTo>
                        <a:cubicBezTo>
                          <a:pt x="7016" y="6212"/>
                          <a:pt x="7342" y="6121"/>
                          <a:pt x="7626" y="5951"/>
                        </a:cubicBezTo>
                        <a:cubicBezTo>
                          <a:pt x="7821" y="6114"/>
                          <a:pt x="8049" y="6231"/>
                          <a:pt x="8291" y="6303"/>
                        </a:cubicBezTo>
                        <a:lnTo>
                          <a:pt x="8323" y="6316"/>
                        </a:lnTo>
                        <a:cubicBezTo>
                          <a:pt x="8479" y="6358"/>
                          <a:pt x="8640" y="6379"/>
                          <a:pt x="8800" y="6379"/>
                        </a:cubicBezTo>
                        <a:cubicBezTo>
                          <a:pt x="9115" y="6379"/>
                          <a:pt x="9428" y="6298"/>
                          <a:pt x="9705" y="6134"/>
                        </a:cubicBezTo>
                        <a:lnTo>
                          <a:pt x="10063" y="5853"/>
                        </a:lnTo>
                        <a:cubicBezTo>
                          <a:pt x="10213" y="5703"/>
                          <a:pt x="10331" y="5534"/>
                          <a:pt x="10415" y="5345"/>
                        </a:cubicBezTo>
                        <a:cubicBezTo>
                          <a:pt x="10602" y="5463"/>
                          <a:pt x="10812" y="5528"/>
                          <a:pt x="11035" y="5528"/>
                        </a:cubicBezTo>
                        <a:cubicBezTo>
                          <a:pt x="11046" y="5528"/>
                          <a:pt x="11056" y="5528"/>
                          <a:pt x="11067" y="5527"/>
                        </a:cubicBezTo>
                        <a:cubicBezTo>
                          <a:pt x="12605" y="5527"/>
                          <a:pt x="12749" y="3546"/>
                          <a:pt x="11478" y="3194"/>
                        </a:cubicBezTo>
                        <a:cubicBezTo>
                          <a:pt x="11536" y="2497"/>
                          <a:pt x="11119" y="1741"/>
                          <a:pt x="10207" y="1741"/>
                        </a:cubicBezTo>
                        <a:cubicBezTo>
                          <a:pt x="10037" y="1741"/>
                          <a:pt x="9868" y="1773"/>
                          <a:pt x="9711" y="1832"/>
                        </a:cubicBezTo>
                        <a:cubicBezTo>
                          <a:pt x="9672" y="972"/>
                          <a:pt x="8968" y="287"/>
                          <a:pt x="8102" y="281"/>
                        </a:cubicBezTo>
                        <a:cubicBezTo>
                          <a:pt x="7737" y="281"/>
                          <a:pt x="7385" y="411"/>
                          <a:pt x="7104" y="639"/>
                        </a:cubicBezTo>
                        <a:cubicBezTo>
                          <a:pt x="6837" y="261"/>
                          <a:pt x="6400" y="1"/>
                          <a:pt x="5794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822" name="Google Shape;6822;p69"/>
              <p:cNvSpPr/>
              <p:nvPr/>
            </p:nvSpPr>
            <p:spPr>
              <a:xfrm>
                <a:off x="5970289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4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4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25" y="4790"/>
                      <a:pt x="13544" y="6504"/>
                      <a:pt x="14216" y="6726"/>
                    </a:cubicBezTo>
                    <a:cubicBezTo>
                      <a:pt x="14557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2" y="12879"/>
                      <a:pt x="2112" y="12879"/>
                    </a:cubicBezTo>
                    <a:cubicBezTo>
                      <a:pt x="2112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23" name="Google Shape;6823;p69"/>
          <p:cNvGrpSpPr/>
          <p:nvPr/>
        </p:nvGrpSpPr>
        <p:grpSpPr>
          <a:xfrm>
            <a:off x="1924124" y="3064707"/>
            <a:ext cx="550774" cy="1310497"/>
            <a:chOff x="1924124" y="3050537"/>
            <a:chExt cx="550774" cy="1310497"/>
          </a:xfrm>
        </p:grpSpPr>
        <p:sp>
          <p:nvSpPr>
            <p:cNvPr id="6824" name="Google Shape;6824;p69"/>
            <p:cNvSpPr/>
            <p:nvPr/>
          </p:nvSpPr>
          <p:spPr>
            <a:xfrm>
              <a:off x="1972978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6" y="0"/>
                    <a:pt x="1" y="437"/>
                    <a:pt x="1" y="972"/>
                  </a:cubicBezTo>
                  <a:cubicBezTo>
                    <a:pt x="1" y="1506"/>
                    <a:pt x="4016" y="1943"/>
                    <a:pt x="8969" y="1943"/>
                  </a:cubicBezTo>
                  <a:cubicBezTo>
                    <a:pt x="13922" y="1943"/>
                    <a:pt x="17944" y="1506"/>
                    <a:pt x="17944" y="972"/>
                  </a:cubicBezTo>
                  <a:cubicBezTo>
                    <a:pt x="17944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9"/>
            <p:cNvSpPr/>
            <p:nvPr/>
          </p:nvSpPr>
          <p:spPr>
            <a:xfrm>
              <a:off x="1924124" y="3050537"/>
              <a:ext cx="550774" cy="1278256"/>
            </a:xfrm>
            <a:custGeom>
              <a:rect b="b" l="l" r="r" t="t"/>
              <a:pathLst>
                <a:path extrusionOk="0" h="50629" w="21815">
                  <a:moveTo>
                    <a:pt x="3780" y="7802"/>
                  </a:moveTo>
                  <a:lnTo>
                    <a:pt x="3780" y="7834"/>
                  </a:lnTo>
                  <a:lnTo>
                    <a:pt x="3761" y="7834"/>
                  </a:lnTo>
                  <a:cubicBezTo>
                    <a:pt x="3761" y="7821"/>
                    <a:pt x="3774" y="7815"/>
                    <a:pt x="3780" y="7802"/>
                  </a:cubicBezTo>
                  <a:close/>
                  <a:moveTo>
                    <a:pt x="10695" y="0"/>
                  </a:moveTo>
                  <a:cubicBezTo>
                    <a:pt x="6752" y="0"/>
                    <a:pt x="3565" y="3187"/>
                    <a:pt x="3559" y="7130"/>
                  </a:cubicBezTo>
                  <a:cubicBezTo>
                    <a:pt x="3565" y="7365"/>
                    <a:pt x="3578" y="7600"/>
                    <a:pt x="3604" y="7834"/>
                  </a:cubicBezTo>
                  <a:cubicBezTo>
                    <a:pt x="2972" y="7906"/>
                    <a:pt x="2549" y="8512"/>
                    <a:pt x="2698" y="9131"/>
                  </a:cubicBezTo>
                  <a:cubicBezTo>
                    <a:pt x="2820" y="9609"/>
                    <a:pt x="3251" y="9920"/>
                    <a:pt x="3713" y="9920"/>
                  </a:cubicBezTo>
                  <a:cubicBezTo>
                    <a:pt x="3843" y="9920"/>
                    <a:pt x="3977" y="9895"/>
                    <a:pt x="4106" y="9842"/>
                  </a:cubicBezTo>
                  <a:cubicBezTo>
                    <a:pt x="4836" y="12044"/>
                    <a:pt x="6687" y="13804"/>
                    <a:pt x="8753" y="14560"/>
                  </a:cubicBezTo>
                  <a:lnTo>
                    <a:pt x="8890" y="14606"/>
                  </a:lnTo>
                  <a:lnTo>
                    <a:pt x="8890" y="16620"/>
                  </a:lnTo>
                  <a:lnTo>
                    <a:pt x="5651" y="16620"/>
                  </a:lnTo>
                  <a:cubicBezTo>
                    <a:pt x="5651" y="16620"/>
                    <a:pt x="5644" y="16685"/>
                    <a:pt x="5625" y="16698"/>
                  </a:cubicBezTo>
                  <a:cubicBezTo>
                    <a:pt x="5051" y="16705"/>
                    <a:pt x="4536" y="17076"/>
                    <a:pt x="4360" y="17623"/>
                  </a:cubicBezTo>
                  <a:lnTo>
                    <a:pt x="215" y="33239"/>
                  </a:lnTo>
                  <a:cubicBezTo>
                    <a:pt x="0" y="33872"/>
                    <a:pt x="293" y="34563"/>
                    <a:pt x="900" y="34849"/>
                  </a:cubicBezTo>
                  <a:cubicBezTo>
                    <a:pt x="1081" y="34936"/>
                    <a:pt x="1273" y="34977"/>
                    <a:pt x="1463" y="34977"/>
                  </a:cubicBezTo>
                  <a:cubicBezTo>
                    <a:pt x="1903" y="34977"/>
                    <a:pt x="2331" y="34756"/>
                    <a:pt x="2581" y="34360"/>
                  </a:cubicBezTo>
                  <a:cubicBezTo>
                    <a:pt x="2620" y="34387"/>
                    <a:pt x="2672" y="34413"/>
                    <a:pt x="2724" y="34419"/>
                  </a:cubicBezTo>
                  <a:cubicBezTo>
                    <a:pt x="2755" y="34427"/>
                    <a:pt x="2786" y="34430"/>
                    <a:pt x="2817" y="34430"/>
                  </a:cubicBezTo>
                  <a:cubicBezTo>
                    <a:pt x="2998" y="34430"/>
                    <a:pt x="3162" y="34303"/>
                    <a:pt x="3207" y="34119"/>
                  </a:cubicBezTo>
                  <a:lnTo>
                    <a:pt x="3565" y="32542"/>
                  </a:lnTo>
                  <a:cubicBezTo>
                    <a:pt x="3604" y="32347"/>
                    <a:pt x="3481" y="32040"/>
                    <a:pt x="3298" y="31949"/>
                  </a:cubicBezTo>
                  <a:lnTo>
                    <a:pt x="6335" y="20954"/>
                  </a:lnTo>
                  <a:cubicBezTo>
                    <a:pt x="6335" y="22844"/>
                    <a:pt x="6381" y="26507"/>
                    <a:pt x="6453" y="30567"/>
                  </a:cubicBezTo>
                  <a:lnTo>
                    <a:pt x="6407" y="30567"/>
                  </a:lnTo>
                  <a:lnTo>
                    <a:pt x="6466" y="32360"/>
                  </a:lnTo>
                  <a:lnTo>
                    <a:pt x="6485" y="32360"/>
                  </a:lnTo>
                  <a:cubicBezTo>
                    <a:pt x="6622" y="40194"/>
                    <a:pt x="6804" y="48732"/>
                    <a:pt x="6804" y="48732"/>
                  </a:cubicBezTo>
                  <a:cubicBezTo>
                    <a:pt x="6804" y="48732"/>
                    <a:pt x="4517" y="49090"/>
                    <a:pt x="4517" y="50622"/>
                  </a:cubicBezTo>
                  <a:lnTo>
                    <a:pt x="8936" y="50622"/>
                  </a:lnTo>
                  <a:lnTo>
                    <a:pt x="10630" y="33428"/>
                  </a:lnTo>
                  <a:lnTo>
                    <a:pt x="10669" y="33461"/>
                  </a:lnTo>
                  <a:lnTo>
                    <a:pt x="11034" y="33461"/>
                  </a:lnTo>
                  <a:lnTo>
                    <a:pt x="11041" y="33455"/>
                  </a:lnTo>
                  <a:lnTo>
                    <a:pt x="12892" y="50628"/>
                  </a:lnTo>
                  <a:lnTo>
                    <a:pt x="17311" y="50628"/>
                  </a:lnTo>
                  <a:cubicBezTo>
                    <a:pt x="17311" y="49097"/>
                    <a:pt x="15023" y="48738"/>
                    <a:pt x="15023" y="48738"/>
                  </a:cubicBezTo>
                  <a:cubicBezTo>
                    <a:pt x="15023" y="48738"/>
                    <a:pt x="15193" y="40102"/>
                    <a:pt x="15316" y="32216"/>
                  </a:cubicBezTo>
                  <a:cubicBezTo>
                    <a:pt x="15323" y="31897"/>
                    <a:pt x="15356" y="30574"/>
                    <a:pt x="15356" y="30574"/>
                  </a:cubicBezTo>
                  <a:lnTo>
                    <a:pt x="15343" y="30574"/>
                  </a:lnTo>
                  <a:cubicBezTo>
                    <a:pt x="15408" y="26481"/>
                    <a:pt x="15453" y="22779"/>
                    <a:pt x="15453" y="20863"/>
                  </a:cubicBezTo>
                  <a:lnTo>
                    <a:pt x="18510" y="31929"/>
                  </a:lnTo>
                  <a:cubicBezTo>
                    <a:pt x="18301" y="31995"/>
                    <a:pt x="18158" y="32334"/>
                    <a:pt x="18204" y="32542"/>
                  </a:cubicBezTo>
                  <a:lnTo>
                    <a:pt x="18562" y="34119"/>
                  </a:lnTo>
                  <a:cubicBezTo>
                    <a:pt x="18605" y="34315"/>
                    <a:pt x="18775" y="34433"/>
                    <a:pt x="18952" y="34433"/>
                  </a:cubicBezTo>
                  <a:cubicBezTo>
                    <a:pt x="19046" y="34433"/>
                    <a:pt x="19141" y="34400"/>
                    <a:pt x="19220" y="34328"/>
                  </a:cubicBezTo>
                  <a:cubicBezTo>
                    <a:pt x="19463" y="34748"/>
                    <a:pt x="19903" y="34984"/>
                    <a:pt x="20358" y="34984"/>
                  </a:cubicBezTo>
                  <a:cubicBezTo>
                    <a:pt x="20538" y="34984"/>
                    <a:pt x="20721" y="34947"/>
                    <a:pt x="20895" y="34869"/>
                  </a:cubicBezTo>
                  <a:cubicBezTo>
                    <a:pt x="21508" y="34589"/>
                    <a:pt x="21814" y="33891"/>
                    <a:pt x="21599" y="33252"/>
                  </a:cubicBezTo>
                  <a:lnTo>
                    <a:pt x="21599" y="33246"/>
                  </a:lnTo>
                  <a:lnTo>
                    <a:pt x="17291" y="17663"/>
                  </a:lnTo>
                  <a:cubicBezTo>
                    <a:pt x="17122" y="17141"/>
                    <a:pt x="16653" y="16744"/>
                    <a:pt x="16138" y="16705"/>
                  </a:cubicBezTo>
                  <a:cubicBezTo>
                    <a:pt x="16125" y="16691"/>
                    <a:pt x="16112" y="16626"/>
                    <a:pt x="16112" y="16626"/>
                  </a:cubicBezTo>
                  <a:lnTo>
                    <a:pt x="12631" y="16626"/>
                  </a:lnTo>
                  <a:lnTo>
                    <a:pt x="12631" y="14704"/>
                  </a:lnTo>
                  <a:lnTo>
                    <a:pt x="12664" y="14691"/>
                  </a:lnTo>
                  <a:lnTo>
                    <a:pt x="12703" y="14678"/>
                  </a:lnTo>
                  <a:cubicBezTo>
                    <a:pt x="14899" y="14013"/>
                    <a:pt x="16913" y="12194"/>
                    <a:pt x="17695" y="9887"/>
                  </a:cubicBezTo>
                  <a:cubicBezTo>
                    <a:pt x="17774" y="9907"/>
                    <a:pt x="17858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1" y="9920"/>
                    <a:pt x="18973" y="9492"/>
                    <a:pt x="19005" y="8936"/>
                  </a:cubicBezTo>
                  <a:cubicBezTo>
                    <a:pt x="19038" y="8375"/>
                    <a:pt x="18627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1" y="6061"/>
                    <a:pt x="17637" y="4295"/>
                    <a:pt x="16692" y="2992"/>
                  </a:cubicBezTo>
                  <a:cubicBezTo>
                    <a:pt x="17656" y="2464"/>
                    <a:pt x="17774" y="1786"/>
                    <a:pt x="18158" y="1147"/>
                  </a:cubicBezTo>
                  <a:lnTo>
                    <a:pt x="18158" y="1147"/>
                  </a:lnTo>
                  <a:cubicBezTo>
                    <a:pt x="17949" y="1170"/>
                    <a:pt x="17738" y="1181"/>
                    <a:pt x="17526" y="1181"/>
                  </a:cubicBezTo>
                  <a:cubicBezTo>
                    <a:pt x="15283" y="1181"/>
                    <a:pt x="12905" y="0"/>
                    <a:pt x="1069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26" name="Google Shape;6826;p69"/>
            <p:cNvGrpSpPr/>
            <p:nvPr/>
          </p:nvGrpSpPr>
          <p:grpSpPr>
            <a:xfrm>
              <a:off x="1959824" y="3177406"/>
              <a:ext cx="474931" cy="1079810"/>
              <a:chOff x="1959824" y="3177406"/>
              <a:chExt cx="474931" cy="1079810"/>
            </a:xfrm>
          </p:grpSpPr>
          <p:sp>
            <p:nvSpPr>
              <p:cNvPr id="6827" name="Google Shape;6827;p69"/>
              <p:cNvSpPr/>
              <p:nvPr/>
            </p:nvSpPr>
            <p:spPr>
              <a:xfrm>
                <a:off x="2214193" y="3532512"/>
                <a:ext cx="208368" cy="330439"/>
              </a:xfrm>
              <a:custGeom>
                <a:rect b="b" l="l" r="r" t="t"/>
                <a:pathLst>
                  <a:path extrusionOk="0" h="13088" w="8253">
                    <a:moveTo>
                      <a:pt x="2439" y="0"/>
                    </a:moveTo>
                    <a:cubicBezTo>
                      <a:pt x="2335" y="0"/>
                      <a:pt x="2230" y="11"/>
                      <a:pt x="2126" y="33"/>
                    </a:cubicBezTo>
                    <a:cubicBezTo>
                      <a:pt x="1273" y="202"/>
                      <a:pt x="510" y="1030"/>
                      <a:pt x="86" y="1740"/>
                    </a:cubicBezTo>
                    <a:cubicBezTo>
                      <a:pt x="1" y="1898"/>
                      <a:pt x="130" y="2037"/>
                      <a:pt x="263" y="2037"/>
                    </a:cubicBezTo>
                    <a:cubicBezTo>
                      <a:pt x="323" y="2037"/>
                      <a:pt x="383" y="2009"/>
                      <a:pt x="425" y="1942"/>
                    </a:cubicBezTo>
                    <a:cubicBezTo>
                      <a:pt x="790" y="1329"/>
                      <a:pt x="1475" y="560"/>
                      <a:pt x="2205" y="417"/>
                    </a:cubicBezTo>
                    <a:cubicBezTo>
                      <a:pt x="2284" y="400"/>
                      <a:pt x="2364" y="391"/>
                      <a:pt x="2444" y="391"/>
                    </a:cubicBezTo>
                    <a:cubicBezTo>
                      <a:pt x="2693" y="391"/>
                      <a:pt x="2939" y="474"/>
                      <a:pt x="3137" y="632"/>
                    </a:cubicBezTo>
                    <a:cubicBezTo>
                      <a:pt x="4570" y="1688"/>
                      <a:pt x="5216" y="3598"/>
                      <a:pt x="5776" y="5273"/>
                    </a:cubicBezTo>
                    <a:lnTo>
                      <a:pt x="5854" y="5501"/>
                    </a:lnTo>
                    <a:cubicBezTo>
                      <a:pt x="6650" y="7867"/>
                      <a:pt x="7223" y="10265"/>
                      <a:pt x="7849" y="12937"/>
                    </a:cubicBezTo>
                    <a:cubicBezTo>
                      <a:pt x="7868" y="13022"/>
                      <a:pt x="7947" y="13087"/>
                      <a:pt x="8038" y="13087"/>
                    </a:cubicBezTo>
                    <a:cubicBezTo>
                      <a:pt x="8051" y="13087"/>
                      <a:pt x="8064" y="13087"/>
                      <a:pt x="8077" y="13081"/>
                    </a:cubicBezTo>
                    <a:cubicBezTo>
                      <a:pt x="8188" y="13061"/>
                      <a:pt x="8253" y="12950"/>
                      <a:pt x="8227" y="12846"/>
                    </a:cubicBezTo>
                    <a:cubicBezTo>
                      <a:pt x="7608" y="10167"/>
                      <a:pt x="7021" y="7756"/>
                      <a:pt x="6226" y="5377"/>
                    </a:cubicBezTo>
                    <a:lnTo>
                      <a:pt x="6148" y="5149"/>
                    </a:lnTo>
                    <a:cubicBezTo>
                      <a:pt x="5568" y="3409"/>
                      <a:pt x="4903" y="1447"/>
                      <a:pt x="3365" y="313"/>
                    </a:cubicBezTo>
                    <a:cubicBezTo>
                      <a:pt x="3097" y="109"/>
                      <a:pt x="2772" y="0"/>
                      <a:pt x="24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8" name="Google Shape;6828;p69"/>
              <p:cNvSpPr/>
              <p:nvPr/>
            </p:nvSpPr>
            <p:spPr>
              <a:xfrm>
                <a:off x="2369061" y="3697530"/>
                <a:ext cx="14517" cy="91850"/>
              </a:xfrm>
              <a:custGeom>
                <a:rect b="b" l="l" r="r" t="t"/>
                <a:pathLst>
                  <a:path extrusionOk="0" h="3638" w="575">
                    <a:moveTo>
                      <a:pt x="353" y="1"/>
                    </a:moveTo>
                    <a:cubicBezTo>
                      <a:pt x="242" y="8"/>
                      <a:pt x="157" y="99"/>
                      <a:pt x="164" y="210"/>
                    </a:cubicBezTo>
                    <a:cubicBezTo>
                      <a:pt x="170" y="607"/>
                      <a:pt x="157" y="1005"/>
                      <a:pt x="111" y="1402"/>
                    </a:cubicBezTo>
                    <a:cubicBezTo>
                      <a:pt x="59" y="2074"/>
                      <a:pt x="1" y="2771"/>
                      <a:pt x="170" y="3488"/>
                    </a:cubicBezTo>
                    <a:cubicBezTo>
                      <a:pt x="190" y="3573"/>
                      <a:pt x="268" y="3638"/>
                      <a:pt x="359" y="3638"/>
                    </a:cubicBezTo>
                    <a:cubicBezTo>
                      <a:pt x="372" y="3638"/>
                      <a:pt x="392" y="3638"/>
                      <a:pt x="405" y="3631"/>
                    </a:cubicBezTo>
                    <a:cubicBezTo>
                      <a:pt x="509" y="3605"/>
                      <a:pt x="574" y="3501"/>
                      <a:pt x="548" y="3397"/>
                    </a:cubicBezTo>
                    <a:cubicBezTo>
                      <a:pt x="398" y="2738"/>
                      <a:pt x="450" y="2080"/>
                      <a:pt x="509" y="1435"/>
                    </a:cubicBezTo>
                    <a:cubicBezTo>
                      <a:pt x="548" y="1024"/>
                      <a:pt x="568" y="607"/>
                      <a:pt x="555" y="190"/>
                    </a:cubicBezTo>
                    <a:cubicBezTo>
                      <a:pt x="548" y="86"/>
                      <a:pt x="457" y="1"/>
                      <a:pt x="35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9" name="Google Shape;6829;p69"/>
              <p:cNvSpPr/>
              <p:nvPr/>
            </p:nvSpPr>
            <p:spPr>
              <a:xfrm>
                <a:off x="2392238" y="3774560"/>
                <a:ext cx="37745" cy="41658"/>
              </a:xfrm>
              <a:custGeom>
                <a:rect b="b" l="l" r="r" t="t"/>
                <a:pathLst>
                  <a:path extrusionOk="0" h="1650" w="1495">
                    <a:moveTo>
                      <a:pt x="264" y="1"/>
                    </a:moveTo>
                    <a:cubicBezTo>
                      <a:pt x="46" y="1"/>
                      <a:pt x="0" y="349"/>
                      <a:pt x="249" y="391"/>
                    </a:cubicBezTo>
                    <a:cubicBezTo>
                      <a:pt x="777" y="489"/>
                      <a:pt x="1090" y="887"/>
                      <a:pt x="1064" y="1441"/>
                    </a:cubicBezTo>
                    <a:cubicBezTo>
                      <a:pt x="1057" y="1545"/>
                      <a:pt x="1136" y="1643"/>
                      <a:pt x="1247" y="1649"/>
                    </a:cubicBezTo>
                    <a:lnTo>
                      <a:pt x="1260" y="1649"/>
                    </a:lnTo>
                    <a:cubicBezTo>
                      <a:pt x="1364" y="1649"/>
                      <a:pt x="1455" y="1564"/>
                      <a:pt x="1455" y="1460"/>
                    </a:cubicBezTo>
                    <a:cubicBezTo>
                      <a:pt x="1494" y="711"/>
                      <a:pt x="1051" y="137"/>
                      <a:pt x="314" y="7"/>
                    </a:cubicBezTo>
                    <a:cubicBezTo>
                      <a:pt x="297" y="3"/>
                      <a:pt x="280" y="1"/>
                      <a:pt x="26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0" name="Google Shape;6830;p69"/>
              <p:cNvSpPr/>
              <p:nvPr/>
            </p:nvSpPr>
            <p:spPr>
              <a:xfrm>
                <a:off x="2342072" y="3613405"/>
                <a:ext cx="19415" cy="47137"/>
              </a:xfrm>
              <a:custGeom>
                <a:rect b="b" l="l" r="r" t="t"/>
                <a:pathLst>
                  <a:path extrusionOk="0" h="1867" w="769">
                    <a:moveTo>
                      <a:pt x="496" y="1"/>
                    </a:moveTo>
                    <a:cubicBezTo>
                      <a:pt x="438" y="1"/>
                      <a:pt x="380" y="28"/>
                      <a:pt x="340" y="94"/>
                    </a:cubicBezTo>
                    <a:cubicBezTo>
                      <a:pt x="1" y="628"/>
                      <a:pt x="1" y="1260"/>
                      <a:pt x="33" y="1684"/>
                    </a:cubicBezTo>
                    <a:cubicBezTo>
                      <a:pt x="40" y="1788"/>
                      <a:pt x="131" y="1867"/>
                      <a:pt x="229" y="1867"/>
                    </a:cubicBezTo>
                    <a:lnTo>
                      <a:pt x="242" y="1867"/>
                    </a:lnTo>
                    <a:cubicBezTo>
                      <a:pt x="353" y="1860"/>
                      <a:pt x="431" y="1762"/>
                      <a:pt x="424" y="1658"/>
                    </a:cubicBezTo>
                    <a:cubicBezTo>
                      <a:pt x="385" y="1058"/>
                      <a:pt x="457" y="641"/>
                      <a:pt x="672" y="309"/>
                    </a:cubicBezTo>
                    <a:cubicBezTo>
                      <a:pt x="768" y="153"/>
                      <a:pt x="633" y="1"/>
                      <a:pt x="49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1" name="Google Shape;6831;p69"/>
              <p:cNvSpPr/>
              <p:nvPr/>
            </p:nvSpPr>
            <p:spPr>
              <a:xfrm>
                <a:off x="2199246" y="3657891"/>
                <a:ext cx="59104" cy="412393"/>
              </a:xfrm>
              <a:custGeom>
                <a:rect b="b" l="l" r="r" t="t"/>
                <a:pathLst>
                  <a:path extrusionOk="0" h="16334" w="2341">
                    <a:moveTo>
                      <a:pt x="196" y="0"/>
                    </a:moveTo>
                    <a:cubicBezTo>
                      <a:pt x="98" y="0"/>
                      <a:pt x="1" y="65"/>
                      <a:pt x="1" y="196"/>
                    </a:cubicBezTo>
                    <a:lnTo>
                      <a:pt x="1" y="352"/>
                    </a:lnTo>
                    <a:cubicBezTo>
                      <a:pt x="1" y="2451"/>
                      <a:pt x="1" y="4106"/>
                      <a:pt x="750" y="6075"/>
                    </a:cubicBezTo>
                    <a:cubicBezTo>
                      <a:pt x="1271" y="7430"/>
                      <a:pt x="1617" y="8942"/>
                      <a:pt x="1845" y="10845"/>
                    </a:cubicBezTo>
                    <a:cubicBezTo>
                      <a:pt x="1936" y="11582"/>
                      <a:pt x="1695" y="12286"/>
                      <a:pt x="1434" y="13022"/>
                    </a:cubicBezTo>
                    <a:cubicBezTo>
                      <a:pt x="1095" y="14000"/>
                      <a:pt x="737" y="15023"/>
                      <a:pt x="1154" y="16203"/>
                    </a:cubicBezTo>
                    <a:cubicBezTo>
                      <a:pt x="1180" y="16281"/>
                      <a:pt x="1252" y="16333"/>
                      <a:pt x="1337" y="16333"/>
                    </a:cubicBezTo>
                    <a:cubicBezTo>
                      <a:pt x="1363" y="16333"/>
                      <a:pt x="1382" y="16333"/>
                      <a:pt x="1402" y="16327"/>
                    </a:cubicBezTo>
                    <a:cubicBezTo>
                      <a:pt x="1506" y="16288"/>
                      <a:pt x="1558" y="16177"/>
                      <a:pt x="1526" y="16072"/>
                    </a:cubicBezTo>
                    <a:cubicBezTo>
                      <a:pt x="1154" y="15030"/>
                      <a:pt x="1474" y="14117"/>
                      <a:pt x="1806" y="13153"/>
                    </a:cubicBezTo>
                    <a:cubicBezTo>
                      <a:pt x="2067" y="12403"/>
                      <a:pt x="2340" y="11628"/>
                      <a:pt x="2236" y="10800"/>
                    </a:cubicBezTo>
                    <a:cubicBezTo>
                      <a:pt x="2008" y="8864"/>
                      <a:pt x="1649" y="7319"/>
                      <a:pt x="1122" y="5931"/>
                    </a:cubicBezTo>
                    <a:cubicBezTo>
                      <a:pt x="392" y="4035"/>
                      <a:pt x="392" y="2412"/>
                      <a:pt x="392" y="352"/>
                    </a:cubicBezTo>
                    <a:lnTo>
                      <a:pt x="392" y="196"/>
                    </a:lnTo>
                    <a:cubicBezTo>
                      <a:pt x="392" y="65"/>
                      <a:pt x="294" y="0"/>
                      <a:pt x="19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2" name="Google Shape;6832;p69"/>
              <p:cNvSpPr/>
              <p:nvPr/>
            </p:nvSpPr>
            <p:spPr>
              <a:xfrm>
                <a:off x="2237092" y="3951444"/>
                <a:ext cx="41330" cy="305772"/>
              </a:xfrm>
              <a:custGeom>
                <a:rect b="b" l="l" r="r" t="t"/>
                <a:pathLst>
                  <a:path extrusionOk="0" h="12111" w="1637">
                    <a:moveTo>
                      <a:pt x="550" y="0"/>
                    </a:moveTo>
                    <a:cubicBezTo>
                      <a:pt x="420" y="0"/>
                      <a:pt x="287" y="125"/>
                      <a:pt x="366" y="287"/>
                    </a:cubicBezTo>
                    <a:cubicBezTo>
                      <a:pt x="1226" y="2379"/>
                      <a:pt x="900" y="4465"/>
                      <a:pt x="574" y="6479"/>
                    </a:cubicBezTo>
                    <a:cubicBezTo>
                      <a:pt x="294" y="8265"/>
                      <a:pt x="1" y="10109"/>
                      <a:pt x="522" y="11967"/>
                    </a:cubicBezTo>
                    <a:cubicBezTo>
                      <a:pt x="542" y="12045"/>
                      <a:pt x="620" y="12104"/>
                      <a:pt x="711" y="12110"/>
                    </a:cubicBezTo>
                    <a:cubicBezTo>
                      <a:pt x="731" y="12110"/>
                      <a:pt x="744" y="12104"/>
                      <a:pt x="763" y="12104"/>
                    </a:cubicBezTo>
                    <a:cubicBezTo>
                      <a:pt x="867" y="12071"/>
                      <a:pt x="933" y="11967"/>
                      <a:pt x="900" y="11856"/>
                    </a:cubicBezTo>
                    <a:cubicBezTo>
                      <a:pt x="398" y="10083"/>
                      <a:pt x="672" y="8363"/>
                      <a:pt x="965" y="6544"/>
                    </a:cubicBezTo>
                    <a:cubicBezTo>
                      <a:pt x="1298" y="4472"/>
                      <a:pt x="1636" y="2334"/>
                      <a:pt x="731" y="137"/>
                    </a:cubicBezTo>
                    <a:cubicBezTo>
                      <a:pt x="697" y="41"/>
                      <a:pt x="624" y="0"/>
                      <a:pt x="55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3" name="Google Shape;6833;p69"/>
              <p:cNvSpPr/>
              <p:nvPr/>
            </p:nvSpPr>
            <p:spPr>
              <a:xfrm>
                <a:off x="2212097" y="3799176"/>
                <a:ext cx="72587" cy="157065"/>
              </a:xfrm>
              <a:custGeom>
                <a:rect b="b" l="l" r="r" t="t"/>
                <a:pathLst>
                  <a:path extrusionOk="0" h="6221" w="2875">
                    <a:moveTo>
                      <a:pt x="286" y="0"/>
                    </a:moveTo>
                    <a:cubicBezTo>
                      <a:pt x="119" y="0"/>
                      <a:pt x="1" y="239"/>
                      <a:pt x="176" y="361"/>
                    </a:cubicBezTo>
                    <a:cubicBezTo>
                      <a:pt x="1903" y="1600"/>
                      <a:pt x="2477" y="4096"/>
                      <a:pt x="2431" y="6018"/>
                    </a:cubicBezTo>
                    <a:cubicBezTo>
                      <a:pt x="2431" y="6129"/>
                      <a:pt x="2516" y="6221"/>
                      <a:pt x="2626" y="6221"/>
                    </a:cubicBezTo>
                    <a:cubicBezTo>
                      <a:pt x="2731" y="6221"/>
                      <a:pt x="2822" y="6136"/>
                      <a:pt x="2829" y="6025"/>
                    </a:cubicBezTo>
                    <a:cubicBezTo>
                      <a:pt x="2874" y="4005"/>
                      <a:pt x="2261" y="1372"/>
                      <a:pt x="404" y="42"/>
                    </a:cubicBezTo>
                    <a:cubicBezTo>
                      <a:pt x="364" y="13"/>
                      <a:pt x="324" y="0"/>
                      <a:pt x="2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4" name="Google Shape;6834;p69"/>
              <p:cNvSpPr/>
              <p:nvPr/>
            </p:nvSpPr>
            <p:spPr>
              <a:xfrm>
                <a:off x="221060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1538" y="1"/>
                    </a:moveTo>
                    <a:cubicBezTo>
                      <a:pt x="1428" y="8"/>
                      <a:pt x="1343" y="92"/>
                      <a:pt x="1343" y="203"/>
                    </a:cubicBezTo>
                    <a:cubicBezTo>
                      <a:pt x="1356" y="809"/>
                      <a:pt x="1063" y="1220"/>
                      <a:pt x="756" y="1656"/>
                    </a:cubicBezTo>
                    <a:cubicBezTo>
                      <a:pt x="404" y="2152"/>
                      <a:pt x="0" y="2712"/>
                      <a:pt x="91" y="3592"/>
                    </a:cubicBezTo>
                    <a:cubicBezTo>
                      <a:pt x="105" y="3696"/>
                      <a:pt x="189" y="3768"/>
                      <a:pt x="287" y="3768"/>
                    </a:cubicBezTo>
                    <a:lnTo>
                      <a:pt x="313" y="3768"/>
                    </a:lnTo>
                    <a:cubicBezTo>
                      <a:pt x="417" y="3755"/>
                      <a:pt x="496" y="3657"/>
                      <a:pt x="489" y="3553"/>
                    </a:cubicBezTo>
                    <a:cubicBezTo>
                      <a:pt x="404" y="2823"/>
                      <a:pt x="730" y="2367"/>
                      <a:pt x="1076" y="1885"/>
                    </a:cubicBezTo>
                    <a:cubicBezTo>
                      <a:pt x="1415" y="1415"/>
                      <a:pt x="1753" y="926"/>
                      <a:pt x="1740" y="197"/>
                    </a:cubicBezTo>
                    <a:cubicBezTo>
                      <a:pt x="1734" y="86"/>
                      <a:pt x="1649" y="1"/>
                      <a:pt x="15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5" name="Google Shape;6835;p69"/>
              <p:cNvSpPr/>
              <p:nvPr/>
            </p:nvSpPr>
            <p:spPr>
              <a:xfrm>
                <a:off x="2276756" y="3501104"/>
                <a:ext cx="35145" cy="41608"/>
              </a:xfrm>
              <a:custGeom>
                <a:rect b="b" l="l" r="r" t="t"/>
                <a:pathLst>
                  <a:path extrusionOk="0" h="1648" w="1392">
                    <a:moveTo>
                      <a:pt x="1113" y="1"/>
                    </a:moveTo>
                    <a:cubicBezTo>
                      <a:pt x="1087" y="1"/>
                      <a:pt x="1059" y="6"/>
                      <a:pt x="1030" y="19"/>
                    </a:cubicBezTo>
                    <a:cubicBezTo>
                      <a:pt x="385" y="260"/>
                      <a:pt x="0" y="807"/>
                      <a:pt x="33" y="1459"/>
                    </a:cubicBezTo>
                    <a:cubicBezTo>
                      <a:pt x="33" y="1563"/>
                      <a:pt x="124" y="1648"/>
                      <a:pt x="228" y="1648"/>
                    </a:cubicBezTo>
                    <a:lnTo>
                      <a:pt x="235" y="1648"/>
                    </a:lnTo>
                    <a:cubicBezTo>
                      <a:pt x="346" y="1641"/>
                      <a:pt x="430" y="1550"/>
                      <a:pt x="424" y="1446"/>
                    </a:cubicBezTo>
                    <a:cubicBezTo>
                      <a:pt x="404" y="964"/>
                      <a:pt x="678" y="566"/>
                      <a:pt x="1167" y="384"/>
                    </a:cubicBezTo>
                    <a:cubicBezTo>
                      <a:pt x="1391" y="309"/>
                      <a:pt x="1306" y="1"/>
                      <a:pt x="11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6" name="Google Shape;6836;p69"/>
              <p:cNvSpPr/>
              <p:nvPr/>
            </p:nvSpPr>
            <p:spPr>
              <a:xfrm>
                <a:off x="2197959" y="3704574"/>
                <a:ext cx="63018" cy="88265"/>
              </a:xfrm>
              <a:custGeom>
                <a:rect b="b" l="l" r="r" t="t"/>
                <a:pathLst>
                  <a:path extrusionOk="0" h="3496" w="2496">
                    <a:moveTo>
                      <a:pt x="256" y="1"/>
                    </a:moveTo>
                    <a:cubicBezTo>
                      <a:pt x="127" y="1"/>
                      <a:pt x="1" y="128"/>
                      <a:pt x="71" y="282"/>
                    </a:cubicBezTo>
                    <a:cubicBezTo>
                      <a:pt x="228" y="576"/>
                      <a:pt x="514" y="915"/>
                      <a:pt x="821" y="1273"/>
                    </a:cubicBezTo>
                    <a:cubicBezTo>
                      <a:pt x="1368" y="1912"/>
                      <a:pt x="2046" y="2714"/>
                      <a:pt x="1857" y="3228"/>
                    </a:cubicBezTo>
                    <a:cubicBezTo>
                      <a:pt x="1818" y="3333"/>
                      <a:pt x="1870" y="3443"/>
                      <a:pt x="1974" y="3483"/>
                    </a:cubicBezTo>
                    <a:cubicBezTo>
                      <a:pt x="1994" y="3489"/>
                      <a:pt x="2020" y="3496"/>
                      <a:pt x="2039" y="3496"/>
                    </a:cubicBezTo>
                    <a:cubicBezTo>
                      <a:pt x="2124" y="3496"/>
                      <a:pt x="2196" y="3443"/>
                      <a:pt x="2228" y="3365"/>
                    </a:cubicBezTo>
                    <a:cubicBezTo>
                      <a:pt x="2496" y="2629"/>
                      <a:pt x="1766" y="1775"/>
                      <a:pt x="1120" y="1019"/>
                    </a:cubicBezTo>
                    <a:cubicBezTo>
                      <a:pt x="827" y="674"/>
                      <a:pt x="553" y="354"/>
                      <a:pt x="423" y="100"/>
                    </a:cubicBezTo>
                    <a:cubicBezTo>
                      <a:pt x="381" y="30"/>
                      <a:pt x="318" y="1"/>
                      <a:pt x="2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7" name="Google Shape;6837;p69"/>
              <p:cNvSpPr/>
              <p:nvPr/>
            </p:nvSpPr>
            <p:spPr>
              <a:xfrm>
                <a:off x="2219646" y="3748252"/>
                <a:ext cx="22319" cy="27974"/>
              </a:xfrm>
              <a:custGeom>
                <a:rect b="b" l="l" r="r" t="t"/>
                <a:pathLst>
                  <a:path extrusionOk="0" h="1108" w="884">
                    <a:moveTo>
                      <a:pt x="590" y="1"/>
                    </a:moveTo>
                    <a:cubicBezTo>
                      <a:pt x="551" y="1"/>
                      <a:pt x="510" y="14"/>
                      <a:pt x="470" y="45"/>
                    </a:cubicBezTo>
                    <a:cubicBezTo>
                      <a:pt x="203" y="254"/>
                      <a:pt x="40" y="560"/>
                      <a:pt x="7" y="892"/>
                    </a:cubicBezTo>
                    <a:cubicBezTo>
                      <a:pt x="1" y="1003"/>
                      <a:pt x="79" y="1101"/>
                      <a:pt x="190" y="1107"/>
                    </a:cubicBezTo>
                    <a:lnTo>
                      <a:pt x="203" y="1107"/>
                    </a:lnTo>
                    <a:cubicBezTo>
                      <a:pt x="207" y="1108"/>
                      <a:pt x="211" y="1108"/>
                      <a:pt x="215" y="1108"/>
                    </a:cubicBezTo>
                    <a:cubicBezTo>
                      <a:pt x="314" y="1108"/>
                      <a:pt x="392" y="1032"/>
                      <a:pt x="405" y="931"/>
                    </a:cubicBezTo>
                    <a:cubicBezTo>
                      <a:pt x="418" y="710"/>
                      <a:pt x="529" y="508"/>
                      <a:pt x="705" y="364"/>
                    </a:cubicBezTo>
                    <a:cubicBezTo>
                      <a:pt x="884" y="238"/>
                      <a:pt x="756" y="1"/>
                      <a:pt x="5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8" name="Google Shape;6838;p69"/>
              <p:cNvSpPr/>
              <p:nvPr/>
            </p:nvSpPr>
            <p:spPr>
              <a:xfrm>
                <a:off x="2208134" y="3883023"/>
                <a:ext cx="38906" cy="52641"/>
              </a:xfrm>
              <a:custGeom>
                <a:rect b="b" l="l" r="r" t="t"/>
                <a:pathLst>
                  <a:path extrusionOk="0" h="2085" w="1541">
                    <a:moveTo>
                      <a:pt x="1255" y="1"/>
                    </a:moveTo>
                    <a:cubicBezTo>
                      <a:pt x="1208" y="1"/>
                      <a:pt x="1158" y="20"/>
                      <a:pt x="1115" y="64"/>
                    </a:cubicBezTo>
                    <a:cubicBezTo>
                      <a:pt x="1050" y="136"/>
                      <a:pt x="978" y="208"/>
                      <a:pt x="906" y="273"/>
                    </a:cubicBezTo>
                    <a:cubicBezTo>
                      <a:pt x="463" y="716"/>
                      <a:pt x="0" y="1166"/>
                      <a:pt x="27" y="1896"/>
                    </a:cubicBezTo>
                    <a:cubicBezTo>
                      <a:pt x="33" y="2000"/>
                      <a:pt x="118" y="2085"/>
                      <a:pt x="222" y="2085"/>
                    </a:cubicBezTo>
                    <a:lnTo>
                      <a:pt x="235" y="2085"/>
                    </a:lnTo>
                    <a:cubicBezTo>
                      <a:pt x="339" y="2078"/>
                      <a:pt x="424" y="1987"/>
                      <a:pt x="424" y="1876"/>
                    </a:cubicBezTo>
                    <a:cubicBezTo>
                      <a:pt x="398" y="1329"/>
                      <a:pt x="783" y="951"/>
                      <a:pt x="1180" y="553"/>
                    </a:cubicBezTo>
                    <a:cubicBezTo>
                      <a:pt x="1258" y="482"/>
                      <a:pt x="1330" y="410"/>
                      <a:pt x="1402" y="338"/>
                    </a:cubicBezTo>
                    <a:cubicBezTo>
                      <a:pt x="1541" y="194"/>
                      <a:pt x="1407" y="1"/>
                      <a:pt x="1255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9" name="Google Shape;6839;p69"/>
              <p:cNvSpPr/>
              <p:nvPr/>
            </p:nvSpPr>
            <p:spPr>
              <a:xfrm>
                <a:off x="2209573" y="3556194"/>
                <a:ext cx="225182" cy="286004"/>
              </a:xfrm>
              <a:custGeom>
                <a:rect b="b" l="l" r="r" t="t"/>
                <a:pathLst>
                  <a:path extrusionOk="0" h="11328" w="8919">
                    <a:moveTo>
                      <a:pt x="3483" y="1"/>
                    </a:moveTo>
                    <a:cubicBezTo>
                      <a:pt x="3312" y="1"/>
                      <a:pt x="3136" y="18"/>
                      <a:pt x="2955" y="53"/>
                    </a:cubicBezTo>
                    <a:cubicBezTo>
                      <a:pt x="2453" y="150"/>
                      <a:pt x="2088" y="431"/>
                      <a:pt x="1768" y="678"/>
                    </a:cubicBezTo>
                    <a:cubicBezTo>
                      <a:pt x="1424" y="948"/>
                      <a:pt x="1114" y="1188"/>
                      <a:pt x="661" y="1188"/>
                    </a:cubicBezTo>
                    <a:cubicBezTo>
                      <a:pt x="556" y="1188"/>
                      <a:pt x="444" y="1176"/>
                      <a:pt x="321" y="1148"/>
                    </a:cubicBezTo>
                    <a:cubicBezTo>
                      <a:pt x="303" y="1143"/>
                      <a:pt x="286" y="1141"/>
                      <a:pt x="270" y="1141"/>
                    </a:cubicBezTo>
                    <a:cubicBezTo>
                      <a:pt x="57" y="1141"/>
                      <a:pt x="0" y="1472"/>
                      <a:pt x="230" y="1532"/>
                    </a:cubicBezTo>
                    <a:cubicBezTo>
                      <a:pt x="386" y="1567"/>
                      <a:pt x="529" y="1583"/>
                      <a:pt x="662" y="1583"/>
                    </a:cubicBezTo>
                    <a:cubicBezTo>
                      <a:pt x="1244" y="1583"/>
                      <a:pt x="1633" y="1283"/>
                      <a:pt x="2010" y="991"/>
                    </a:cubicBezTo>
                    <a:cubicBezTo>
                      <a:pt x="2322" y="743"/>
                      <a:pt x="2622" y="522"/>
                      <a:pt x="3026" y="437"/>
                    </a:cubicBezTo>
                    <a:cubicBezTo>
                      <a:pt x="3181" y="409"/>
                      <a:pt x="3331" y="394"/>
                      <a:pt x="3476" y="394"/>
                    </a:cubicBezTo>
                    <a:cubicBezTo>
                      <a:pt x="3928" y="394"/>
                      <a:pt x="4331" y="534"/>
                      <a:pt x="4682" y="815"/>
                    </a:cubicBezTo>
                    <a:cubicBezTo>
                      <a:pt x="5718" y="1643"/>
                      <a:pt x="6148" y="3611"/>
                      <a:pt x="6200" y="5045"/>
                    </a:cubicBezTo>
                    <a:cubicBezTo>
                      <a:pt x="6285" y="7404"/>
                      <a:pt x="6709" y="9373"/>
                      <a:pt x="8514" y="11269"/>
                    </a:cubicBezTo>
                    <a:cubicBezTo>
                      <a:pt x="8547" y="11308"/>
                      <a:pt x="8599" y="11328"/>
                      <a:pt x="8657" y="11328"/>
                    </a:cubicBezTo>
                    <a:cubicBezTo>
                      <a:pt x="8827" y="11328"/>
                      <a:pt x="8918" y="11119"/>
                      <a:pt x="8801" y="10996"/>
                    </a:cubicBezTo>
                    <a:cubicBezTo>
                      <a:pt x="7080" y="9184"/>
                      <a:pt x="6676" y="7300"/>
                      <a:pt x="6591" y="5032"/>
                    </a:cubicBezTo>
                    <a:cubicBezTo>
                      <a:pt x="6533" y="3442"/>
                      <a:pt x="6063" y="1415"/>
                      <a:pt x="4923" y="509"/>
                    </a:cubicBezTo>
                    <a:cubicBezTo>
                      <a:pt x="4502" y="172"/>
                      <a:pt x="4021" y="1"/>
                      <a:pt x="34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0" name="Google Shape;6840;p69"/>
              <p:cNvSpPr/>
              <p:nvPr/>
            </p:nvSpPr>
            <p:spPr>
              <a:xfrm>
                <a:off x="2204675" y="3663471"/>
                <a:ext cx="77863" cy="446780"/>
              </a:xfrm>
              <a:custGeom>
                <a:rect b="b" l="l" r="r" t="t"/>
                <a:pathLst>
                  <a:path extrusionOk="0" h="17696" w="3084">
                    <a:moveTo>
                      <a:pt x="421" y="1"/>
                    </a:moveTo>
                    <a:cubicBezTo>
                      <a:pt x="311" y="1"/>
                      <a:pt x="200" y="83"/>
                      <a:pt x="222" y="229"/>
                    </a:cubicBezTo>
                    <a:cubicBezTo>
                      <a:pt x="385" y="1272"/>
                      <a:pt x="313" y="2406"/>
                      <a:pt x="235" y="3612"/>
                    </a:cubicBezTo>
                    <a:cubicBezTo>
                      <a:pt x="118" y="5443"/>
                      <a:pt x="1" y="7340"/>
                      <a:pt x="796" y="8904"/>
                    </a:cubicBezTo>
                    <a:lnTo>
                      <a:pt x="815" y="8949"/>
                    </a:lnTo>
                    <a:cubicBezTo>
                      <a:pt x="1773" y="10826"/>
                      <a:pt x="2673" y="12606"/>
                      <a:pt x="2269" y="14724"/>
                    </a:cubicBezTo>
                    <a:cubicBezTo>
                      <a:pt x="2191" y="15102"/>
                      <a:pt x="1949" y="15487"/>
                      <a:pt x="1702" y="15865"/>
                    </a:cubicBezTo>
                    <a:cubicBezTo>
                      <a:pt x="1369" y="16379"/>
                      <a:pt x="1017" y="16914"/>
                      <a:pt x="1089" y="17520"/>
                    </a:cubicBezTo>
                    <a:cubicBezTo>
                      <a:pt x="1102" y="17618"/>
                      <a:pt x="1187" y="17689"/>
                      <a:pt x="1285" y="17689"/>
                    </a:cubicBezTo>
                    <a:lnTo>
                      <a:pt x="1311" y="17696"/>
                    </a:lnTo>
                    <a:cubicBezTo>
                      <a:pt x="1415" y="17683"/>
                      <a:pt x="1493" y="17585"/>
                      <a:pt x="1480" y="17481"/>
                    </a:cubicBezTo>
                    <a:cubicBezTo>
                      <a:pt x="1428" y="17018"/>
                      <a:pt x="1721" y="16562"/>
                      <a:pt x="2034" y="16086"/>
                    </a:cubicBezTo>
                    <a:cubicBezTo>
                      <a:pt x="2295" y="15682"/>
                      <a:pt x="2569" y="15265"/>
                      <a:pt x="2660" y="14796"/>
                    </a:cubicBezTo>
                    <a:cubicBezTo>
                      <a:pt x="3083" y="12547"/>
                      <a:pt x="2112" y="10631"/>
                      <a:pt x="1167" y="8780"/>
                    </a:cubicBezTo>
                    <a:lnTo>
                      <a:pt x="1141" y="8728"/>
                    </a:lnTo>
                    <a:cubicBezTo>
                      <a:pt x="398" y="7261"/>
                      <a:pt x="515" y="5417"/>
                      <a:pt x="633" y="3631"/>
                    </a:cubicBezTo>
                    <a:cubicBezTo>
                      <a:pt x="705" y="2464"/>
                      <a:pt x="783" y="1252"/>
                      <a:pt x="613" y="164"/>
                    </a:cubicBezTo>
                    <a:cubicBezTo>
                      <a:pt x="593" y="52"/>
                      <a:pt x="507" y="1"/>
                      <a:pt x="42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1" name="Google Shape;6841;p69"/>
              <p:cNvSpPr/>
              <p:nvPr/>
            </p:nvSpPr>
            <p:spPr>
              <a:xfrm>
                <a:off x="2190688" y="3807432"/>
                <a:ext cx="26257" cy="34766"/>
              </a:xfrm>
              <a:custGeom>
                <a:rect b="b" l="l" r="r" t="t"/>
                <a:pathLst>
                  <a:path extrusionOk="0" h="1377" w="1040">
                    <a:moveTo>
                      <a:pt x="750" y="0"/>
                    </a:moveTo>
                    <a:cubicBezTo>
                      <a:pt x="707" y="0"/>
                      <a:pt x="662" y="16"/>
                      <a:pt x="620" y="54"/>
                    </a:cubicBezTo>
                    <a:cubicBezTo>
                      <a:pt x="287" y="334"/>
                      <a:pt x="72" y="725"/>
                      <a:pt x="14" y="1155"/>
                    </a:cubicBezTo>
                    <a:cubicBezTo>
                      <a:pt x="1" y="1266"/>
                      <a:pt x="72" y="1364"/>
                      <a:pt x="183" y="1377"/>
                    </a:cubicBezTo>
                    <a:lnTo>
                      <a:pt x="209" y="1377"/>
                    </a:lnTo>
                    <a:cubicBezTo>
                      <a:pt x="307" y="1377"/>
                      <a:pt x="392" y="1305"/>
                      <a:pt x="405" y="1207"/>
                    </a:cubicBezTo>
                    <a:cubicBezTo>
                      <a:pt x="450" y="875"/>
                      <a:pt x="620" y="569"/>
                      <a:pt x="880" y="354"/>
                    </a:cubicBezTo>
                    <a:cubicBezTo>
                      <a:pt x="1039" y="215"/>
                      <a:pt x="908" y="0"/>
                      <a:pt x="75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2" name="Google Shape;6842;p69"/>
              <p:cNvSpPr/>
              <p:nvPr/>
            </p:nvSpPr>
            <p:spPr>
              <a:xfrm>
                <a:off x="2263628" y="4021784"/>
                <a:ext cx="25980" cy="78772"/>
              </a:xfrm>
              <a:custGeom>
                <a:rect b="b" l="l" r="r" t="t"/>
                <a:pathLst>
                  <a:path extrusionOk="0" h="3120" w="1029">
                    <a:moveTo>
                      <a:pt x="262" y="1"/>
                    </a:moveTo>
                    <a:cubicBezTo>
                      <a:pt x="130" y="1"/>
                      <a:pt x="0" y="137"/>
                      <a:pt x="84" y="291"/>
                    </a:cubicBezTo>
                    <a:cubicBezTo>
                      <a:pt x="455" y="988"/>
                      <a:pt x="631" y="1894"/>
                      <a:pt x="605" y="2917"/>
                    </a:cubicBezTo>
                    <a:cubicBezTo>
                      <a:pt x="599" y="3022"/>
                      <a:pt x="690" y="3113"/>
                      <a:pt x="794" y="3119"/>
                    </a:cubicBezTo>
                    <a:lnTo>
                      <a:pt x="801" y="3119"/>
                    </a:lnTo>
                    <a:cubicBezTo>
                      <a:pt x="911" y="3119"/>
                      <a:pt x="996" y="3035"/>
                      <a:pt x="1003" y="2924"/>
                    </a:cubicBezTo>
                    <a:cubicBezTo>
                      <a:pt x="1029" y="1816"/>
                      <a:pt x="840" y="877"/>
                      <a:pt x="429" y="108"/>
                    </a:cubicBezTo>
                    <a:cubicBezTo>
                      <a:pt x="389" y="32"/>
                      <a:pt x="325" y="1"/>
                      <a:pt x="2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3" name="Google Shape;6843;p69"/>
              <p:cNvSpPr/>
              <p:nvPr/>
            </p:nvSpPr>
            <p:spPr>
              <a:xfrm>
                <a:off x="2217021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1080" y="0"/>
                    </a:moveTo>
                    <a:cubicBezTo>
                      <a:pt x="1052" y="0"/>
                      <a:pt x="1022" y="7"/>
                      <a:pt x="991" y="21"/>
                    </a:cubicBezTo>
                    <a:cubicBezTo>
                      <a:pt x="424" y="275"/>
                      <a:pt x="20" y="927"/>
                      <a:pt x="0" y="1611"/>
                    </a:cubicBezTo>
                    <a:cubicBezTo>
                      <a:pt x="0" y="1722"/>
                      <a:pt x="85" y="1807"/>
                      <a:pt x="196" y="1813"/>
                    </a:cubicBezTo>
                    <a:lnTo>
                      <a:pt x="202" y="1813"/>
                    </a:lnTo>
                    <a:cubicBezTo>
                      <a:pt x="307" y="1813"/>
                      <a:pt x="398" y="1728"/>
                      <a:pt x="398" y="1618"/>
                    </a:cubicBezTo>
                    <a:cubicBezTo>
                      <a:pt x="411" y="1090"/>
                      <a:pt x="730" y="568"/>
                      <a:pt x="1154" y="379"/>
                    </a:cubicBezTo>
                    <a:cubicBezTo>
                      <a:pt x="1364" y="289"/>
                      <a:pt x="1268" y="0"/>
                      <a:pt x="108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4" name="Google Shape;6844;p69"/>
              <p:cNvSpPr/>
              <p:nvPr/>
            </p:nvSpPr>
            <p:spPr>
              <a:xfrm>
                <a:off x="1971994" y="3532411"/>
                <a:ext cx="208393" cy="330540"/>
              </a:xfrm>
              <a:custGeom>
                <a:rect b="b" l="l" r="r" t="t"/>
                <a:pathLst>
                  <a:path extrusionOk="0" h="13092" w="8254">
                    <a:moveTo>
                      <a:pt x="5803" y="1"/>
                    </a:moveTo>
                    <a:cubicBezTo>
                      <a:pt x="5475" y="1"/>
                      <a:pt x="5154" y="111"/>
                      <a:pt x="4889" y="317"/>
                    </a:cubicBezTo>
                    <a:cubicBezTo>
                      <a:pt x="3351" y="1451"/>
                      <a:pt x="2686" y="3419"/>
                      <a:pt x="2106" y="5153"/>
                    </a:cubicBezTo>
                    <a:lnTo>
                      <a:pt x="2028" y="5381"/>
                    </a:lnTo>
                    <a:cubicBezTo>
                      <a:pt x="1226" y="7760"/>
                      <a:pt x="646" y="10171"/>
                      <a:pt x="27" y="12850"/>
                    </a:cubicBezTo>
                    <a:cubicBezTo>
                      <a:pt x="1" y="12954"/>
                      <a:pt x="66" y="13059"/>
                      <a:pt x="177" y="13085"/>
                    </a:cubicBezTo>
                    <a:cubicBezTo>
                      <a:pt x="190" y="13091"/>
                      <a:pt x="203" y="13091"/>
                      <a:pt x="222" y="13091"/>
                    </a:cubicBezTo>
                    <a:cubicBezTo>
                      <a:pt x="314" y="13091"/>
                      <a:pt x="392" y="13026"/>
                      <a:pt x="411" y="12935"/>
                    </a:cubicBezTo>
                    <a:cubicBezTo>
                      <a:pt x="1031" y="10269"/>
                      <a:pt x="1611" y="7871"/>
                      <a:pt x="2406" y="5505"/>
                    </a:cubicBezTo>
                    <a:lnTo>
                      <a:pt x="2484" y="5277"/>
                    </a:lnTo>
                    <a:cubicBezTo>
                      <a:pt x="3044" y="3595"/>
                      <a:pt x="3683" y="1692"/>
                      <a:pt x="5117" y="636"/>
                    </a:cubicBezTo>
                    <a:cubicBezTo>
                      <a:pt x="5319" y="478"/>
                      <a:pt x="5563" y="395"/>
                      <a:pt x="5810" y="395"/>
                    </a:cubicBezTo>
                    <a:cubicBezTo>
                      <a:pt x="5890" y="395"/>
                      <a:pt x="5970" y="404"/>
                      <a:pt x="6049" y="421"/>
                    </a:cubicBezTo>
                    <a:cubicBezTo>
                      <a:pt x="6779" y="564"/>
                      <a:pt x="7463" y="1333"/>
                      <a:pt x="7828" y="1946"/>
                    </a:cubicBezTo>
                    <a:cubicBezTo>
                      <a:pt x="7870" y="2012"/>
                      <a:pt x="7930" y="2039"/>
                      <a:pt x="7989" y="2039"/>
                    </a:cubicBezTo>
                    <a:cubicBezTo>
                      <a:pt x="8122" y="2039"/>
                      <a:pt x="8253" y="1898"/>
                      <a:pt x="8167" y="1744"/>
                    </a:cubicBezTo>
                    <a:cubicBezTo>
                      <a:pt x="7744" y="1034"/>
                      <a:pt x="6988" y="206"/>
                      <a:pt x="6127" y="37"/>
                    </a:cubicBezTo>
                    <a:cubicBezTo>
                      <a:pt x="6019" y="12"/>
                      <a:pt x="5911" y="1"/>
                      <a:pt x="580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5" name="Google Shape;6845;p69"/>
              <p:cNvSpPr/>
              <p:nvPr/>
            </p:nvSpPr>
            <p:spPr>
              <a:xfrm>
                <a:off x="2011481" y="3703135"/>
                <a:ext cx="16815" cy="95133"/>
              </a:xfrm>
              <a:custGeom>
                <a:rect b="b" l="l" r="r" t="t"/>
                <a:pathLst>
                  <a:path extrusionOk="0" h="3768" w="666">
                    <a:moveTo>
                      <a:pt x="230" y="0"/>
                    </a:moveTo>
                    <a:cubicBezTo>
                      <a:pt x="131" y="0"/>
                      <a:pt x="46" y="77"/>
                      <a:pt x="34" y="183"/>
                    </a:cubicBezTo>
                    <a:cubicBezTo>
                      <a:pt x="21" y="620"/>
                      <a:pt x="47" y="1056"/>
                      <a:pt x="112" y="1487"/>
                    </a:cubicBezTo>
                    <a:cubicBezTo>
                      <a:pt x="183" y="2151"/>
                      <a:pt x="262" y="2836"/>
                      <a:pt x="47" y="3507"/>
                    </a:cubicBezTo>
                    <a:cubicBezTo>
                      <a:pt x="1" y="3637"/>
                      <a:pt x="99" y="3768"/>
                      <a:pt x="236" y="3768"/>
                    </a:cubicBezTo>
                    <a:cubicBezTo>
                      <a:pt x="320" y="3768"/>
                      <a:pt x="392" y="3709"/>
                      <a:pt x="418" y="3631"/>
                    </a:cubicBezTo>
                    <a:cubicBezTo>
                      <a:pt x="666" y="2875"/>
                      <a:pt x="581" y="2145"/>
                      <a:pt x="503" y="1441"/>
                    </a:cubicBezTo>
                    <a:cubicBezTo>
                      <a:pt x="438" y="1030"/>
                      <a:pt x="418" y="620"/>
                      <a:pt x="431" y="209"/>
                    </a:cubicBezTo>
                    <a:cubicBezTo>
                      <a:pt x="438" y="98"/>
                      <a:pt x="353" y="7"/>
                      <a:pt x="242" y="1"/>
                    </a:cubicBezTo>
                    <a:cubicBezTo>
                      <a:pt x="238" y="0"/>
                      <a:pt x="234" y="0"/>
                      <a:pt x="23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6" name="Google Shape;6846;p69"/>
              <p:cNvSpPr/>
              <p:nvPr/>
            </p:nvSpPr>
            <p:spPr>
              <a:xfrm>
                <a:off x="1964748" y="3774560"/>
                <a:ext cx="37770" cy="41658"/>
              </a:xfrm>
              <a:custGeom>
                <a:rect b="b" l="l" r="r" t="t"/>
                <a:pathLst>
                  <a:path extrusionOk="0" h="1650" w="1496">
                    <a:moveTo>
                      <a:pt x="1226" y="1"/>
                    </a:moveTo>
                    <a:cubicBezTo>
                      <a:pt x="1209" y="1"/>
                      <a:pt x="1192" y="3"/>
                      <a:pt x="1174" y="7"/>
                    </a:cubicBezTo>
                    <a:cubicBezTo>
                      <a:pt x="444" y="137"/>
                      <a:pt x="1" y="711"/>
                      <a:pt x="34" y="1460"/>
                    </a:cubicBezTo>
                    <a:cubicBezTo>
                      <a:pt x="40" y="1564"/>
                      <a:pt x="125" y="1649"/>
                      <a:pt x="236" y="1649"/>
                    </a:cubicBezTo>
                    <a:lnTo>
                      <a:pt x="242" y="1649"/>
                    </a:lnTo>
                    <a:cubicBezTo>
                      <a:pt x="353" y="1643"/>
                      <a:pt x="438" y="1545"/>
                      <a:pt x="431" y="1441"/>
                    </a:cubicBezTo>
                    <a:cubicBezTo>
                      <a:pt x="399" y="887"/>
                      <a:pt x="718" y="489"/>
                      <a:pt x="1246" y="391"/>
                    </a:cubicBezTo>
                    <a:cubicBezTo>
                      <a:pt x="1495" y="355"/>
                      <a:pt x="1449" y="1"/>
                      <a:pt x="122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7" name="Google Shape;6847;p69"/>
              <p:cNvSpPr/>
              <p:nvPr/>
            </p:nvSpPr>
            <p:spPr>
              <a:xfrm>
                <a:off x="2036602" y="3620651"/>
                <a:ext cx="19516" cy="47137"/>
              </a:xfrm>
              <a:custGeom>
                <a:rect b="b" l="l" r="r" t="t"/>
                <a:pathLst>
                  <a:path extrusionOk="0" h="1867" w="773">
                    <a:moveTo>
                      <a:pt x="273" y="0"/>
                    </a:moveTo>
                    <a:cubicBezTo>
                      <a:pt x="134" y="0"/>
                      <a:pt x="0" y="153"/>
                      <a:pt x="101" y="309"/>
                    </a:cubicBezTo>
                    <a:cubicBezTo>
                      <a:pt x="316" y="641"/>
                      <a:pt x="394" y="1058"/>
                      <a:pt x="349" y="1651"/>
                    </a:cubicBezTo>
                    <a:cubicBezTo>
                      <a:pt x="336" y="1762"/>
                      <a:pt x="420" y="1860"/>
                      <a:pt x="531" y="1866"/>
                    </a:cubicBezTo>
                    <a:lnTo>
                      <a:pt x="544" y="1866"/>
                    </a:lnTo>
                    <a:cubicBezTo>
                      <a:pt x="642" y="1866"/>
                      <a:pt x="727" y="1788"/>
                      <a:pt x="740" y="1684"/>
                    </a:cubicBezTo>
                    <a:cubicBezTo>
                      <a:pt x="772" y="1254"/>
                      <a:pt x="772" y="628"/>
                      <a:pt x="433" y="94"/>
                    </a:cubicBezTo>
                    <a:cubicBezTo>
                      <a:pt x="391" y="28"/>
                      <a:pt x="331" y="0"/>
                      <a:pt x="27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8" name="Google Shape;6848;p69"/>
              <p:cNvSpPr/>
              <p:nvPr/>
            </p:nvSpPr>
            <p:spPr>
              <a:xfrm>
                <a:off x="2136380" y="3657715"/>
                <a:ext cx="59104" cy="412569"/>
              </a:xfrm>
              <a:custGeom>
                <a:rect b="b" l="l" r="r" t="t"/>
                <a:pathLst>
                  <a:path extrusionOk="0" h="16341" w="2341">
                    <a:moveTo>
                      <a:pt x="2139" y="1"/>
                    </a:moveTo>
                    <a:cubicBezTo>
                      <a:pt x="2034" y="1"/>
                      <a:pt x="1943" y="85"/>
                      <a:pt x="1943" y="196"/>
                    </a:cubicBezTo>
                    <a:lnTo>
                      <a:pt x="1943" y="359"/>
                    </a:lnTo>
                    <a:cubicBezTo>
                      <a:pt x="1943" y="2419"/>
                      <a:pt x="1943" y="4042"/>
                      <a:pt x="1220" y="5938"/>
                    </a:cubicBezTo>
                    <a:cubicBezTo>
                      <a:pt x="685" y="7320"/>
                      <a:pt x="333" y="8871"/>
                      <a:pt x="99" y="10800"/>
                    </a:cubicBezTo>
                    <a:cubicBezTo>
                      <a:pt x="1" y="11635"/>
                      <a:pt x="268" y="12410"/>
                      <a:pt x="529" y="13160"/>
                    </a:cubicBezTo>
                    <a:cubicBezTo>
                      <a:pt x="868" y="14118"/>
                      <a:pt x="1180" y="15024"/>
                      <a:pt x="816" y="16079"/>
                    </a:cubicBezTo>
                    <a:cubicBezTo>
                      <a:pt x="776" y="16184"/>
                      <a:pt x="829" y="16295"/>
                      <a:pt x="933" y="16327"/>
                    </a:cubicBezTo>
                    <a:cubicBezTo>
                      <a:pt x="952" y="16340"/>
                      <a:pt x="978" y="16340"/>
                      <a:pt x="998" y="16340"/>
                    </a:cubicBezTo>
                    <a:cubicBezTo>
                      <a:pt x="1083" y="16340"/>
                      <a:pt x="1161" y="16288"/>
                      <a:pt x="1187" y="16203"/>
                    </a:cubicBezTo>
                    <a:cubicBezTo>
                      <a:pt x="1598" y="15030"/>
                      <a:pt x="1246" y="14013"/>
                      <a:pt x="900" y="13029"/>
                    </a:cubicBezTo>
                    <a:cubicBezTo>
                      <a:pt x="646" y="12286"/>
                      <a:pt x="405" y="11589"/>
                      <a:pt x="490" y="10846"/>
                    </a:cubicBezTo>
                    <a:cubicBezTo>
                      <a:pt x="718" y="8949"/>
                      <a:pt x="1063" y="7431"/>
                      <a:pt x="1585" y="6075"/>
                    </a:cubicBezTo>
                    <a:cubicBezTo>
                      <a:pt x="2341" y="4113"/>
                      <a:pt x="2341" y="2458"/>
                      <a:pt x="2341" y="359"/>
                    </a:cubicBezTo>
                    <a:lnTo>
                      <a:pt x="2341" y="196"/>
                    </a:lnTo>
                    <a:cubicBezTo>
                      <a:pt x="2341" y="85"/>
                      <a:pt x="2249" y="1"/>
                      <a:pt x="213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9" name="Google Shape;6849;p69"/>
              <p:cNvSpPr/>
              <p:nvPr/>
            </p:nvSpPr>
            <p:spPr>
              <a:xfrm>
                <a:off x="2116157" y="3951747"/>
                <a:ext cx="41482" cy="305470"/>
              </a:xfrm>
              <a:custGeom>
                <a:rect b="b" l="l" r="r" t="t"/>
                <a:pathLst>
                  <a:path extrusionOk="0" h="12099" w="1643">
                    <a:moveTo>
                      <a:pt x="1086" y="0"/>
                    </a:moveTo>
                    <a:cubicBezTo>
                      <a:pt x="1016" y="0"/>
                      <a:pt x="947" y="37"/>
                      <a:pt x="913" y="125"/>
                    </a:cubicBezTo>
                    <a:cubicBezTo>
                      <a:pt x="0" y="2322"/>
                      <a:pt x="339" y="4460"/>
                      <a:pt x="671" y="6532"/>
                    </a:cubicBezTo>
                    <a:cubicBezTo>
                      <a:pt x="965" y="8351"/>
                      <a:pt x="1238" y="10071"/>
                      <a:pt x="737" y="11844"/>
                    </a:cubicBezTo>
                    <a:cubicBezTo>
                      <a:pt x="704" y="11968"/>
                      <a:pt x="795" y="12092"/>
                      <a:pt x="926" y="12098"/>
                    </a:cubicBezTo>
                    <a:cubicBezTo>
                      <a:pt x="1017" y="12092"/>
                      <a:pt x="1095" y="12033"/>
                      <a:pt x="1121" y="11948"/>
                    </a:cubicBezTo>
                    <a:cubicBezTo>
                      <a:pt x="1643" y="10091"/>
                      <a:pt x="1349" y="8246"/>
                      <a:pt x="1063" y="6467"/>
                    </a:cubicBezTo>
                    <a:cubicBezTo>
                      <a:pt x="737" y="4453"/>
                      <a:pt x="404" y="2367"/>
                      <a:pt x="1271" y="275"/>
                    </a:cubicBezTo>
                    <a:cubicBezTo>
                      <a:pt x="1338" y="120"/>
                      <a:pt x="1211" y="0"/>
                      <a:pt x="10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0" name="Google Shape;6850;p69"/>
              <p:cNvSpPr/>
              <p:nvPr/>
            </p:nvSpPr>
            <p:spPr>
              <a:xfrm>
                <a:off x="2110072" y="3799227"/>
                <a:ext cx="72435" cy="157014"/>
              </a:xfrm>
              <a:custGeom>
                <a:rect b="b" l="l" r="r" t="t"/>
                <a:pathLst>
                  <a:path extrusionOk="0" h="6219" w="2869">
                    <a:moveTo>
                      <a:pt x="2583" y="1"/>
                    </a:moveTo>
                    <a:cubicBezTo>
                      <a:pt x="2547" y="1"/>
                      <a:pt x="2508" y="13"/>
                      <a:pt x="2470" y="40"/>
                    </a:cubicBezTo>
                    <a:cubicBezTo>
                      <a:pt x="613" y="1370"/>
                      <a:pt x="0" y="4003"/>
                      <a:pt x="46" y="6030"/>
                    </a:cubicBezTo>
                    <a:cubicBezTo>
                      <a:pt x="46" y="6134"/>
                      <a:pt x="137" y="6219"/>
                      <a:pt x="248" y="6219"/>
                    </a:cubicBezTo>
                    <a:cubicBezTo>
                      <a:pt x="358" y="6219"/>
                      <a:pt x="443" y="6127"/>
                      <a:pt x="437" y="6016"/>
                    </a:cubicBezTo>
                    <a:cubicBezTo>
                      <a:pt x="398" y="4094"/>
                      <a:pt x="965" y="1598"/>
                      <a:pt x="2698" y="359"/>
                    </a:cubicBezTo>
                    <a:cubicBezTo>
                      <a:pt x="2869" y="237"/>
                      <a:pt x="2747" y="1"/>
                      <a:pt x="25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1" name="Google Shape;6851;p69"/>
              <p:cNvSpPr/>
              <p:nvPr/>
            </p:nvSpPr>
            <p:spPr>
              <a:xfrm>
                <a:off x="213968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215" y="1"/>
                    </a:moveTo>
                    <a:cubicBezTo>
                      <a:pt x="104" y="1"/>
                      <a:pt x="20" y="86"/>
                      <a:pt x="20" y="197"/>
                    </a:cubicBezTo>
                    <a:cubicBezTo>
                      <a:pt x="0" y="933"/>
                      <a:pt x="346" y="1415"/>
                      <a:pt x="678" y="1885"/>
                    </a:cubicBezTo>
                    <a:cubicBezTo>
                      <a:pt x="1023" y="2367"/>
                      <a:pt x="1349" y="2823"/>
                      <a:pt x="1271" y="3553"/>
                    </a:cubicBezTo>
                    <a:cubicBezTo>
                      <a:pt x="1258" y="3664"/>
                      <a:pt x="1336" y="3755"/>
                      <a:pt x="1447" y="3768"/>
                    </a:cubicBezTo>
                    <a:lnTo>
                      <a:pt x="1467" y="3768"/>
                    </a:lnTo>
                    <a:cubicBezTo>
                      <a:pt x="1564" y="3768"/>
                      <a:pt x="1649" y="3696"/>
                      <a:pt x="1662" y="3592"/>
                    </a:cubicBezTo>
                    <a:cubicBezTo>
                      <a:pt x="1753" y="2712"/>
                      <a:pt x="1356" y="2152"/>
                      <a:pt x="1004" y="1656"/>
                    </a:cubicBezTo>
                    <a:cubicBezTo>
                      <a:pt x="691" y="1220"/>
                      <a:pt x="398" y="809"/>
                      <a:pt x="411" y="203"/>
                    </a:cubicBezTo>
                    <a:cubicBezTo>
                      <a:pt x="417" y="99"/>
                      <a:pt x="326" y="8"/>
                      <a:pt x="222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2" name="Google Shape;6852;p69"/>
              <p:cNvSpPr/>
              <p:nvPr/>
            </p:nvSpPr>
            <p:spPr>
              <a:xfrm>
                <a:off x="2082956" y="3501155"/>
                <a:ext cx="34867" cy="41557"/>
              </a:xfrm>
              <a:custGeom>
                <a:rect b="b" l="l" r="r" t="t"/>
                <a:pathLst>
                  <a:path extrusionOk="0" h="1646" w="1381">
                    <a:moveTo>
                      <a:pt x="277" y="0"/>
                    </a:moveTo>
                    <a:cubicBezTo>
                      <a:pt x="83" y="0"/>
                      <a:pt x="0" y="301"/>
                      <a:pt x="214" y="382"/>
                    </a:cubicBezTo>
                    <a:cubicBezTo>
                      <a:pt x="703" y="564"/>
                      <a:pt x="976" y="962"/>
                      <a:pt x="957" y="1444"/>
                    </a:cubicBezTo>
                    <a:cubicBezTo>
                      <a:pt x="957" y="1548"/>
                      <a:pt x="1041" y="1639"/>
                      <a:pt x="1146" y="1646"/>
                    </a:cubicBezTo>
                    <a:lnTo>
                      <a:pt x="1159" y="1646"/>
                    </a:lnTo>
                    <a:cubicBezTo>
                      <a:pt x="1263" y="1646"/>
                      <a:pt x="1348" y="1561"/>
                      <a:pt x="1354" y="1457"/>
                    </a:cubicBezTo>
                    <a:cubicBezTo>
                      <a:pt x="1380" y="812"/>
                      <a:pt x="996" y="258"/>
                      <a:pt x="357" y="17"/>
                    </a:cubicBezTo>
                    <a:cubicBezTo>
                      <a:pt x="329" y="5"/>
                      <a:pt x="302" y="0"/>
                      <a:pt x="277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3" name="Google Shape;6853;p69"/>
              <p:cNvSpPr/>
              <p:nvPr/>
            </p:nvSpPr>
            <p:spPr>
              <a:xfrm>
                <a:off x="2133603" y="3704624"/>
                <a:ext cx="63119" cy="88215"/>
              </a:xfrm>
              <a:custGeom>
                <a:rect b="b" l="l" r="r" t="t"/>
                <a:pathLst>
                  <a:path extrusionOk="0" h="3494" w="2500">
                    <a:moveTo>
                      <a:pt x="2240" y="1"/>
                    </a:moveTo>
                    <a:cubicBezTo>
                      <a:pt x="2179" y="1"/>
                      <a:pt x="2119" y="29"/>
                      <a:pt x="2079" y="98"/>
                    </a:cubicBezTo>
                    <a:cubicBezTo>
                      <a:pt x="1942" y="352"/>
                      <a:pt x="1669" y="678"/>
                      <a:pt x="1382" y="1017"/>
                    </a:cubicBezTo>
                    <a:cubicBezTo>
                      <a:pt x="730" y="1773"/>
                      <a:pt x="0" y="2627"/>
                      <a:pt x="274" y="3363"/>
                    </a:cubicBezTo>
                    <a:cubicBezTo>
                      <a:pt x="300" y="3441"/>
                      <a:pt x="372" y="3494"/>
                      <a:pt x="456" y="3494"/>
                    </a:cubicBezTo>
                    <a:cubicBezTo>
                      <a:pt x="476" y="3494"/>
                      <a:pt x="502" y="3487"/>
                      <a:pt x="521" y="3481"/>
                    </a:cubicBezTo>
                    <a:cubicBezTo>
                      <a:pt x="626" y="3441"/>
                      <a:pt x="678" y="3331"/>
                      <a:pt x="639" y="3226"/>
                    </a:cubicBezTo>
                    <a:cubicBezTo>
                      <a:pt x="450" y="2712"/>
                      <a:pt x="1134" y="1910"/>
                      <a:pt x="1682" y="1271"/>
                    </a:cubicBezTo>
                    <a:cubicBezTo>
                      <a:pt x="1981" y="913"/>
                      <a:pt x="2275" y="580"/>
                      <a:pt x="2425" y="287"/>
                    </a:cubicBezTo>
                    <a:cubicBezTo>
                      <a:pt x="2500" y="132"/>
                      <a:pt x="2370" y="1"/>
                      <a:pt x="224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4" name="Google Shape;6854;p69"/>
              <p:cNvSpPr/>
              <p:nvPr/>
            </p:nvSpPr>
            <p:spPr>
              <a:xfrm>
                <a:off x="2153372" y="3748479"/>
                <a:ext cx="21713" cy="27747"/>
              </a:xfrm>
              <a:custGeom>
                <a:rect b="b" l="l" r="r" t="t"/>
                <a:pathLst>
                  <a:path extrusionOk="0" h="1099" w="860">
                    <a:moveTo>
                      <a:pt x="279" y="1"/>
                    </a:moveTo>
                    <a:cubicBezTo>
                      <a:pt x="117" y="1"/>
                      <a:pt x="1" y="222"/>
                      <a:pt x="156" y="355"/>
                    </a:cubicBezTo>
                    <a:cubicBezTo>
                      <a:pt x="325" y="492"/>
                      <a:pt x="436" y="701"/>
                      <a:pt x="455" y="922"/>
                    </a:cubicBezTo>
                    <a:cubicBezTo>
                      <a:pt x="468" y="1027"/>
                      <a:pt x="553" y="1098"/>
                      <a:pt x="651" y="1098"/>
                    </a:cubicBezTo>
                    <a:lnTo>
                      <a:pt x="670" y="1098"/>
                    </a:lnTo>
                    <a:cubicBezTo>
                      <a:pt x="781" y="1085"/>
                      <a:pt x="859" y="994"/>
                      <a:pt x="846" y="883"/>
                    </a:cubicBezTo>
                    <a:cubicBezTo>
                      <a:pt x="820" y="551"/>
                      <a:pt x="651" y="245"/>
                      <a:pt x="390" y="36"/>
                    </a:cubicBezTo>
                    <a:cubicBezTo>
                      <a:pt x="353" y="11"/>
                      <a:pt x="315" y="1"/>
                      <a:pt x="27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5" name="Google Shape;6855;p69"/>
              <p:cNvSpPr/>
              <p:nvPr/>
            </p:nvSpPr>
            <p:spPr>
              <a:xfrm>
                <a:off x="2147691" y="3883023"/>
                <a:ext cx="38755" cy="52641"/>
              </a:xfrm>
              <a:custGeom>
                <a:rect b="b" l="l" r="r" t="t"/>
                <a:pathLst>
                  <a:path extrusionOk="0" h="2085" w="1535">
                    <a:moveTo>
                      <a:pt x="281" y="1"/>
                    </a:moveTo>
                    <a:cubicBezTo>
                      <a:pt x="130" y="1"/>
                      <a:pt x="0" y="194"/>
                      <a:pt x="139" y="338"/>
                    </a:cubicBezTo>
                    <a:cubicBezTo>
                      <a:pt x="211" y="410"/>
                      <a:pt x="283" y="482"/>
                      <a:pt x="354" y="553"/>
                    </a:cubicBezTo>
                    <a:cubicBezTo>
                      <a:pt x="759" y="951"/>
                      <a:pt x="1137" y="1329"/>
                      <a:pt x="1117" y="1876"/>
                    </a:cubicBezTo>
                    <a:cubicBezTo>
                      <a:pt x="1111" y="1987"/>
                      <a:pt x="1195" y="2078"/>
                      <a:pt x="1306" y="2085"/>
                    </a:cubicBezTo>
                    <a:lnTo>
                      <a:pt x="1313" y="2085"/>
                    </a:lnTo>
                    <a:cubicBezTo>
                      <a:pt x="1417" y="2085"/>
                      <a:pt x="1508" y="2000"/>
                      <a:pt x="1508" y="1896"/>
                    </a:cubicBezTo>
                    <a:cubicBezTo>
                      <a:pt x="1534" y="1166"/>
                      <a:pt x="1078" y="716"/>
                      <a:pt x="635" y="273"/>
                    </a:cubicBezTo>
                    <a:cubicBezTo>
                      <a:pt x="563" y="208"/>
                      <a:pt x="491" y="136"/>
                      <a:pt x="420" y="64"/>
                    </a:cubicBezTo>
                    <a:cubicBezTo>
                      <a:pt x="376" y="20"/>
                      <a:pt x="327" y="1"/>
                      <a:pt x="28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6" name="Google Shape;6856;p69"/>
              <p:cNvSpPr/>
              <p:nvPr/>
            </p:nvSpPr>
            <p:spPr>
              <a:xfrm>
                <a:off x="1959824" y="3556194"/>
                <a:ext cx="225561" cy="286004"/>
              </a:xfrm>
              <a:custGeom>
                <a:rect b="b" l="l" r="r" t="t"/>
                <a:pathLst>
                  <a:path extrusionOk="0" h="11328" w="8934">
                    <a:moveTo>
                      <a:pt x="5434" y="0"/>
                    </a:moveTo>
                    <a:cubicBezTo>
                      <a:pt x="4897" y="0"/>
                      <a:pt x="4415" y="169"/>
                      <a:pt x="3996" y="509"/>
                    </a:cubicBezTo>
                    <a:cubicBezTo>
                      <a:pt x="2855" y="1415"/>
                      <a:pt x="2386" y="3442"/>
                      <a:pt x="2334" y="5032"/>
                    </a:cubicBezTo>
                    <a:cubicBezTo>
                      <a:pt x="2249" y="7300"/>
                      <a:pt x="1845" y="9190"/>
                      <a:pt x="124" y="10996"/>
                    </a:cubicBezTo>
                    <a:cubicBezTo>
                      <a:pt x="0" y="11119"/>
                      <a:pt x="92" y="11328"/>
                      <a:pt x="268" y="11328"/>
                    </a:cubicBezTo>
                    <a:cubicBezTo>
                      <a:pt x="320" y="11328"/>
                      <a:pt x="372" y="11308"/>
                      <a:pt x="411" y="11269"/>
                    </a:cubicBezTo>
                    <a:cubicBezTo>
                      <a:pt x="2210" y="9366"/>
                      <a:pt x="2640" y="7404"/>
                      <a:pt x="2725" y="5045"/>
                    </a:cubicBezTo>
                    <a:cubicBezTo>
                      <a:pt x="2777" y="3611"/>
                      <a:pt x="3207" y="1643"/>
                      <a:pt x="4243" y="815"/>
                    </a:cubicBezTo>
                    <a:cubicBezTo>
                      <a:pt x="4594" y="534"/>
                      <a:pt x="4997" y="394"/>
                      <a:pt x="5449" y="394"/>
                    </a:cubicBezTo>
                    <a:cubicBezTo>
                      <a:pt x="5594" y="394"/>
                      <a:pt x="5744" y="409"/>
                      <a:pt x="5899" y="437"/>
                    </a:cubicBezTo>
                    <a:cubicBezTo>
                      <a:pt x="6303" y="515"/>
                      <a:pt x="6603" y="743"/>
                      <a:pt x="6909" y="991"/>
                    </a:cubicBezTo>
                    <a:cubicBezTo>
                      <a:pt x="7290" y="1282"/>
                      <a:pt x="7679" y="1585"/>
                      <a:pt x="8254" y="1585"/>
                    </a:cubicBezTo>
                    <a:cubicBezTo>
                      <a:pt x="8388" y="1585"/>
                      <a:pt x="8532" y="1569"/>
                      <a:pt x="8688" y="1532"/>
                    </a:cubicBezTo>
                    <a:cubicBezTo>
                      <a:pt x="8934" y="1478"/>
                      <a:pt x="8877" y="1139"/>
                      <a:pt x="8664" y="1139"/>
                    </a:cubicBezTo>
                    <a:cubicBezTo>
                      <a:pt x="8645" y="1139"/>
                      <a:pt x="8625" y="1142"/>
                      <a:pt x="8604" y="1148"/>
                    </a:cubicBezTo>
                    <a:cubicBezTo>
                      <a:pt x="8482" y="1176"/>
                      <a:pt x="8369" y="1188"/>
                      <a:pt x="8265" y="1188"/>
                    </a:cubicBezTo>
                    <a:cubicBezTo>
                      <a:pt x="7811" y="1188"/>
                      <a:pt x="7500" y="948"/>
                      <a:pt x="7150" y="678"/>
                    </a:cubicBezTo>
                    <a:cubicBezTo>
                      <a:pt x="6837" y="431"/>
                      <a:pt x="6472" y="150"/>
                      <a:pt x="5971" y="53"/>
                    </a:cubicBezTo>
                    <a:cubicBezTo>
                      <a:pt x="5786" y="18"/>
                      <a:pt x="5607" y="0"/>
                      <a:pt x="543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7" name="Google Shape;6857;p69"/>
              <p:cNvSpPr/>
              <p:nvPr/>
            </p:nvSpPr>
            <p:spPr>
              <a:xfrm>
                <a:off x="2112042" y="3663320"/>
                <a:ext cx="78015" cy="446780"/>
              </a:xfrm>
              <a:custGeom>
                <a:rect b="b" l="l" r="r" t="t"/>
                <a:pathLst>
                  <a:path extrusionOk="0" h="17696" w="3090">
                    <a:moveTo>
                      <a:pt x="2666" y="0"/>
                    </a:moveTo>
                    <a:cubicBezTo>
                      <a:pt x="2580" y="0"/>
                      <a:pt x="2494" y="51"/>
                      <a:pt x="2477" y="163"/>
                    </a:cubicBezTo>
                    <a:cubicBezTo>
                      <a:pt x="2301" y="1252"/>
                      <a:pt x="2379" y="2464"/>
                      <a:pt x="2457" y="3631"/>
                    </a:cubicBezTo>
                    <a:cubicBezTo>
                      <a:pt x="2568" y="5416"/>
                      <a:pt x="2685" y="7261"/>
                      <a:pt x="1942" y="8727"/>
                    </a:cubicBezTo>
                    <a:lnTo>
                      <a:pt x="1916" y="8779"/>
                    </a:lnTo>
                    <a:cubicBezTo>
                      <a:pt x="978" y="10630"/>
                      <a:pt x="0" y="12547"/>
                      <a:pt x="430" y="14795"/>
                    </a:cubicBezTo>
                    <a:cubicBezTo>
                      <a:pt x="515" y="15264"/>
                      <a:pt x="789" y="15675"/>
                      <a:pt x="1050" y="16086"/>
                    </a:cubicBezTo>
                    <a:cubicBezTo>
                      <a:pt x="1362" y="16561"/>
                      <a:pt x="1656" y="17018"/>
                      <a:pt x="1604" y="17480"/>
                    </a:cubicBezTo>
                    <a:cubicBezTo>
                      <a:pt x="1591" y="17585"/>
                      <a:pt x="1669" y="17682"/>
                      <a:pt x="1780" y="17695"/>
                    </a:cubicBezTo>
                    <a:lnTo>
                      <a:pt x="1799" y="17695"/>
                    </a:lnTo>
                    <a:cubicBezTo>
                      <a:pt x="1903" y="17695"/>
                      <a:pt x="1988" y="17617"/>
                      <a:pt x="1995" y="17519"/>
                    </a:cubicBezTo>
                    <a:cubicBezTo>
                      <a:pt x="2066" y="16913"/>
                      <a:pt x="1721" y="16379"/>
                      <a:pt x="1382" y="15864"/>
                    </a:cubicBezTo>
                    <a:cubicBezTo>
                      <a:pt x="1141" y="15493"/>
                      <a:pt x="887" y="15108"/>
                      <a:pt x="815" y="14723"/>
                    </a:cubicBezTo>
                    <a:cubicBezTo>
                      <a:pt x="417" y="12605"/>
                      <a:pt x="1317" y="10826"/>
                      <a:pt x="2268" y="8949"/>
                    </a:cubicBezTo>
                    <a:lnTo>
                      <a:pt x="2294" y="8903"/>
                    </a:lnTo>
                    <a:cubicBezTo>
                      <a:pt x="3090" y="7346"/>
                      <a:pt x="2966" y="5442"/>
                      <a:pt x="2848" y="3611"/>
                    </a:cubicBezTo>
                    <a:cubicBezTo>
                      <a:pt x="2770" y="2405"/>
                      <a:pt x="2698" y="1271"/>
                      <a:pt x="2861" y="228"/>
                    </a:cubicBezTo>
                    <a:cubicBezTo>
                      <a:pt x="2887" y="83"/>
                      <a:pt x="2776" y="0"/>
                      <a:pt x="266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8" name="Google Shape;6858;p69"/>
              <p:cNvSpPr/>
              <p:nvPr/>
            </p:nvSpPr>
            <p:spPr>
              <a:xfrm>
                <a:off x="2177786" y="3807407"/>
                <a:ext cx="26257" cy="34791"/>
              </a:xfrm>
              <a:custGeom>
                <a:rect b="b" l="l" r="r" t="t"/>
                <a:pathLst>
                  <a:path extrusionOk="0" h="1378" w="1040">
                    <a:moveTo>
                      <a:pt x="283" y="1"/>
                    </a:moveTo>
                    <a:cubicBezTo>
                      <a:pt x="127" y="1"/>
                      <a:pt x="0" y="210"/>
                      <a:pt x="153" y="348"/>
                    </a:cubicBezTo>
                    <a:cubicBezTo>
                      <a:pt x="414" y="563"/>
                      <a:pt x="583" y="870"/>
                      <a:pt x="635" y="1208"/>
                    </a:cubicBezTo>
                    <a:cubicBezTo>
                      <a:pt x="648" y="1306"/>
                      <a:pt x="727" y="1378"/>
                      <a:pt x="831" y="1378"/>
                    </a:cubicBezTo>
                    <a:lnTo>
                      <a:pt x="857" y="1378"/>
                    </a:lnTo>
                    <a:cubicBezTo>
                      <a:pt x="961" y="1358"/>
                      <a:pt x="1040" y="1261"/>
                      <a:pt x="1027" y="1156"/>
                    </a:cubicBezTo>
                    <a:cubicBezTo>
                      <a:pt x="961" y="726"/>
                      <a:pt x="746" y="335"/>
                      <a:pt x="414" y="55"/>
                    </a:cubicBezTo>
                    <a:cubicBezTo>
                      <a:pt x="371" y="17"/>
                      <a:pt x="326" y="1"/>
                      <a:pt x="2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9" name="Google Shape;6859;p69"/>
              <p:cNvSpPr/>
              <p:nvPr/>
            </p:nvSpPr>
            <p:spPr>
              <a:xfrm>
                <a:off x="2104947" y="4021784"/>
                <a:ext cx="26005" cy="78772"/>
              </a:xfrm>
              <a:custGeom>
                <a:rect b="b" l="l" r="r" t="t"/>
                <a:pathLst>
                  <a:path extrusionOk="0" h="3120" w="1030">
                    <a:moveTo>
                      <a:pt x="768" y="1"/>
                    </a:moveTo>
                    <a:cubicBezTo>
                      <a:pt x="704" y="1"/>
                      <a:pt x="641" y="32"/>
                      <a:pt x="601" y="108"/>
                    </a:cubicBezTo>
                    <a:cubicBezTo>
                      <a:pt x="196" y="877"/>
                      <a:pt x="1" y="1822"/>
                      <a:pt x="34" y="2924"/>
                    </a:cubicBezTo>
                    <a:cubicBezTo>
                      <a:pt x="34" y="3035"/>
                      <a:pt x="125" y="3119"/>
                      <a:pt x="229" y="3119"/>
                    </a:cubicBezTo>
                    <a:lnTo>
                      <a:pt x="236" y="3119"/>
                    </a:lnTo>
                    <a:cubicBezTo>
                      <a:pt x="346" y="3113"/>
                      <a:pt x="431" y="3022"/>
                      <a:pt x="425" y="2917"/>
                    </a:cubicBezTo>
                    <a:cubicBezTo>
                      <a:pt x="399" y="1894"/>
                      <a:pt x="581" y="988"/>
                      <a:pt x="946" y="291"/>
                    </a:cubicBezTo>
                    <a:cubicBezTo>
                      <a:pt x="1030" y="137"/>
                      <a:pt x="899" y="1"/>
                      <a:pt x="76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0" name="Google Shape;6860;p69"/>
              <p:cNvSpPr/>
              <p:nvPr/>
            </p:nvSpPr>
            <p:spPr>
              <a:xfrm>
                <a:off x="2143273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284" y="0"/>
                    </a:moveTo>
                    <a:cubicBezTo>
                      <a:pt x="97" y="0"/>
                      <a:pt x="0" y="289"/>
                      <a:pt x="210" y="379"/>
                    </a:cubicBezTo>
                    <a:cubicBezTo>
                      <a:pt x="640" y="568"/>
                      <a:pt x="953" y="1090"/>
                      <a:pt x="966" y="1618"/>
                    </a:cubicBezTo>
                    <a:cubicBezTo>
                      <a:pt x="966" y="1728"/>
                      <a:pt x="1051" y="1813"/>
                      <a:pt x="1162" y="1813"/>
                    </a:cubicBezTo>
                    <a:lnTo>
                      <a:pt x="1168" y="1813"/>
                    </a:lnTo>
                    <a:cubicBezTo>
                      <a:pt x="1279" y="1807"/>
                      <a:pt x="1364" y="1722"/>
                      <a:pt x="1364" y="1611"/>
                    </a:cubicBezTo>
                    <a:cubicBezTo>
                      <a:pt x="1344" y="927"/>
                      <a:pt x="947" y="275"/>
                      <a:pt x="373" y="21"/>
                    </a:cubicBezTo>
                    <a:cubicBezTo>
                      <a:pt x="342" y="7"/>
                      <a:pt x="312" y="0"/>
                      <a:pt x="2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1" name="Google Shape;6861;p69"/>
              <p:cNvSpPr/>
              <p:nvPr/>
            </p:nvSpPr>
            <p:spPr>
              <a:xfrm>
                <a:off x="2065965" y="3199069"/>
                <a:ext cx="117350" cy="370154"/>
              </a:xfrm>
              <a:custGeom>
                <a:rect b="b" l="l" r="r" t="t"/>
                <a:pathLst>
                  <a:path extrusionOk="0" h="14661" w="4648">
                    <a:moveTo>
                      <a:pt x="787" y="1"/>
                    </a:moveTo>
                    <a:cubicBezTo>
                      <a:pt x="713" y="1"/>
                      <a:pt x="640" y="41"/>
                      <a:pt x="606" y="133"/>
                    </a:cubicBezTo>
                    <a:cubicBezTo>
                      <a:pt x="580" y="224"/>
                      <a:pt x="0" y="2310"/>
                      <a:pt x="2099" y="4330"/>
                    </a:cubicBezTo>
                    <a:cubicBezTo>
                      <a:pt x="4061" y="6207"/>
                      <a:pt x="4250" y="8847"/>
                      <a:pt x="4250" y="8860"/>
                    </a:cubicBezTo>
                    <a:lnTo>
                      <a:pt x="4250" y="14465"/>
                    </a:lnTo>
                    <a:cubicBezTo>
                      <a:pt x="4250" y="14576"/>
                      <a:pt x="4341" y="14660"/>
                      <a:pt x="4452" y="14660"/>
                    </a:cubicBezTo>
                    <a:cubicBezTo>
                      <a:pt x="4556" y="14660"/>
                      <a:pt x="4641" y="14576"/>
                      <a:pt x="4647" y="14471"/>
                    </a:cubicBezTo>
                    <a:lnTo>
                      <a:pt x="4647" y="8847"/>
                    </a:lnTo>
                    <a:cubicBezTo>
                      <a:pt x="4641" y="8729"/>
                      <a:pt x="4445" y="6025"/>
                      <a:pt x="2373" y="4043"/>
                    </a:cubicBezTo>
                    <a:cubicBezTo>
                      <a:pt x="457" y="2199"/>
                      <a:pt x="958" y="328"/>
                      <a:pt x="984" y="244"/>
                    </a:cubicBezTo>
                    <a:cubicBezTo>
                      <a:pt x="1016" y="97"/>
                      <a:pt x="901" y="1"/>
                      <a:pt x="78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2" name="Google Shape;6862;p69"/>
              <p:cNvSpPr/>
              <p:nvPr/>
            </p:nvSpPr>
            <p:spPr>
              <a:xfrm>
                <a:off x="2083234" y="3194499"/>
                <a:ext cx="117350" cy="370431"/>
              </a:xfrm>
              <a:custGeom>
                <a:rect b="b" l="l" r="r" t="t"/>
                <a:pathLst>
                  <a:path extrusionOk="0" h="14672" w="4648">
                    <a:moveTo>
                      <a:pt x="789" y="0"/>
                    </a:moveTo>
                    <a:cubicBezTo>
                      <a:pt x="711" y="0"/>
                      <a:pt x="635" y="44"/>
                      <a:pt x="607" y="144"/>
                    </a:cubicBezTo>
                    <a:cubicBezTo>
                      <a:pt x="581" y="236"/>
                      <a:pt x="1" y="2321"/>
                      <a:pt x="2099" y="4335"/>
                    </a:cubicBezTo>
                    <a:cubicBezTo>
                      <a:pt x="4061" y="6212"/>
                      <a:pt x="4250" y="8852"/>
                      <a:pt x="4250" y="8865"/>
                    </a:cubicBezTo>
                    <a:lnTo>
                      <a:pt x="4250" y="14476"/>
                    </a:lnTo>
                    <a:cubicBezTo>
                      <a:pt x="4250" y="14587"/>
                      <a:pt x="4341" y="14672"/>
                      <a:pt x="4452" y="14672"/>
                    </a:cubicBezTo>
                    <a:cubicBezTo>
                      <a:pt x="4556" y="14672"/>
                      <a:pt x="4641" y="14587"/>
                      <a:pt x="4648" y="14483"/>
                    </a:cubicBezTo>
                    <a:lnTo>
                      <a:pt x="4648" y="8858"/>
                    </a:lnTo>
                    <a:cubicBezTo>
                      <a:pt x="4641" y="8741"/>
                      <a:pt x="4446" y="6036"/>
                      <a:pt x="2373" y="4055"/>
                    </a:cubicBezTo>
                    <a:cubicBezTo>
                      <a:pt x="457" y="2210"/>
                      <a:pt x="959" y="340"/>
                      <a:pt x="985" y="255"/>
                    </a:cubicBezTo>
                    <a:cubicBezTo>
                      <a:pt x="1028" y="102"/>
                      <a:pt x="907" y="0"/>
                      <a:pt x="789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3" name="Google Shape;6863;p69"/>
              <p:cNvSpPr/>
              <p:nvPr/>
            </p:nvSpPr>
            <p:spPr>
              <a:xfrm>
                <a:off x="2104796" y="3190257"/>
                <a:ext cx="49359" cy="67966"/>
              </a:xfrm>
              <a:custGeom>
                <a:rect b="b" l="l" r="r" t="t"/>
                <a:pathLst>
                  <a:path extrusionOk="0" h="2692" w="1955">
                    <a:moveTo>
                      <a:pt x="1720" y="0"/>
                    </a:moveTo>
                    <a:cubicBezTo>
                      <a:pt x="1638" y="0"/>
                      <a:pt x="1556" y="48"/>
                      <a:pt x="1532" y="156"/>
                    </a:cubicBezTo>
                    <a:cubicBezTo>
                      <a:pt x="1141" y="1811"/>
                      <a:pt x="202" y="2313"/>
                      <a:pt x="189" y="2320"/>
                    </a:cubicBezTo>
                    <a:cubicBezTo>
                      <a:pt x="0" y="2411"/>
                      <a:pt x="72" y="2691"/>
                      <a:pt x="274" y="2691"/>
                    </a:cubicBezTo>
                    <a:cubicBezTo>
                      <a:pt x="307" y="2691"/>
                      <a:pt x="339" y="2685"/>
                      <a:pt x="365" y="2672"/>
                    </a:cubicBezTo>
                    <a:cubicBezTo>
                      <a:pt x="411" y="2646"/>
                      <a:pt x="1473" y="2098"/>
                      <a:pt x="1917" y="247"/>
                    </a:cubicBezTo>
                    <a:cubicBezTo>
                      <a:pt x="1955" y="95"/>
                      <a:pt x="1837" y="0"/>
                      <a:pt x="1720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4" name="Google Shape;6864;p69"/>
              <p:cNvSpPr/>
              <p:nvPr/>
            </p:nvSpPr>
            <p:spPr>
              <a:xfrm>
                <a:off x="2024483" y="3177406"/>
                <a:ext cx="70617" cy="87558"/>
              </a:xfrm>
              <a:custGeom>
                <a:rect b="b" l="l" r="r" t="t"/>
                <a:pathLst>
                  <a:path extrusionOk="0" h="3468" w="2797">
                    <a:moveTo>
                      <a:pt x="828" y="0"/>
                    </a:moveTo>
                    <a:cubicBezTo>
                      <a:pt x="738" y="0"/>
                      <a:pt x="660" y="56"/>
                      <a:pt x="633" y="143"/>
                    </a:cubicBezTo>
                    <a:cubicBezTo>
                      <a:pt x="1" y="2412"/>
                      <a:pt x="2425" y="3441"/>
                      <a:pt x="2445" y="3448"/>
                    </a:cubicBezTo>
                    <a:cubicBezTo>
                      <a:pt x="2471" y="3461"/>
                      <a:pt x="2497" y="3461"/>
                      <a:pt x="2523" y="3461"/>
                    </a:cubicBezTo>
                    <a:lnTo>
                      <a:pt x="2523" y="3467"/>
                    </a:lnTo>
                    <a:cubicBezTo>
                      <a:pt x="2738" y="3467"/>
                      <a:pt x="2797" y="3168"/>
                      <a:pt x="2601" y="3083"/>
                    </a:cubicBezTo>
                    <a:cubicBezTo>
                      <a:pt x="2510" y="3050"/>
                      <a:pt x="477" y="2177"/>
                      <a:pt x="1011" y="254"/>
                    </a:cubicBezTo>
                    <a:cubicBezTo>
                      <a:pt x="1044" y="143"/>
                      <a:pt x="985" y="39"/>
                      <a:pt x="881" y="7"/>
                    </a:cubicBezTo>
                    <a:cubicBezTo>
                      <a:pt x="863" y="2"/>
                      <a:pt x="846" y="0"/>
                      <a:pt x="8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5" name="Google Shape;6865;p69"/>
              <p:cNvSpPr/>
              <p:nvPr/>
            </p:nvSpPr>
            <p:spPr>
              <a:xfrm>
                <a:off x="2211921" y="3198816"/>
                <a:ext cx="117174" cy="370406"/>
              </a:xfrm>
              <a:custGeom>
                <a:rect b="b" l="l" r="r" t="t"/>
                <a:pathLst>
                  <a:path extrusionOk="0" h="14671" w="4641">
                    <a:moveTo>
                      <a:pt x="3854" y="1"/>
                    </a:moveTo>
                    <a:cubicBezTo>
                      <a:pt x="3734" y="1"/>
                      <a:pt x="3612" y="103"/>
                      <a:pt x="3663" y="260"/>
                    </a:cubicBezTo>
                    <a:cubicBezTo>
                      <a:pt x="3663" y="280"/>
                      <a:pt x="4198" y="2202"/>
                      <a:pt x="2262" y="4053"/>
                    </a:cubicBezTo>
                    <a:cubicBezTo>
                      <a:pt x="196" y="6041"/>
                      <a:pt x="13" y="8746"/>
                      <a:pt x="7" y="8870"/>
                    </a:cubicBezTo>
                    <a:lnTo>
                      <a:pt x="7" y="14475"/>
                    </a:lnTo>
                    <a:cubicBezTo>
                      <a:pt x="0" y="14586"/>
                      <a:pt x="92" y="14670"/>
                      <a:pt x="196" y="14670"/>
                    </a:cubicBezTo>
                    <a:cubicBezTo>
                      <a:pt x="307" y="14670"/>
                      <a:pt x="398" y="14586"/>
                      <a:pt x="398" y="14475"/>
                    </a:cubicBezTo>
                    <a:lnTo>
                      <a:pt x="398" y="8883"/>
                    </a:lnTo>
                    <a:cubicBezTo>
                      <a:pt x="398" y="8857"/>
                      <a:pt x="580" y="6211"/>
                      <a:pt x="2536" y="4340"/>
                    </a:cubicBezTo>
                    <a:cubicBezTo>
                      <a:pt x="4641" y="2326"/>
                      <a:pt x="4061" y="234"/>
                      <a:pt x="4041" y="149"/>
                    </a:cubicBezTo>
                    <a:cubicBezTo>
                      <a:pt x="4013" y="45"/>
                      <a:pt x="3934" y="1"/>
                      <a:pt x="385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6" name="Google Shape;6866;p69"/>
              <p:cNvSpPr/>
              <p:nvPr/>
            </p:nvSpPr>
            <p:spPr>
              <a:xfrm>
                <a:off x="2194651" y="3194600"/>
                <a:ext cx="117022" cy="370330"/>
              </a:xfrm>
              <a:custGeom>
                <a:rect b="b" l="l" r="r" t="t"/>
                <a:pathLst>
                  <a:path extrusionOk="0" h="14668" w="4635">
                    <a:moveTo>
                      <a:pt x="3857" y="1"/>
                    </a:moveTo>
                    <a:cubicBezTo>
                      <a:pt x="3738" y="1"/>
                      <a:pt x="3617" y="101"/>
                      <a:pt x="3656" y="251"/>
                    </a:cubicBezTo>
                    <a:cubicBezTo>
                      <a:pt x="3682" y="329"/>
                      <a:pt x="4184" y="2206"/>
                      <a:pt x="2262" y="4051"/>
                    </a:cubicBezTo>
                    <a:cubicBezTo>
                      <a:pt x="196" y="6032"/>
                      <a:pt x="7" y="8737"/>
                      <a:pt x="0" y="8861"/>
                    </a:cubicBezTo>
                    <a:lnTo>
                      <a:pt x="0" y="14472"/>
                    </a:lnTo>
                    <a:cubicBezTo>
                      <a:pt x="0" y="14583"/>
                      <a:pt x="91" y="14668"/>
                      <a:pt x="202" y="14668"/>
                    </a:cubicBezTo>
                    <a:cubicBezTo>
                      <a:pt x="306" y="14668"/>
                      <a:pt x="398" y="14583"/>
                      <a:pt x="398" y="14472"/>
                    </a:cubicBezTo>
                    <a:lnTo>
                      <a:pt x="398" y="8874"/>
                    </a:lnTo>
                    <a:cubicBezTo>
                      <a:pt x="398" y="8848"/>
                      <a:pt x="580" y="6208"/>
                      <a:pt x="2535" y="4331"/>
                    </a:cubicBezTo>
                    <a:cubicBezTo>
                      <a:pt x="4634" y="2317"/>
                      <a:pt x="4060" y="232"/>
                      <a:pt x="4041" y="140"/>
                    </a:cubicBezTo>
                    <a:cubicBezTo>
                      <a:pt x="4010" y="43"/>
                      <a:pt x="3934" y="1"/>
                      <a:pt x="3857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7" name="Google Shape;6867;p69"/>
              <p:cNvSpPr/>
              <p:nvPr/>
            </p:nvSpPr>
            <p:spPr>
              <a:xfrm>
                <a:off x="2240753" y="3190358"/>
                <a:ext cx="49182" cy="67865"/>
              </a:xfrm>
              <a:custGeom>
                <a:rect b="b" l="l" r="r" t="t"/>
                <a:pathLst>
                  <a:path extrusionOk="0" h="2688" w="1948">
                    <a:moveTo>
                      <a:pt x="230" y="1"/>
                    </a:moveTo>
                    <a:cubicBezTo>
                      <a:pt x="116" y="1"/>
                      <a:pt x="1" y="94"/>
                      <a:pt x="32" y="243"/>
                    </a:cubicBezTo>
                    <a:cubicBezTo>
                      <a:pt x="468" y="2094"/>
                      <a:pt x="1537" y="2642"/>
                      <a:pt x="1583" y="2668"/>
                    </a:cubicBezTo>
                    <a:cubicBezTo>
                      <a:pt x="1609" y="2681"/>
                      <a:pt x="1641" y="2687"/>
                      <a:pt x="1667" y="2687"/>
                    </a:cubicBezTo>
                    <a:lnTo>
                      <a:pt x="1674" y="2687"/>
                    </a:lnTo>
                    <a:cubicBezTo>
                      <a:pt x="1883" y="2687"/>
                      <a:pt x="1948" y="2407"/>
                      <a:pt x="1765" y="2316"/>
                    </a:cubicBezTo>
                    <a:cubicBezTo>
                      <a:pt x="1752" y="2309"/>
                      <a:pt x="814" y="1814"/>
                      <a:pt x="416" y="152"/>
                    </a:cubicBezTo>
                    <a:cubicBezTo>
                      <a:pt x="389" y="47"/>
                      <a:pt x="310" y="1"/>
                      <a:pt x="230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8" name="Google Shape;6868;p69"/>
              <p:cNvSpPr/>
              <p:nvPr/>
            </p:nvSpPr>
            <p:spPr>
              <a:xfrm>
                <a:off x="2299504" y="3177507"/>
                <a:ext cx="70743" cy="87281"/>
              </a:xfrm>
              <a:custGeom>
                <a:rect b="b" l="l" r="r" t="t"/>
                <a:pathLst>
                  <a:path extrusionOk="0" h="3457" w="2802">
                    <a:moveTo>
                      <a:pt x="1983" y="1"/>
                    </a:moveTo>
                    <a:cubicBezTo>
                      <a:pt x="1866" y="1"/>
                      <a:pt x="1749" y="95"/>
                      <a:pt x="1785" y="244"/>
                    </a:cubicBezTo>
                    <a:cubicBezTo>
                      <a:pt x="2326" y="2173"/>
                      <a:pt x="292" y="3046"/>
                      <a:pt x="201" y="3079"/>
                    </a:cubicBezTo>
                    <a:cubicBezTo>
                      <a:pt x="1" y="3163"/>
                      <a:pt x="56" y="3457"/>
                      <a:pt x="272" y="3457"/>
                    </a:cubicBezTo>
                    <a:cubicBezTo>
                      <a:pt x="274" y="3457"/>
                      <a:pt x="277" y="3457"/>
                      <a:pt x="279" y="3457"/>
                    </a:cubicBezTo>
                    <a:cubicBezTo>
                      <a:pt x="305" y="3457"/>
                      <a:pt x="331" y="3457"/>
                      <a:pt x="351" y="3444"/>
                    </a:cubicBezTo>
                    <a:cubicBezTo>
                      <a:pt x="377" y="3437"/>
                      <a:pt x="2801" y="2408"/>
                      <a:pt x="2169" y="139"/>
                    </a:cubicBezTo>
                    <a:cubicBezTo>
                      <a:pt x="2138" y="43"/>
                      <a:pt x="2060" y="1"/>
                      <a:pt x="19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9" name="Google Shape;6869;p69"/>
              <p:cNvSpPr/>
              <p:nvPr/>
            </p:nvSpPr>
            <p:spPr>
              <a:xfrm>
                <a:off x="2158118" y="3552180"/>
                <a:ext cx="33099" cy="33983"/>
              </a:xfrm>
              <a:custGeom>
                <a:rect b="b" l="l" r="r" t="t"/>
                <a:pathLst>
                  <a:path extrusionOk="0" h="1346" w="1311">
                    <a:moveTo>
                      <a:pt x="856" y="1"/>
                    </a:moveTo>
                    <a:cubicBezTo>
                      <a:pt x="825" y="1"/>
                      <a:pt x="792" y="8"/>
                      <a:pt x="763" y="23"/>
                    </a:cubicBezTo>
                    <a:lnTo>
                      <a:pt x="756" y="23"/>
                    </a:lnTo>
                    <a:lnTo>
                      <a:pt x="737" y="10"/>
                    </a:lnTo>
                    <a:lnTo>
                      <a:pt x="717" y="10"/>
                    </a:lnTo>
                    <a:cubicBezTo>
                      <a:pt x="639" y="10"/>
                      <a:pt x="209" y="335"/>
                      <a:pt x="209" y="335"/>
                    </a:cubicBezTo>
                    <a:cubicBezTo>
                      <a:pt x="117" y="440"/>
                      <a:pt x="52" y="550"/>
                      <a:pt x="7" y="674"/>
                    </a:cubicBezTo>
                    <a:lnTo>
                      <a:pt x="0" y="700"/>
                    </a:lnTo>
                    <a:lnTo>
                      <a:pt x="0" y="720"/>
                    </a:lnTo>
                    <a:cubicBezTo>
                      <a:pt x="46" y="922"/>
                      <a:pt x="98" y="1111"/>
                      <a:pt x="150" y="1274"/>
                    </a:cubicBezTo>
                    <a:lnTo>
                      <a:pt x="170" y="1320"/>
                    </a:lnTo>
                    <a:lnTo>
                      <a:pt x="222" y="1326"/>
                    </a:lnTo>
                    <a:lnTo>
                      <a:pt x="287" y="1339"/>
                    </a:lnTo>
                    <a:lnTo>
                      <a:pt x="326" y="1346"/>
                    </a:lnTo>
                    <a:lnTo>
                      <a:pt x="359" y="1326"/>
                    </a:lnTo>
                    <a:lnTo>
                      <a:pt x="398" y="1293"/>
                    </a:lnTo>
                    <a:lnTo>
                      <a:pt x="398" y="1254"/>
                    </a:lnTo>
                    <a:cubicBezTo>
                      <a:pt x="424" y="792"/>
                      <a:pt x="678" y="440"/>
                      <a:pt x="1154" y="212"/>
                    </a:cubicBezTo>
                    <a:lnTo>
                      <a:pt x="1310" y="140"/>
                    </a:lnTo>
                    <a:lnTo>
                      <a:pt x="1154" y="62"/>
                    </a:lnTo>
                    <a:cubicBezTo>
                      <a:pt x="1069" y="23"/>
                      <a:pt x="978" y="3"/>
                      <a:pt x="887" y="3"/>
                    </a:cubicBezTo>
                    <a:cubicBezTo>
                      <a:pt x="877" y="1"/>
                      <a:pt x="867" y="1"/>
                      <a:pt x="8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0" name="Google Shape;6870;p69"/>
              <p:cNvSpPr/>
              <p:nvPr/>
            </p:nvSpPr>
            <p:spPr>
              <a:xfrm>
                <a:off x="2155796" y="3550110"/>
                <a:ext cx="40194" cy="38351"/>
              </a:xfrm>
              <a:custGeom>
                <a:rect b="b" l="l" r="r" t="t"/>
                <a:pathLst>
                  <a:path extrusionOk="0" h="1519" w="1592">
                    <a:moveTo>
                      <a:pt x="979" y="163"/>
                    </a:moveTo>
                    <a:cubicBezTo>
                      <a:pt x="1063" y="163"/>
                      <a:pt x="1141" y="183"/>
                      <a:pt x="1213" y="222"/>
                    </a:cubicBezTo>
                    <a:cubicBezTo>
                      <a:pt x="594" y="515"/>
                      <a:pt x="425" y="971"/>
                      <a:pt x="411" y="1330"/>
                    </a:cubicBezTo>
                    <a:lnTo>
                      <a:pt x="398" y="1343"/>
                    </a:lnTo>
                    <a:lnTo>
                      <a:pt x="320" y="1330"/>
                    </a:lnTo>
                    <a:cubicBezTo>
                      <a:pt x="262" y="1154"/>
                      <a:pt x="216" y="971"/>
                      <a:pt x="177" y="789"/>
                    </a:cubicBezTo>
                    <a:cubicBezTo>
                      <a:pt x="216" y="672"/>
                      <a:pt x="281" y="567"/>
                      <a:pt x="359" y="476"/>
                    </a:cubicBezTo>
                    <a:cubicBezTo>
                      <a:pt x="503" y="365"/>
                      <a:pt x="653" y="268"/>
                      <a:pt x="809" y="176"/>
                    </a:cubicBezTo>
                    <a:cubicBezTo>
                      <a:pt x="822" y="183"/>
                      <a:pt x="835" y="183"/>
                      <a:pt x="842" y="183"/>
                    </a:cubicBezTo>
                    <a:cubicBezTo>
                      <a:pt x="855" y="183"/>
                      <a:pt x="868" y="183"/>
                      <a:pt x="881" y="176"/>
                    </a:cubicBezTo>
                    <a:cubicBezTo>
                      <a:pt x="913" y="170"/>
                      <a:pt x="946" y="163"/>
                      <a:pt x="979" y="163"/>
                    </a:cubicBezTo>
                    <a:close/>
                    <a:moveTo>
                      <a:pt x="979" y="0"/>
                    </a:moveTo>
                    <a:cubicBezTo>
                      <a:pt x="939" y="0"/>
                      <a:pt x="894" y="7"/>
                      <a:pt x="855" y="13"/>
                    </a:cubicBezTo>
                    <a:lnTo>
                      <a:pt x="809" y="13"/>
                    </a:lnTo>
                    <a:cubicBezTo>
                      <a:pt x="757" y="13"/>
                      <a:pt x="731" y="26"/>
                      <a:pt x="483" y="183"/>
                    </a:cubicBezTo>
                    <a:cubicBezTo>
                      <a:pt x="398" y="235"/>
                      <a:pt x="314" y="300"/>
                      <a:pt x="236" y="365"/>
                    </a:cubicBezTo>
                    <a:cubicBezTo>
                      <a:pt x="138" y="476"/>
                      <a:pt x="66" y="593"/>
                      <a:pt x="20" y="730"/>
                    </a:cubicBezTo>
                    <a:lnTo>
                      <a:pt x="1" y="776"/>
                    </a:lnTo>
                    <a:lnTo>
                      <a:pt x="7" y="821"/>
                    </a:lnTo>
                    <a:cubicBezTo>
                      <a:pt x="53" y="1030"/>
                      <a:pt x="105" y="1213"/>
                      <a:pt x="164" y="1382"/>
                    </a:cubicBezTo>
                    <a:lnTo>
                      <a:pt x="196" y="1480"/>
                    </a:lnTo>
                    <a:lnTo>
                      <a:pt x="294" y="1493"/>
                    </a:lnTo>
                    <a:lnTo>
                      <a:pt x="359" y="1506"/>
                    </a:lnTo>
                    <a:lnTo>
                      <a:pt x="431" y="1519"/>
                    </a:lnTo>
                    <a:lnTo>
                      <a:pt x="490" y="1473"/>
                    </a:lnTo>
                    <a:lnTo>
                      <a:pt x="496" y="1467"/>
                    </a:lnTo>
                    <a:lnTo>
                      <a:pt x="561" y="1421"/>
                    </a:lnTo>
                    <a:lnTo>
                      <a:pt x="568" y="1336"/>
                    </a:lnTo>
                    <a:cubicBezTo>
                      <a:pt x="587" y="906"/>
                      <a:pt x="829" y="580"/>
                      <a:pt x="1278" y="365"/>
                    </a:cubicBezTo>
                    <a:lnTo>
                      <a:pt x="1591" y="215"/>
                    </a:lnTo>
                    <a:lnTo>
                      <a:pt x="1278" y="72"/>
                    </a:lnTo>
                    <a:cubicBezTo>
                      <a:pt x="1181" y="26"/>
                      <a:pt x="1083" y="0"/>
                      <a:pt x="97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1" name="Google Shape;6871;p69"/>
              <p:cNvSpPr/>
              <p:nvPr/>
            </p:nvSpPr>
            <p:spPr>
              <a:xfrm>
                <a:off x="2202529" y="3560310"/>
                <a:ext cx="27520" cy="26182"/>
              </a:xfrm>
              <a:custGeom>
                <a:rect b="b" l="l" r="r" t="t"/>
                <a:pathLst>
                  <a:path extrusionOk="0" h="1037" w="1090">
                    <a:moveTo>
                      <a:pt x="620" y="0"/>
                    </a:moveTo>
                    <a:lnTo>
                      <a:pt x="379" y="157"/>
                    </a:lnTo>
                    <a:lnTo>
                      <a:pt x="438" y="235"/>
                    </a:lnTo>
                    <a:cubicBezTo>
                      <a:pt x="340" y="274"/>
                      <a:pt x="33" y="424"/>
                      <a:pt x="20" y="633"/>
                    </a:cubicBezTo>
                    <a:cubicBezTo>
                      <a:pt x="1" y="848"/>
                      <a:pt x="196" y="952"/>
                      <a:pt x="366" y="985"/>
                    </a:cubicBezTo>
                    <a:lnTo>
                      <a:pt x="385" y="985"/>
                    </a:lnTo>
                    <a:cubicBezTo>
                      <a:pt x="438" y="978"/>
                      <a:pt x="483" y="978"/>
                      <a:pt x="529" y="978"/>
                    </a:cubicBezTo>
                    <a:cubicBezTo>
                      <a:pt x="627" y="978"/>
                      <a:pt x="724" y="991"/>
                      <a:pt x="822" y="1011"/>
                    </a:cubicBezTo>
                    <a:lnTo>
                      <a:pt x="926" y="1037"/>
                    </a:lnTo>
                    <a:lnTo>
                      <a:pt x="926" y="926"/>
                    </a:lnTo>
                    <a:cubicBezTo>
                      <a:pt x="920" y="782"/>
                      <a:pt x="926" y="587"/>
                      <a:pt x="1031" y="502"/>
                    </a:cubicBezTo>
                    <a:lnTo>
                      <a:pt x="1089" y="450"/>
                    </a:lnTo>
                    <a:lnTo>
                      <a:pt x="939" y="255"/>
                    </a:lnTo>
                    <a:lnTo>
                      <a:pt x="881" y="287"/>
                    </a:lnTo>
                    <a:cubicBezTo>
                      <a:pt x="816" y="320"/>
                      <a:pt x="750" y="359"/>
                      <a:pt x="698" y="404"/>
                    </a:cubicBezTo>
                    <a:cubicBezTo>
                      <a:pt x="698" y="339"/>
                      <a:pt x="718" y="281"/>
                      <a:pt x="744" y="228"/>
                    </a:cubicBezTo>
                    <a:lnTo>
                      <a:pt x="783" y="176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2" name="Google Shape;6872;p69"/>
              <p:cNvSpPr/>
              <p:nvPr/>
            </p:nvSpPr>
            <p:spPr>
              <a:xfrm>
                <a:off x="2200408" y="3557507"/>
                <a:ext cx="32443" cy="31458"/>
              </a:xfrm>
              <a:custGeom>
                <a:rect b="b" l="l" r="r" t="t"/>
                <a:pathLst>
                  <a:path extrusionOk="0" h="1246" w="1285">
                    <a:moveTo>
                      <a:pt x="691" y="209"/>
                    </a:moveTo>
                    <a:lnTo>
                      <a:pt x="691" y="216"/>
                    </a:lnTo>
                    <a:lnTo>
                      <a:pt x="763" y="287"/>
                    </a:lnTo>
                    <a:cubicBezTo>
                      <a:pt x="711" y="379"/>
                      <a:pt x="691" y="476"/>
                      <a:pt x="698" y="581"/>
                    </a:cubicBezTo>
                    <a:cubicBezTo>
                      <a:pt x="698" y="607"/>
                      <a:pt x="711" y="626"/>
                      <a:pt x="737" y="633"/>
                    </a:cubicBezTo>
                    <a:lnTo>
                      <a:pt x="750" y="633"/>
                    </a:lnTo>
                    <a:cubicBezTo>
                      <a:pt x="769" y="633"/>
                      <a:pt x="789" y="620"/>
                      <a:pt x="795" y="607"/>
                    </a:cubicBezTo>
                    <a:cubicBezTo>
                      <a:pt x="854" y="548"/>
                      <a:pt x="919" y="502"/>
                      <a:pt x="997" y="463"/>
                    </a:cubicBezTo>
                    <a:lnTo>
                      <a:pt x="1063" y="548"/>
                    </a:lnTo>
                    <a:cubicBezTo>
                      <a:pt x="932" y="659"/>
                      <a:pt x="919" y="874"/>
                      <a:pt x="926" y="1043"/>
                    </a:cubicBezTo>
                    <a:cubicBezTo>
                      <a:pt x="821" y="1017"/>
                      <a:pt x="717" y="1004"/>
                      <a:pt x="613" y="1004"/>
                    </a:cubicBezTo>
                    <a:cubicBezTo>
                      <a:pt x="567" y="1004"/>
                      <a:pt x="515" y="1004"/>
                      <a:pt x="463" y="1011"/>
                    </a:cubicBezTo>
                    <a:cubicBezTo>
                      <a:pt x="461" y="1011"/>
                      <a:pt x="458" y="1011"/>
                      <a:pt x="456" y="1011"/>
                    </a:cubicBezTo>
                    <a:cubicBezTo>
                      <a:pt x="396" y="1011"/>
                      <a:pt x="170" y="943"/>
                      <a:pt x="183" y="750"/>
                    </a:cubicBezTo>
                    <a:cubicBezTo>
                      <a:pt x="196" y="581"/>
                      <a:pt x="476" y="444"/>
                      <a:pt x="587" y="411"/>
                    </a:cubicBezTo>
                    <a:cubicBezTo>
                      <a:pt x="600" y="405"/>
                      <a:pt x="613" y="392"/>
                      <a:pt x="619" y="372"/>
                    </a:cubicBezTo>
                    <a:cubicBezTo>
                      <a:pt x="626" y="353"/>
                      <a:pt x="619" y="339"/>
                      <a:pt x="613" y="326"/>
                    </a:cubicBezTo>
                    <a:lnTo>
                      <a:pt x="580" y="281"/>
                    </a:lnTo>
                    <a:lnTo>
                      <a:pt x="691" y="209"/>
                    </a:lnTo>
                    <a:close/>
                    <a:moveTo>
                      <a:pt x="717" y="1"/>
                    </a:moveTo>
                    <a:lnTo>
                      <a:pt x="606" y="72"/>
                    </a:lnTo>
                    <a:lnTo>
                      <a:pt x="495" y="144"/>
                    </a:lnTo>
                    <a:lnTo>
                      <a:pt x="352" y="235"/>
                    </a:lnTo>
                    <a:lnTo>
                      <a:pt x="404" y="307"/>
                    </a:lnTo>
                    <a:cubicBezTo>
                      <a:pt x="254" y="385"/>
                      <a:pt x="39" y="522"/>
                      <a:pt x="20" y="737"/>
                    </a:cubicBezTo>
                    <a:cubicBezTo>
                      <a:pt x="0" y="998"/>
                      <a:pt x="235" y="1135"/>
                      <a:pt x="437" y="1174"/>
                    </a:cubicBezTo>
                    <a:lnTo>
                      <a:pt x="476" y="1174"/>
                    </a:lnTo>
                    <a:cubicBezTo>
                      <a:pt x="522" y="1174"/>
                      <a:pt x="567" y="1167"/>
                      <a:pt x="613" y="1167"/>
                    </a:cubicBezTo>
                    <a:cubicBezTo>
                      <a:pt x="704" y="1167"/>
                      <a:pt x="795" y="1180"/>
                      <a:pt x="887" y="1200"/>
                    </a:cubicBezTo>
                    <a:lnTo>
                      <a:pt x="1095" y="1245"/>
                    </a:lnTo>
                    <a:lnTo>
                      <a:pt x="1089" y="1037"/>
                    </a:lnTo>
                    <a:cubicBezTo>
                      <a:pt x="1089" y="965"/>
                      <a:pt x="1082" y="744"/>
                      <a:pt x="1167" y="672"/>
                    </a:cubicBezTo>
                    <a:lnTo>
                      <a:pt x="1284" y="574"/>
                    </a:lnTo>
                    <a:lnTo>
                      <a:pt x="1186" y="450"/>
                    </a:lnTo>
                    <a:lnTo>
                      <a:pt x="1121" y="366"/>
                    </a:lnTo>
                    <a:lnTo>
                      <a:pt x="1043" y="261"/>
                    </a:lnTo>
                    <a:lnTo>
                      <a:pt x="945" y="313"/>
                    </a:lnTo>
                    <a:lnTo>
                      <a:pt x="971" y="274"/>
                    </a:lnTo>
                    <a:lnTo>
                      <a:pt x="880" y="177"/>
                    </a:lnTo>
                    <a:lnTo>
                      <a:pt x="815" y="105"/>
                    </a:lnTo>
                    <a:lnTo>
                      <a:pt x="724" y="1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3" name="Google Shape;6873;p69"/>
              <p:cNvSpPr/>
              <p:nvPr/>
            </p:nvSpPr>
            <p:spPr>
              <a:xfrm>
                <a:off x="2137037" y="3585330"/>
                <a:ext cx="29338" cy="46077"/>
              </a:xfrm>
              <a:custGeom>
                <a:rect b="b" l="l" r="r" t="t"/>
                <a:pathLst>
                  <a:path extrusionOk="0" h="1825" w="1162">
                    <a:moveTo>
                      <a:pt x="900" y="0"/>
                    </a:moveTo>
                    <a:cubicBezTo>
                      <a:pt x="796" y="0"/>
                      <a:pt x="692" y="13"/>
                      <a:pt x="594" y="46"/>
                    </a:cubicBezTo>
                    <a:cubicBezTo>
                      <a:pt x="392" y="111"/>
                      <a:pt x="222" y="261"/>
                      <a:pt x="125" y="450"/>
                    </a:cubicBezTo>
                    <a:cubicBezTo>
                      <a:pt x="1" y="710"/>
                      <a:pt x="7" y="1375"/>
                      <a:pt x="183" y="1662"/>
                    </a:cubicBezTo>
                    <a:cubicBezTo>
                      <a:pt x="229" y="1753"/>
                      <a:pt x="320" y="1818"/>
                      <a:pt x="425" y="1825"/>
                    </a:cubicBezTo>
                    <a:lnTo>
                      <a:pt x="431" y="1818"/>
                    </a:lnTo>
                    <a:cubicBezTo>
                      <a:pt x="457" y="1818"/>
                      <a:pt x="483" y="1818"/>
                      <a:pt x="509" y="1812"/>
                    </a:cubicBezTo>
                    <a:cubicBezTo>
                      <a:pt x="542" y="1799"/>
                      <a:pt x="568" y="1773"/>
                      <a:pt x="587" y="1740"/>
                    </a:cubicBezTo>
                    <a:cubicBezTo>
                      <a:pt x="614" y="1669"/>
                      <a:pt x="614" y="1584"/>
                      <a:pt x="574" y="1512"/>
                    </a:cubicBezTo>
                    <a:cubicBezTo>
                      <a:pt x="568" y="1480"/>
                      <a:pt x="555" y="1440"/>
                      <a:pt x="555" y="1408"/>
                    </a:cubicBezTo>
                    <a:cubicBezTo>
                      <a:pt x="561" y="763"/>
                      <a:pt x="822" y="359"/>
                      <a:pt x="1044" y="143"/>
                    </a:cubicBezTo>
                    <a:lnTo>
                      <a:pt x="1161" y="13"/>
                    </a:lnTo>
                    <a:lnTo>
                      <a:pt x="99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4" name="Google Shape;6874;p69"/>
              <p:cNvSpPr/>
              <p:nvPr/>
            </p:nvSpPr>
            <p:spPr>
              <a:xfrm>
                <a:off x="2134916" y="3583184"/>
                <a:ext cx="36053" cy="50217"/>
              </a:xfrm>
              <a:custGeom>
                <a:rect b="b" l="l" r="r" t="t"/>
                <a:pathLst>
                  <a:path extrusionOk="0" h="1989" w="1428">
                    <a:moveTo>
                      <a:pt x="978" y="0"/>
                    </a:moveTo>
                    <a:cubicBezTo>
                      <a:pt x="978" y="0"/>
                      <a:pt x="979" y="0"/>
                      <a:pt x="980" y="0"/>
                    </a:cubicBezTo>
                    <a:lnTo>
                      <a:pt x="980" y="0"/>
                    </a:lnTo>
                    <a:cubicBezTo>
                      <a:pt x="981" y="0"/>
                      <a:pt x="983" y="0"/>
                      <a:pt x="984" y="0"/>
                    </a:cubicBezTo>
                    <a:close/>
                    <a:moveTo>
                      <a:pt x="984" y="163"/>
                    </a:moveTo>
                    <a:cubicBezTo>
                      <a:pt x="1010" y="163"/>
                      <a:pt x="1036" y="163"/>
                      <a:pt x="1063" y="170"/>
                    </a:cubicBezTo>
                    <a:cubicBezTo>
                      <a:pt x="854" y="378"/>
                      <a:pt x="561" y="795"/>
                      <a:pt x="554" y="1486"/>
                    </a:cubicBezTo>
                    <a:cubicBezTo>
                      <a:pt x="554" y="1597"/>
                      <a:pt x="671" y="1786"/>
                      <a:pt x="567" y="1812"/>
                    </a:cubicBezTo>
                    <a:cubicBezTo>
                      <a:pt x="548" y="1819"/>
                      <a:pt x="528" y="1819"/>
                      <a:pt x="509" y="1825"/>
                    </a:cubicBezTo>
                    <a:cubicBezTo>
                      <a:pt x="176" y="1825"/>
                      <a:pt x="137" y="854"/>
                      <a:pt x="280" y="574"/>
                    </a:cubicBezTo>
                    <a:cubicBezTo>
                      <a:pt x="365" y="398"/>
                      <a:pt x="522" y="268"/>
                      <a:pt x="704" y="202"/>
                    </a:cubicBezTo>
                    <a:cubicBezTo>
                      <a:pt x="795" y="176"/>
                      <a:pt x="887" y="163"/>
                      <a:pt x="984" y="163"/>
                    </a:cubicBezTo>
                    <a:close/>
                    <a:moveTo>
                      <a:pt x="980" y="0"/>
                    </a:moveTo>
                    <a:lnTo>
                      <a:pt x="980" y="0"/>
                    </a:lnTo>
                    <a:cubicBezTo>
                      <a:pt x="864" y="1"/>
                      <a:pt x="755" y="14"/>
                      <a:pt x="652" y="52"/>
                    </a:cubicBezTo>
                    <a:cubicBezTo>
                      <a:pt x="424" y="124"/>
                      <a:pt x="241" y="287"/>
                      <a:pt x="137" y="496"/>
                    </a:cubicBezTo>
                    <a:cubicBezTo>
                      <a:pt x="0" y="776"/>
                      <a:pt x="0" y="1473"/>
                      <a:pt x="196" y="1786"/>
                    </a:cubicBezTo>
                    <a:cubicBezTo>
                      <a:pt x="254" y="1903"/>
                      <a:pt x="378" y="1982"/>
                      <a:pt x="509" y="1988"/>
                    </a:cubicBezTo>
                    <a:cubicBezTo>
                      <a:pt x="541" y="1982"/>
                      <a:pt x="580" y="1982"/>
                      <a:pt x="613" y="1969"/>
                    </a:cubicBezTo>
                    <a:cubicBezTo>
                      <a:pt x="665" y="1956"/>
                      <a:pt x="717" y="1916"/>
                      <a:pt x="743" y="1864"/>
                    </a:cubicBezTo>
                    <a:cubicBezTo>
                      <a:pt x="782" y="1767"/>
                      <a:pt x="782" y="1662"/>
                      <a:pt x="737" y="1571"/>
                    </a:cubicBezTo>
                    <a:cubicBezTo>
                      <a:pt x="730" y="1545"/>
                      <a:pt x="724" y="1519"/>
                      <a:pt x="717" y="1486"/>
                    </a:cubicBezTo>
                    <a:cubicBezTo>
                      <a:pt x="724" y="874"/>
                      <a:pt x="971" y="489"/>
                      <a:pt x="1180" y="281"/>
                    </a:cubicBezTo>
                    <a:lnTo>
                      <a:pt x="1428" y="33"/>
                    </a:lnTo>
                    <a:lnTo>
                      <a:pt x="1076" y="7"/>
                    </a:lnTo>
                    <a:cubicBezTo>
                      <a:pt x="1044" y="7"/>
                      <a:pt x="1012" y="1"/>
                      <a:pt x="98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5" name="Google Shape;6875;p69"/>
              <p:cNvSpPr/>
              <p:nvPr/>
            </p:nvSpPr>
            <p:spPr>
              <a:xfrm>
                <a:off x="2154811" y="3552584"/>
                <a:ext cx="99576" cy="131666"/>
              </a:xfrm>
              <a:custGeom>
                <a:rect b="b" l="l" r="r" t="t"/>
                <a:pathLst>
                  <a:path extrusionOk="0" h="5215" w="3944">
                    <a:moveTo>
                      <a:pt x="2041" y="0"/>
                    </a:moveTo>
                    <a:lnTo>
                      <a:pt x="1989" y="13"/>
                    </a:lnTo>
                    <a:cubicBezTo>
                      <a:pt x="1897" y="33"/>
                      <a:pt x="1813" y="59"/>
                      <a:pt x="1721" y="85"/>
                    </a:cubicBezTo>
                    <a:cubicBezTo>
                      <a:pt x="1259" y="235"/>
                      <a:pt x="705" y="567"/>
                      <a:pt x="692" y="1277"/>
                    </a:cubicBezTo>
                    <a:cubicBezTo>
                      <a:pt x="672" y="1291"/>
                      <a:pt x="27" y="1701"/>
                      <a:pt x="20" y="2711"/>
                    </a:cubicBezTo>
                    <a:cubicBezTo>
                      <a:pt x="14" y="3226"/>
                      <a:pt x="1" y="4438"/>
                      <a:pt x="1747" y="5012"/>
                    </a:cubicBezTo>
                    <a:cubicBezTo>
                      <a:pt x="1956" y="5084"/>
                      <a:pt x="2510" y="5214"/>
                      <a:pt x="2725" y="5214"/>
                    </a:cubicBezTo>
                    <a:cubicBezTo>
                      <a:pt x="2751" y="5214"/>
                      <a:pt x="2777" y="5214"/>
                      <a:pt x="2797" y="5208"/>
                    </a:cubicBezTo>
                    <a:cubicBezTo>
                      <a:pt x="2816" y="5208"/>
                      <a:pt x="2835" y="5209"/>
                      <a:pt x="2854" y="5209"/>
                    </a:cubicBezTo>
                    <a:cubicBezTo>
                      <a:pt x="2990" y="5209"/>
                      <a:pt x="3121" y="5188"/>
                      <a:pt x="3247" y="5142"/>
                    </a:cubicBezTo>
                    <a:cubicBezTo>
                      <a:pt x="3540" y="5058"/>
                      <a:pt x="3892" y="4803"/>
                      <a:pt x="3911" y="4093"/>
                    </a:cubicBezTo>
                    <a:cubicBezTo>
                      <a:pt x="3918" y="3865"/>
                      <a:pt x="3924" y="3565"/>
                      <a:pt x="3911" y="3285"/>
                    </a:cubicBezTo>
                    <a:cubicBezTo>
                      <a:pt x="3944" y="2992"/>
                      <a:pt x="3774" y="2359"/>
                      <a:pt x="3709" y="2229"/>
                    </a:cubicBezTo>
                    <a:cubicBezTo>
                      <a:pt x="3644" y="2060"/>
                      <a:pt x="3540" y="1903"/>
                      <a:pt x="3409" y="1779"/>
                    </a:cubicBezTo>
                    <a:cubicBezTo>
                      <a:pt x="3168" y="1551"/>
                      <a:pt x="2849" y="1440"/>
                      <a:pt x="2425" y="1440"/>
                    </a:cubicBezTo>
                    <a:lnTo>
                      <a:pt x="2282" y="1440"/>
                    </a:lnTo>
                    <a:cubicBezTo>
                      <a:pt x="2256" y="1434"/>
                      <a:pt x="2223" y="1434"/>
                      <a:pt x="2197" y="1434"/>
                    </a:cubicBezTo>
                    <a:lnTo>
                      <a:pt x="2139" y="1434"/>
                    </a:lnTo>
                    <a:cubicBezTo>
                      <a:pt x="2041" y="1408"/>
                      <a:pt x="1702" y="1304"/>
                      <a:pt x="1728" y="991"/>
                    </a:cubicBezTo>
                    <a:cubicBezTo>
                      <a:pt x="1747" y="730"/>
                      <a:pt x="2106" y="548"/>
                      <a:pt x="2256" y="476"/>
                    </a:cubicBezTo>
                    <a:lnTo>
                      <a:pt x="2347" y="437"/>
                    </a:lnTo>
                    <a:lnTo>
                      <a:pt x="2041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6" name="Google Shape;6876;p69"/>
              <p:cNvSpPr/>
              <p:nvPr/>
            </p:nvSpPr>
            <p:spPr>
              <a:xfrm>
                <a:off x="2152842" y="3550110"/>
                <a:ext cx="103540" cy="136109"/>
              </a:xfrm>
              <a:custGeom>
                <a:rect b="b" l="l" r="r" t="t"/>
                <a:pathLst>
                  <a:path extrusionOk="0" h="5391" w="4101">
                    <a:moveTo>
                      <a:pt x="2086" y="189"/>
                    </a:moveTo>
                    <a:lnTo>
                      <a:pt x="2301" y="502"/>
                    </a:lnTo>
                    <a:cubicBezTo>
                      <a:pt x="2125" y="580"/>
                      <a:pt x="1754" y="782"/>
                      <a:pt x="1728" y="1082"/>
                    </a:cubicBezTo>
                    <a:cubicBezTo>
                      <a:pt x="1702" y="1415"/>
                      <a:pt x="2008" y="1571"/>
                      <a:pt x="2217" y="1617"/>
                    </a:cubicBezTo>
                    <a:cubicBezTo>
                      <a:pt x="2236" y="1610"/>
                      <a:pt x="2256" y="1610"/>
                      <a:pt x="2275" y="1610"/>
                    </a:cubicBezTo>
                    <a:cubicBezTo>
                      <a:pt x="2314" y="1610"/>
                      <a:pt x="2347" y="1617"/>
                      <a:pt x="2379" y="1623"/>
                    </a:cubicBezTo>
                    <a:cubicBezTo>
                      <a:pt x="2406" y="1630"/>
                      <a:pt x="2438" y="1636"/>
                      <a:pt x="2464" y="1649"/>
                    </a:cubicBezTo>
                    <a:cubicBezTo>
                      <a:pt x="2458" y="1636"/>
                      <a:pt x="2451" y="1623"/>
                      <a:pt x="2445" y="1617"/>
                    </a:cubicBezTo>
                    <a:lnTo>
                      <a:pt x="2503" y="1617"/>
                    </a:lnTo>
                    <a:cubicBezTo>
                      <a:pt x="2901" y="1617"/>
                      <a:pt x="3207" y="1721"/>
                      <a:pt x="3429" y="1929"/>
                    </a:cubicBezTo>
                    <a:cubicBezTo>
                      <a:pt x="3553" y="2047"/>
                      <a:pt x="3650" y="2190"/>
                      <a:pt x="3716" y="2353"/>
                    </a:cubicBezTo>
                    <a:cubicBezTo>
                      <a:pt x="3748" y="2392"/>
                      <a:pt x="3944" y="3083"/>
                      <a:pt x="3905" y="3376"/>
                    </a:cubicBezTo>
                    <a:cubicBezTo>
                      <a:pt x="3918" y="3637"/>
                      <a:pt x="3918" y="3911"/>
                      <a:pt x="3905" y="4185"/>
                    </a:cubicBezTo>
                    <a:cubicBezTo>
                      <a:pt x="3892" y="4706"/>
                      <a:pt x="3690" y="5045"/>
                      <a:pt x="3298" y="5162"/>
                    </a:cubicBezTo>
                    <a:cubicBezTo>
                      <a:pt x="3176" y="5203"/>
                      <a:pt x="3042" y="5228"/>
                      <a:pt x="2912" y="5228"/>
                    </a:cubicBezTo>
                    <a:cubicBezTo>
                      <a:pt x="2898" y="5228"/>
                      <a:pt x="2883" y="5228"/>
                      <a:pt x="2868" y="5227"/>
                    </a:cubicBezTo>
                    <a:cubicBezTo>
                      <a:pt x="2849" y="5227"/>
                      <a:pt x="2829" y="5234"/>
                      <a:pt x="2803" y="5234"/>
                    </a:cubicBezTo>
                    <a:cubicBezTo>
                      <a:pt x="2601" y="5234"/>
                      <a:pt x="2067" y="5110"/>
                      <a:pt x="1858" y="5038"/>
                    </a:cubicBezTo>
                    <a:cubicBezTo>
                      <a:pt x="164" y="4478"/>
                      <a:pt x="177" y="3311"/>
                      <a:pt x="183" y="2809"/>
                    </a:cubicBezTo>
                    <a:cubicBezTo>
                      <a:pt x="190" y="1845"/>
                      <a:pt x="796" y="1460"/>
                      <a:pt x="822" y="1447"/>
                    </a:cubicBezTo>
                    <a:cubicBezTo>
                      <a:pt x="841" y="1434"/>
                      <a:pt x="854" y="1408"/>
                      <a:pt x="861" y="1382"/>
                    </a:cubicBezTo>
                    <a:cubicBezTo>
                      <a:pt x="874" y="717"/>
                      <a:pt x="1395" y="404"/>
                      <a:pt x="1832" y="261"/>
                    </a:cubicBezTo>
                    <a:cubicBezTo>
                      <a:pt x="1917" y="235"/>
                      <a:pt x="2001" y="209"/>
                      <a:pt x="2086" y="189"/>
                    </a:cubicBezTo>
                    <a:close/>
                    <a:moveTo>
                      <a:pt x="2158" y="0"/>
                    </a:moveTo>
                    <a:lnTo>
                      <a:pt x="2158" y="7"/>
                    </a:lnTo>
                    <a:lnTo>
                      <a:pt x="2054" y="33"/>
                    </a:lnTo>
                    <a:cubicBezTo>
                      <a:pt x="1962" y="52"/>
                      <a:pt x="1871" y="79"/>
                      <a:pt x="1780" y="105"/>
                    </a:cubicBezTo>
                    <a:cubicBezTo>
                      <a:pt x="1109" y="326"/>
                      <a:pt x="724" y="756"/>
                      <a:pt x="698" y="1330"/>
                    </a:cubicBezTo>
                    <a:cubicBezTo>
                      <a:pt x="548" y="1441"/>
                      <a:pt x="27" y="1884"/>
                      <a:pt x="20" y="2803"/>
                    </a:cubicBezTo>
                    <a:cubicBezTo>
                      <a:pt x="14" y="3292"/>
                      <a:pt x="1" y="4595"/>
                      <a:pt x="1806" y="5188"/>
                    </a:cubicBezTo>
                    <a:cubicBezTo>
                      <a:pt x="2021" y="5260"/>
                      <a:pt x="2575" y="5390"/>
                      <a:pt x="2803" y="5390"/>
                    </a:cubicBezTo>
                    <a:cubicBezTo>
                      <a:pt x="2836" y="5390"/>
                      <a:pt x="2862" y="5390"/>
                      <a:pt x="2888" y="5384"/>
                    </a:cubicBezTo>
                    <a:cubicBezTo>
                      <a:pt x="2904" y="5384"/>
                      <a:pt x="2919" y="5385"/>
                      <a:pt x="2935" y="5385"/>
                    </a:cubicBezTo>
                    <a:cubicBezTo>
                      <a:pt x="3076" y="5385"/>
                      <a:pt x="3216" y="5359"/>
                      <a:pt x="3351" y="5312"/>
                    </a:cubicBezTo>
                    <a:cubicBezTo>
                      <a:pt x="3670" y="5214"/>
                      <a:pt x="4055" y="4941"/>
                      <a:pt x="4074" y="4185"/>
                    </a:cubicBezTo>
                    <a:cubicBezTo>
                      <a:pt x="4081" y="3963"/>
                      <a:pt x="4081" y="3663"/>
                      <a:pt x="4074" y="3383"/>
                    </a:cubicBezTo>
                    <a:cubicBezTo>
                      <a:pt x="4100" y="3090"/>
                      <a:pt x="3950" y="2464"/>
                      <a:pt x="3865" y="2288"/>
                    </a:cubicBezTo>
                    <a:cubicBezTo>
                      <a:pt x="3794" y="2105"/>
                      <a:pt x="3676" y="1943"/>
                      <a:pt x="3540" y="1806"/>
                    </a:cubicBezTo>
                    <a:cubicBezTo>
                      <a:pt x="3285" y="1564"/>
                      <a:pt x="2947" y="1447"/>
                      <a:pt x="2503" y="1447"/>
                    </a:cubicBezTo>
                    <a:lnTo>
                      <a:pt x="2366" y="1447"/>
                    </a:lnTo>
                    <a:cubicBezTo>
                      <a:pt x="2340" y="1447"/>
                      <a:pt x="2308" y="1441"/>
                      <a:pt x="2275" y="1441"/>
                    </a:cubicBezTo>
                    <a:lnTo>
                      <a:pt x="2230" y="1441"/>
                    </a:lnTo>
                    <a:cubicBezTo>
                      <a:pt x="2132" y="1421"/>
                      <a:pt x="1871" y="1330"/>
                      <a:pt x="1891" y="1089"/>
                    </a:cubicBezTo>
                    <a:cubicBezTo>
                      <a:pt x="1910" y="867"/>
                      <a:pt x="2262" y="691"/>
                      <a:pt x="2373" y="646"/>
                    </a:cubicBezTo>
                    <a:lnTo>
                      <a:pt x="2549" y="561"/>
                    </a:lnTo>
                    <a:lnTo>
                      <a:pt x="2438" y="398"/>
                    </a:lnTo>
                    <a:lnTo>
                      <a:pt x="2217" y="92"/>
                    </a:lnTo>
                    <a:lnTo>
                      <a:pt x="2158" y="0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77" name="Google Shape;6877;p69"/>
          <p:cNvGrpSpPr/>
          <p:nvPr/>
        </p:nvGrpSpPr>
        <p:grpSpPr>
          <a:xfrm>
            <a:off x="2942205" y="3064707"/>
            <a:ext cx="550623" cy="1310497"/>
            <a:chOff x="2942205" y="3050537"/>
            <a:chExt cx="550623" cy="1310497"/>
          </a:xfrm>
        </p:grpSpPr>
        <p:sp>
          <p:nvSpPr>
            <p:cNvPr id="6878" name="Google Shape;6878;p69"/>
            <p:cNvSpPr/>
            <p:nvPr/>
          </p:nvSpPr>
          <p:spPr>
            <a:xfrm>
              <a:off x="2991084" y="4311978"/>
              <a:ext cx="453016" cy="49056"/>
            </a:xfrm>
            <a:custGeom>
              <a:rect b="b" l="l" r="r" t="t"/>
              <a:pathLst>
                <a:path extrusionOk="0" h="1943" w="17943">
                  <a:moveTo>
                    <a:pt x="8975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21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79" name="Google Shape;6879;p69"/>
            <p:cNvGrpSpPr/>
            <p:nvPr/>
          </p:nvGrpSpPr>
          <p:grpSpPr>
            <a:xfrm>
              <a:off x="2942205" y="3050537"/>
              <a:ext cx="550623" cy="1278079"/>
              <a:chOff x="2942205" y="3050537"/>
              <a:chExt cx="550623" cy="1278079"/>
            </a:xfrm>
          </p:grpSpPr>
          <p:sp>
            <p:nvSpPr>
              <p:cNvPr id="6880" name="Google Shape;6880;p69"/>
              <p:cNvSpPr/>
              <p:nvPr/>
            </p:nvSpPr>
            <p:spPr>
              <a:xfrm>
                <a:off x="2942205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89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598" y="7834"/>
                    </a:cubicBezTo>
                    <a:cubicBezTo>
                      <a:pt x="2972" y="7906"/>
                      <a:pt x="2542" y="8512"/>
                      <a:pt x="2699" y="9131"/>
                    </a:cubicBezTo>
                    <a:cubicBezTo>
                      <a:pt x="2821" y="9609"/>
                      <a:pt x="3247" y="9920"/>
                      <a:pt x="3710" y="9920"/>
                    </a:cubicBezTo>
                    <a:cubicBezTo>
                      <a:pt x="3841" y="9920"/>
                      <a:pt x="3976" y="9895"/>
                      <a:pt x="4106" y="9842"/>
                    </a:cubicBezTo>
                    <a:cubicBezTo>
                      <a:pt x="4830" y="12044"/>
                      <a:pt x="6681" y="13804"/>
                      <a:pt x="8747" y="14560"/>
                    </a:cubicBezTo>
                    <a:cubicBezTo>
                      <a:pt x="8793" y="14573"/>
                      <a:pt x="8871" y="14593"/>
                      <a:pt x="8871" y="14606"/>
                    </a:cubicBezTo>
                    <a:lnTo>
                      <a:pt x="887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1" y="16705"/>
                      <a:pt x="4537" y="17076"/>
                      <a:pt x="4361" y="17623"/>
                    </a:cubicBezTo>
                    <a:lnTo>
                      <a:pt x="215" y="33239"/>
                    </a:lnTo>
                    <a:cubicBezTo>
                      <a:pt x="0" y="33872"/>
                      <a:pt x="294" y="34563"/>
                      <a:pt x="900" y="34849"/>
                    </a:cubicBezTo>
                    <a:cubicBezTo>
                      <a:pt x="1081" y="34936"/>
                      <a:pt x="1273" y="34977"/>
                      <a:pt x="1463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4" y="34429"/>
                    </a:cubicBezTo>
                    <a:cubicBezTo>
                      <a:pt x="2987" y="34429"/>
                      <a:pt x="3161" y="34309"/>
                      <a:pt x="3207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5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15"/>
                    </a:cubicBezTo>
                    <a:lnTo>
                      <a:pt x="8936" y="50615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35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11" y="50622"/>
                    </a:lnTo>
                    <a:cubicBezTo>
                      <a:pt x="17311" y="49090"/>
                      <a:pt x="15023" y="48732"/>
                      <a:pt x="15023" y="48732"/>
                    </a:cubicBezTo>
                    <a:cubicBezTo>
                      <a:pt x="15023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8" y="26474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88"/>
                      <a:pt x="18152" y="32334"/>
                      <a:pt x="18204" y="32542"/>
                    </a:cubicBezTo>
                    <a:lnTo>
                      <a:pt x="18562" y="34113"/>
                    </a:lnTo>
                    <a:cubicBezTo>
                      <a:pt x="18602" y="34305"/>
                      <a:pt x="18769" y="34428"/>
                      <a:pt x="18956" y="34428"/>
                    </a:cubicBezTo>
                    <a:cubicBezTo>
                      <a:pt x="18985" y="34428"/>
                      <a:pt x="19015" y="34425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8" y="34582"/>
                      <a:pt x="21808" y="33885"/>
                      <a:pt x="21600" y="33246"/>
                    </a:cubicBez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38" y="14697"/>
                      <a:pt x="12651" y="14691"/>
                    </a:cubicBezTo>
                    <a:cubicBezTo>
                      <a:pt x="12664" y="14691"/>
                      <a:pt x="12684" y="14684"/>
                      <a:pt x="12697" y="14678"/>
                    </a:cubicBezTo>
                    <a:cubicBezTo>
                      <a:pt x="14893" y="14013"/>
                      <a:pt x="16913" y="12201"/>
                      <a:pt x="17689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7" y="9920"/>
                      <a:pt x="17952" y="9920"/>
                      <a:pt x="17956" y="9920"/>
                    </a:cubicBezTo>
                    <a:cubicBezTo>
                      <a:pt x="18511" y="9920"/>
                      <a:pt x="18973" y="9485"/>
                      <a:pt x="19006" y="8929"/>
                    </a:cubicBezTo>
                    <a:cubicBezTo>
                      <a:pt x="19032" y="8369"/>
                      <a:pt x="18608" y="7880"/>
                      <a:pt x="18048" y="7834"/>
                    </a:cubicBezTo>
                    <a:lnTo>
                      <a:pt x="18048" y="7828"/>
                    </a:lnTo>
                    <a:cubicBezTo>
                      <a:pt x="18048" y="7815"/>
                      <a:pt x="18041" y="7802"/>
                      <a:pt x="18041" y="7789"/>
                    </a:cubicBezTo>
                    <a:cubicBezTo>
                      <a:pt x="18035" y="6068"/>
                      <a:pt x="17637" y="4295"/>
                      <a:pt x="16685" y="2998"/>
                    </a:cubicBezTo>
                    <a:cubicBezTo>
                      <a:pt x="17656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6" y="1181"/>
                      <a:pt x="12899" y="0"/>
                      <a:pt x="1068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81" name="Google Shape;6881;p69"/>
              <p:cNvGrpSpPr/>
              <p:nvPr/>
            </p:nvGrpSpPr>
            <p:grpSpPr>
              <a:xfrm>
                <a:off x="2976264" y="3168065"/>
                <a:ext cx="478718" cy="1086021"/>
                <a:chOff x="2976264" y="3168065"/>
                <a:chExt cx="478718" cy="1086021"/>
              </a:xfrm>
            </p:grpSpPr>
            <p:sp>
              <p:nvSpPr>
                <p:cNvPr id="6882" name="Google Shape;6882;p69"/>
                <p:cNvSpPr/>
                <p:nvPr/>
              </p:nvSpPr>
              <p:spPr>
                <a:xfrm>
                  <a:off x="2976264" y="3716491"/>
                  <a:ext cx="68522" cy="119951"/>
                </a:xfrm>
                <a:custGeom>
                  <a:rect b="b" l="l" r="r" t="t"/>
                  <a:pathLst>
                    <a:path extrusionOk="0" h="4751" w="2714">
                      <a:moveTo>
                        <a:pt x="2269" y="1"/>
                      </a:moveTo>
                      <a:cubicBezTo>
                        <a:pt x="2234" y="1"/>
                        <a:pt x="2197" y="6"/>
                        <a:pt x="2158" y="19"/>
                      </a:cubicBezTo>
                      <a:cubicBezTo>
                        <a:pt x="450" y="593"/>
                        <a:pt x="1" y="3161"/>
                        <a:pt x="79" y="4699"/>
                      </a:cubicBezTo>
                      <a:cubicBezTo>
                        <a:pt x="79" y="4731"/>
                        <a:pt x="106" y="4750"/>
                        <a:pt x="132" y="4750"/>
                      </a:cubicBezTo>
                      <a:cubicBezTo>
                        <a:pt x="149" y="4750"/>
                        <a:pt x="166" y="4742"/>
                        <a:pt x="176" y="4725"/>
                      </a:cubicBezTo>
                      <a:cubicBezTo>
                        <a:pt x="535" y="4079"/>
                        <a:pt x="763" y="3402"/>
                        <a:pt x="1024" y="2717"/>
                      </a:cubicBezTo>
                      <a:cubicBezTo>
                        <a:pt x="1369" y="1818"/>
                        <a:pt x="1871" y="1303"/>
                        <a:pt x="2510" y="619"/>
                      </a:cubicBezTo>
                      <a:cubicBezTo>
                        <a:pt x="2713" y="398"/>
                        <a:pt x="2559" y="1"/>
                        <a:pt x="226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3" name="Google Shape;6883;p69"/>
                <p:cNvSpPr/>
                <p:nvPr/>
              </p:nvSpPr>
              <p:spPr>
                <a:xfrm>
                  <a:off x="3000047" y="3758831"/>
                  <a:ext cx="39588" cy="65871"/>
                </a:xfrm>
                <a:custGeom>
                  <a:rect b="b" l="l" r="r" t="t"/>
                  <a:pathLst>
                    <a:path extrusionOk="0" h="2609" w="1568">
                      <a:moveTo>
                        <a:pt x="1310" y="1"/>
                      </a:moveTo>
                      <a:cubicBezTo>
                        <a:pt x="1276" y="1"/>
                        <a:pt x="1242" y="12"/>
                        <a:pt x="1209" y="37"/>
                      </a:cubicBezTo>
                      <a:cubicBezTo>
                        <a:pt x="883" y="284"/>
                        <a:pt x="720" y="656"/>
                        <a:pt x="564" y="1027"/>
                      </a:cubicBezTo>
                      <a:cubicBezTo>
                        <a:pt x="369" y="1464"/>
                        <a:pt x="186" y="1920"/>
                        <a:pt x="36" y="2376"/>
                      </a:cubicBezTo>
                      <a:cubicBezTo>
                        <a:pt x="0" y="2489"/>
                        <a:pt x="105" y="2609"/>
                        <a:pt x="211" y="2609"/>
                      </a:cubicBezTo>
                      <a:cubicBezTo>
                        <a:pt x="240" y="2609"/>
                        <a:pt x="270" y="2600"/>
                        <a:pt x="297" y="2578"/>
                      </a:cubicBezTo>
                      <a:cubicBezTo>
                        <a:pt x="668" y="2318"/>
                        <a:pt x="962" y="1959"/>
                        <a:pt x="1144" y="1542"/>
                      </a:cubicBezTo>
                      <a:cubicBezTo>
                        <a:pt x="1340" y="1138"/>
                        <a:pt x="1568" y="675"/>
                        <a:pt x="1522" y="219"/>
                      </a:cubicBezTo>
                      <a:cubicBezTo>
                        <a:pt x="1512" y="110"/>
                        <a:pt x="1416" y="1"/>
                        <a:pt x="13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4" name="Google Shape;6884;p69"/>
                <p:cNvSpPr/>
                <p:nvPr/>
              </p:nvSpPr>
              <p:spPr>
                <a:xfrm>
                  <a:off x="3021684" y="3580659"/>
                  <a:ext cx="59912" cy="110205"/>
                </a:xfrm>
                <a:custGeom>
                  <a:rect b="b" l="l" r="r" t="t"/>
                  <a:pathLst>
                    <a:path extrusionOk="0" h="4365" w="2373">
                      <a:moveTo>
                        <a:pt x="1377" y="0"/>
                      </a:moveTo>
                      <a:cubicBezTo>
                        <a:pt x="925" y="0"/>
                        <a:pt x="616" y="342"/>
                        <a:pt x="509" y="772"/>
                      </a:cubicBezTo>
                      <a:cubicBezTo>
                        <a:pt x="274" y="1743"/>
                        <a:pt x="0" y="2870"/>
                        <a:pt x="20" y="3874"/>
                      </a:cubicBezTo>
                      <a:cubicBezTo>
                        <a:pt x="29" y="4173"/>
                        <a:pt x="324" y="4364"/>
                        <a:pt x="606" y="4364"/>
                      </a:cubicBezTo>
                      <a:cubicBezTo>
                        <a:pt x="730" y="4364"/>
                        <a:pt x="852" y="4327"/>
                        <a:pt x="945" y="4245"/>
                      </a:cubicBezTo>
                      <a:cubicBezTo>
                        <a:pt x="1819" y="3463"/>
                        <a:pt x="2014" y="2088"/>
                        <a:pt x="2262" y="1000"/>
                      </a:cubicBezTo>
                      <a:cubicBezTo>
                        <a:pt x="2373" y="530"/>
                        <a:pt x="1949" y="68"/>
                        <a:pt x="1506" y="9"/>
                      </a:cubicBezTo>
                      <a:cubicBezTo>
                        <a:pt x="1462" y="3"/>
                        <a:pt x="1419" y="0"/>
                        <a:pt x="137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5" name="Google Shape;6885;p69"/>
                <p:cNvSpPr/>
                <p:nvPr/>
              </p:nvSpPr>
              <p:spPr>
                <a:xfrm>
                  <a:off x="3064554" y="3484820"/>
                  <a:ext cx="76626" cy="82383"/>
                </a:xfrm>
                <a:custGeom>
                  <a:rect b="b" l="l" r="r" t="t"/>
                  <a:pathLst>
                    <a:path extrusionOk="0" h="3263" w="3035">
                      <a:moveTo>
                        <a:pt x="2038" y="1"/>
                      </a:moveTo>
                      <a:cubicBezTo>
                        <a:pt x="1451" y="1"/>
                        <a:pt x="821" y="436"/>
                        <a:pt x="518" y="898"/>
                      </a:cubicBezTo>
                      <a:cubicBezTo>
                        <a:pt x="277" y="1257"/>
                        <a:pt x="290" y="1596"/>
                        <a:pt x="192" y="1993"/>
                      </a:cubicBezTo>
                      <a:cubicBezTo>
                        <a:pt x="108" y="2352"/>
                        <a:pt x="49" y="2717"/>
                        <a:pt x="16" y="3082"/>
                      </a:cubicBezTo>
                      <a:cubicBezTo>
                        <a:pt x="1" y="3196"/>
                        <a:pt x="100" y="3263"/>
                        <a:pt x="199" y="3263"/>
                      </a:cubicBezTo>
                      <a:cubicBezTo>
                        <a:pt x="264" y="3263"/>
                        <a:pt x="329" y="3235"/>
                        <a:pt x="362" y="3173"/>
                      </a:cubicBezTo>
                      <a:cubicBezTo>
                        <a:pt x="486" y="2932"/>
                        <a:pt x="597" y="2684"/>
                        <a:pt x="714" y="2443"/>
                      </a:cubicBezTo>
                      <a:cubicBezTo>
                        <a:pt x="838" y="2182"/>
                        <a:pt x="1027" y="2019"/>
                        <a:pt x="1203" y="1798"/>
                      </a:cubicBezTo>
                      <a:cubicBezTo>
                        <a:pt x="1333" y="1622"/>
                        <a:pt x="1502" y="1485"/>
                        <a:pt x="1705" y="1387"/>
                      </a:cubicBezTo>
                      <a:cubicBezTo>
                        <a:pt x="2030" y="1263"/>
                        <a:pt x="2356" y="1361"/>
                        <a:pt x="2682" y="1165"/>
                      </a:cubicBezTo>
                      <a:cubicBezTo>
                        <a:pt x="2982" y="989"/>
                        <a:pt x="3034" y="572"/>
                        <a:pt x="2793" y="325"/>
                      </a:cubicBezTo>
                      <a:cubicBezTo>
                        <a:pt x="2576" y="95"/>
                        <a:pt x="2311" y="1"/>
                        <a:pt x="203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6" name="Google Shape;6886;p69"/>
                <p:cNvSpPr/>
                <p:nvPr/>
              </p:nvSpPr>
              <p:spPr>
                <a:xfrm>
                  <a:off x="3110378" y="3514536"/>
                  <a:ext cx="118764" cy="101596"/>
                </a:xfrm>
                <a:custGeom>
                  <a:rect b="b" l="l" r="r" t="t"/>
                  <a:pathLst>
                    <a:path extrusionOk="0" h="4024" w="4704">
                      <a:moveTo>
                        <a:pt x="2490" y="1"/>
                      </a:moveTo>
                      <a:cubicBezTo>
                        <a:pt x="2445" y="1"/>
                        <a:pt x="2399" y="3"/>
                        <a:pt x="2353" y="8"/>
                      </a:cubicBezTo>
                      <a:cubicBezTo>
                        <a:pt x="1473" y="106"/>
                        <a:pt x="574" y="640"/>
                        <a:pt x="385" y="914"/>
                      </a:cubicBezTo>
                      <a:cubicBezTo>
                        <a:pt x="0" y="1468"/>
                        <a:pt x="137" y="2100"/>
                        <a:pt x="391" y="2674"/>
                      </a:cubicBezTo>
                      <a:cubicBezTo>
                        <a:pt x="742" y="3475"/>
                        <a:pt x="1557" y="4023"/>
                        <a:pt x="2372" y="4023"/>
                      </a:cubicBezTo>
                      <a:cubicBezTo>
                        <a:pt x="2783" y="4023"/>
                        <a:pt x="3194" y="3884"/>
                        <a:pt x="3546" y="3567"/>
                      </a:cubicBezTo>
                      <a:cubicBezTo>
                        <a:pt x="4703" y="2523"/>
                        <a:pt x="3958" y="1"/>
                        <a:pt x="249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7" name="Google Shape;6887;p69"/>
                <p:cNvSpPr/>
                <p:nvPr/>
              </p:nvSpPr>
              <p:spPr>
                <a:xfrm>
                  <a:off x="3162388" y="3474090"/>
                  <a:ext cx="36104" cy="28504"/>
                </a:xfrm>
                <a:custGeom>
                  <a:rect b="b" l="l" r="r" t="t"/>
                  <a:pathLst>
                    <a:path extrusionOk="0" h="1129" w="1430">
                      <a:moveTo>
                        <a:pt x="413" y="0"/>
                      </a:moveTo>
                      <a:cubicBezTo>
                        <a:pt x="204" y="0"/>
                        <a:pt x="1" y="207"/>
                        <a:pt x="52" y="424"/>
                      </a:cubicBezTo>
                      <a:cubicBezTo>
                        <a:pt x="26" y="541"/>
                        <a:pt x="13" y="658"/>
                        <a:pt x="19" y="782"/>
                      </a:cubicBezTo>
                      <a:cubicBezTo>
                        <a:pt x="19" y="919"/>
                        <a:pt x="111" y="1043"/>
                        <a:pt x="241" y="1076"/>
                      </a:cubicBezTo>
                      <a:cubicBezTo>
                        <a:pt x="495" y="1108"/>
                        <a:pt x="749" y="1128"/>
                        <a:pt x="1004" y="1128"/>
                      </a:cubicBezTo>
                      <a:cubicBezTo>
                        <a:pt x="1011" y="1128"/>
                        <a:pt x="1019" y="1128"/>
                        <a:pt x="1026" y="1128"/>
                      </a:cubicBezTo>
                      <a:cubicBezTo>
                        <a:pt x="1322" y="1128"/>
                        <a:pt x="1429" y="751"/>
                        <a:pt x="1245" y="548"/>
                      </a:cubicBezTo>
                      <a:cubicBezTo>
                        <a:pt x="1147" y="437"/>
                        <a:pt x="1036" y="346"/>
                        <a:pt x="912" y="267"/>
                      </a:cubicBezTo>
                      <a:cubicBezTo>
                        <a:pt x="762" y="170"/>
                        <a:pt x="678" y="65"/>
                        <a:pt x="502" y="13"/>
                      </a:cubicBezTo>
                      <a:cubicBezTo>
                        <a:pt x="473" y="4"/>
                        <a:pt x="443" y="0"/>
                        <a:pt x="41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8" name="Google Shape;6888;p69"/>
                <p:cNvSpPr/>
                <p:nvPr/>
              </p:nvSpPr>
              <p:spPr>
                <a:xfrm>
                  <a:off x="3179001" y="3433012"/>
                  <a:ext cx="38351" cy="58675"/>
                </a:xfrm>
                <a:custGeom>
                  <a:rect b="b" l="l" r="r" t="t"/>
                  <a:pathLst>
                    <a:path extrusionOk="0" h="2324" w="1519">
                      <a:moveTo>
                        <a:pt x="259" y="1"/>
                      </a:moveTo>
                      <a:cubicBezTo>
                        <a:pt x="245" y="1"/>
                        <a:pt x="229" y="9"/>
                        <a:pt x="222" y="24"/>
                      </a:cubicBezTo>
                      <a:lnTo>
                        <a:pt x="222" y="37"/>
                      </a:lnTo>
                      <a:cubicBezTo>
                        <a:pt x="52" y="128"/>
                        <a:pt x="0" y="408"/>
                        <a:pt x="202" y="526"/>
                      </a:cubicBezTo>
                      <a:cubicBezTo>
                        <a:pt x="248" y="1132"/>
                        <a:pt x="541" y="1686"/>
                        <a:pt x="887" y="2201"/>
                      </a:cubicBezTo>
                      <a:cubicBezTo>
                        <a:pt x="941" y="2280"/>
                        <a:pt x="1038" y="2324"/>
                        <a:pt x="1129" y="2324"/>
                      </a:cubicBezTo>
                      <a:cubicBezTo>
                        <a:pt x="1233" y="2324"/>
                        <a:pt x="1332" y="2267"/>
                        <a:pt x="1356" y="2142"/>
                      </a:cubicBezTo>
                      <a:cubicBezTo>
                        <a:pt x="1519" y="1347"/>
                        <a:pt x="1317" y="278"/>
                        <a:pt x="417" y="24"/>
                      </a:cubicBezTo>
                      <a:cubicBezTo>
                        <a:pt x="393" y="16"/>
                        <a:pt x="366" y="10"/>
                        <a:pt x="339" y="10"/>
                      </a:cubicBezTo>
                      <a:cubicBezTo>
                        <a:pt x="322" y="10"/>
                        <a:pt x="304" y="12"/>
                        <a:pt x="287" y="17"/>
                      </a:cubicBezTo>
                      <a:cubicBezTo>
                        <a:pt x="281" y="6"/>
                        <a:pt x="270" y="1"/>
                        <a:pt x="25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9" name="Google Shape;6889;p69"/>
                <p:cNvSpPr/>
                <p:nvPr/>
              </p:nvSpPr>
              <p:spPr>
                <a:xfrm>
                  <a:off x="3156859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396"/>
                      </a:cubicBezTo>
                      <a:cubicBezTo>
                        <a:pt x="1" y="1784"/>
                        <a:pt x="289" y="2067"/>
                        <a:pt x="658" y="2067"/>
                      </a:cubicBezTo>
                      <a:cubicBezTo>
                        <a:pt x="729" y="2067"/>
                        <a:pt x="803" y="2057"/>
                        <a:pt x="877" y="2035"/>
                      </a:cubicBezTo>
                      <a:cubicBezTo>
                        <a:pt x="1242" y="1924"/>
                        <a:pt x="1555" y="1891"/>
                        <a:pt x="1783" y="1578"/>
                      </a:cubicBezTo>
                      <a:cubicBezTo>
                        <a:pt x="1979" y="1311"/>
                        <a:pt x="2005" y="946"/>
                        <a:pt x="1998" y="633"/>
                      </a:cubicBezTo>
                      <a:cubicBezTo>
                        <a:pt x="1992" y="568"/>
                        <a:pt x="1985" y="510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3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0" name="Google Shape;6890;p69"/>
                <p:cNvSpPr/>
                <p:nvPr/>
              </p:nvSpPr>
              <p:spPr>
                <a:xfrm>
                  <a:off x="3156859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1464" y="1"/>
                      </a:moveTo>
                      <a:cubicBezTo>
                        <a:pt x="1394" y="1"/>
                        <a:pt x="1324" y="9"/>
                        <a:pt x="1255" y="25"/>
                      </a:cubicBezTo>
                      <a:cubicBezTo>
                        <a:pt x="1131" y="44"/>
                        <a:pt x="1008" y="103"/>
                        <a:pt x="916" y="188"/>
                      </a:cubicBezTo>
                      <a:cubicBezTo>
                        <a:pt x="525" y="461"/>
                        <a:pt x="245" y="989"/>
                        <a:pt x="121" y="1400"/>
                      </a:cubicBezTo>
                      <a:cubicBezTo>
                        <a:pt x="1" y="1788"/>
                        <a:pt x="289" y="2071"/>
                        <a:pt x="658" y="2071"/>
                      </a:cubicBezTo>
                      <a:cubicBezTo>
                        <a:pt x="729" y="2071"/>
                        <a:pt x="803" y="2061"/>
                        <a:pt x="877" y="2039"/>
                      </a:cubicBezTo>
                      <a:cubicBezTo>
                        <a:pt x="1242" y="1928"/>
                        <a:pt x="1555" y="1895"/>
                        <a:pt x="1783" y="1582"/>
                      </a:cubicBezTo>
                      <a:cubicBezTo>
                        <a:pt x="1979" y="1322"/>
                        <a:pt x="2005" y="950"/>
                        <a:pt x="1998" y="637"/>
                      </a:cubicBezTo>
                      <a:cubicBezTo>
                        <a:pt x="1992" y="572"/>
                        <a:pt x="1985" y="513"/>
                        <a:pt x="1966" y="455"/>
                      </a:cubicBezTo>
                      <a:cubicBezTo>
                        <a:pt x="1992" y="266"/>
                        <a:pt x="1874" y="83"/>
                        <a:pt x="1692" y="31"/>
                      </a:cubicBezTo>
                      <a:cubicBezTo>
                        <a:pt x="1617" y="11"/>
                        <a:pt x="1540" y="1"/>
                        <a:pt x="146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1" name="Google Shape;6891;p69"/>
                <p:cNvSpPr/>
                <p:nvPr/>
              </p:nvSpPr>
              <p:spPr>
                <a:xfrm>
                  <a:off x="3156859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402"/>
                      </a:cubicBezTo>
                      <a:cubicBezTo>
                        <a:pt x="1" y="1785"/>
                        <a:pt x="289" y="2067"/>
                        <a:pt x="658" y="2067"/>
                      </a:cubicBezTo>
                      <a:cubicBezTo>
                        <a:pt x="729" y="2067"/>
                        <a:pt x="803" y="2056"/>
                        <a:pt x="877" y="2034"/>
                      </a:cubicBezTo>
                      <a:cubicBezTo>
                        <a:pt x="1242" y="1924"/>
                        <a:pt x="1555" y="1898"/>
                        <a:pt x="1783" y="1585"/>
                      </a:cubicBezTo>
                      <a:cubicBezTo>
                        <a:pt x="1979" y="1318"/>
                        <a:pt x="2005" y="946"/>
                        <a:pt x="1998" y="633"/>
                      </a:cubicBezTo>
                      <a:cubicBezTo>
                        <a:pt x="1992" y="575"/>
                        <a:pt x="1985" y="509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2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2" name="Google Shape;6892;p69"/>
                <p:cNvSpPr/>
                <p:nvPr/>
              </p:nvSpPr>
              <p:spPr>
                <a:xfrm>
                  <a:off x="3118129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478" y="1"/>
                      </a:moveTo>
                      <a:cubicBezTo>
                        <a:pt x="239" y="1"/>
                        <a:pt x="1" y="207"/>
                        <a:pt x="52" y="528"/>
                      </a:cubicBezTo>
                      <a:cubicBezTo>
                        <a:pt x="117" y="919"/>
                        <a:pt x="208" y="1668"/>
                        <a:pt x="691" y="1753"/>
                      </a:cubicBezTo>
                      <a:cubicBezTo>
                        <a:pt x="726" y="1759"/>
                        <a:pt x="762" y="1763"/>
                        <a:pt x="798" y="1763"/>
                      </a:cubicBezTo>
                      <a:cubicBezTo>
                        <a:pt x="947" y="1763"/>
                        <a:pt x="1093" y="1704"/>
                        <a:pt x="1166" y="1557"/>
                      </a:cubicBezTo>
                      <a:cubicBezTo>
                        <a:pt x="1303" y="1297"/>
                        <a:pt x="1205" y="1056"/>
                        <a:pt x="1082" y="801"/>
                      </a:cubicBezTo>
                      <a:cubicBezTo>
                        <a:pt x="997" y="638"/>
                        <a:pt x="925" y="476"/>
                        <a:pt x="867" y="300"/>
                      </a:cubicBezTo>
                      <a:cubicBezTo>
                        <a:pt x="794" y="91"/>
                        <a:pt x="636" y="1"/>
                        <a:pt x="47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3" name="Google Shape;6893;p69"/>
                <p:cNvSpPr/>
                <p:nvPr/>
              </p:nvSpPr>
              <p:spPr>
                <a:xfrm>
                  <a:off x="3114872" y="3672282"/>
                  <a:ext cx="31761" cy="47667"/>
                </a:xfrm>
                <a:custGeom>
                  <a:rect b="b" l="l" r="r" t="t"/>
                  <a:pathLst>
                    <a:path extrusionOk="0" h="1888" w="1258">
                      <a:moveTo>
                        <a:pt x="271" y="0"/>
                      </a:moveTo>
                      <a:cubicBezTo>
                        <a:pt x="141" y="0"/>
                        <a:pt x="1" y="104"/>
                        <a:pt x="5" y="251"/>
                      </a:cubicBezTo>
                      <a:cubicBezTo>
                        <a:pt x="5" y="760"/>
                        <a:pt x="50" y="1522"/>
                        <a:pt x="533" y="1822"/>
                      </a:cubicBezTo>
                      <a:cubicBezTo>
                        <a:pt x="606" y="1868"/>
                        <a:pt x="681" y="1888"/>
                        <a:pt x="754" y="1888"/>
                      </a:cubicBezTo>
                      <a:cubicBezTo>
                        <a:pt x="1025" y="1888"/>
                        <a:pt x="1258" y="1607"/>
                        <a:pt x="1191" y="1314"/>
                      </a:cubicBezTo>
                      <a:cubicBezTo>
                        <a:pt x="1132" y="1086"/>
                        <a:pt x="950" y="936"/>
                        <a:pt x="826" y="747"/>
                      </a:cubicBezTo>
                      <a:cubicBezTo>
                        <a:pt x="683" y="551"/>
                        <a:pt x="565" y="343"/>
                        <a:pt x="461" y="121"/>
                      </a:cubicBezTo>
                      <a:cubicBezTo>
                        <a:pt x="422" y="36"/>
                        <a:pt x="349" y="0"/>
                        <a:pt x="27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4" name="Google Shape;6894;p69"/>
                <p:cNvSpPr/>
                <p:nvPr/>
              </p:nvSpPr>
              <p:spPr>
                <a:xfrm>
                  <a:off x="3107071" y="3719823"/>
                  <a:ext cx="39033" cy="45143"/>
                </a:xfrm>
                <a:custGeom>
                  <a:rect b="b" l="l" r="r" t="t"/>
                  <a:pathLst>
                    <a:path extrusionOk="0" h="1788" w="1546">
                      <a:moveTo>
                        <a:pt x="288" y="1"/>
                      </a:moveTo>
                      <a:cubicBezTo>
                        <a:pt x="192" y="1"/>
                        <a:pt x="103" y="51"/>
                        <a:pt x="86" y="167"/>
                      </a:cubicBezTo>
                      <a:cubicBezTo>
                        <a:pt x="1" y="689"/>
                        <a:pt x="183" y="1119"/>
                        <a:pt x="496" y="1536"/>
                      </a:cubicBezTo>
                      <a:cubicBezTo>
                        <a:pt x="608" y="1688"/>
                        <a:pt x="771" y="1787"/>
                        <a:pt x="944" y="1787"/>
                      </a:cubicBezTo>
                      <a:cubicBezTo>
                        <a:pt x="1024" y="1787"/>
                        <a:pt x="1107" y="1766"/>
                        <a:pt x="1187" y="1718"/>
                      </a:cubicBezTo>
                      <a:cubicBezTo>
                        <a:pt x="1448" y="1562"/>
                        <a:pt x="1546" y="1138"/>
                        <a:pt x="1291" y="923"/>
                      </a:cubicBezTo>
                      <a:cubicBezTo>
                        <a:pt x="992" y="695"/>
                        <a:pt x="731" y="421"/>
                        <a:pt x="509" y="109"/>
                      </a:cubicBezTo>
                      <a:cubicBezTo>
                        <a:pt x="463" y="41"/>
                        <a:pt x="373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5" name="Google Shape;6895;p69"/>
                <p:cNvSpPr/>
                <p:nvPr/>
              </p:nvSpPr>
              <p:spPr>
                <a:xfrm>
                  <a:off x="3109697" y="3774535"/>
                  <a:ext cx="33933" cy="37619"/>
                </a:xfrm>
                <a:custGeom>
                  <a:rect b="b" l="l" r="r" t="t"/>
                  <a:pathLst>
                    <a:path extrusionOk="0" h="1490" w="1344">
                      <a:moveTo>
                        <a:pt x="201" y="0"/>
                      </a:moveTo>
                      <a:cubicBezTo>
                        <a:pt x="86" y="0"/>
                        <a:pt x="0" y="123"/>
                        <a:pt x="21" y="242"/>
                      </a:cubicBezTo>
                      <a:cubicBezTo>
                        <a:pt x="27" y="288"/>
                        <a:pt x="1" y="392"/>
                        <a:pt x="1" y="464"/>
                      </a:cubicBezTo>
                      <a:cubicBezTo>
                        <a:pt x="14" y="588"/>
                        <a:pt x="40" y="705"/>
                        <a:pt x="86" y="822"/>
                      </a:cubicBezTo>
                      <a:cubicBezTo>
                        <a:pt x="125" y="933"/>
                        <a:pt x="177" y="1037"/>
                        <a:pt x="229" y="1135"/>
                      </a:cubicBezTo>
                      <a:cubicBezTo>
                        <a:pt x="366" y="1363"/>
                        <a:pt x="536" y="1455"/>
                        <a:pt x="790" y="1487"/>
                      </a:cubicBezTo>
                      <a:cubicBezTo>
                        <a:pt x="802" y="1488"/>
                        <a:pt x="813" y="1489"/>
                        <a:pt x="825" y="1489"/>
                      </a:cubicBezTo>
                      <a:cubicBezTo>
                        <a:pt x="996" y="1489"/>
                        <a:pt x="1167" y="1360"/>
                        <a:pt x="1246" y="1220"/>
                      </a:cubicBezTo>
                      <a:cubicBezTo>
                        <a:pt x="1344" y="1057"/>
                        <a:pt x="1344" y="855"/>
                        <a:pt x="1253" y="686"/>
                      </a:cubicBezTo>
                      <a:cubicBezTo>
                        <a:pt x="1187" y="562"/>
                        <a:pt x="1083" y="470"/>
                        <a:pt x="953" y="418"/>
                      </a:cubicBezTo>
                      <a:cubicBezTo>
                        <a:pt x="914" y="399"/>
                        <a:pt x="875" y="373"/>
                        <a:pt x="842" y="353"/>
                      </a:cubicBezTo>
                      <a:cubicBezTo>
                        <a:pt x="842" y="353"/>
                        <a:pt x="769" y="301"/>
                        <a:pt x="770" y="301"/>
                      </a:cubicBezTo>
                      <a:lnTo>
                        <a:pt x="770" y="301"/>
                      </a:lnTo>
                      <a:cubicBezTo>
                        <a:pt x="770" y="301"/>
                        <a:pt x="776" y="304"/>
                        <a:pt x="790" y="314"/>
                      </a:cubicBezTo>
                      <a:cubicBezTo>
                        <a:pt x="705" y="242"/>
                        <a:pt x="614" y="184"/>
                        <a:pt x="523" y="125"/>
                      </a:cubicBezTo>
                      <a:cubicBezTo>
                        <a:pt x="444" y="86"/>
                        <a:pt x="360" y="73"/>
                        <a:pt x="295" y="27"/>
                      </a:cubicBezTo>
                      <a:cubicBezTo>
                        <a:pt x="262" y="8"/>
                        <a:pt x="231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6" name="Google Shape;6896;p69"/>
                <p:cNvSpPr/>
                <p:nvPr/>
              </p:nvSpPr>
              <p:spPr>
                <a:xfrm>
                  <a:off x="3177688" y="3800363"/>
                  <a:ext cx="78823" cy="63775"/>
                </a:xfrm>
                <a:custGeom>
                  <a:rect b="b" l="l" r="r" t="t"/>
                  <a:pathLst>
                    <a:path extrusionOk="0" h="2526" w="3122">
                      <a:moveTo>
                        <a:pt x="1559" y="0"/>
                      </a:moveTo>
                      <a:cubicBezTo>
                        <a:pt x="1157" y="0"/>
                        <a:pt x="761" y="81"/>
                        <a:pt x="385" y="269"/>
                      </a:cubicBezTo>
                      <a:cubicBezTo>
                        <a:pt x="72" y="432"/>
                        <a:pt x="0" y="764"/>
                        <a:pt x="91" y="1057"/>
                      </a:cubicBezTo>
                      <a:cubicBezTo>
                        <a:pt x="169" y="1742"/>
                        <a:pt x="587" y="2380"/>
                        <a:pt x="1317" y="2504"/>
                      </a:cubicBezTo>
                      <a:cubicBezTo>
                        <a:pt x="1402" y="2519"/>
                        <a:pt x="1484" y="2526"/>
                        <a:pt x="1563" y="2526"/>
                      </a:cubicBezTo>
                      <a:cubicBezTo>
                        <a:pt x="2403" y="2526"/>
                        <a:pt x="2895" y="1739"/>
                        <a:pt x="3050" y="953"/>
                      </a:cubicBezTo>
                      <a:cubicBezTo>
                        <a:pt x="3122" y="608"/>
                        <a:pt x="2959" y="269"/>
                        <a:pt x="2607" y="164"/>
                      </a:cubicBezTo>
                      <a:cubicBezTo>
                        <a:pt x="2261" y="61"/>
                        <a:pt x="1908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7" name="Google Shape;6897;p69"/>
                <p:cNvSpPr/>
                <p:nvPr/>
              </p:nvSpPr>
              <p:spPr>
                <a:xfrm>
                  <a:off x="3111843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1024" y="1"/>
                      </a:moveTo>
                      <a:cubicBezTo>
                        <a:pt x="744" y="1"/>
                        <a:pt x="470" y="146"/>
                        <a:pt x="379" y="492"/>
                      </a:cubicBezTo>
                      <a:cubicBezTo>
                        <a:pt x="40" y="1737"/>
                        <a:pt x="1" y="3236"/>
                        <a:pt x="496" y="4448"/>
                      </a:cubicBezTo>
                      <a:cubicBezTo>
                        <a:pt x="516" y="4510"/>
                        <a:pt x="570" y="4541"/>
                        <a:pt x="623" y="4541"/>
                      </a:cubicBezTo>
                      <a:cubicBezTo>
                        <a:pt x="677" y="4541"/>
                        <a:pt x="731" y="4510"/>
                        <a:pt x="751" y="4448"/>
                      </a:cubicBezTo>
                      <a:cubicBezTo>
                        <a:pt x="1220" y="3307"/>
                        <a:pt x="1265" y="2023"/>
                        <a:pt x="1722" y="863"/>
                      </a:cubicBezTo>
                      <a:cubicBezTo>
                        <a:pt x="1921" y="358"/>
                        <a:pt x="1464" y="1"/>
                        <a:pt x="102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8" name="Google Shape;6898;p69"/>
                <p:cNvSpPr/>
                <p:nvPr/>
              </p:nvSpPr>
              <p:spPr>
                <a:xfrm>
                  <a:off x="3106414" y="3951495"/>
                  <a:ext cx="48526" cy="129141"/>
                </a:xfrm>
                <a:custGeom>
                  <a:rect b="b" l="l" r="r" t="t"/>
                  <a:pathLst>
                    <a:path extrusionOk="0" h="5115" w="1922">
                      <a:moveTo>
                        <a:pt x="1324" y="0"/>
                      </a:moveTo>
                      <a:cubicBezTo>
                        <a:pt x="1159" y="0"/>
                        <a:pt x="988" y="76"/>
                        <a:pt x="868" y="246"/>
                      </a:cubicBezTo>
                      <a:cubicBezTo>
                        <a:pt x="27" y="1439"/>
                        <a:pt x="1" y="3733"/>
                        <a:pt x="803" y="4952"/>
                      </a:cubicBezTo>
                      <a:cubicBezTo>
                        <a:pt x="872" y="5058"/>
                        <a:pt x="999" y="5114"/>
                        <a:pt x="1121" y="5114"/>
                      </a:cubicBezTo>
                      <a:cubicBezTo>
                        <a:pt x="1262" y="5114"/>
                        <a:pt x="1397" y="5038"/>
                        <a:pt x="1428" y="4874"/>
                      </a:cubicBezTo>
                      <a:cubicBezTo>
                        <a:pt x="1546" y="4222"/>
                        <a:pt x="1428" y="3570"/>
                        <a:pt x="1409" y="2912"/>
                      </a:cubicBezTo>
                      <a:cubicBezTo>
                        <a:pt x="1389" y="2104"/>
                        <a:pt x="1669" y="1419"/>
                        <a:pt x="1832" y="657"/>
                      </a:cubicBezTo>
                      <a:cubicBezTo>
                        <a:pt x="1921" y="262"/>
                        <a:pt x="1632" y="0"/>
                        <a:pt x="132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9" name="Google Shape;6899;p69"/>
                <p:cNvSpPr/>
                <p:nvPr/>
              </p:nvSpPr>
              <p:spPr>
                <a:xfrm>
                  <a:off x="3155344" y="3867471"/>
                  <a:ext cx="47869" cy="172491"/>
                </a:xfrm>
                <a:custGeom>
                  <a:rect b="b" l="l" r="r" t="t"/>
                  <a:pathLst>
                    <a:path extrusionOk="0" h="6832" w="1896">
                      <a:moveTo>
                        <a:pt x="944" y="1"/>
                      </a:moveTo>
                      <a:cubicBezTo>
                        <a:pt x="580" y="1"/>
                        <a:pt x="217" y="240"/>
                        <a:pt x="201" y="720"/>
                      </a:cubicBezTo>
                      <a:cubicBezTo>
                        <a:pt x="149" y="2655"/>
                        <a:pt x="214" y="4545"/>
                        <a:pt x="18" y="6481"/>
                      </a:cubicBezTo>
                      <a:cubicBezTo>
                        <a:pt x="0" y="6682"/>
                        <a:pt x="200" y="6831"/>
                        <a:pt x="387" y="6831"/>
                      </a:cubicBezTo>
                      <a:cubicBezTo>
                        <a:pt x="472" y="6831"/>
                        <a:pt x="554" y="6800"/>
                        <a:pt x="611" y="6729"/>
                      </a:cubicBezTo>
                      <a:cubicBezTo>
                        <a:pt x="1895" y="5132"/>
                        <a:pt x="1752" y="2649"/>
                        <a:pt x="1687" y="720"/>
                      </a:cubicBezTo>
                      <a:cubicBezTo>
                        <a:pt x="1670" y="240"/>
                        <a:pt x="1307" y="1"/>
                        <a:pt x="9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0" name="Google Shape;6900;p69"/>
                <p:cNvSpPr/>
                <p:nvPr/>
              </p:nvSpPr>
              <p:spPr>
                <a:xfrm>
                  <a:off x="3386283" y="3720783"/>
                  <a:ext cx="68698" cy="119926"/>
                </a:xfrm>
                <a:custGeom>
                  <a:rect b="b" l="l" r="r" t="t"/>
                  <a:pathLst>
                    <a:path extrusionOk="0" h="4750" w="2721">
                      <a:moveTo>
                        <a:pt x="445" y="0"/>
                      </a:moveTo>
                      <a:cubicBezTo>
                        <a:pt x="155" y="0"/>
                        <a:pt x="1" y="397"/>
                        <a:pt x="204" y="618"/>
                      </a:cubicBezTo>
                      <a:cubicBezTo>
                        <a:pt x="850" y="1302"/>
                        <a:pt x="1345" y="1817"/>
                        <a:pt x="1690" y="2723"/>
                      </a:cubicBezTo>
                      <a:cubicBezTo>
                        <a:pt x="1958" y="3408"/>
                        <a:pt x="2186" y="4085"/>
                        <a:pt x="2538" y="4724"/>
                      </a:cubicBezTo>
                      <a:cubicBezTo>
                        <a:pt x="2550" y="4742"/>
                        <a:pt x="2569" y="4750"/>
                        <a:pt x="2587" y="4750"/>
                      </a:cubicBezTo>
                      <a:cubicBezTo>
                        <a:pt x="2615" y="4750"/>
                        <a:pt x="2642" y="4730"/>
                        <a:pt x="2642" y="4698"/>
                      </a:cubicBezTo>
                      <a:cubicBezTo>
                        <a:pt x="2720" y="3160"/>
                        <a:pt x="2270" y="592"/>
                        <a:pt x="556" y="19"/>
                      </a:cubicBezTo>
                      <a:cubicBezTo>
                        <a:pt x="518" y="6"/>
                        <a:pt x="480" y="0"/>
                        <a:pt x="44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1" name="Google Shape;6901;p69"/>
                <p:cNvSpPr/>
                <p:nvPr/>
              </p:nvSpPr>
              <p:spPr>
                <a:xfrm>
                  <a:off x="3391585" y="3763148"/>
                  <a:ext cx="39487" cy="65845"/>
                </a:xfrm>
                <a:custGeom>
                  <a:rect b="b" l="l" r="r" t="t"/>
                  <a:pathLst>
                    <a:path extrusionOk="0" h="2608" w="1564">
                      <a:moveTo>
                        <a:pt x="259" y="0"/>
                      </a:moveTo>
                      <a:cubicBezTo>
                        <a:pt x="151" y="0"/>
                        <a:pt x="56" y="113"/>
                        <a:pt x="46" y="218"/>
                      </a:cubicBezTo>
                      <a:cubicBezTo>
                        <a:pt x="1" y="674"/>
                        <a:pt x="229" y="1137"/>
                        <a:pt x="418" y="1541"/>
                      </a:cubicBezTo>
                      <a:cubicBezTo>
                        <a:pt x="607" y="1958"/>
                        <a:pt x="900" y="2316"/>
                        <a:pt x="1265" y="2577"/>
                      </a:cubicBezTo>
                      <a:cubicBezTo>
                        <a:pt x="1294" y="2598"/>
                        <a:pt x="1324" y="2607"/>
                        <a:pt x="1354" y="2607"/>
                      </a:cubicBezTo>
                      <a:cubicBezTo>
                        <a:pt x="1462" y="2607"/>
                        <a:pt x="1563" y="2487"/>
                        <a:pt x="1533" y="2375"/>
                      </a:cubicBezTo>
                      <a:cubicBezTo>
                        <a:pt x="1376" y="1919"/>
                        <a:pt x="1200" y="1462"/>
                        <a:pt x="998" y="1026"/>
                      </a:cubicBezTo>
                      <a:cubicBezTo>
                        <a:pt x="842" y="654"/>
                        <a:pt x="685" y="283"/>
                        <a:pt x="359" y="35"/>
                      </a:cubicBezTo>
                      <a:cubicBezTo>
                        <a:pt x="326" y="11"/>
                        <a:pt x="292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2" name="Google Shape;6902;p69"/>
                <p:cNvSpPr/>
                <p:nvPr/>
              </p:nvSpPr>
              <p:spPr>
                <a:xfrm>
                  <a:off x="3350457" y="3580558"/>
                  <a:ext cx="58599" cy="110609"/>
                </a:xfrm>
                <a:custGeom>
                  <a:rect b="b" l="l" r="r" t="t"/>
                  <a:pathLst>
                    <a:path extrusionOk="0" h="4381" w="2321">
                      <a:moveTo>
                        <a:pt x="993" y="0"/>
                      </a:moveTo>
                      <a:cubicBezTo>
                        <a:pt x="958" y="0"/>
                        <a:pt x="923" y="2"/>
                        <a:pt x="887" y="7"/>
                      </a:cubicBezTo>
                      <a:cubicBezTo>
                        <a:pt x="437" y="52"/>
                        <a:pt x="0" y="502"/>
                        <a:pt x="98" y="978"/>
                      </a:cubicBezTo>
                      <a:cubicBezTo>
                        <a:pt x="320" y="2073"/>
                        <a:pt x="489" y="3454"/>
                        <a:pt x="1343" y="4249"/>
                      </a:cubicBezTo>
                      <a:cubicBezTo>
                        <a:pt x="1437" y="4339"/>
                        <a:pt x="1565" y="4380"/>
                        <a:pt x="1695" y="4380"/>
                      </a:cubicBezTo>
                      <a:cubicBezTo>
                        <a:pt x="1972" y="4380"/>
                        <a:pt x="2262" y="4196"/>
                        <a:pt x="2275" y="3904"/>
                      </a:cubicBezTo>
                      <a:cubicBezTo>
                        <a:pt x="2321" y="2900"/>
                        <a:pt x="2080" y="1766"/>
                        <a:pt x="1865" y="789"/>
                      </a:cubicBezTo>
                      <a:cubicBezTo>
                        <a:pt x="1761" y="352"/>
                        <a:pt x="1450" y="0"/>
                        <a:pt x="99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3" name="Google Shape;6903;p69"/>
                <p:cNvSpPr/>
                <p:nvPr/>
              </p:nvSpPr>
              <p:spPr>
                <a:xfrm>
                  <a:off x="3289913" y="3480452"/>
                  <a:ext cx="76500" cy="82433"/>
                </a:xfrm>
                <a:custGeom>
                  <a:rect b="b" l="l" r="r" t="t"/>
                  <a:pathLst>
                    <a:path extrusionOk="0" h="3265" w="3030">
                      <a:moveTo>
                        <a:pt x="996" y="0"/>
                      </a:moveTo>
                      <a:cubicBezTo>
                        <a:pt x="722" y="0"/>
                        <a:pt x="458" y="94"/>
                        <a:pt x="241" y="322"/>
                      </a:cubicBezTo>
                      <a:cubicBezTo>
                        <a:pt x="0" y="576"/>
                        <a:pt x="52" y="987"/>
                        <a:pt x="352" y="1169"/>
                      </a:cubicBezTo>
                      <a:cubicBezTo>
                        <a:pt x="678" y="1358"/>
                        <a:pt x="1004" y="1260"/>
                        <a:pt x="1330" y="1391"/>
                      </a:cubicBezTo>
                      <a:cubicBezTo>
                        <a:pt x="1525" y="1482"/>
                        <a:pt x="1701" y="1619"/>
                        <a:pt x="1831" y="1795"/>
                      </a:cubicBezTo>
                      <a:cubicBezTo>
                        <a:pt x="2007" y="2016"/>
                        <a:pt x="2190" y="2186"/>
                        <a:pt x="2320" y="2440"/>
                      </a:cubicBezTo>
                      <a:cubicBezTo>
                        <a:pt x="2438" y="2688"/>
                        <a:pt x="2548" y="2929"/>
                        <a:pt x="2672" y="3176"/>
                      </a:cubicBezTo>
                      <a:cubicBezTo>
                        <a:pt x="2705" y="3237"/>
                        <a:pt x="2767" y="3264"/>
                        <a:pt x="2829" y="3264"/>
                      </a:cubicBezTo>
                      <a:cubicBezTo>
                        <a:pt x="2929" y="3264"/>
                        <a:pt x="3030" y="3195"/>
                        <a:pt x="3018" y="3079"/>
                      </a:cubicBezTo>
                      <a:cubicBezTo>
                        <a:pt x="2985" y="2714"/>
                        <a:pt x="2920" y="2349"/>
                        <a:pt x="2842" y="1990"/>
                      </a:cubicBezTo>
                      <a:cubicBezTo>
                        <a:pt x="2744" y="1599"/>
                        <a:pt x="2757" y="1260"/>
                        <a:pt x="2516" y="895"/>
                      </a:cubicBezTo>
                      <a:cubicBezTo>
                        <a:pt x="2213" y="433"/>
                        <a:pt x="1583" y="0"/>
                        <a:pt x="99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4" name="Google Shape;6904;p69"/>
                <p:cNvSpPr/>
                <p:nvPr/>
              </p:nvSpPr>
              <p:spPr>
                <a:xfrm>
                  <a:off x="3208515" y="3517843"/>
                  <a:ext cx="116467" cy="99551"/>
                </a:xfrm>
                <a:custGeom>
                  <a:rect b="b" l="l" r="r" t="t"/>
                  <a:pathLst>
                    <a:path extrusionOk="0" h="3943" w="4613">
                      <a:moveTo>
                        <a:pt x="2163" y="0"/>
                      </a:moveTo>
                      <a:cubicBezTo>
                        <a:pt x="732" y="0"/>
                        <a:pt x="1" y="2470"/>
                        <a:pt x="1132" y="3494"/>
                      </a:cubicBezTo>
                      <a:cubicBezTo>
                        <a:pt x="1478" y="3806"/>
                        <a:pt x="1883" y="3943"/>
                        <a:pt x="2287" y="3943"/>
                      </a:cubicBezTo>
                      <a:cubicBezTo>
                        <a:pt x="3085" y="3943"/>
                        <a:pt x="3882" y="3408"/>
                        <a:pt x="4228" y="2621"/>
                      </a:cubicBezTo>
                      <a:cubicBezTo>
                        <a:pt x="4469" y="2060"/>
                        <a:pt x="4612" y="1435"/>
                        <a:pt x="4234" y="887"/>
                      </a:cubicBezTo>
                      <a:cubicBezTo>
                        <a:pt x="4052" y="620"/>
                        <a:pt x="3165" y="92"/>
                        <a:pt x="2299" y="7"/>
                      </a:cubicBezTo>
                      <a:cubicBezTo>
                        <a:pt x="2253" y="2"/>
                        <a:pt x="2207" y="0"/>
                        <a:pt x="216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5" name="Google Shape;6905;p69"/>
                <p:cNvSpPr/>
                <p:nvPr/>
              </p:nvSpPr>
              <p:spPr>
                <a:xfrm>
                  <a:off x="3232576" y="3474090"/>
                  <a:ext cx="36255" cy="28504"/>
                </a:xfrm>
                <a:custGeom>
                  <a:rect b="b" l="l" r="r" t="t"/>
                  <a:pathLst>
                    <a:path extrusionOk="0" h="1129" w="1436">
                      <a:moveTo>
                        <a:pt x="1019" y="0"/>
                      </a:moveTo>
                      <a:cubicBezTo>
                        <a:pt x="989" y="0"/>
                        <a:pt x="958" y="4"/>
                        <a:pt x="928" y="13"/>
                      </a:cubicBezTo>
                      <a:cubicBezTo>
                        <a:pt x="759" y="65"/>
                        <a:pt x="668" y="170"/>
                        <a:pt x="524" y="267"/>
                      </a:cubicBezTo>
                      <a:cubicBezTo>
                        <a:pt x="400" y="346"/>
                        <a:pt x="283" y="437"/>
                        <a:pt x="185" y="548"/>
                      </a:cubicBezTo>
                      <a:cubicBezTo>
                        <a:pt x="1" y="751"/>
                        <a:pt x="108" y="1128"/>
                        <a:pt x="410" y="1128"/>
                      </a:cubicBezTo>
                      <a:cubicBezTo>
                        <a:pt x="418" y="1128"/>
                        <a:pt x="425" y="1128"/>
                        <a:pt x="433" y="1128"/>
                      </a:cubicBezTo>
                      <a:cubicBezTo>
                        <a:pt x="687" y="1128"/>
                        <a:pt x="941" y="1108"/>
                        <a:pt x="1189" y="1076"/>
                      </a:cubicBezTo>
                      <a:cubicBezTo>
                        <a:pt x="1326" y="1043"/>
                        <a:pt x="1417" y="919"/>
                        <a:pt x="1417" y="782"/>
                      </a:cubicBezTo>
                      <a:cubicBezTo>
                        <a:pt x="1424" y="658"/>
                        <a:pt x="1411" y="541"/>
                        <a:pt x="1378" y="424"/>
                      </a:cubicBezTo>
                      <a:cubicBezTo>
                        <a:pt x="1435" y="207"/>
                        <a:pt x="1232" y="0"/>
                        <a:pt x="101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6" name="Google Shape;6906;p69"/>
                <p:cNvSpPr/>
                <p:nvPr/>
              </p:nvSpPr>
              <p:spPr>
                <a:xfrm>
                  <a:off x="3213716" y="3433012"/>
                  <a:ext cx="38528" cy="58675"/>
                </a:xfrm>
                <a:custGeom>
                  <a:rect b="b" l="l" r="r" t="t"/>
                  <a:pathLst>
                    <a:path extrusionOk="0" h="2324" w="1526">
                      <a:moveTo>
                        <a:pt x="1265" y="1"/>
                      </a:moveTo>
                      <a:cubicBezTo>
                        <a:pt x="1253" y="1"/>
                        <a:pt x="1241" y="6"/>
                        <a:pt x="1232" y="17"/>
                      </a:cubicBezTo>
                      <a:cubicBezTo>
                        <a:pt x="1215" y="12"/>
                        <a:pt x="1198" y="10"/>
                        <a:pt x="1182" y="10"/>
                      </a:cubicBezTo>
                      <a:cubicBezTo>
                        <a:pt x="1156" y="10"/>
                        <a:pt x="1130" y="16"/>
                        <a:pt x="1102" y="24"/>
                      </a:cubicBezTo>
                      <a:cubicBezTo>
                        <a:pt x="209" y="278"/>
                        <a:pt x="0" y="1347"/>
                        <a:pt x="163" y="2142"/>
                      </a:cubicBezTo>
                      <a:cubicBezTo>
                        <a:pt x="188" y="2267"/>
                        <a:pt x="286" y="2324"/>
                        <a:pt x="390" y="2324"/>
                      </a:cubicBezTo>
                      <a:cubicBezTo>
                        <a:pt x="482" y="2324"/>
                        <a:pt x="578" y="2280"/>
                        <a:pt x="633" y="2201"/>
                      </a:cubicBezTo>
                      <a:cubicBezTo>
                        <a:pt x="978" y="1686"/>
                        <a:pt x="1271" y="1132"/>
                        <a:pt x="1317" y="526"/>
                      </a:cubicBezTo>
                      <a:cubicBezTo>
                        <a:pt x="1525" y="408"/>
                        <a:pt x="1467" y="128"/>
                        <a:pt x="1297" y="37"/>
                      </a:cubicBezTo>
                      <a:lnTo>
                        <a:pt x="1297" y="24"/>
                      </a:lnTo>
                      <a:cubicBezTo>
                        <a:pt x="1294" y="9"/>
                        <a:pt x="1280" y="1"/>
                        <a:pt x="126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7" name="Google Shape;6907;p69"/>
                <p:cNvSpPr/>
                <p:nvPr/>
              </p:nvSpPr>
              <p:spPr>
                <a:xfrm>
                  <a:off x="3223740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544" y="1"/>
                      </a:moveTo>
                      <a:cubicBezTo>
                        <a:pt x="464" y="1"/>
                        <a:pt x="385" y="13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10"/>
                        <a:pt x="7" y="568"/>
                        <a:pt x="7" y="633"/>
                      </a:cubicBezTo>
                      <a:cubicBezTo>
                        <a:pt x="1" y="946"/>
                        <a:pt x="27" y="1311"/>
                        <a:pt x="216" y="1578"/>
                      </a:cubicBezTo>
                      <a:cubicBezTo>
                        <a:pt x="444" y="1891"/>
                        <a:pt x="757" y="1924"/>
                        <a:pt x="1128" y="2035"/>
                      </a:cubicBezTo>
                      <a:cubicBezTo>
                        <a:pt x="1202" y="2057"/>
                        <a:pt x="1275" y="2067"/>
                        <a:pt x="1345" y="2067"/>
                      </a:cubicBezTo>
                      <a:cubicBezTo>
                        <a:pt x="1712" y="2067"/>
                        <a:pt x="2005" y="1784"/>
                        <a:pt x="1885" y="1396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8" name="Google Shape;6908;p69"/>
                <p:cNvSpPr/>
                <p:nvPr/>
              </p:nvSpPr>
              <p:spPr>
                <a:xfrm>
                  <a:off x="3223740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536" y="1"/>
                      </a:moveTo>
                      <a:cubicBezTo>
                        <a:pt x="459" y="1"/>
                        <a:pt x="382" y="11"/>
                        <a:pt x="307" y="31"/>
                      </a:cubicBezTo>
                      <a:cubicBezTo>
                        <a:pt x="125" y="83"/>
                        <a:pt x="7" y="266"/>
                        <a:pt x="34" y="455"/>
                      </a:cubicBezTo>
                      <a:cubicBezTo>
                        <a:pt x="14" y="513"/>
                        <a:pt x="7" y="572"/>
                        <a:pt x="7" y="637"/>
                      </a:cubicBezTo>
                      <a:cubicBezTo>
                        <a:pt x="1" y="950"/>
                        <a:pt x="27" y="1322"/>
                        <a:pt x="216" y="1582"/>
                      </a:cubicBezTo>
                      <a:cubicBezTo>
                        <a:pt x="444" y="1895"/>
                        <a:pt x="757" y="1928"/>
                        <a:pt x="1128" y="2039"/>
                      </a:cubicBezTo>
                      <a:cubicBezTo>
                        <a:pt x="1202" y="2061"/>
                        <a:pt x="1275" y="2071"/>
                        <a:pt x="1345" y="2071"/>
                      </a:cubicBezTo>
                      <a:cubicBezTo>
                        <a:pt x="1712" y="2071"/>
                        <a:pt x="2005" y="1788"/>
                        <a:pt x="1885" y="1400"/>
                      </a:cubicBezTo>
                      <a:cubicBezTo>
                        <a:pt x="1754" y="989"/>
                        <a:pt x="1474" y="461"/>
                        <a:pt x="1083" y="188"/>
                      </a:cubicBezTo>
                      <a:cubicBezTo>
                        <a:pt x="992" y="103"/>
                        <a:pt x="874" y="44"/>
                        <a:pt x="744" y="25"/>
                      </a:cubicBezTo>
                      <a:cubicBezTo>
                        <a:pt x="676" y="9"/>
                        <a:pt x="606" y="1"/>
                        <a:pt x="53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9" name="Google Shape;6909;p69"/>
                <p:cNvSpPr/>
                <p:nvPr/>
              </p:nvSpPr>
              <p:spPr>
                <a:xfrm>
                  <a:off x="3223740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544" y="1"/>
                      </a:moveTo>
                      <a:cubicBezTo>
                        <a:pt x="464" y="1"/>
                        <a:pt x="385" y="12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09"/>
                        <a:pt x="7" y="575"/>
                        <a:pt x="7" y="633"/>
                      </a:cubicBezTo>
                      <a:cubicBezTo>
                        <a:pt x="1" y="946"/>
                        <a:pt x="27" y="1318"/>
                        <a:pt x="216" y="1585"/>
                      </a:cubicBezTo>
                      <a:cubicBezTo>
                        <a:pt x="444" y="1898"/>
                        <a:pt x="757" y="1924"/>
                        <a:pt x="1128" y="2034"/>
                      </a:cubicBezTo>
                      <a:cubicBezTo>
                        <a:pt x="1202" y="2056"/>
                        <a:pt x="1275" y="2067"/>
                        <a:pt x="1345" y="2067"/>
                      </a:cubicBezTo>
                      <a:cubicBezTo>
                        <a:pt x="1712" y="2067"/>
                        <a:pt x="2005" y="1785"/>
                        <a:pt x="1885" y="1402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0" name="Google Shape;6910;p69"/>
                <p:cNvSpPr/>
                <p:nvPr/>
              </p:nvSpPr>
              <p:spPr>
                <a:xfrm>
                  <a:off x="3280016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827" y="1"/>
                      </a:moveTo>
                      <a:cubicBezTo>
                        <a:pt x="668" y="1"/>
                        <a:pt x="510" y="91"/>
                        <a:pt x="438" y="300"/>
                      </a:cubicBezTo>
                      <a:cubicBezTo>
                        <a:pt x="379" y="476"/>
                        <a:pt x="307" y="645"/>
                        <a:pt x="229" y="801"/>
                      </a:cubicBezTo>
                      <a:cubicBezTo>
                        <a:pt x="99" y="1056"/>
                        <a:pt x="1" y="1297"/>
                        <a:pt x="138" y="1557"/>
                      </a:cubicBezTo>
                      <a:cubicBezTo>
                        <a:pt x="217" y="1704"/>
                        <a:pt x="363" y="1763"/>
                        <a:pt x="513" y="1763"/>
                      </a:cubicBezTo>
                      <a:cubicBezTo>
                        <a:pt x="549" y="1763"/>
                        <a:pt x="585" y="1759"/>
                        <a:pt x="620" y="1753"/>
                      </a:cubicBezTo>
                      <a:cubicBezTo>
                        <a:pt x="1096" y="1668"/>
                        <a:pt x="1187" y="919"/>
                        <a:pt x="1252" y="528"/>
                      </a:cubicBezTo>
                      <a:cubicBezTo>
                        <a:pt x="1303" y="207"/>
                        <a:pt x="1065" y="1"/>
                        <a:pt x="82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1" name="Google Shape;6911;p69"/>
                <p:cNvSpPr/>
                <p:nvPr/>
              </p:nvSpPr>
              <p:spPr>
                <a:xfrm>
                  <a:off x="3284460" y="3672282"/>
                  <a:ext cx="31787" cy="47667"/>
                </a:xfrm>
                <a:custGeom>
                  <a:rect b="b" l="l" r="r" t="t"/>
                  <a:pathLst>
                    <a:path extrusionOk="0" h="1888" w="1259">
                      <a:moveTo>
                        <a:pt x="986" y="0"/>
                      </a:moveTo>
                      <a:cubicBezTo>
                        <a:pt x="909" y="0"/>
                        <a:pt x="835" y="36"/>
                        <a:pt x="796" y="121"/>
                      </a:cubicBezTo>
                      <a:cubicBezTo>
                        <a:pt x="698" y="343"/>
                        <a:pt x="574" y="551"/>
                        <a:pt x="438" y="747"/>
                      </a:cubicBezTo>
                      <a:cubicBezTo>
                        <a:pt x="307" y="936"/>
                        <a:pt x="125" y="1086"/>
                        <a:pt x="73" y="1314"/>
                      </a:cubicBezTo>
                      <a:cubicBezTo>
                        <a:pt x="1" y="1607"/>
                        <a:pt x="233" y="1888"/>
                        <a:pt x="504" y="1888"/>
                      </a:cubicBezTo>
                      <a:cubicBezTo>
                        <a:pt x="576" y="1888"/>
                        <a:pt x="651" y="1868"/>
                        <a:pt x="724" y="1822"/>
                      </a:cubicBezTo>
                      <a:cubicBezTo>
                        <a:pt x="1207" y="1522"/>
                        <a:pt x="1259" y="760"/>
                        <a:pt x="1259" y="251"/>
                      </a:cubicBezTo>
                      <a:cubicBezTo>
                        <a:pt x="1259" y="104"/>
                        <a:pt x="1117" y="0"/>
                        <a:pt x="98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2" name="Google Shape;6912;p69"/>
                <p:cNvSpPr/>
                <p:nvPr/>
              </p:nvSpPr>
              <p:spPr>
                <a:xfrm>
                  <a:off x="3285141" y="3719823"/>
                  <a:ext cx="39007" cy="45143"/>
                </a:xfrm>
                <a:custGeom>
                  <a:rect b="b" l="l" r="r" t="t"/>
                  <a:pathLst>
                    <a:path extrusionOk="0" h="1788" w="1545">
                      <a:moveTo>
                        <a:pt x="1258" y="1"/>
                      </a:moveTo>
                      <a:cubicBezTo>
                        <a:pt x="1173" y="1"/>
                        <a:pt x="1083" y="41"/>
                        <a:pt x="1036" y="109"/>
                      </a:cubicBezTo>
                      <a:cubicBezTo>
                        <a:pt x="815" y="421"/>
                        <a:pt x="554" y="695"/>
                        <a:pt x="254" y="923"/>
                      </a:cubicBezTo>
                      <a:cubicBezTo>
                        <a:pt x="0" y="1138"/>
                        <a:pt x="98" y="1562"/>
                        <a:pt x="358" y="1718"/>
                      </a:cubicBezTo>
                      <a:cubicBezTo>
                        <a:pt x="439" y="1766"/>
                        <a:pt x="521" y="1787"/>
                        <a:pt x="601" y="1787"/>
                      </a:cubicBezTo>
                      <a:cubicBezTo>
                        <a:pt x="775" y="1787"/>
                        <a:pt x="938" y="1688"/>
                        <a:pt x="1049" y="1536"/>
                      </a:cubicBezTo>
                      <a:cubicBezTo>
                        <a:pt x="1362" y="1119"/>
                        <a:pt x="1545" y="689"/>
                        <a:pt x="1460" y="167"/>
                      </a:cubicBezTo>
                      <a:cubicBezTo>
                        <a:pt x="1443" y="51"/>
                        <a:pt x="1353" y="1"/>
                        <a:pt x="125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3" name="Google Shape;6913;p69"/>
                <p:cNvSpPr/>
                <p:nvPr/>
              </p:nvSpPr>
              <p:spPr>
                <a:xfrm>
                  <a:off x="3287439" y="3774535"/>
                  <a:ext cx="34084" cy="37619"/>
                </a:xfrm>
                <a:custGeom>
                  <a:rect b="b" l="l" r="r" t="t"/>
                  <a:pathLst>
                    <a:path extrusionOk="0" h="1490" w="1350">
                      <a:moveTo>
                        <a:pt x="1147" y="0"/>
                      </a:moveTo>
                      <a:cubicBezTo>
                        <a:pt x="1118" y="0"/>
                        <a:pt x="1087" y="8"/>
                        <a:pt x="1056" y="27"/>
                      </a:cubicBezTo>
                      <a:cubicBezTo>
                        <a:pt x="991" y="73"/>
                        <a:pt x="900" y="86"/>
                        <a:pt x="828" y="125"/>
                      </a:cubicBezTo>
                      <a:cubicBezTo>
                        <a:pt x="733" y="182"/>
                        <a:pt x="651" y="239"/>
                        <a:pt x="569" y="308"/>
                      </a:cubicBezTo>
                      <a:lnTo>
                        <a:pt x="569" y="308"/>
                      </a:lnTo>
                      <a:cubicBezTo>
                        <a:pt x="550" y="322"/>
                        <a:pt x="509" y="353"/>
                        <a:pt x="509" y="353"/>
                      </a:cubicBezTo>
                      <a:cubicBezTo>
                        <a:pt x="470" y="373"/>
                        <a:pt x="430" y="399"/>
                        <a:pt x="391" y="418"/>
                      </a:cubicBezTo>
                      <a:cubicBezTo>
                        <a:pt x="261" y="470"/>
                        <a:pt x="157" y="562"/>
                        <a:pt x="98" y="686"/>
                      </a:cubicBezTo>
                      <a:cubicBezTo>
                        <a:pt x="0" y="855"/>
                        <a:pt x="7" y="1057"/>
                        <a:pt x="98" y="1220"/>
                      </a:cubicBezTo>
                      <a:cubicBezTo>
                        <a:pt x="177" y="1360"/>
                        <a:pt x="354" y="1489"/>
                        <a:pt x="520" y="1489"/>
                      </a:cubicBezTo>
                      <a:cubicBezTo>
                        <a:pt x="531" y="1489"/>
                        <a:pt x="543" y="1488"/>
                        <a:pt x="554" y="1487"/>
                      </a:cubicBezTo>
                      <a:cubicBezTo>
                        <a:pt x="808" y="1455"/>
                        <a:pt x="984" y="1363"/>
                        <a:pt x="1115" y="1135"/>
                      </a:cubicBezTo>
                      <a:cubicBezTo>
                        <a:pt x="1173" y="1037"/>
                        <a:pt x="1219" y="933"/>
                        <a:pt x="1258" y="822"/>
                      </a:cubicBezTo>
                      <a:cubicBezTo>
                        <a:pt x="1304" y="705"/>
                        <a:pt x="1336" y="588"/>
                        <a:pt x="1343" y="464"/>
                      </a:cubicBezTo>
                      <a:cubicBezTo>
                        <a:pt x="1349" y="392"/>
                        <a:pt x="1317" y="288"/>
                        <a:pt x="1330" y="242"/>
                      </a:cubicBezTo>
                      <a:cubicBezTo>
                        <a:pt x="1345" y="123"/>
                        <a:pt x="1258" y="0"/>
                        <a:pt x="114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4" name="Google Shape;6914;p69"/>
                <p:cNvSpPr/>
                <p:nvPr/>
              </p:nvSpPr>
              <p:spPr>
                <a:xfrm>
                  <a:off x="3275169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894" y="1"/>
                      </a:moveTo>
                      <a:cubicBezTo>
                        <a:pt x="455" y="1"/>
                        <a:pt x="1" y="358"/>
                        <a:pt x="199" y="863"/>
                      </a:cubicBezTo>
                      <a:cubicBezTo>
                        <a:pt x="656" y="2023"/>
                        <a:pt x="695" y="3307"/>
                        <a:pt x="1171" y="4448"/>
                      </a:cubicBezTo>
                      <a:cubicBezTo>
                        <a:pt x="1187" y="4510"/>
                        <a:pt x="1239" y="4541"/>
                        <a:pt x="1292" y="4541"/>
                      </a:cubicBezTo>
                      <a:cubicBezTo>
                        <a:pt x="1345" y="4541"/>
                        <a:pt x="1399" y="4510"/>
                        <a:pt x="1418" y="4448"/>
                      </a:cubicBezTo>
                      <a:cubicBezTo>
                        <a:pt x="1920" y="3236"/>
                        <a:pt x="1881" y="1737"/>
                        <a:pt x="1542" y="492"/>
                      </a:cubicBezTo>
                      <a:cubicBezTo>
                        <a:pt x="1448" y="146"/>
                        <a:pt x="1174" y="1"/>
                        <a:pt x="89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5" name="Google Shape;6915;p69"/>
                <p:cNvSpPr/>
                <p:nvPr/>
              </p:nvSpPr>
              <p:spPr>
                <a:xfrm>
                  <a:off x="3280723" y="3951495"/>
                  <a:ext cx="43602" cy="116214"/>
                </a:xfrm>
                <a:custGeom>
                  <a:rect b="b" l="l" r="r" t="t"/>
                  <a:pathLst>
                    <a:path extrusionOk="0" h="4603" w="1727">
                      <a:moveTo>
                        <a:pt x="537" y="0"/>
                      </a:moveTo>
                      <a:cubicBezTo>
                        <a:pt x="262" y="0"/>
                        <a:pt x="1" y="235"/>
                        <a:pt x="77" y="592"/>
                      </a:cubicBezTo>
                      <a:cubicBezTo>
                        <a:pt x="227" y="1282"/>
                        <a:pt x="481" y="1895"/>
                        <a:pt x="462" y="2619"/>
                      </a:cubicBezTo>
                      <a:cubicBezTo>
                        <a:pt x="442" y="3212"/>
                        <a:pt x="338" y="3798"/>
                        <a:pt x="442" y="4385"/>
                      </a:cubicBezTo>
                      <a:cubicBezTo>
                        <a:pt x="470" y="4534"/>
                        <a:pt x="591" y="4602"/>
                        <a:pt x="718" y="4602"/>
                      </a:cubicBezTo>
                      <a:cubicBezTo>
                        <a:pt x="829" y="4602"/>
                        <a:pt x="945" y="4551"/>
                        <a:pt x="1009" y="4457"/>
                      </a:cubicBezTo>
                      <a:cubicBezTo>
                        <a:pt x="1726" y="3362"/>
                        <a:pt x="1707" y="1296"/>
                        <a:pt x="944" y="220"/>
                      </a:cubicBezTo>
                      <a:cubicBezTo>
                        <a:pt x="837" y="68"/>
                        <a:pt x="685" y="0"/>
                        <a:pt x="5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6" name="Google Shape;6916;p69"/>
                <p:cNvSpPr/>
                <p:nvPr/>
              </p:nvSpPr>
              <p:spPr>
                <a:xfrm>
                  <a:off x="3232298" y="3867471"/>
                  <a:ext cx="47718" cy="172163"/>
                </a:xfrm>
                <a:custGeom>
                  <a:rect b="b" l="l" r="r" t="t"/>
                  <a:pathLst>
                    <a:path extrusionOk="0" h="6819" w="1890">
                      <a:moveTo>
                        <a:pt x="952" y="1"/>
                      </a:moveTo>
                      <a:cubicBezTo>
                        <a:pt x="589" y="1"/>
                        <a:pt x="226" y="240"/>
                        <a:pt x="209" y="720"/>
                      </a:cubicBezTo>
                      <a:cubicBezTo>
                        <a:pt x="144" y="2642"/>
                        <a:pt x="1" y="5119"/>
                        <a:pt x="1278" y="6716"/>
                      </a:cubicBezTo>
                      <a:cubicBezTo>
                        <a:pt x="1336" y="6787"/>
                        <a:pt x="1418" y="6819"/>
                        <a:pt x="1504" y="6819"/>
                      </a:cubicBezTo>
                      <a:cubicBezTo>
                        <a:pt x="1690" y="6819"/>
                        <a:pt x="1889" y="6671"/>
                        <a:pt x="1871" y="6474"/>
                      </a:cubicBezTo>
                      <a:cubicBezTo>
                        <a:pt x="1682" y="4545"/>
                        <a:pt x="1748" y="2649"/>
                        <a:pt x="1689" y="720"/>
                      </a:cubicBezTo>
                      <a:cubicBezTo>
                        <a:pt x="1676" y="240"/>
                        <a:pt x="1314" y="1"/>
                        <a:pt x="95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7" name="Google Shape;6917;p69"/>
                <p:cNvSpPr/>
                <p:nvPr/>
              </p:nvSpPr>
              <p:spPr>
                <a:xfrm>
                  <a:off x="3147063" y="4072304"/>
                  <a:ext cx="31307" cy="181782"/>
                </a:xfrm>
                <a:custGeom>
                  <a:rect b="b" l="l" r="r" t="t"/>
                  <a:pathLst>
                    <a:path extrusionOk="0" h="7200" w="1240">
                      <a:moveTo>
                        <a:pt x="599" y="0"/>
                      </a:moveTo>
                      <a:cubicBezTo>
                        <a:pt x="536" y="0"/>
                        <a:pt x="468" y="52"/>
                        <a:pt x="464" y="121"/>
                      </a:cubicBezTo>
                      <a:cubicBezTo>
                        <a:pt x="444" y="1184"/>
                        <a:pt x="457" y="2226"/>
                        <a:pt x="359" y="3276"/>
                      </a:cubicBezTo>
                      <a:cubicBezTo>
                        <a:pt x="261" y="4429"/>
                        <a:pt x="1" y="5596"/>
                        <a:pt x="33" y="6750"/>
                      </a:cubicBezTo>
                      <a:cubicBezTo>
                        <a:pt x="46" y="7054"/>
                        <a:pt x="255" y="7199"/>
                        <a:pt x="471" y="7199"/>
                      </a:cubicBezTo>
                      <a:cubicBezTo>
                        <a:pt x="696" y="7199"/>
                        <a:pt x="929" y="7044"/>
                        <a:pt x="965" y="6750"/>
                      </a:cubicBezTo>
                      <a:cubicBezTo>
                        <a:pt x="1109" y="5609"/>
                        <a:pt x="1148" y="4429"/>
                        <a:pt x="1193" y="3276"/>
                      </a:cubicBezTo>
                      <a:cubicBezTo>
                        <a:pt x="1239" y="2181"/>
                        <a:pt x="1161" y="1073"/>
                        <a:pt x="692" y="63"/>
                      </a:cubicBezTo>
                      <a:cubicBezTo>
                        <a:pt x="672" y="19"/>
                        <a:pt x="636" y="0"/>
                        <a:pt x="59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8" name="Google Shape;6918;p69"/>
                <p:cNvSpPr/>
                <p:nvPr/>
              </p:nvSpPr>
              <p:spPr>
                <a:xfrm>
                  <a:off x="3113989" y="4102121"/>
                  <a:ext cx="40093" cy="120986"/>
                </a:xfrm>
                <a:custGeom>
                  <a:rect b="b" l="l" r="r" t="t"/>
                  <a:pathLst>
                    <a:path extrusionOk="0" h="4792" w="1588">
                      <a:moveTo>
                        <a:pt x="850" y="0"/>
                      </a:moveTo>
                      <a:cubicBezTo>
                        <a:pt x="683" y="0"/>
                        <a:pt x="514" y="82"/>
                        <a:pt x="398" y="276"/>
                      </a:cubicBezTo>
                      <a:cubicBezTo>
                        <a:pt x="1" y="941"/>
                        <a:pt x="27" y="1873"/>
                        <a:pt x="59" y="2616"/>
                      </a:cubicBezTo>
                      <a:cubicBezTo>
                        <a:pt x="85" y="3164"/>
                        <a:pt x="40" y="4376"/>
                        <a:pt x="509" y="4747"/>
                      </a:cubicBezTo>
                      <a:cubicBezTo>
                        <a:pt x="542" y="4777"/>
                        <a:pt x="582" y="4791"/>
                        <a:pt x="623" y="4791"/>
                      </a:cubicBezTo>
                      <a:cubicBezTo>
                        <a:pt x="664" y="4791"/>
                        <a:pt x="705" y="4777"/>
                        <a:pt x="737" y="4747"/>
                      </a:cubicBezTo>
                      <a:cubicBezTo>
                        <a:pt x="1154" y="4402"/>
                        <a:pt x="998" y="3574"/>
                        <a:pt x="998" y="3098"/>
                      </a:cubicBezTo>
                      <a:cubicBezTo>
                        <a:pt x="998" y="2297"/>
                        <a:pt x="991" y="1560"/>
                        <a:pt x="1363" y="837"/>
                      </a:cubicBezTo>
                      <a:cubicBezTo>
                        <a:pt x="1587" y="397"/>
                        <a:pt x="1221" y="0"/>
                        <a:pt x="85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9" name="Google Shape;6919;p69"/>
                <p:cNvSpPr/>
                <p:nvPr/>
              </p:nvSpPr>
              <p:spPr>
                <a:xfrm>
                  <a:off x="3253052" y="4072304"/>
                  <a:ext cx="31282" cy="181782"/>
                </a:xfrm>
                <a:custGeom>
                  <a:rect b="b" l="l" r="r" t="t"/>
                  <a:pathLst>
                    <a:path extrusionOk="0" h="7200" w="1239">
                      <a:moveTo>
                        <a:pt x="642" y="0"/>
                      </a:moveTo>
                      <a:cubicBezTo>
                        <a:pt x="604" y="0"/>
                        <a:pt x="567" y="19"/>
                        <a:pt x="548" y="63"/>
                      </a:cubicBezTo>
                      <a:cubicBezTo>
                        <a:pt x="85" y="1073"/>
                        <a:pt x="0" y="2181"/>
                        <a:pt x="46" y="3276"/>
                      </a:cubicBezTo>
                      <a:cubicBezTo>
                        <a:pt x="91" y="4429"/>
                        <a:pt x="130" y="5609"/>
                        <a:pt x="274" y="6750"/>
                      </a:cubicBezTo>
                      <a:cubicBezTo>
                        <a:pt x="314" y="7044"/>
                        <a:pt x="549" y="7199"/>
                        <a:pt x="773" y="7199"/>
                      </a:cubicBezTo>
                      <a:cubicBezTo>
                        <a:pt x="990" y="7199"/>
                        <a:pt x="1196" y="7054"/>
                        <a:pt x="1206" y="6750"/>
                      </a:cubicBezTo>
                      <a:cubicBezTo>
                        <a:pt x="1238" y="5596"/>
                        <a:pt x="984" y="4429"/>
                        <a:pt x="880" y="3276"/>
                      </a:cubicBezTo>
                      <a:cubicBezTo>
                        <a:pt x="789" y="2226"/>
                        <a:pt x="795" y="1184"/>
                        <a:pt x="776" y="121"/>
                      </a:cubicBezTo>
                      <a:cubicBezTo>
                        <a:pt x="776" y="52"/>
                        <a:pt x="707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0" name="Google Shape;6920;p69"/>
                <p:cNvSpPr/>
                <p:nvPr/>
              </p:nvSpPr>
              <p:spPr>
                <a:xfrm>
                  <a:off x="3277491" y="4102121"/>
                  <a:ext cx="40068" cy="120986"/>
                </a:xfrm>
                <a:custGeom>
                  <a:rect b="b" l="l" r="r" t="t"/>
                  <a:pathLst>
                    <a:path extrusionOk="0" h="4792" w="1587">
                      <a:moveTo>
                        <a:pt x="737" y="0"/>
                      </a:moveTo>
                      <a:cubicBezTo>
                        <a:pt x="366" y="0"/>
                        <a:pt x="0" y="397"/>
                        <a:pt x="225" y="837"/>
                      </a:cubicBezTo>
                      <a:cubicBezTo>
                        <a:pt x="596" y="1560"/>
                        <a:pt x="590" y="2297"/>
                        <a:pt x="590" y="3098"/>
                      </a:cubicBezTo>
                      <a:cubicBezTo>
                        <a:pt x="590" y="3574"/>
                        <a:pt x="433" y="4402"/>
                        <a:pt x="844" y="4747"/>
                      </a:cubicBezTo>
                      <a:cubicBezTo>
                        <a:pt x="877" y="4777"/>
                        <a:pt x="917" y="4791"/>
                        <a:pt x="958" y="4791"/>
                      </a:cubicBezTo>
                      <a:cubicBezTo>
                        <a:pt x="999" y="4791"/>
                        <a:pt x="1039" y="4777"/>
                        <a:pt x="1072" y="4747"/>
                      </a:cubicBezTo>
                      <a:cubicBezTo>
                        <a:pt x="1541" y="4376"/>
                        <a:pt x="1496" y="3164"/>
                        <a:pt x="1522" y="2616"/>
                      </a:cubicBezTo>
                      <a:cubicBezTo>
                        <a:pt x="1554" y="1873"/>
                        <a:pt x="1587" y="941"/>
                        <a:pt x="1189" y="276"/>
                      </a:cubicBezTo>
                      <a:cubicBezTo>
                        <a:pt x="1074" y="82"/>
                        <a:pt x="905" y="0"/>
                        <a:pt x="7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1" name="Google Shape;6921;p69"/>
                <p:cNvSpPr/>
                <p:nvPr/>
              </p:nvSpPr>
              <p:spPr>
                <a:xfrm>
                  <a:off x="3097199" y="3168065"/>
                  <a:ext cx="106494" cy="74859"/>
                </a:xfrm>
                <a:custGeom>
                  <a:rect b="b" l="l" r="r" t="t"/>
                  <a:pathLst>
                    <a:path extrusionOk="0" h="2965" w="4218">
                      <a:moveTo>
                        <a:pt x="2117" y="1"/>
                      </a:moveTo>
                      <a:cubicBezTo>
                        <a:pt x="1413" y="1"/>
                        <a:pt x="712" y="474"/>
                        <a:pt x="444" y="1107"/>
                      </a:cubicBezTo>
                      <a:cubicBezTo>
                        <a:pt x="236" y="1602"/>
                        <a:pt x="86" y="2117"/>
                        <a:pt x="1" y="2651"/>
                      </a:cubicBezTo>
                      <a:cubicBezTo>
                        <a:pt x="451" y="2188"/>
                        <a:pt x="1070" y="1921"/>
                        <a:pt x="1715" y="1921"/>
                      </a:cubicBezTo>
                      <a:cubicBezTo>
                        <a:pt x="2504" y="1928"/>
                        <a:pt x="3240" y="2312"/>
                        <a:pt x="3683" y="2964"/>
                      </a:cubicBezTo>
                      <a:cubicBezTo>
                        <a:pt x="3729" y="2847"/>
                        <a:pt x="3775" y="2729"/>
                        <a:pt x="3833" y="2619"/>
                      </a:cubicBezTo>
                      <a:cubicBezTo>
                        <a:pt x="4218" y="1830"/>
                        <a:pt x="3898" y="989"/>
                        <a:pt x="3305" y="422"/>
                      </a:cubicBezTo>
                      <a:cubicBezTo>
                        <a:pt x="3058" y="188"/>
                        <a:pt x="2738" y="96"/>
                        <a:pt x="2419" y="31"/>
                      </a:cubicBezTo>
                      <a:cubicBezTo>
                        <a:pt x="2319" y="11"/>
                        <a:pt x="2218" y="1"/>
                        <a:pt x="211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2" name="Google Shape;6922;p69"/>
                <p:cNvSpPr/>
                <p:nvPr/>
              </p:nvSpPr>
              <p:spPr>
                <a:xfrm>
                  <a:off x="3104117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3312" y="1"/>
                      </a:moveTo>
                      <a:cubicBezTo>
                        <a:pt x="2855" y="574"/>
                        <a:pt x="2165" y="907"/>
                        <a:pt x="1435" y="913"/>
                      </a:cubicBezTo>
                      <a:cubicBezTo>
                        <a:pt x="920" y="907"/>
                        <a:pt x="411" y="737"/>
                        <a:pt x="1" y="424"/>
                      </a:cubicBezTo>
                      <a:lnTo>
                        <a:pt x="1" y="424"/>
                      </a:lnTo>
                      <a:cubicBezTo>
                        <a:pt x="397" y="1681"/>
                        <a:pt x="1622" y="3208"/>
                        <a:pt x="3011" y="3208"/>
                      </a:cubicBezTo>
                      <a:cubicBezTo>
                        <a:pt x="3085" y="3208"/>
                        <a:pt x="3159" y="3203"/>
                        <a:pt x="3233" y="3194"/>
                      </a:cubicBezTo>
                      <a:cubicBezTo>
                        <a:pt x="3690" y="3142"/>
                        <a:pt x="4113" y="2686"/>
                        <a:pt x="4015" y="2210"/>
                      </a:cubicBezTo>
                      <a:cubicBezTo>
                        <a:pt x="3853" y="1428"/>
                        <a:pt x="3488" y="763"/>
                        <a:pt x="331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3" name="Google Shape;6923;p69"/>
                <p:cNvSpPr/>
                <p:nvPr/>
              </p:nvSpPr>
              <p:spPr>
                <a:xfrm>
                  <a:off x="3097199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2797" y="1193"/>
                      </a:moveTo>
                      <a:cubicBezTo>
                        <a:pt x="2797" y="2255"/>
                        <a:pt x="1513" y="2790"/>
                        <a:pt x="757" y="2040"/>
                      </a:cubicBezTo>
                      <a:cubicBezTo>
                        <a:pt x="1" y="1291"/>
                        <a:pt x="535" y="0"/>
                        <a:pt x="1604" y="0"/>
                      </a:cubicBezTo>
                      <a:cubicBezTo>
                        <a:pt x="2256" y="0"/>
                        <a:pt x="2790" y="535"/>
                        <a:pt x="279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4" name="Google Shape;6924;p69"/>
                <p:cNvSpPr/>
                <p:nvPr/>
              </p:nvSpPr>
              <p:spPr>
                <a:xfrm>
                  <a:off x="3227527" y="3168065"/>
                  <a:ext cx="106342" cy="74859"/>
                </a:xfrm>
                <a:custGeom>
                  <a:rect b="b" l="l" r="r" t="t"/>
                  <a:pathLst>
                    <a:path extrusionOk="0" h="2965" w="4212">
                      <a:moveTo>
                        <a:pt x="2102" y="1"/>
                      </a:moveTo>
                      <a:cubicBezTo>
                        <a:pt x="2001" y="1"/>
                        <a:pt x="1900" y="11"/>
                        <a:pt x="1800" y="31"/>
                      </a:cubicBezTo>
                      <a:cubicBezTo>
                        <a:pt x="1474" y="96"/>
                        <a:pt x="1154" y="188"/>
                        <a:pt x="913" y="422"/>
                      </a:cubicBezTo>
                      <a:cubicBezTo>
                        <a:pt x="320" y="989"/>
                        <a:pt x="1" y="1830"/>
                        <a:pt x="385" y="2619"/>
                      </a:cubicBezTo>
                      <a:cubicBezTo>
                        <a:pt x="438" y="2729"/>
                        <a:pt x="490" y="2847"/>
                        <a:pt x="529" y="2964"/>
                      </a:cubicBezTo>
                      <a:cubicBezTo>
                        <a:pt x="978" y="2312"/>
                        <a:pt x="1715" y="1928"/>
                        <a:pt x="2504" y="1921"/>
                      </a:cubicBezTo>
                      <a:cubicBezTo>
                        <a:pt x="3142" y="1921"/>
                        <a:pt x="3761" y="2188"/>
                        <a:pt x="4211" y="2651"/>
                      </a:cubicBezTo>
                      <a:cubicBezTo>
                        <a:pt x="4126" y="2117"/>
                        <a:pt x="3983" y="1602"/>
                        <a:pt x="3775" y="1107"/>
                      </a:cubicBezTo>
                      <a:cubicBezTo>
                        <a:pt x="3501" y="474"/>
                        <a:pt x="2804" y="1"/>
                        <a:pt x="210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5" name="Google Shape;6925;p69"/>
                <p:cNvSpPr/>
                <p:nvPr/>
              </p:nvSpPr>
              <p:spPr>
                <a:xfrm>
                  <a:off x="3223083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809" y="1"/>
                      </a:moveTo>
                      <a:cubicBezTo>
                        <a:pt x="627" y="763"/>
                        <a:pt x="262" y="1428"/>
                        <a:pt x="99" y="2210"/>
                      </a:cubicBezTo>
                      <a:cubicBezTo>
                        <a:pt x="1" y="2686"/>
                        <a:pt x="425" y="3142"/>
                        <a:pt x="881" y="3194"/>
                      </a:cubicBezTo>
                      <a:cubicBezTo>
                        <a:pt x="955" y="3203"/>
                        <a:pt x="1030" y="3208"/>
                        <a:pt x="1103" y="3208"/>
                      </a:cubicBezTo>
                      <a:cubicBezTo>
                        <a:pt x="2493" y="3208"/>
                        <a:pt x="3717" y="1681"/>
                        <a:pt x="4113" y="424"/>
                      </a:cubicBezTo>
                      <a:lnTo>
                        <a:pt x="4113" y="424"/>
                      </a:lnTo>
                      <a:cubicBezTo>
                        <a:pt x="3703" y="737"/>
                        <a:pt x="3194" y="907"/>
                        <a:pt x="2680" y="913"/>
                      </a:cubicBezTo>
                      <a:cubicBezTo>
                        <a:pt x="1950" y="907"/>
                        <a:pt x="1259" y="574"/>
                        <a:pt x="80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6" name="Google Shape;6926;p69"/>
                <p:cNvSpPr/>
                <p:nvPr/>
              </p:nvSpPr>
              <p:spPr>
                <a:xfrm>
                  <a:off x="3263252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7" y="1193"/>
                      </a:moveTo>
                      <a:cubicBezTo>
                        <a:pt x="0" y="2255"/>
                        <a:pt x="1284" y="2790"/>
                        <a:pt x="2040" y="2040"/>
                      </a:cubicBezTo>
                      <a:cubicBezTo>
                        <a:pt x="2796" y="1291"/>
                        <a:pt x="2262" y="0"/>
                        <a:pt x="1199" y="0"/>
                      </a:cubicBezTo>
                      <a:cubicBezTo>
                        <a:pt x="541" y="0"/>
                        <a:pt x="7" y="535"/>
                        <a:pt x="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927" name="Google Shape;6927;p69"/>
          <p:cNvGrpSpPr/>
          <p:nvPr/>
        </p:nvGrpSpPr>
        <p:grpSpPr>
          <a:xfrm>
            <a:off x="3928852" y="3064707"/>
            <a:ext cx="550799" cy="1310497"/>
            <a:chOff x="3928852" y="3050537"/>
            <a:chExt cx="550799" cy="1310497"/>
          </a:xfrm>
        </p:grpSpPr>
        <p:sp>
          <p:nvSpPr>
            <p:cNvPr id="6928" name="Google Shape;6928;p69"/>
            <p:cNvSpPr/>
            <p:nvPr/>
          </p:nvSpPr>
          <p:spPr>
            <a:xfrm>
              <a:off x="3977731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9" y="1943"/>
                  </a:cubicBezTo>
                  <a:cubicBezTo>
                    <a:pt x="13929" y="1943"/>
                    <a:pt x="17943" y="1506"/>
                    <a:pt x="17943" y="972"/>
                  </a:cubicBezTo>
                  <a:cubicBezTo>
                    <a:pt x="17943" y="437"/>
                    <a:pt x="13929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29" name="Google Shape;6929;p69"/>
            <p:cNvGrpSpPr/>
            <p:nvPr/>
          </p:nvGrpSpPr>
          <p:grpSpPr>
            <a:xfrm>
              <a:off x="3928852" y="3050537"/>
              <a:ext cx="550799" cy="1278256"/>
              <a:chOff x="3928852" y="3050537"/>
              <a:chExt cx="550799" cy="1278256"/>
            </a:xfrm>
          </p:grpSpPr>
          <p:sp>
            <p:nvSpPr>
              <p:cNvPr id="6930" name="Google Shape;6930;p69"/>
              <p:cNvSpPr/>
              <p:nvPr/>
            </p:nvSpPr>
            <p:spPr>
              <a:xfrm>
                <a:off x="3928852" y="3050537"/>
                <a:ext cx="550799" cy="1278256"/>
              </a:xfrm>
              <a:custGeom>
                <a:rect b="b" l="l" r="r" t="t"/>
                <a:pathLst>
                  <a:path extrusionOk="0" h="50629" w="21816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55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2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8" y="13804"/>
                      <a:pt x="8754" y="14560"/>
                    </a:cubicBezTo>
                    <a:cubicBezTo>
                      <a:pt x="8793" y="14573"/>
                      <a:pt x="8884" y="14593"/>
                      <a:pt x="8884" y="14606"/>
                    </a:cubicBezTo>
                    <a:lnTo>
                      <a:pt x="8884" y="16620"/>
                    </a:lnTo>
                    <a:lnTo>
                      <a:pt x="5651" y="16620"/>
                    </a:lnTo>
                    <a:cubicBezTo>
                      <a:pt x="5651" y="16620"/>
                      <a:pt x="5638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3" y="34977"/>
                      <a:pt x="2330" y="34756"/>
                      <a:pt x="2575" y="34360"/>
                    </a:cubicBezTo>
                    <a:cubicBezTo>
                      <a:pt x="2621" y="34387"/>
                      <a:pt x="2666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70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3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43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1" y="31929"/>
                    </a:lnTo>
                    <a:cubicBezTo>
                      <a:pt x="18302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3" y="34749"/>
                      <a:pt x="19903" y="34984"/>
                      <a:pt x="20357" y="34984"/>
                    </a:cubicBezTo>
                    <a:cubicBezTo>
                      <a:pt x="20538" y="34984"/>
                      <a:pt x="20722" y="34947"/>
                      <a:pt x="20896" y="34869"/>
                    </a:cubicBezTo>
                    <a:cubicBezTo>
                      <a:pt x="21509" y="34589"/>
                      <a:pt x="21815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25" y="16626"/>
                    </a:lnTo>
                    <a:lnTo>
                      <a:pt x="12625" y="14704"/>
                    </a:lnTo>
                    <a:cubicBezTo>
                      <a:pt x="12625" y="14704"/>
                      <a:pt x="12651" y="14697"/>
                      <a:pt x="12658" y="14691"/>
                    </a:cubicBezTo>
                    <a:lnTo>
                      <a:pt x="12704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67" y="9485"/>
                      <a:pt x="18999" y="8929"/>
                    </a:cubicBezTo>
                    <a:cubicBezTo>
                      <a:pt x="19032" y="8375"/>
                      <a:pt x="18615" y="7893"/>
                      <a:pt x="18061" y="7834"/>
                    </a:cubicBezTo>
                    <a:lnTo>
                      <a:pt x="18061" y="7828"/>
                    </a:lnTo>
                    <a:cubicBezTo>
                      <a:pt x="18061" y="7815"/>
                      <a:pt x="18048" y="7802"/>
                      <a:pt x="18048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31" name="Google Shape;6931;p69"/>
              <p:cNvGrpSpPr/>
              <p:nvPr/>
            </p:nvGrpSpPr>
            <p:grpSpPr>
              <a:xfrm>
                <a:off x="4097202" y="3317252"/>
                <a:ext cx="209832" cy="593417"/>
                <a:chOff x="4097202" y="3317252"/>
                <a:chExt cx="209832" cy="593417"/>
              </a:xfrm>
            </p:grpSpPr>
            <p:grpSp>
              <p:nvGrpSpPr>
                <p:cNvPr id="6932" name="Google Shape;6932;p69"/>
                <p:cNvGrpSpPr/>
                <p:nvPr/>
              </p:nvGrpSpPr>
              <p:grpSpPr>
                <a:xfrm>
                  <a:off x="4155271" y="3317252"/>
                  <a:ext cx="96622" cy="294739"/>
                  <a:chOff x="4155271" y="3317252"/>
                  <a:chExt cx="96622" cy="294739"/>
                </a:xfrm>
              </p:grpSpPr>
              <p:sp>
                <p:nvSpPr>
                  <p:cNvPr id="6933" name="Google Shape;6933;p69"/>
                  <p:cNvSpPr/>
                  <p:nvPr/>
                </p:nvSpPr>
                <p:spPr>
                  <a:xfrm>
                    <a:off x="4191804" y="3350175"/>
                    <a:ext cx="21435" cy="261817"/>
                  </a:xfrm>
                  <a:custGeom>
                    <a:rect b="b" l="l" r="r" t="t"/>
                    <a:pathLst>
                      <a:path extrusionOk="0" h="10370" w="849">
                        <a:moveTo>
                          <a:pt x="1" y="0"/>
                        </a:moveTo>
                        <a:lnTo>
                          <a:pt x="1" y="10370"/>
                        </a:lnTo>
                        <a:lnTo>
                          <a:pt x="848" y="10370"/>
                        </a:lnTo>
                        <a:lnTo>
                          <a:pt x="848" y="0"/>
                        </a:ln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4" name="Google Shape;6934;p69"/>
                  <p:cNvSpPr/>
                  <p:nvPr/>
                </p:nvSpPr>
                <p:spPr>
                  <a:xfrm>
                    <a:off x="4155271" y="3317252"/>
                    <a:ext cx="96622" cy="60089"/>
                  </a:xfrm>
                  <a:custGeom>
                    <a:rect b="b" l="l" r="r" t="t"/>
                    <a:pathLst>
                      <a:path extrusionOk="0" h="2380" w="3827">
                        <a:moveTo>
                          <a:pt x="1911" y="1"/>
                        </a:moveTo>
                        <a:cubicBezTo>
                          <a:pt x="855" y="1"/>
                          <a:pt x="1" y="535"/>
                          <a:pt x="1" y="1194"/>
                        </a:cubicBezTo>
                        <a:cubicBezTo>
                          <a:pt x="1" y="1852"/>
                          <a:pt x="855" y="2380"/>
                          <a:pt x="1911" y="2380"/>
                        </a:cubicBezTo>
                        <a:cubicBezTo>
                          <a:pt x="2973" y="2380"/>
                          <a:pt x="3827" y="1852"/>
                          <a:pt x="3827" y="1194"/>
                        </a:cubicBezTo>
                        <a:cubicBezTo>
                          <a:pt x="3827" y="535"/>
                          <a:pt x="2973" y="1"/>
                          <a:pt x="1911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935" name="Google Shape;6935;p69"/>
                <p:cNvSpPr/>
                <p:nvPr/>
              </p:nvSpPr>
              <p:spPr>
                <a:xfrm>
                  <a:off x="4138835" y="3605149"/>
                  <a:ext cx="148455" cy="137346"/>
                </a:xfrm>
                <a:custGeom>
                  <a:rect b="b" l="l" r="r" t="t"/>
                  <a:pathLst>
                    <a:path extrusionOk="0" h="5440" w="5880">
                      <a:moveTo>
                        <a:pt x="3434" y="0"/>
                      </a:moveTo>
                      <a:cubicBezTo>
                        <a:pt x="3129" y="0"/>
                        <a:pt x="2783" y="173"/>
                        <a:pt x="2783" y="173"/>
                      </a:cubicBezTo>
                      <a:cubicBezTo>
                        <a:pt x="2725" y="1444"/>
                        <a:pt x="3819" y="1763"/>
                        <a:pt x="3272" y="3145"/>
                      </a:cubicBezTo>
                      <a:cubicBezTo>
                        <a:pt x="3194" y="3338"/>
                        <a:pt x="3083" y="3412"/>
                        <a:pt x="2954" y="3412"/>
                      </a:cubicBezTo>
                      <a:cubicBezTo>
                        <a:pt x="2770" y="3412"/>
                        <a:pt x="2550" y="3259"/>
                        <a:pt x="2347" y="3086"/>
                      </a:cubicBezTo>
                      <a:cubicBezTo>
                        <a:pt x="2142" y="2920"/>
                        <a:pt x="1689" y="2641"/>
                        <a:pt x="1242" y="2641"/>
                      </a:cubicBezTo>
                      <a:cubicBezTo>
                        <a:pt x="1077" y="2641"/>
                        <a:pt x="913" y="2679"/>
                        <a:pt x="763" y="2774"/>
                      </a:cubicBezTo>
                      <a:cubicBezTo>
                        <a:pt x="0" y="3236"/>
                        <a:pt x="124" y="5439"/>
                        <a:pt x="124" y="5439"/>
                      </a:cubicBezTo>
                      <a:lnTo>
                        <a:pt x="789" y="5394"/>
                      </a:lnTo>
                      <a:cubicBezTo>
                        <a:pt x="789" y="5394"/>
                        <a:pt x="1095" y="3614"/>
                        <a:pt x="1095" y="3608"/>
                      </a:cubicBezTo>
                      <a:cubicBezTo>
                        <a:pt x="1095" y="3608"/>
                        <a:pt x="1102" y="3601"/>
                        <a:pt x="1102" y="3601"/>
                      </a:cubicBezTo>
                      <a:cubicBezTo>
                        <a:pt x="1102" y="3601"/>
                        <a:pt x="1108" y="3595"/>
                        <a:pt x="1108" y="3595"/>
                      </a:cubicBezTo>
                      <a:lnTo>
                        <a:pt x="1115" y="3588"/>
                      </a:lnTo>
                      <a:lnTo>
                        <a:pt x="1115" y="3575"/>
                      </a:lnTo>
                      <a:lnTo>
                        <a:pt x="1115" y="3569"/>
                      </a:lnTo>
                      <a:lnTo>
                        <a:pt x="1121" y="3562"/>
                      </a:lnTo>
                      <a:lnTo>
                        <a:pt x="1128" y="3556"/>
                      </a:lnTo>
                      <a:lnTo>
                        <a:pt x="1134" y="3556"/>
                      </a:lnTo>
                      <a:lnTo>
                        <a:pt x="1141" y="3549"/>
                      </a:lnTo>
                      <a:lnTo>
                        <a:pt x="1147" y="3549"/>
                      </a:lnTo>
                      <a:lnTo>
                        <a:pt x="1154" y="3543"/>
                      </a:lnTo>
                      <a:lnTo>
                        <a:pt x="1180" y="3543"/>
                      </a:lnTo>
                      <a:cubicBezTo>
                        <a:pt x="1180" y="3543"/>
                        <a:pt x="1239" y="3588"/>
                        <a:pt x="1239" y="3588"/>
                      </a:cubicBezTo>
                      <a:cubicBezTo>
                        <a:pt x="1239" y="3588"/>
                        <a:pt x="1245" y="3582"/>
                        <a:pt x="1245" y="3582"/>
                      </a:cubicBezTo>
                      <a:lnTo>
                        <a:pt x="1258" y="3582"/>
                      </a:lnTo>
                      <a:cubicBezTo>
                        <a:pt x="1258" y="3582"/>
                        <a:pt x="1265" y="3588"/>
                        <a:pt x="1265" y="3595"/>
                      </a:cubicBezTo>
                      <a:cubicBezTo>
                        <a:pt x="1265" y="3595"/>
                        <a:pt x="1265" y="3601"/>
                        <a:pt x="1265" y="3601"/>
                      </a:cubicBezTo>
                      <a:cubicBezTo>
                        <a:pt x="1265" y="3608"/>
                        <a:pt x="1265" y="3608"/>
                        <a:pt x="1265" y="3608"/>
                      </a:cubicBezTo>
                      <a:cubicBezTo>
                        <a:pt x="1304" y="3790"/>
                        <a:pt x="1369" y="3966"/>
                        <a:pt x="1447" y="4136"/>
                      </a:cubicBezTo>
                      <a:cubicBezTo>
                        <a:pt x="1643" y="4423"/>
                        <a:pt x="1916" y="4840"/>
                        <a:pt x="2679" y="5029"/>
                      </a:cubicBezTo>
                      <a:cubicBezTo>
                        <a:pt x="2882" y="5079"/>
                        <a:pt x="3079" y="5102"/>
                        <a:pt x="3269" y="5102"/>
                      </a:cubicBezTo>
                      <a:cubicBezTo>
                        <a:pt x="4290" y="5102"/>
                        <a:pt x="5100" y="4413"/>
                        <a:pt x="5540" y="3412"/>
                      </a:cubicBezTo>
                      <a:cubicBezTo>
                        <a:pt x="5879" y="2663"/>
                        <a:pt x="5768" y="1314"/>
                        <a:pt x="5103" y="1027"/>
                      </a:cubicBezTo>
                      <a:cubicBezTo>
                        <a:pt x="4961" y="964"/>
                        <a:pt x="4840" y="940"/>
                        <a:pt x="4736" y="940"/>
                      </a:cubicBezTo>
                      <a:cubicBezTo>
                        <a:pt x="4400" y="940"/>
                        <a:pt x="4228" y="1187"/>
                        <a:pt x="4026" y="1187"/>
                      </a:cubicBezTo>
                      <a:cubicBezTo>
                        <a:pt x="3997" y="1187"/>
                        <a:pt x="3968" y="1182"/>
                        <a:pt x="3937" y="1170"/>
                      </a:cubicBezTo>
                      <a:cubicBezTo>
                        <a:pt x="3617" y="1053"/>
                        <a:pt x="3507" y="4"/>
                        <a:pt x="3507" y="4"/>
                      </a:cubicBezTo>
                      <a:cubicBezTo>
                        <a:pt x="3483" y="1"/>
                        <a:pt x="3458" y="0"/>
                        <a:pt x="343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6" name="Google Shape;6936;p69"/>
                <p:cNvSpPr/>
                <p:nvPr/>
              </p:nvSpPr>
              <p:spPr>
                <a:xfrm>
                  <a:off x="4100005" y="3582275"/>
                  <a:ext cx="167694" cy="101646"/>
                </a:xfrm>
                <a:custGeom>
                  <a:rect b="b" l="l" r="r" t="t"/>
                  <a:pathLst>
                    <a:path extrusionOk="0" h="4026" w="6642">
                      <a:moveTo>
                        <a:pt x="4886" y="1"/>
                      </a:moveTo>
                      <a:cubicBezTo>
                        <a:pt x="4691" y="1"/>
                        <a:pt x="4372" y="32"/>
                        <a:pt x="4236" y="69"/>
                      </a:cubicBezTo>
                      <a:cubicBezTo>
                        <a:pt x="4158" y="69"/>
                        <a:pt x="3643" y="88"/>
                        <a:pt x="3624" y="88"/>
                      </a:cubicBezTo>
                      <a:cubicBezTo>
                        <a:pt x="3383" y="88"/>
                        <a:pt x="3128" y="75"/>
                        <a:pt x="2887" y="69"/>
                      </a:cubicBezTo>
                      <a:cubicBezTo>
                        <a:pt x="2646" y="62"/>
                        <a:pt x="2418" y="56"/>
                        <a:pt x="2196" y="56"/>
                      </a:cubicBezTo>
                      <a:cubicBezTo>
                        <a:pt x="1493" y="56"/>
                        <a:pt x="795" y="128"/>
                        <a:pt x="469" y="649"/>
                      </a:cubicBezTo>
                      <a:cubicBezTo>
                        <a:pt x="0" y="1392"/>
                        <a:pt x="98" y="2148"/>
                        <a:pt x="189" y="2813"/>
                      </a:cubicBezTo>
                      <a:cubicBezTo>
                        <a:pt x="209" y="2956"/>
                        <a:pt x="222" y="3093"/>
                        <a:pt x="235" y="3230"/>
                      </a:cubicBezTo>
                      <a:cubicBezTo>
                        <a:pt x="280" y="3706"/>
                        <a:pt x="352" y="4025"/>
                        <a:pt x="574" y="4025"/>
                      </a:cubicBezTo>
                      <a:cubicBezTo>
                        <a:pt x="756" y="4025"/>
                        <a:pt x="1030" y="3849"/>
                        <a:pt x="1395" y="3510"/>
                      </a:cubicBezTo>
                      <a:cubicBezTo>
                        <a:pt x="1408" y="3504"/>
                        <a:pt x="1421" y="3497"/>
                        <a:pt x="1434" y="3491"/>
                      </a:cubicBezTo>
                      <a:cubicBezTo>
                        <a:pt x="1453" y="3484"/>
                        <a:pt x="3350" y="2911"/>
                        <a:pt x="4021" y="2402"/>
                      </a:cubicBezTo>
                      <a:cubicBezTo>
                        <a:pt x="4210" y="2337"/>
                        <a:pt x="4399" y="2265"/>
                        <a:pt x="4588" y="2194"/>
                      </a:cubicBezTo>
                      <a:cubicBezTo>
                        <a:pt x="4999" y="2109"/>
                        <a:pt x="5651" y="1907"/>
                        <a:pt x="6048" y="1353"/>
                      </a:cubicBezTo>
                      <a:lnTo>
                        <a:pt x="6166" y="1190"/>
                      </a:lnTo>
                      <a:cubicBezTo>
                        <a:pt x="6413" y="864"/>
                        <a:pt x="6641" y="532"/>
                        <a:pt x="6550" y="356"/>
                      </a:cubicBezTo>
                      <a:cubicBezTo>
                        <a:pt x="6452" y="154"/>
                        <a:pt x="5944" y="30"/>
                        <a:pt x="5038" y="17"/>
                      </a:cubicBezTo>
                      <a:cubicBezTo>
                        <a:pt x="5020" y="6"/>
                        <a:pt x="4962" y="1"/>
                        <a:pt x="488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7" name="Google Shape;6937;p69"/>
                <p:cNvSpPr/>
                <p:nvPr/>
              </p:nvSpPr>
              <p:spPr>
                <a:xfrm>
                  <a:off x="4122046" y="3755473"/>
                  <a:ext cx="151258" cy="124091"/>
                </a:xfrm>
                <a:custGeom>
                  <a:rect b="b" l="l" r="r" t="t"/>
                  <a:pathLst>
                    <a:path extrusionOk="0" h="4915" w="5991">
                      <a:moveTo>
                        <a:pt x="4876" y="1180"/>
                      </a:moveTo>
                      <a:cubicBezTo>
                        <a:pt x="4908" y="1199"/>
                        <a:pt x="4941" y="1212"/>
                        <a:pt x="4980" y="1225"/>
                      </a:cubicBezTo>
                      <a:cubicBezTo>
                        <a:pt x="4973" y="1310"/>
                        <a:pt x="4993" y="1395"/>
                        <a:pt x="5032" y="1467"/>
                      </a:cubicBezTo>
                      <a:cubicBezTo>
                        <a:pt x="4941" y="1486"/>
                        <a:pt x="4862" y="1532"/>
                        <a:pt x="4797" y="1597"/>
                      </a:cubicBezTo>
                      <a:cubicBezTo>
                        <a:pt x="4726" y="1669"/>
                        <a:pt x="4680" y="1760"/>
                        <a:pt x="4660" y="1858"/>
                      </a:cubicBezTo>
                      <a:cubicBezTo>
                        <a:pt x="4600" y="1831"/>
                        <a:pt x="4534" y="1818"/>
                        <a:pt x="4469" y="1818"/>
                      </a:cubicBezTo>
                      <a:cubicBezTo>
                        <a:pt x="4422" y="1818"/>
                        <a:pt x="4374" y="1825"/>
                        <a:pt x="4328" y="1838"/>
                      </a:cubicBezTo>
                      <a:cubicBezTo>
                        <a:pt x="4198" y="1871"/>
                        <a:pt x="4087" y="1962"/>
                        <a:pt x="4028" y="2079"/>
                      </a:cubicBezTo>
                      <a:lnTo>
                        <a:pt x="4022" y="2079"/>
                      </a:lnTo>
                      <a:cubicBezTo>
                        <a:pt x="3976" y="2040"/>
                        <a:pt x="3930" y="2008"/>
                        <a:pt x="3885" y="1981"/>
                      </a:cubicBezTo>
                      <a:cubicBezTo>
                        <a:pt x="3937" y="1968"/>
                        <a:pt x="3983" y="1942"/>
                        <a:pt x="4028" y="1910"/>
                      </a:cubicBezTo>
                      <a:cubicBezTo>
                        <a:pt x="4146" y="1819"/>
                        <a:pt x="4224" y="1682"/>
                        <a:pt x="4230" y="1538"/>
                      </a:cubicBezTo>
                      <a:cubicBezTo>
                        <a:pt x="4282" y="1556"/>
                        <a:pt x="4337" y="1565"/>
                        <a:pt x="4392" y="1565"/>
                      </a:cubicBezTo>
                      <a:cubicBezTo>
                        <a:pt x="4482" y="1565"/>
                        <a:pt x="4571" y="1541"/>
                        <a:pt x="4647" y="1493"/>
                      </a:cubicBezTo>
                      <a:cubicBezTo>
                        <a:pt x="4765" y="1421"/>
                        <a:pt x="4843" y="1310"/>
                        <a:pt x="4876" y="1180"/>
                      </a:cubicBezTo>
                      <a:close/>
                      <a:moveTo>
                        <a:pt x="2627" y="2868"/>
                      </a:moveTo>
                      <a:cubicBezTo>
                        <a:pt x="2705" y="2927"/>
                        <a:pt x="2796" y="2953"/>
                        <a:pt x="2894" y="2953"/>
                      </a:cubicBezTo>
                      <a:cubicBezTo>
                        <a:pt x="2927" y="2953"/>
                        <a:pt x="2959" y="2946"/>
                        <a:pt x="2985" y="2940"/>
                      </a:cubicBezTo>
                      <a:lnTo>
                        <a:pt x="2985" y="2940"/>
                      </a:lnTo>
                      <a:cubicBezTo>
                        <a:pt x="2953" y="2998"/>
                        <a:pt x="2933" y="3063"/>
                        <a:pt x="2927" y="3135"/>
                      </a:cubicBezTo>
                      <a:cubicBezTo>
                        <a:pt x="2866" y="3109"/>
                        <a:pt x="2803" y="3096"/>
                        <a:pt x="2740" y="3096"/>
                      </a:cubicBezTo>
                      <a:cubicBezTo>
                        <a:pt x="2647" y="3096"/>
                        <a:pt x="2555" y="3124"/>
                        <a:pt x="2477" y="3174"/>
                      </a:cubicBezTo>
                      <a:cubicBezTo>
                        <a:pt x="2360" y="3246"/>
                        <a:pt x="2282" y="3363"/>
                        <a:pt x="2255" y="3500"/>
                      </a:cubicBezTo>
                      <a:cubicBezTo>
                        <a:pt x="2185" y="3467"/>
                        <a:pt x="2110" y="3450"/>
                        <a:pt x="2033" y="3450"/>
                      </a:cubicBezTo>
                      <a:cubicBezTo>
                        <a:pt x="1988" y="3450"/>
                        <a:pt x="1942" y="3456"/>
                        <a:pt x="1897" y="3467"/>
                      </a:cubicBezTo>
                      <a:cubicBezTo>
                        <a:pt x="1793" y="3500"/>
                        <a:pt x="1701" y="3572"/>
                        <a:pt x="1636" y="3656"/>
                      </a:cubicBezTo>
                      <a:cubicBezTo>
                        <a:pt x="1558" y="3572"/>
                        <a:pt x="1454" y="3507"/>
                        <a:pt x="1336" y="3487"/>
                      </a:cubicBezTo>
                      <a:lnTo>
                        <a:pt x="1258" y="3487"/>
                      </a:lnTo>
                      <a:cubicBezTo>
                        <a:pt x="1180" y="3487"/>
                        <a:pt x="1102" y="3507"/>
                        <a:pt x="1037" y="3539"/>
                      </a:cubicBezTo>
                      <a:cubicBezTo>
                        <a:pt x="1017" y="3474"/>
                        <a:pt x="985" y="3409"/>
                        <a:pt x="945" y="3350"/>
                      </a:cubicBezTo>
                      <a:cubicBezTo>
                        <a:pt x="958" y="3337"/>
                        <a:pt x="978" y="3324"/>
                        <a:pt x="991" y="3305"/>
                      </a:cubicBezTo>
                      <a:cubicBezTo>
                        <a:pt x="1069" y="3233"/>
                        <a:pt x="1115" y="3135"/>
                        <a:pt x="1128" y="3031"/>
                      </a:cubicBezTo>
                      <a:cubicBezTo>
                        <a:pt x="1188" y="3055"/>
                        <a:pt x="1252" y="3069"/>
                        <a:pt x="1317" y="3069"/>
                      </a:cubicBezTo>
                      <a:cubicBezTo>
                        <a:pt x="1359" y="3069"/>
                        <a:pt x="1400" y="3063"/>
                        <a:pt x="1441" y="3050"/>
                      </a:cubicBezTo>
                      <a:lnTo>
                        <a:pt x="1460" y="3050"/>
                      </a:lnTo>
                      <a:cubicBezTo>
                        <a:pt x="1539" y="3089"/>
                        <a:pt x="1623" y="3103"/>
                        <a:pt x="1708" y="3103"/>
                      </a:cubicBezTo>
                      <a:cubicBezTo>
                        <a:pt x="1825" y="3096"/>
                        <a:pt x="1943" y="3044"/>
                        <a:pt x="2027" y="2966"/>
                      </a:cubicBezTo>
                      <a:lnTo>
                        <a:pt x="2125" y="2966"/>
                      </a:lnTo>
                      <a:cubicBezTo>
                        <a:pt x="2203" y="2959"/>
                        <a:pt x="2288" y="2940"/>
                        <a:pt x="2353" y="2894"/>
                      </a:cubicBezTo>
                      <a:cubicBezTo>
                        <a:pt x="2382" y="2900"/>
                        <a:pt x="2412" y="2903"/>
                        <a:pt x="2441" y="2903"/>
                      </a:cubicBezTo>
                      <a:cubicBezTo>
                        <a:pt x="2503" y="2903"/>
                        <a:pt x="2565" y="2890"/>
                        <a:pt x="2627" y="2868"/>
                      </a:cubicBezTo>
                      <a:close/>
                      <a:moveTo>
                        <a:pt x="3106" y="0"/>
                      </a:moveTo>
                      <a:cubicBezTo>
                        <a:pt x="3003" y="0"/>
                        <a:pt x="2899" y="32"/>
                        <a:pt x="2809" y="98"/>
                      </a:cubicBezTo>
                      <a:cubicBezTo>
                        <a:pt x="2699" y="176"/>
                        <a:pt x="2627" y="300"/>
                        <a:pt x="2614" y="430"/>
                      </a:cubicBezTo>
                      <a:cubicBezTo>
                        <a:pt x="2597" y="429"/>
                        <a:pt x="2580" y="428"/>
                        <a:pt x="2564" y="428"/>
                      </a:cubicBezTo>
                      <a:cubicBezTo>
                        <a:pt x="2511" y="428"/>
                        <a:pt x="2460" y="436"/>
                        <a:pt x="2405" y="456"/>
                      </a:cubicBezTo>
                      <a:cubicBezTo>
                        <a:pt x="2262" y="502"/>
                        <a:pt x="2145" y="619"/>
                        <a:pt x="2093" y="769"/>
                      </a:cubicBezTo>
                      <a:cubicBezTo>
                        <a:pt x="2009" y="711"/>
                        <a:pt x="1910" y="679"/>
                        <a:pt x="1810" y="679"/>
                      </a:cubicBezTo>
                      <a:cubicBezTo>
                        <a:pt x="1754" y="679"/>
                        <a:pt x="1697" y="689"/>
                        <a:pt x="1643" y="711"/>
                      </a:cubicBezTo>
                      <a:cubicBezTo>
                        <a:pt x="1473" y="776"/>
                        <a:pt x="1350" y="926"/>
                        <a:pt x="1323" y="1102"/>
                      </a:cubicBezTo>
                      <a:cubicBezTo>
                        <a:pt x="1259" y="1072"/>
                        <a:pt x="1191" y="1057"/>
                        <a:pt x="1123" y="1057"/>
                      </a:cubicBezTo>
                      <a:cubicBezTo>
                        <a:pt x="998" y="1057"/>
                        <a:pt x="875" y="1106"/>
                        <a:pt x="782" y="1199"/>
                      </a:cubicBezTo>
                      <a:cubicBezTo>
                        <a:pt x="600" y="1382"/>
                        <a:pt x="587" y="1675"/>
                        <a:pt x="750" y="1871"/>
                      </a:cubicBezTo>
                      <a:cubicBezTo>
                        <a:pt x="548" y="2001"/>
                        <a:pt x="476" y="2255"/>
                        <a:pt x="567" y="2477"/>
                      </a:cubicBezTo>
                      <a:cubicBezTo>
                        <a:pt x="463" y="2490"/>
                        <a:pt x="365" y="2542"/>
                        <a:pt x="287" y="2614"/>
                      </a:cubicBezTo>
                      <a:cubicBezTo>
                        <a:pt x="111" y="2796"/>
                        <a:pt x="98" y="3070"/>
                        <a:pt x="248" y="3265"/>
                      </a:cubicBezTo>
                      <a:cubicBezTo>
                        <a:pt x="242" y="3278"/>
                        <a:pt x="229" y="3285"/>
                        <a:pt x="222" y="3292"/>
                      </a:cubicBezTo>
                      <a:cubicBezTo>
                        <a:pt x="20" y="3474"/>
                        <a:pt x="0" y="3787"/>
                        <a:pt x="183" y="3989"/>
                      </a:cubicBezTo>
                      <a:cubicBezTo>
                        <a:pt x="279" y="4097"/>
                        <a:pt x="412" y="4152"/>
                        <a:pt x="548" y="4152"/>
                      </a:cubicBezTo>
                      <a:cubicBezTo>
                        <a:pt x="625" y="4152"/>
                        <a:pt x="703" y="4135"/>
                        <a:pt x="776" y="4100"/>
                      </a:cubicBezTo>
                      <a:cubicBezTo>
                        <a:pt x="822" y="4289"/>
                        <a:pt x="985" y="4432"/>
                        <a:pt x="1180" y="4465"/>
                      </a:cubicBezTo>
                      <a:cubicBezTo>
                        <a:pt x="1208" y="4470"/>
                        <a:pt x="1235" y="4472"/>
                        <a:pt x="1263" y="4472"/>
                      </a:cubicBezTo>
                      <a:cubicBezTo>
                        <a:pt x="1418" y="4472"/>
                        <a:pt x="1568" y="4396"/>
                        <a:pt x="1662" y="4263"/>
                      </a:cubicBezTo>
                      <a:cubicBezTo>
                        <a:pt x="1756" y="4376"/>
                        <a:pt x="1896" y="4438"/>
                        <a:pt x="2040" y="4438"/>
                      </a:cubicBezTo>
                      <a:cubicBezTo>
                        <a:pt x="2086" y="4438"/>
                        <a:pt x="2132" y="4432"/>
                        <a:pt x="2177" y="4419"/>
                      </a:cubicBezTo>
                      <a:cubicBezTo>
                        <a:pt x="2353" y="4360"/>
                        <a:pt x="2484" y="4217"/>
                        <a:pt x="2523" y="4035"/>
                      </a:cubicBezTo>
                      <a:cubicBezTo>
                        <a:pt x="2589" y="4069"/>
                        <a:pt x="2662" y="4086"/>
                        <a:pt x="2735" y="4086"/>
                      </a:cubicBezTo>
                      <a:cubicBezTo>
                        <a:pt x="2828" y="4086"/>
                        <a:pt x="2921" y="4059"/>
                        <a:pt x="3005" y="4008"/>
                      </a:cubicBezTo>
                      <a:cubicBezTo>
                        <a:pt x="3129" y="3924"/>
                        <a:pt x="3214" y="3793"/>
                        <a:pt x="3227" y="3643"/>
                      </a:cubicBezTo>
                      <a:cubicBezTo>
                        <a:pt x="3286" y="3667"/>
                        <a:pt x="3348" y="3679"/>
                        <a:pt x="3410" y="3679"/>
                      </a:cubicBezTo>
                      <a:cubicBezTo>
                        <a:pt x="3484" y="3679"/>
                        <a:pt x="3557" y="3662"/>
                        <a:pt x="3624" y="3630"/>
                      </a:cubicBezTo>
                      <a:cubicBezTo>
                        <a:pt x="3722" y="3585"/>
                        <a:pt x="3800" y="3507"/>
                        <a:pt x="3852" y="3409"/>
                      </a:cubicBezTo>
                      <a:cubicBezTo>
                        <a:pt x="3911" y="3461"/>
                        <a:pt x="3976" y="3494"/>
                        <a:pt x="4048" y="3513"/>
                      </a:cubicBezTo>
                      <a:cubicBezTo>
                        <a:pt x="3957" y="3520"/>
                        <a:pt x="3865" y="3552"/>
                        <a:pt x="3787" y="3611"/>
                      </a:cubicBezTo>
                      <a:cubicBezTo>
                        <a:pt x="3670" y="3696"/>
                        <a:pt x="3598" y="3826"/>
                        <a:pt x="3585" y="3969"/>
                      </a:cubicBezTo>
                      <a:cubicBezTo>
                        <a:pt x="3531" y="3948"/>
                        <a:pt x="3473" y="3937"/>
                        <a:pt x="3415" y="3937"/>
                      </a:cubicBezTo>
                      <a:cubicBezTo>
                        <a:pt x="3334" y="3937"/>
                        <a:pt x="3253" y="3957"/>
                        <a:pt x="3181" y="3995"/>
                      </a:cubicBezTo>
                      <a:cubicBezTo>
                        <a:pt x="2940" y="4126"/>
                        <a:pt x="2855" y="4426"/>
                        <a:pt x="2979" y="4667"/>
                      </a:cubicBezTo>
                      <a:cubicBezTo>
                        <a:pt x="3070" y="4817"/>
                        <a:pt x="3233" y="4914"/>
                        <a:pt x="3416" y="4914"/>
                      </a:cubicBezTo>
                      <a:cubicBezTo>
                        <a:pt x="3494" y="4914"/>
                        <a:pt x="3572" y="4895"/>
                        <a:pt x="3644" y="4856"/>
                      </a:cubicBezTo>
                      <a:cubicBezTo>
                        <a:pt x="3794" y="4771"/>
                        <a:pt x="3891" y="4628"/>
                        <a:pt x="3904" y="4458"/>
                      </a:cubicBezTo>
                      <a:cubicBezTo>
                        <a:pt x="3960" y="4479"/>
                        <a:pt x="4018" y="4489"/>
                        <a:pt x="4076" y="4489"/>
                      </a:cubicBezTo>
                      <a:cubicBezTo>
                        <a:pt x="4180" y="4489"/>
                        <a:pt x="4283" y="4456"/>
                        <a:pt x="4367" y="4393"/>
                      </a:cubicBezTo>
                      <a:cubicBezTo>
                        <a:pt x="4517" y="4289"/>
                        <a:pt x="4589" y="4113"/>
                        <a:pt x="4563" y="3930"/>
                      </a:cubicBezTo>
                      <a:lnTo>
                        <a:pt x="4563" y="3930"/>
                      </a:lnTo>
                      <a:cubicBezTo>
                        <a:pt x="4588" y="3934"/>
                        <a:pt x="4613" y="3936"/>
                        <a:pt x="4638" y="3936"/>
                      </a:cubicBezTo>
                      <a:cubicBezTo>
                        <a:pt x="4818" y="3936"/>
                        <a:pt x="4980" y="3836"/>
                        <a:pt x="5071" y="3676"/>
                      </a:cubicBezTo>
                      <a:cubicBezTo>
                        <a:pt x="5195" y="3441"/>
                        <a:pt x="5104" y="3142"/>
                        <a:pt x="4869" y="3011"/>
                      </a:cubicBezTo>
                      <a:cubicBezTo>
                        <a:pt x="4804" y="2979"/>
                        <a:pt x="4732" y="2959"/>
                        <a:pt x="4660" y="2953"/>
                      </a:cubicBezTo>
                      <a:cubicBezTo>
                        <a:pt x="4647" y="2894"/>
                        <a:pt x="4628" y="2829"/>
                        <a:pt x="4595" y="2777"/>
                      </a:cubicBezTo>
                      <a:cubicBezTo>
                        <a:pt x="4771" y="2724"/>
                        <a:pt x="4902" y="2575"/>
                        <a:pt x="4934" y="2392"/>
                      </a:cubicBezTo>
                      <a:cubicBezTo>
                        <a:pt x="5001" y="2422"/>
                        <a:pt x="5071" y="2436"/>
                        <a:pt x="5141" y="2436"/>
                      </a:cubicBezTo>
                      <a:cubicBezTo>
                        <a:pt x="5269" y="2436"/>
                        <a:pt x="5395" y="2387"/>
                        <a:pt x="5488" y="2294"/>
                      </a:cubicBezTo>
                      <a:cubicBezTo>
                        <a:pt x="5638" y="2138"/>
                        <a:pt x="5671" y="1910"/>
                        <a:pt x="5579" y="1721"/>
                      </a:cubicBezTo>
                      <a:cubicBezTo>
                        <a:pt x="5768" y="1675"/>
                        <a:pt x="5912" y="1525"/>
                        <a:pt x="5944" y="1330"/>
                      </a:cubicBezTo>
                      <a:cubicBezTo>
                        <a:pt x="5990" y="1082"/>
                        <a:pt x="5840" y="834"/>
                        <a:pt x="5592" y="769"/>
                      </a:cubicBezTo>
                      <a:cubicBezTo>
                        <a:pt x="5592" y="730"/>
                        <a:pt x="5592" y="685"/>
                        <a:pt x="5586" y="652"/>
                      </a:cubicBezTo>
                      <a:cubicBezTo>
                        <a:pt x="5540" y="411"/>
                        <a:pt x="5332" y="245"/>
                        <a:pt x="5100" y="245"/>
                      </a:cubicBezTo>
                      <a:cubicBezTo>
                        <a:pt x="5069" y="245"/>
                        <a:pt x="5037" y="248"/>
                        <a:pt x="5006" y="254"/>
                      </a:cubicBezTo>
                      <a:cubicBezTo>
                        <a:pt x="4817" y="293"/>
                        <a:pt x="4660" y="437"/>
                        <a:pt x="4621" y="632"/>
                      </a:cubicBezTo>
                      <a:cubicBezTo>
                        <a:pt x="4545" y="591"/>
                        <a:pt x="4462" y="570"/>
                        <a:pt x="4379" y="570"/>
                      </a:cubicBezTo>
                      <a:cubicBezTo>
                        <a:pt x="4294" y="570"/>
                        <a:pt x="4209" y="592"/>
                        <a:pt x="4133" y="639"/>
                      </a:cubicBezTo>
                      <a:cubicBezTo>
                        <a:pt x="3989" y="724"/>
                        <a:pt x="3904" y="874"/>
                        <a:pt x="3898" y="1036"/>
                      </a:cubicBezTo>
                      <a:cubicBezTo>
                        <a:pt x="3844" y="1019"/>
                        <a:pt x="3789" y="1010"/>
                        <a:pt x="3734" y="1010"/>
                      </a:cubicBezTo>
                      <a:cubicBezTo>
                        <a:pt x="3630" y="1010"/>
                        <a:pt x="3527" y="1042"/>
                        <a:pt x="3442" y="1102"/>
                      </a:cubicBezTo>
                      <a:cubicBezTo>
                        <a:pt x="3311" y="1199"/>
                        <a:pt x="3233" y="1349"/>
                        <a:pt x="3240" y="1512"/>
                      </a:cubicBezTo>
                      <a:cubicBezTo>
                        <a:pt x="3193" y="1499"/>
                        <a:pt x="3145" y="1492"/>
                        <a:pt x="3099" y="1492"/>
                      </a:cubicBezTo>
                      <a:cubicBezTo>
                        <a:pt x="2989" y="1492"/>
                        <a:pt x="2883" y="1528"/>
                        <a:pt x="2796" y="1597"/>
                      </a:cubicBezTo>
                      <a:cubicBezTo>
                        <a:pt x="2686" y="1682"/>
                        <a:pt x="2620" y="1812"/>
                        <a:pt x="2614" y="1949"/>
                      </a:cubicBezTo>
                      <a:cubicBezTo>
                        <a:pt x="2556" y="1928"/>
                        <a:pt x="2497" y="1918"/>
                        <a:pt x="2440" y="1918"/>
                      </a:cubicBezTo>
                      <a:cubicBezTo>
                        <a:pt x="2373" y="1918"/>
                        <a:pt x="2308" y="1931"/>
                        <a:pt x="2249" y="1955"/>
                      </a:cubicBezTo>
                      <a:cubicBezTo>
                        <a:pt x="2223" y="1968"/>
                        <a:pt x="2203" y="1975"/>
                        <a:pt x="2184" y="1988"/>
                      </a:cubicBezTo>
                      <a:cubicBezTo>
                        <a:pt x="2156" y="1983"/>
                        <a:pt x="2132" y="1979"/>
                        <a:pt x="2106" y="1979"/>
                      </a:cubicBezTo>
                      <a:cubicBezTo>
                        <a:pt x="2095" y="1979"/>
                        <a:pt x="2084" y="1980"/>
                        <a:pt x="2073" y="1981"/>
                      </a:cubicBezTo>
                      <a:cubicBezTo>
                        <a:pt x="1956" y="1988"/>
                        <a:pt x="1838" y="2034"/>
                        <a:pt x="1754" y="2118"/>
                      </a:cubicBezTo>
                      <a:cubicBezTo>
                        <a:pt x="1737" y="2115"/>
                        <a:pt x="1721" y="2113"/>
                        <a:pt x="1705" y="2113"/>
                      </a:cubicBezTo>
                      <a:cubicBezTo>
                        <a:pt x="1688" y="2113"/>
                        <a:pt x="1672" y="2115"/>
                        <a:pt x="1656" y="2118"/>
                      </a:cubicBezTo>
                      <a:cubicBezTo>
                        <a:pt x="1617" y="2118"/>
                        <a:pt x="1578" y="2125"/>
                        <a:pt x="1539" y="2138"/>
                      </a:cubicBezTo>
                      <a:cubicBezTo>
                        <a:pt x="1519" y="2125"/>
                        <a:pt x="1506" y="2118"/>
                        <a:pt x="1486" y="2112"/>
                      </a:cubicBezTo>
                      <a:cubicBezTo>
                        <a:pt x="1480" y="2105"/>
                        <a:pt x="1473" y="2092"/>
                        <a:pt x="1473" y="2079"/>
                      </a:cubicBezTo>
                      <a:cubicBezTo>
                        <a:pt x="1454" y="2040"/>
                        <a:pt x="1428" y="1995"/>
                        <a:pt x="1402" y="1962"/>
                      </a:cubicBezTo>
                      <a:cubicBezTo>
                        <a:pt x="1428" y="1942"/>
                        <a:pt x="1447" y="1923"/>
                        <a:pt x="1473" y="1903"/>
                      </a:cubicBezTo>
                      <a:cubicBezTo>
                        <a:pt x="1552" y="1825"/>
                        <a:pt x="1597" y="1727"/>
                        <a:pt x="1617" y="1623"/>
                      </a:cubicBezTo>
                      <a:cubicBezTo>
                        <a:pt x="1680" y="1651"/>
                        <a:pt x="1746" y="1664"/>
                        <a:pt x="1814" y="1664"/>
                      </a:cubicBezTo>
                      <a:cubicBezTo>
                        <a:pt x="1872" y="1664"/>
                        <a:pt x="1931" y="1654"/>
                        <a:pt x="1988" y="1636"/>
                      </a:cubicBezTo>
                      <a:cubicBezTo>
                        <a:pt x="2125" y="1584"/>
                        <a:pt x="2236" y="1467"/>
                        <a:pt x="2282" y="1330"/>
                      </a:cubicBezTo>
                      <a:cubicBezTo>
                        <a:pt x="2366" y="1385"/>
                        <a:pt x="2465" y="1415"/>
                        <a:pt x="2563" y="1415"/>
                      </a:cubicBezTo>
                      <a:cubicBezTo>
                        <a:pt x="2616" y="1415"/>
                        <a:pt x="2668" y="1407"/>
                        <a:pt x="2718" y="1388"/>
                      </a:cubicBezTo>
                      <a:cubicBezTo>
                        <a:pt x="2901" y="1330"/>
                        <a:pt x="3031" y="1173"/>
                        <a:pt x="3051" y="984"/>
                      </a:cubicBezTo>
                      <a:cubicBezTo>
                        <a:pt x="3063" y="985"/>
                        <a:pt x="3075" y="985"/>
                        <a:pt x="3087" y="985"/>
                      </a:cubicBezTo>
                      <a:cubicBezTo>
                        <a:pt x="3197" y="985"/>
                        <a:pt x="3301" y="958"/>
                        <a:pt x="3390" y="893"/>
                      </a:cubicBezTo>
                      <a:cubicBezTo>
                        <a:pt x="3611" y="730"/>
                        <a:pt x="3663" y="424"/>
                        <a:pt x="3500" y="202"/>
                      </a:cubicBezTo>
                      <a:cubicBezTo>
                        <a:pt x="3407" y="70"/>
                        <a:pt x="3258" y="0"/>
                        <a:pt x="3106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8" name="Google Shape;6938;p69"/>
                <p:cNvSpPr/>
                <p:nvPr/>
              </p:nvSpPr>
              <p:spPr>
                <a:xfrm>
                  <a:off x="4097202" y="3724545"/>
                  <a:ext cx="209832" cy="186125"/>
                </a:xfrm>
                <a:custGeom>
                  <a:rect b="b" l="l" r="r" t="t"/>
                  <a:pathLst>
                    <a:path extrusionOk="0" h="7372" w="8311">
                      <a:moveTo>
                        <a:pt x="6755" y="1"/>
                      </a:moveTo>
                      <a:cubicBezTo>
                        <a:pt x="6626" y="1"/>
                        <a:pt x="6495" y="32"/>
                        <a:pt x="6374" y="98"/>
                      </a:cubicBezTo>
                      <a:cubicBezTo>
                        <a:pt x="6172" y="208"/>
                        <a:pt x="6029" y="410"/>
                        <a:pt x="5983" y="639"/>
                      </a:cubicBezTo>
                      <a:cubicBezTo>
                        <a:pt x="5835" y="506"/>
                        <a:pt x="5649" y="439"/>
                        <a:pt x="5458" y="439"/>
                      </a:cubicBezTo>
                      <a:cubicBezTo>
                        <a:pt x="5414" y="439"/>
                        <a:pt x="5369" y="442"/>
                        <a:pt x="5325" y="450"/>
                      </a:cubicBezTo>
                      <a:cubicBezTo>
                        <a:pt x="5071" y="489"/>
                        <a:pt x="4856" y="652"/>
                        <a:pt x="4745" y="880"/>
                      </a:cubicBezTo>
                      <a:cubicBezTo>
                        <a:pt x="4608" y="658"/>
                        <a:pt x="4374" y="521"/>
                        <a:pt x="4113" y="508"/>
                      </a:cubicBezTo>
                      <a:cubicBezTo>
                        <a:pt x="4100" y="508"/>
                        <a:pt x="4087" y="507"/>
                        <a:pt x="4074" y="507"/>
                      </a:cubicBezTo>
                      <a:cubicBezTo>
                        <a:pt x="3821" y="507"/>
                        <a:pt x="3584" y="629"/>
                        <a:pt x="3442" y="834"/>
                      </a:cubicBezTo>
                      <a:cubicBezTo>
                        <a:pt x="3337" y="586"/>
                        <a:pt x="3122" y="404"/>
                        <a:pt x="2855" y="352"/>
                      </a:cubicBezTo>
                      <a:cubicBezTo>
                        <a:pt x="2808" y="344"/>
                        <a:pt x="2760" y="340"/>
                        <a:pt x="2713" y="340"/>
                      </a:cubicBezTo>
                      <a:cubicBezTo>
                        <a:pt x="2493" y="340"/>
                        <a:pt x="2282" y="426"/>
                        <a:pt x="2131" y="586"/>
                      </a:cubicBezTo>
                      <a:cubicBezTo>
                        <a:pt x="2060" y="326"/>
                        <a:pt x="1864" y="124"/>
                        <a:pt x="1610" y="39"/>
                      </a:cubicBezTo>
                      <a:cubicBezTo>
                        <a:pt x="1531" y="14"/>
                        <a:pt x="1450" y="2"/>
                        <a:pt x="1371" y="2"/>
                      </a:cubicBezTo>
                      <a:cubicBezTo>
                        <a:pt x="1036" y="2"/>
                        <a:pt x="725" y="216"/>
                        <a:pt x="619" y="554"/>
                      </a:cubicBezTo>
                      <a:cubicBezTo>
                        <a:pt x="593" y="645"/>
                        <a:pt x="580" y="736"/>
                        <a:pt x="587" y="828"/>
                      </a:cubicBezTo>
                      <a:cubicBezTo>
                        <a:pt x="294" y="932"/>
                        <a:pt x="85" y="1199"/>
                        <a:pt x="59" y="1505"/>
                      </a:cubicBezTo>
                      <a:cubicBezTo>
                        <a:pt x="33" y="1805"/>
                        <a:pt x="183" y="2092"/>
                        <a:pt x="437" y="2248"/>
                      </a:cubicBezTo>
                      <a:cubicBezTo>
                        <a:pt x="170" y="2385"/>
                        <a:pt x="0" y="2666"/>
                        <a:pt x="7" y="2965"/>
                      </a:cubicBezTo>
                      <a:cubicBezTo>
                        <a:pt x="13" y="3272"/>
                        <a:pt x="196" y="3545"/>
                        <a:pt x="476" y="3669"/>
                      </a:cubicBezTo>
                      <a:cubicBezTo>
                        <a:pt x="215" y="3845"/>
                        <a:pt x="85" y="4158"/>
                        <a:pt x="137" y="4464"/>
                      </a:cubicBezTo>
                      <a:cubicBezTo>
                        <a:pt x="202" y="4784"/>
                        <a:pt x="450" y="5038"/>
                        <a:pt x="776" y="5097"/>
                      </a:cubicBezTo>
                      <a:cubicBezTo>
                        <a:pt x="522" y="5390"/>
                        <a:pt x="515" y="5820"/>
                        <a:pt x="756" y="6113"/>
                      </a:cubicBezTo>
                      <a:cubicBezTo>
                        <a:pt x="912" y="6306"/>
                        <a:pt x="1142" y="6406"/>
                        <a:pt x="1372" y="6406"/>
                      </a:cubicBezTo>
                      <a:cubicBezTo>
                        <a:pt x="1546" y="6406"/>
                        <a:pt x="1721" y="6349"/>
                        <a:pt x="1864" y="6231"/>
                      </a:cubicBezTo>
                      <a:cubicBezTo>
                        <a:pt x="2203" y="5957"/>
                        <a:pt x="2255" y="5455"/>
                        <a:pt x="1982" y="5116"/>
                      </a:cubicBezTo>
                      <a:cubicBezTo>
                        <a:pt x="1864" y="4973"/>
                        <a:pt x="1695" y="4875"/>
                        <a:pt x="1512" y="4842"/>
                      </a:cubicBezTo>
                      <a:cubicBezTo>
                        <a:pt x="1669" y="4660"/>
                        <a:pt x="1734" y="4419"/>
                        <a:pt x="1695" y="4184"/>
                      </a:cubicBezTo>
                      <a:cubicBezTo>
                        <a:pt x="1649" y="3930"/>
                        <a:pt x="1480" y="3708"/>
                        <a:pt x="1239" y="3604"/>
                      </a:cubicBezTo>
                      <a:cubicBezTo>
                        <a:pt x="1460" y="3454"/>
                        <a:pt x="1591" y="3206"/>
                        <a:pt x="1584" y="2939"/>
                      </a:cubicBezTo>
                      <a:cubicBezTo>
                        <a:pt x="1577" y="2666"/>
                        <a:pt x="1434" y="2418"/>
                        <a:pt x="1199" y="2274"/>
                      </a:cubicBezTo>
                      <a:cubicBezTo>
                        <a:pt x="1447" y="2151"/>
                        <a:pt x="1604" y="1910"/>
                        <a:pt x="1630" y="1636"/>
                      </a:cubicBezTo>
                      <a:cubicBezTo>
                        <a:pt x="1630" y="1603"/>
                        <a:pt x="1630" y="1571"/>
                        <a:pt x="1630" y="1538"/>
                      </a:cubicBezTo>
                      <a:cubicBezTo>
                        <a:pt x="1747" y="1492"/>
                        <a:pt x="1858" y="1421"/>
                        <a:pt x="1942" y="1329"/>
                      </a:cubicBezTo>
                      <a:cubicBezTo>
                        <a:pt x="2021" y="1623"/>
                        <a:pt x="2262" y="1844"/>
                        <a:pt x="2555" y="1903"/>
                      </a:cubicBezTo>
                      <a:cubicBezTo>
                        <a:pt x="2602" y="1911"/>
                        <a:pt x="2649" y="1915"/>
                        <a:pt x="2696" y="1915"/>
                      </a:cubicBezTo>
                      <a:cubicBezTo>
                        <a:pt x="2948" y="1915"/>
                        <a:pt x="3190" y="1799"/>
                        <a:pt x="3344" y="1590"/>
                      </a:cubicBezTo>
                      <a:cubicBezTo>
                        <a:pt x="3461" y="1870"/>
                        <a:pt x="3728" y="2066"/>
                        <a:pt x="4035" y="2079"/>
                      </a:cubicBezTo>
                      <a:cubicBezTo>
                        <a:pt x="4046" y="2079"/>
                        <a:pt x="4058" y="2080"/>
                        <a:pt x="4069" y="2080"/>
                      </a:cubicBezTo>
                      <a:cubicBezTo>
                        <a:pt x="4375" y="2080"/>
                        <a:pt x="4652" y="1912"/>
                        <a:pt x="4784" y="1636"/>
                      </a:cubicBezTo>
                      <a:cubicBezTo>
                        <a:pt x="4930" y="1871"/>
                        <a:pt x="5181" y="2005"/>
                        <a:pt x="5448" y="2005"/>
                      </a:cubicBezTo>
                      <a:cubicBezTo>
                        <a:pt x="5491" y="2005"/>
                        <a:pt x="5535" y="2002"/>
                        <a:pt x="5579" y="1994"/>
                      </a:cubicBezTo>
                      <a:cubicBezTo>
                        <a:pt x="5905" y="1942"/>
                        <a:pt x="6159" y="1694"/>
                        <a:pt x="6225" y="1369"/>
                      </a:cubicBezTo>
                      <a:cubicBezTo>
                        <a:pt x="6368" y="1499"/>
                        <a:pt x="6550" y="1571"/>
                        <a:pt x="6739" y="1571"/>
                      </a:cubicBezTo>
                      <a:cubicBezTo>
                        <a:pt x="6824" y="1707"/>
                        <a:pt x="6941" y="1812"/>
                        <a:pt x="7078" y="1877"/>
                      </a:cubicBezTo>
                      <a:cubicBezTo>
                        <a:pt x="6857" y="2020"/>
                        <a:pt x="6726" y="2261"/>
                        <a:pt x="6720" y="2522"/>
                      </a:cubicBezTo>
                      <a:cubicBezTo>
                        <a:pt x="6713" y="2776"/>
                        <a:pt x="6831" y="3017"/>
                        <a:pt x="7033" y="3167"/>
                      </a:cubicBezTo>
                      <a:cubicBezTo>
                        <a:pt x="6805" y="3259"/>
                        <a:pt x="6629" y="3448"/>
                        <a:pt x="6563" y="3682"/>
                      </a:cubicBezTo>
                      <a:cubicBezTo>
                        <a:pt x="6498" y="3904"/>
                        <a:pt x="6531" y="4145"/>
                        <a:pt x="6661" y="4341"/>
                      </a:cubicBezTo>
                      <a:cubicBezTo>
                        <a:pt x="6427" y="4354"/>
                        <a:pt x="6205" y="4471"/>
                        <a:pt x="6068" y="4660"/>
                      </a:cubicBezTo>
                      <a:cubicBezTo>
                        <a:pt x="5925" y="4849"/>
                        <a:pt x="5879" y="5090"/>
                        <a:pt x="5938" y="5325"/>
                      </a:cubicBezTo>
                      <a:cubicBezTo>
                        <a:pt x="5863" y="5303"/>
                        <a:pt x="5786" y="5292"/>
                        <a:pt x="5709" y="5292"/>
                      </a:cubicBezTo>
                      <a:cubicBezTo>
                        <a:pt x="5559" y="5292"/>
                        <a:pt x="5409" y="5334"/>
                        <a:pt x="5279" y="5416"/>
                      </a:cubicBezTo>
                      <a:cubicBezTo>
                        <a:pt x="5090" y="5540"/>
                        <a:pt x="4967" y="5735"/>
                        <a:pt x="4934" y="5957"/>
                      </a:cubicBezTo>
                      <a:cubicBezTo>
                        <a:pt x="4791" y="5841"/>
                        <a:pt x="4610" y="5781"/>
                        <a:pt x="4428" y="5781"/>
                      </a:cubicBezTo>
                      <a:cubicBezTo>
                        <a:pt x="4395" y="5781"/>
                        <a:pt x="4361" y="5783"/>
                        <a:pt x="4328" y="5787"/>
                      </a:cubicBezTo>
                      <a:cubicBezTo>
                        <a:pt x="3898" y="5846"/>
                        <a:pt x="3591" y="6244"/>
                        <a:pt x="3657" y="6674"/>
                      </a:cubicBezTo>
                      <a:cubicBezTo>
                        <a:pt x="3702" y="7071"/>
                        <a:pt x="4041" y="7371"/>
                        <a:pt x="4439" y="7371"/>
                      </a:cubicBezTo>
                      <a:cubicBezTo>
                        <a:pt x="4471" y="7371"/>
                        <a:pt x="4510" y="7365"/>
                        <a:pt x="4543" y="7365"/>
                      </a:cubicBezTo>
                      <a:cubicBezTo>
                        <a:pt x="4895" y="7319"/>
                        <a:pt x="5169" y="7045"/>
                        <a:pt x="5221" y="6700"/>
                      </a:cubicBezTo>
                      <a:cubicBezTo>
                        <a:pt x="5365" y="6816"/>
                        <a:pt x="5540" y="6875"/>
                        <a:pt x="5715" y="6875"/>
                      </a:cubicBezTo>
                      <a:cubicBezTo>
                        <a:pt x="5865" y="6875"/>
                        <a:pt x="6014" y="6832"/>
                        <a:pt x="6146" y="6746"/>
                      </a:cubicBezTo>
                      <a:cubicBezTo>
                        <a:pt x="6433" y="6563"/>
                        <a:pt x="6563" y="6224"/>
                        <a:pt x="6479" y="5892"/>
                      </a:cubicBezTo>
                      <a:lnTo>
                        <a:pt x="6479" y="5892"/>
                      </a:lnTo>
                      <a:cubicBezTo>
                        <a:pt x="6554" y="5915"/>
                        <a:pt x="6631" y="5926"/>
                        <a:pt x="6707" y="5926"/>
                      </a:cubicBezTo>
                      <a:cubicBezTo>
                        <a:pt x="6953" y="5926"/>
                        <a:pt x="7190" y="5809"/>
                        <a:pt x="7339" y="5605"/>
                      </a:cubicBezTo>
                      <a:cubicBezTo>
                        <a:pt x="7541" y="5338"/>
                        <a:pt x="7548" y="4979"/>
                        <a:pt x="7365" y="4699"/>
                      </a:cubicBezTo>
                      <a:cubicBezTo>
                        <a:pt x="7704" y="4686"/>
                        <a:pt x="7991" y="4458"/>
                        <a:pt x="8082" y="4132"/>
                      </a:cubicBezTo>
                      <a:cubicBezTo>
                        <a:pt x="8173" y="3819"/>
                        <a:pt x="8062" y="3480"/>
                        <a:pt x="7802" y="3285"/>
                      </a:cubicBezTo>
                      <a:cubicBezTo>
                        <a:pt x="8102" y="3167"/>
                        <a:pt x="8297" y="2881"/>
                        <a:pt x="8304" y="2561"/>
                      </a:cubicBezTo>
                      <a:cubicBezTo>
                        <a:pt x="8310" y="2255"/>
                        <a:pt x="8134" y="1962"/>
                        <a:pt x="7847" y="1831"/>
                      </a:cubicBezTo>
                      <a:cubicBezTo>
                        <a:pt x="8108" y="1662"/>
                        <a:pt x="8245" y="1362"/>
                        <a:pt x="8199" y="1056"/>
                      </a:cubicBezTo>
                      <a:cubicBezTo>
                        <a:pt x="8147" y="671"/>
                        <a:pt x="7821" y="384"/>
                        <a:pt x="7437" y="378"/>
                      </a:cubicBezTo>
                      <a:cubicBezTo>
                        <a:pt x="7287" y="136"/>
                        <a:pt x="7025" y="1"/>
                        <a:pt x="6755" y="1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939" name="Google Shape;6939;p69"/>
          <p:cNvGrpSpPr/>
          <p:nvPr/>
        </p:nvGrpSpPr>
        <p:grpSpPr>
          <a:xfrm>
            <a:off x="6797170" y="3064707"/>
            <a:ext cx="550623" cy="1310497"/>
            <a:chOff x="6797170" y="3050537"/>
            <a:chExt cx="550623" cy="1310497"/>
          </a:xfrm>
        </p:grpSpPr>
        <p:sp>
          <p:nvSpPr>
            <p:cNvPr id="6940" name="Google Shape;6940;p69"/>
            <p:cNvSpPr/>
            <p:nvPr/>
          </p:nvSpPr>
          <p:spPr>
            <a:xfrm>
              <a:off x="6846049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8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8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8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41" name="Google Shape;6941;p69"/>
            <p:cNvGrpSpPr/>
            <p:nvPr/>
          </p:nvGrpSpPr>
          <p:grpSpPr>
            <a:xfrm>
              <a:off x="6797170" y="3050537"/>
              <a:ext cx="550623" cy="1278079"/>
              <a:chOff x="6797170" y="3050537"/>
              <a:chExt cx="550623" cy="1278079"/>
            </a:xfrm>
          </p:grpSpPr>
          <p:sp>
            <p:nvSpPr>
              <p:cNvPr id="6942" name="Google Shape;6942;p69"/>
              <p:cNvSpPr/>
              <p:nvPr/>
            </p:nvSpPr>
            <p:spPr>
              <a:xfrm>
                <a:off x="6797170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96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54" y="14560"/>
                    </a:cubicBezTo>
                    <a:lnTo>
                      <a:pt x="8891" y="14606"/>
                    </a:lnTo>
                    <a:lnTo>
                      <a:pt x="889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893" y="34849"/>
                    </a:cubicBezTo>
                    <a:cubicBezTo>
                      <a:pt x="1077" y="34936"/>
                      <a:pt x="1270" y="34977"/>
                      <a:pt x="1461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3" y="34429"/>
                    </a:cubicBezTo>
                    <a:cubicBezTo>
                      <a:pt x="2984" y="34429"/>
                      <a:pt x="3155" y="34309"/>
                      <a:pt x="3201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79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28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05" y="50622"/>
                    </a:lnTo>
                    <a:cubicBezTo>
                      <a:pt x="17305" y="49097"/>
                      <a:pt x="15024" y="48732"/>
                      <a:pt x="15024" y="48732"/>
                    </a:cubicBezTo>
                    <a:cubicBezTo>
                      <a:pt x="15024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2" y="26481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95"/>
                      <a:pt x="18152" y="32334"/>
                      <a:pt x="18204" y="32542"/>
                    </a:cubicBezTo>
                    <a:lnTo>
                      <a:pt x="18556" y="34119"/>
                    </a:lnTo>
                    <a:cubicBezTo>
                      <a:pt x="18601" y="34303"/>
                      <a:pt x="18765" y="34430"/>
                      <a:pt x="18950" y="34430"/>
                    </a:cubicBezTo>
                    <a:cubicBezTo>
                      <a:pt x="18981" y="34430"/>
                      <a:pt x="19013" y="34427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9" y="34582"/>
                      <a:pt x="21808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32" y="16626"/>
                    </a:lnTo>
                    <a:lnTo>
                      <a:pt x="12632" y="14704"/>
                    </a:lnTo>
                    <a:lnTo>
                      <a:pt x="12658" y="14691"/>
                    </a:lnTo>
                    <a:lnTo>
                      <a:pt x="12703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73" y="9486"/>
                      <a:pt x="18999" y="8936"/>
                    </a:cubicBezTo>
                    <a:cubicBezTo>
                      <a:pt x="19032" y="8375"/>
                      <a:pt x="18621" y="7893"/>
                      <a:pt x="18067" y="7834"/>
                    </a:cubicBezTo>
                    <a:lnTo>
                      <a:pt x="18067" y="7828"/>
                    </a:lnTo>
                    <a:cubicBezTo>
                      <a:pt x="18067" y="7815"/>
                      <a:pt x="18054" y="7802"/>
                      <a:pt x="18054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43" name="Google Shape;6943;p69"/>
              <p:cNvGrpSpPr/>
              <p:nvPr/>
            </p:nvGrpSpPr>
            <p:grpSpPr>
              <a:xfrm>
                <a:off x="6810728" y="3444626"/>
                <a:ext cx="524340" cy="876265"/>
                <a:chOff x="6810728" y="3444626"/>
                <a:chExt cx="524340" cy="876265"/>
              </a:xfrm>
            </p:grpSpPr>
            <p:sp>
              <p:nvSpPr>
                <p:cNvPr id="6944" name="Google Shape;6944;p69"/>
                <p:cNvSpPr/>
                <p:nvPr/>
              </p:nvSpPr>
              <p:spPr>
                <a:xfrm>
                  <a:off x="6952997" y="3487572"/>
                  <a:ext cx="235988" cy="25702"/>
                </a:xfrm>
                <a:custGeom>
                  <a:rect b="b" l="l" r="r" t="t"/>
                  <a:pathLst>
                    <a:path extrusionOk="0" h="1018" w="9347">
                      <a:moveTo>
                        <a:pt x="463" y="1"/>
                      </a:moveTo>
                      <a:cubicBezTo>
                        <a:pt x="209" y="1"/>
                        <a:pt x="1" y="209"/>
                        <a:pt x="1" y="463"/>
                      </a:cubicBezTo>
                      <a:lnTo>
                        <a:pt x="1" y="548"/>
                      </a:lnTo>
                      <a:cubicBezTo>
                        <a:pt x="1" y="809"/>
                        <a:pt x="209" y="1017"/>
                        <a:pt x="463" y="1017"/>
                      </a:cubicBezTo>
                      <a:lnTo>
                        <a:pt x="8878" y="1017"/>
                      </a:lnTo>
                      <a:cubicBezTo>
                        <a:pt x="9138" y="1017"/>
                        <a:pt x="9347" y="809"/>
                        <a:pt x="9347" y="548"/>
                      </a:cubicBezTo>
                      <a:lnTo>
                        <a:pt x="9347" y="463"/>
                      </a:lnTo>
                      <a:cubicBezTo>
                        <a:pt x="9347" y="209"/>
                        <a:pt x="9138" y="1"/>
                        <a:pt x="88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5" name="Google Shape;6945;p69"/>
                <p:cNvSpPr/>
                <p:nvPr/>
              </p:nvSpPr>
              <p:spPr>
                <a:xfrm>
                  <a:off x="7038738" y="3444626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70"/>
                      </a:cubicBezTo>
                      <a:lnTo>
                        <a:pt x="0" y="555"/>
                      </a:lnTo>
                      <a:cubicBezTo>
                        <a:pt x="0" y="809"/>
                        <a:pt x="209" y="1017"/>
                        <a:pt x="470" y="1017"/>
                      </a:cubicBezTo>
                      <a:lnTo>
                        <a:pt x="2086" y="1017"/>
                      </a:lnTo>
                      <a:cubicBezTo>
                        <a:pt x="2340" y="1017"/>
                        <a:pt x="2549" y="809"/>
                        <a:pt x="2549" y="555"/>
                      </a:cubicBezTo>
                      <a:lnTo>
                        <a:pt x="2549" y="470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6" name="Google Shape;6946;p69"/>
                <p:cNvSpPr/>
                <p:nvPr/>
              </p:nvSpPr>
              <p:spPr>
                <a:xfrm>
                  <a:off x="7038738" y="3787891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08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08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7" name="Google Shape;6947;p69"/>
                <p:cNvSpPr/>
                <p:nvPr/>
              </p:nvSpPr>
              <p:spPr>
                <a:xfrm>
                  <a:off x="7038738" y="3744945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15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15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8" name="Google Shape;6948;p69"/>
                <p:cNvSpPr/>
                <p:nvPr/>
              </p:nvSpPr>
              <p:spPr>
                <a:xfrm>
                  <a:off x="7038738" y="3706417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64"/>
                      </a:cubicBezTo>
                      <a:lnTo>
                        <a:pt x="0" y="548"/>
                      </a:lnTo>
                      <a:cubicBezTo>
                        <a:pt x="0" y="809"/>
                        <a:pt x="209" y="1018"/>
                        <a:pt x="470" y="1018"/>
                      </a:cubicBezTo>
                      <a:lnTo>
                        <a:pt x="2086" y="1018"/>
                      </a:lnTo>
                      <a:cubicBezTo>
                        <a:pt x="2340" y="1018"/>
                        <a:pt x="2549" y="809"/>
                        <a:pt x="2549" y="548"/>
                      </a:cubicBezTo>
                      <a:lnTo>
                        <a:pt x="2549" y="464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9" name="Google Shape;6949;p69"/>
                <p:cNvSpPr/>
                <p:nvPr/>
              </p:nvSpPr>
              <p:spPr>
                <a:xfrm>
                  <a:off x="7051563" y="3491864"/>
                  <a:ext cx="34412" cy="193042"/>
                </a:xfrm>
                <a:custGeom>
                  <a:rect b="b" l="l" r="r" t="t"/>
                  <a:pathLst>
                    <a:path extrusionOk="0" h="7646" w="1363">
                      <a:moveTo>
                        <a:pt x="685" y="0"/>
                      </a:moveTo>
                      <a:cubicBezTo>
                        <a:pt x="307" y="0"/>
                        <a:pt x="1" y="300"/>
                        <a:pt x="1" y="678"/>
                      </a:cubicBezTo>
                      <a:lnTo>
                        <a:pt x="1" y="6967"/>
                      </a:lnTo>
                      <a:cubicBezTo>
                        <a:pt x="1" y="7339"/>
                        <a:pt x="307" y="7645"/>
                        <a:pt x="685" y="7645"/>
                      </a:cubicBezTo>
                      <a:cubicBezTo>
                        <a:pt x="1057" y="7645"/>
                        <a:pt x="1363" y="7339"/>
                        <a:pt x="1363" y="6967"/>
                      </a:cubicBezTo>
                      <a:lnTo>
                        <a:pt x="1363" y="678"/>
                      </a:lnTo>
                      <a:cubicBezTo>
                        <a:pt x="1363" y="300"/>
                        <a:pt x="1057" y="0"/>
                        <a:pt x="68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0" name="Google Shape;6950;p69"/>
                <p:cNvSpPr/>
                <p:nvPr/>
              </p:nvSpPr>
              <p:spPr>
                <a:xfrm>
                  <a:off x="7055351" y="3540945"/>
                  <a:ext cx="106166" cy="44915"/>
                </a:xfrm>
                <a:custGeom>
                  <a:rect b="b" l="l" r="r" t="t"/>
                  <a:pathLst>
                    <a:path extrusionOk="0" h="1779" w="4205">
                      <a:moveTo>
                        <a:pt x="783" y="0"/>
                      </a:moveTo>
                      <a:cubicBezTo>
                        <a:pt x="518" y="0"/>
                        <a:pt x="262" y="154"/>
                        <a:pt x="151" y="415"/>
                      </a:cubicBezTo>
                      <a:cubicBezTo>
                        <a:pt x="1" y="767"/>
                        <a:pt x="164" y="1171"/>
                        <a:pt x="516" y="1321"/>
                      </a:cubicBezTo>
                      <a:cubicBezTo>
                        <a:pt x="1219" y="1628"/>
                        <a:pt x="1904" y="1778"/>
                        <a:pt x="2536" y="1778"/>
                      </a:cubicBezTo>
                      <a:cubicBezTo>
                        <a:pt x="2555" y="1778"/>
                        <a:pt x="2574" y="1778"/>
                        <a:pt x="2593" y="1778"/>
                      </a:cubicBezTo>
                      <a:cubicBezTo>
                        <a:pt x="2952" y="1778"/>
                        <a:pt x="3310" y="1719"/>
                        <a:pt x="3657" y="1602"/>
                      </a:cubicBezTo>
                      <a:cubicBezTo>
                        <a:pt x="4015" y="1478"/>
                        <a:pt x="4204" y="1080"/>
                        <a:pt x="4081" y="722"/>
                      </a:cubicBezTo>
                      <a:cubicBezTo>
                        <a:pt x="3983" y="438"/>
                        <a:pt x="3713" y="260"/>
                        <a:pt x="3427" y="260"/>
                      </a:cubicBezTo>
                      <a:cubicBezTo>
                        <a:pt x="3351" y="260"/>
                        <a:pt x="3275" y="272"/>
                        <a:pt x="3201" y="298"/>
                      </a:cubicBezTo>
                      <a:cubicBezTo>
                        <a:pt x="2986" y="372"/>
                        <a:pt x="2761" y="402"/>
                        <a:pt x="2536" y="402"/>
                      </a:cubicBezTo>
                      <a:cubicBezTo>
                        <a:pt x="2001" y="402"/>
                        <a:pt x="1464" y="231"/>
                        <a:pt x="1057" y="57"/>
                      </a:cubicBezTo>
                      <a:cubicBezTo>
                        <a:pt x="968" y="19"/>
                        <a:pt x="875" y="0"/>
                        <a:pt x="7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1" name="Google Shape;6951;p69"/>
                <p:cNvSpPr/>
                <p:nvPr/>
              </p:nvSpPr>
              <p:spPr>
                <a:xfrm>
                  <a:off x="7046792" y="3596717"/>
                  <a:ext cx="118335" cy="44739"/>
                </a:xfrm>
                <a:custGeom>
                  <a:rect b="b" l="l" r="r" t="t"/>
                  <a:pathLst>
                    <a:path extrusionOk="0" h="1772" w="4687">
                      <a:moveTo>
                        <a:pt x="781" y="1"/>
                      </a:moveTo>
                      <a:cubicBezTo>
                        <a:pt x="514" y="1"/>
                        <a:pt x="262" y="154"/>
                        <a:pt x="151" y="416"/>
                      </a:cubicBezTo>
                      <a:cubicBezTo>
                        <a:pt x="1" y="768"/>
                        <a:pt x="164" y="1172"/>
                        <a:pt x="516" y="1322"/>
                      </a:cubicBezTo>
                      <a:cubicBezTo>
                        <a:pt x="1141" y="1609"/>
                        <a:pt x="1819" y="1758"/>
                        <a:pt x="2510" y="1772"/>
                      </a:cubicBezTo>
                      <a:cubicBezTo>
                        <a:pt x="3110" y="1772"/>
                        <a:pt x="3709" y="1622"/>
                        <a:pt x="4244" y="1335"/>
                      </a:cubicBezTo>
                      <a:cubicBezTo>
                        <a:pt x="4570" y="1152"/>
                        <a:pt x="4687" y="735"/>
                        <a:pt x="4504" y="409"/>
                      </a:cubicBezTo>
                      <a:cubicBezTo>
                        <a:pt x="4382" y="177"/>
                        <a:pt x="4144" y="47"/>
                        <a:pt x="3899" y="47"/>
                      </a:cubicBezTo>
                      <a:cubicBezTo>
                        <a:pt x="3793" y="47"/>
                        <a:pt x="3686" y="71"/>
                        <a:pt x="3585" y="123"/>
                      </a:cubicBezTo>
                      <a:cubicBezTo>
                        <a:pt x="3235" y="312"/>
                        <a:pt x="2865" y="385"/>
                        <a:pt x="2503" y="385"/>
                      </a:cubicBezTo>
                      <a:cubicBezTo>
                        <a:pt x="1972" y="385"/>
                        <a:pt x="1460" y="228"/>
                        <a:pt x="1057" y="57"/>
                      </a:cubicBezTo>
                      <a:cubicBezTo>
                        <a:pt x="966" y="19"/>
                        <a:pt x="873" y="1"/>
                        <a:pt x="78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2" name="Google Shape;6952;p69"/>
                <p:cNvSpPr/>
                <p:nvPr/>
              </p:nvSpPr>
              <p:spPr>
                <a:xfrm>
                  <a:off x="6983118" y="3540768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3" y="222"/>
                        <a:pt x="1975" y="388"/>
                        <a:pt x="1426" y="388"/>
                      </a:cubicBezTo>
                      <a:cubicBezTo>
                        <a:pt x="1250" y="388"/>
                        <a:pt x="1072" y="371"/>
                        <a:pt x="893" y="331"/>
                      </a:cubicBezTo>
                      <a:cubicBezTo>
                        <a:pt x="846" y="321"/>
                        <a:pt x="799" y="316"/>
                        <a:pt x="753" y="316"/>
                      </a:cubicBezTo>
                      <a:cubicBezTo>
                        <a:pt x="435" y="316"/>
                        <a:pt x="153" y="541"/>
                        <a:pt x="79" y="859"/>
                      </a:cubicBezTo>
                      <a:cubicBezTo>
                        <a:pt x="0" y="1231"/>
                        <a:pt x="235" y="1596"/>
                        <a:pt x="600" y="1680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28"/>
                      </a:cubicBezTo>
                      <a:cubicBezTo>
                        <a:pt x="3774" y="1185"/>
                        <a:pt x="3944" y="774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3" name="Google Shape;6953;p69"/>
                <p:cNvSpPr/>
                <p:nvPr/>
              </p:nvSpPr>
              <p:spPr>
                <a:xfrm>
                  <a:off x="7054871" y="3655619"/>
                  <a:ext cx="106645" cy="45244"/>
                </a:xfrm>
                <a:custGeom>
                  <a:rect b="b" l="l" r="r" t="t"/>
                  <a:pathLst>
                    <a:path extrusionOk="0" h="1792" w="4224">
                      <a:moveTo>
                        <a:pt x="788" y="1"/>
                      </a:moveTo>
                      <a:cubicBezTo>
                        <a:pt x="521" y="1"/>
                        <a:pt x="265" y="157"/>
                        <a:pt x="150" y="416"/>
                      </a:cubicBezTo>
                      <a:cubicBezTo>
                        <a:pt x="0" y="775"/>
                        <a:pt x="170" y="1192"/>
                        <a:pt x="535" y="1335"/>
                      </a:cubicBezTo>
                      <a:cubicBezTo>
                        <a:pt x="1167" y="1622"/>
                        <a:pt x="1858" y="1778"/>
                        <a:pt x="2555" y="1791"/>
                      </a:cubicBezTo>
                      <a:cubicBezTo>
                        <a:pt x="2933" y="1791"/>
                        <a:pt x="3311" y="1733"/>
                        <a:pt x="3676" y="1609"/>
                      </a:cubicBezTo>
                      <a:cubicBezTo>
                        <a:pt x="4034" y="1479"/>
                        <a:pt x="4223" y="1087"/>
                        <a:pt x="4100" y="729"/>
                      </a:cubicBezTo>
                      <a:cubicBezTo>
                        <a:pt x="4002" y="446"/>
                        <a:pt x="3734" y="265"/>
                        <a:pt x="3449" y="265"/>
                      </a:cubicBezTo>
                      <a:cubicBezTo>
                        <a:pt x="3373" y="265"/>
                        <a:pt x="3295" y="278"/>
                        <a:pt x="3220" y="305"/>
                      </a:cubicBezTo>
                      <a:cubicBezTo>
                        <a:pt x="3005" y="379"/>
                        <a:pt x="2780" y="409"/>
                        <a:pt x="2555" y="409"/>
                      </a:cubicBezTo>
                      <a:cubicBezTo>
                        <a:pt x="2020" y="409"/>
                        <a:pt x="1483" y="238"/>
                        <a:pt x="1076" y="64"/>
                      </a:cubicBezTo>
                      <a:cubicBezTo>
                        <a:pt x="982" y="21"/>
                        <a:pt x="885" y="1"/>
                        <a:pt x="78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4" name="Google Shape;6954;p69"/>
                <p:cNvSpPr/>
                <p:nvPr/>
              </p:nvSpPr>
              <p:spPr>
                <a:xfrm>
                  <a:off x="6983118" y="3655619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2" y="227"/>
                        <a:pt x="1974" y="394"/>
                        <a:pt x="1425" y="394"/>
                      </a:cubicBezTo>
                      <a:cubicBezTo>
                        <a:pt x="1249" y="394"/>
                        <a:pt x="1071" y="377"/>
                        <a:pt x="893" y="338"/>
                      </a:cubicBezTo>
                      <a:cubicBezTo>
                        <a:pt x="845" y="328"/>
                        <a:pt x="797" y="323"/>
                        <a:pt x="750" y="323"/>
                      </a:cubicBezTo>
                      <a:cubicBezTo>
                        <a:pt x="433" y="323"/>
                        <a:pt x="152" y="543"/>
                        <a:pt x="79" y="866"/>
                      </a:cubicBezTo>
                      <a:cubicBezTo>
                        <a:pt x="0" y="1231"/>
                        <a:pt x="235" y="1602"/>
                        <a:pt x="600" y="1687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35"/>
                      </a:cubicBezTo>
                      <a:cubicBezTo>
                        <a:pt x="3774" y="1185"/>
                        <a:pt x="3944" y="775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5" name="Google Shape;6955;p69"/>
                <p:cNvSpPr/>
                <p:nvPr/>
              </p:nvSpPr>
              <p:spPr>
                <a:xfrm>
                  <a:off x="6973725" y="3596464"/>
                  <a:ext cx="117527" cy="44335"/>
                </a:xfrm>
                <a:custGeom>
                  <a:rect b="b" l="l" r="r" t="t"/>
                  <a:pathLst>
                    <a:path extrusionOk="0" h="1756" w="4655">
                      <a:moveTo>
                        <a:pt x="3863" y="0"/>
                      </a:moveTo>
                      <a:cubicBezTo>
                        <a:pt x="3768" y="0"/>
                        <a:pt x="3671" y="20"/>
                        <a:pt x="3579" y="61"/>
                      </a:cubicBezTo>
                      <a:cubicBezTo>
                        <a:pt x="3094" y="270"/>
                        <a:pt x="2605" y="375"/>
                        <a:pt x="2150" y="375"/>
                      </a:cubicBezTo>
                      <a:cubicBezTo>
                        <a:pt x="1769" y="375"/>
                        <a:pt x="1412" y="301"/>
                        <a:pt x="1102" y="152"/>
                      </a:cubicBezTo>
                      <a:cubicBezTo>
                        <a:pt x="1002" y="101"/>
                        <a:pt x="895" y="77"/>
                        <a:pt x="789" y="77"/>
                      </a:cubicBezTo>
                      <a:cubicBezTo>
                        <a:pt x="532" y="77"/>
                        <a:pt x="286" y="220"/>
                        <a:pt x="170" y="465"/>
                      </a:cubicBezTo>
                      <a:cubicBezTo>
                        <a:pt x="1" y="817"/>
                        <a:pt x="151" y="1234"/>
                        <a:pt x="503" y="1397"/>
                      </a:cubicBezTo>
                      <a:cubicBezTo>
                        <a:pt x="1005" y="1632"/>
                        <a:pt x="1556" y="1756"/>
                        <a:pt x="2109" y="1756"/>
                      </a:cubicBezTo>
                      <a:cubicBezTo>
                        <a:pt x="2123" y="1756"/>
                        <a:pt x="2138" y="1756"/>
                        <a:pt x="2152" y="1755"/>
                      </a:cubicBezTo>
                      <a:cubicBezTo>
                        <a:pt x="2836" y="1749"/>
                        <a:pt x="3501" y="1606"/>
                        <a:pt x="4127" y="1332"/>
                      </a:cubicBezTo>
                      <a:cubicBezTo>
                        <a:pt x="4485" y="1182"/>
                        <a:pt x="4654" y="771"/>
                        <a:pt x="4498" y="419"/>
                      </a:cubicBezTo>
                      <a:cubicBezTo>
                        <a:pt x="4387" y="155"/>
                        <a:pt x="4131" y="0"/>
                        <a:pt x="38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6" name="Google Shape;6956;p69"/>
                <p:cNvSpPr/>
                <p:nvPr/>
              </p:nvSpPr>
              <p:spPr>
                <a:xfrm>
                  <a:off x="7118368" y="3906680"/>
                  <a:ext cx="38881" cy="118007"/>
                </a:xfrm>
                <a:custGeom>
                  <a:rect b="b" l="l" r="r" t="t"/>
                  <a:pathLst>
                    <a:path extrusionOk="0" h="4674" w="1540">
                      <a:moveTo>
                        <a:pt x="1018" y="1"/>
                      </a:moveTo>
                      <a:lnTo>
                        <a:pt x="1" y="118"/>
                      </a:lnTo>
                      <a:lnTo>
                        <a:pt x="529" y="4674"/>
                      </a:lnTo>
                      <a:lnTo>
                        <a:pt x="1539" y="4557"/>
                      </a:lnTo>
                      <a:lnTo>
                        <a:pt x="101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7" name="Google Shape;6957;p69"/>
                <p:cNvSpPr/>
                <p:nvPr/>
              </p:nvSpPr>
              <p:spPr>
                <a:xfrm>
                  <a:off x="7122332" y="3882695"/>
                  <a:ext cx="43830" cy="37063"/>
                </a:xfrm>
                <a:custGeom>
                  <a:rect b="b" l="l" r="r" t="t"/>
                  <a:pathLst>
                    <a:path extrusionOk="0" h="1468" w="1736">
                      <a:moveTo>
                        <a:pt x="778" y="1"/>
                      </a:moveTo>
                      <a:cubicBezTo>
                        <a:pt x="750" y="1"/>
                        <a:pt x="721" y="2"/>
                        <a:pt x="691" y="6"/>
                      </a:cubicBezTo>
                      <a:cubicBezTo>
                        <a:pt x="287" y="51"/>
                        <a:pt x="0" y="416"/>
                        <a:pt x="46" y="820"/>
                      </a:cubicBezTo>
                      <a:cubicBezTo>
                        <a:pt x="95" y="1225"/>
                        <a:pt x="433" y="1468"/>
                        <a:pt x="780" y="1468"/>
                      </a:cubicBezTo>
                      <a:cubicBezTo>
                        <a:pt x="987" y="1468"/>
                        <a:pt x="1196" y="1382"/>
                        <a:pt x="1349" y="1192"/>
                      </a:cubicBezTo>
                      <a:cubicBezTo>
                        <a:pt x="1735" y="700"/>
                        <a:pt x="1378" y="1"/>
                        <a:pt x="7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8" name="Google Shape;6958;p69"/>
                <p:cNvSpPr/>
                <p:nvPr/>
              </p:nvSpPr>
              <p:spPr>
                <a:xfrm>
                  <a:off x="7096656" y="3885674"/>
                  <a:ext cx="43981" cy="37013"/>
                </a:xfrm>
                <a:custGeom>
                  <a:rect b="b" l="l" r="r" t="t"/>
                  <a:pathLst>
                    <a:path extrusionOk="0" h="1466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7" y="1223"/>
                        <a:pt x="435" y="1466"/>
                        <a:pt x="780" y="1466"/>
                      </a:cubicBezTo>
                      <a:cubicBezTo>
                        <a:pt x="988" y="1466"/>
                        <a:pt x="1198" y="1378"/>
                        <a:pt x="1350" y="1185"/>
                      </a:cubicBezTo>
                      <a:cubicBezTo>
                        <a:pt x="1742" y="699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9" name="Google Shape;6959;p69"/>
                <p:cNvSpPr/>
                <p:nvPr/>
              </p:nvSpPr>
              <p:spPr>
                <a:xfrm>
                  <a:off x="7135991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777" y="1"/>
                      </a:moveTo>
                      <a:cubicBezTo>
                        <a:pt x="751" y="1"/>
                        <a:pt x="725" y="2"/>
                        <a:pt x="698" y="5"/>
                      </a:cubicBezTo>
                      <a:cubicBezTo>
                        <a:pt x="294" y="51"/>
                        <a:pt x="0" y="416"/>
                        <a:pt x="46" y="820"/>
                      </a:cubicBezTo>
                      <a:cubicBezTo>
                        <a:pt x="95" y="1224"/>
                        <a:pt x="436" y="1467"/>
                        <a:pt x="783" y="1467"/>
                      </a:cubicBezTo>
                      <a:cubicBezTo>
                        <a:pt x="990" y="1467"/>
                        <a:pt x="1199" y="1381"/>
                        <a:pt x="1349" y="1191"/>
                      </a:cubicBezTo>
                      <a:cubicBezTo>
                        <a:pt x="1737" y="704"/>
                        <a:pt x="1382" y="1"/>
                        <a:pt x="7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0" name="Google Shape;6960;p69"/>
                <p:cNvSpPr/>
                <p:nvPr/>
              </p:nvSpPr>
              <p:spPr>
                <a:xfrm>
                  <a:off x="7110314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8" y="1224"/>
                        <a:pt x="437" y="1467"/>
                        <a:pt x="783" y="1467"/>
                      </a:cubicBezTo>
                      <a:cubicBezTo>
                        <a:pt x="990" y="1467"/>
                        <a:pt x="1199" y="1381"/>
                        <a:pt x="1350" y="1191"/>
                      </a:cubicBezTo>
                      <a:cubicBezTo>
                        <a:pt x="1742" y="700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1" name="Google Shape;6961;p69"/>
                <p:cNvSpPr/>
                <p:nvPr/>
              </p:nvSpPr>
              <p:spPr>
                <a:xfrm>
                  <a:off x="7129906" y="4152515"/>
                  <a:ext cx="21890" cy="99753"/>
                </a:xfrm>
                <a:custGeom>
                  <a:rect b="b" l="l" r="r" t="t"/>
                  <a:pathLst>
                    <a:path extrusionOk="0" h="3951" w="867">
                      <a:moveTo>
                        <a:pt x="78" y="1"/>
                      </a:moveTo>
                      <a:lnTo>
                        <a:pt x="0" y="3938"/>
                      </a:lnTo>
                      <a:lnTo>
                        <a:pt x="789" y="3951"/>
                      </a:lnTo>
                      <a:lnTo>
                        <a:pt x="867" y="21"/>
                      </a:lnTo>
                      <a:lnTo>
                        <a:pt x="7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2" name="Google Shape;6962;p69"/>
                <p:cNvSpPr/>
                <p:nvPr/>
              </p:nvSpPr>
              <p:spPr>
                <a:xfrm>
                  <a:off x="7140207" y="4137543"/>
                  <a:ext cx="36129" cy="30953"/>
                </a:xfrm>
                <a:custGeom>
                  <a:rect b="b" l="l" r="r" t="t"/>
                  <a:pathLst>
                    <a:path extrusionOk="0" h="1226" w="1431">
                      <a:moveTo>
                        <a:pt x="616" y="1"/>
                      </a:moveTo>
                      <a:cubicBezTo>
                        <a:pt x="283" y="1"/>
                        <a:pt x="16" y="266"/>
                        <a:pt x="9" y="600"/>
                      </a:cubicBezTo>
                      <a:cubicBezTo>
                        <a:pt x="0" y="976"/>
                        <a:pt x="304" y="1226"/>
                        <a:pt x="622" y="1226"/>
                      </a:cubicBezTo>
                      <a:cubicBezTo>
                        <a:pt x="768" y="1226"/>
                        <a:pt x="916" y="1173"/>
                        <a:pt x="1039" y="1057"/>
                      </a:cubicBezTo>
                      <a:cubicBezTo>
                        <a:pt x="1430" y="679"/>
                        <a:pt x="1176" y="14"/>
                        <a:pt x="628" y="1"/>
                      </a:cubicBezTo>
                      <a:cubicBezTo>
                        <a:pt x="624" y="1"/>
                        <a:pt x="620" y="1"/>
                        <a:pt x="61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3" name="Google Shape;6963;p69"/>
                <p:cNvSpPr/>
                <p:nvPr/>
              </p:nvSpPr>
              <p:spPr>
                <a:xfrm>
                  <a:off x="7118924" y="4137215"/>
                  <a:ext cx="36180" cy="30802"/>
                </a:xfrm>
                <a:custGeom>
                  <a:rect b="b" l="l" r="r" t="t"/>
                  <a:pathLst>
                    <a:path extrusionOk="0" h="1220" w="1433">
                      <a:moveTo>
                        <a:pt x="607" y="0"/>
                      </a:moveTo>
                      <a:cubicBezTo>
                        <a:pt x="279" y="0"/>
                        <a:pt x="11" y="269"/>
                        <a:pt x="5" y="594"/>
                      </a:cubicBezTo>
                      <a:cubicBezTo>
                        <a:pt x="0" y="969"/>
                        <a:pt x="306" y="1219"/>
                        <a:pt x="624" y="1219"/>
                      </a:cubicBezTo>
                      <a:cubicBezTo>
                        <a:pt x="770" y="1219"/>
                        <a:pt x="918" y="1167"/>
                        <a:pt x="1041" y="1050"/>
                      </a:cubicBezTo>
                      <a:cubicBezTo>
                        <a:pt x="1432" y="672"/>
                        <a:pt x="1172" y="7"/>
                        <a:pt x="631" y="1"/>
                      </a:cubicBezTo>
                      <a:cubicBezTo>
                        <a:pt x="623" y="1"/>
                        <a:pt x="615" y="0"/>
                        <a:pt x="6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4" name="Google Shape;6964;p69"/>
                <p:cNvSpPr/>
                <p:nvPr/>
              </p:nvSpPr>
              <p:spPr>
                <a:xfrm>
                  <a:off x="7138238" y="4237271"/>
                  <a:ext cx="36281" cy="30852"/>
                </a:xfrm>
                <a:custGeom>
                  <a:rect b="b" l="l" r="r" t="t"/>
                  <a:pathLst>
                    <a:path extrusionOk="0" h="1222" w="1437">
                      <a:moveTo>
                        <a:pt x="605" y="0"/>
                      </a:moveTo>
                      <a:cubicBezTo>
                        <a:pt x="277" y="0"/>
                        <a:pt x="15" y="269"/>
                        <a:pt x="9" y="594"/>
                      </a:cubicBezTo>
                      <a:cubicBezTo>
                        <a:pt x="0" y="969"/>
                        <a:pt x="304" y="1222"/>
                        <a:pt x="622" y="1222"/>
                      </a:cubicBezTo>
                      <a:cubicBezTo>
                        <a:pt x="767" y="1222"/>
                        <a:pt x="916" y="1169"/>
                        <a:pt x="1039" y="1050"/>
                      </a:cubicBezTo>
                      <a:cubicBezTo>
                        <a:pt x="1436" y="672"/>
                        <a:pt x="1176" y="7"/>
                        <a:pt x="628" y="0"/>
                      </a:cubicBezTo>
                      <a:cubicBezTo>
                        <a:pt x="620" y="0"/>
                        <a:pt x="613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5" name="Google Shape;6965;p69"/>
                <p:cNvSpPr/>
                <p:nvPr/>
              </p:nvSpPr>
              <p:spPr>
                <a:xfrm>
                  <a:off x="7116828" y="4236766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623" y="1"/>
                      </a:moveTo>
                      <a:cubicBezTo>
                        <a:pt x="290" y="1"/>
                        <a:pt x="16" y="266"/>
                        <a:pt x="10" y="601"/>
                      </a:cubicBezTo>
                      <a:cubicBezTo>
                        <a:pt x="1" y="971"/>
                        <a:pt x="304" y="1222"/>
                        <a:pt x="623" y="1222"/>
                      </a:cubicBezTo>
                      <a:cubicBezTo>
                        <a:pt x="770" y="1222"/>
                        <a:pt x="921" y="1169"/>
                        <a:pt x="1046" y="1050"/>
                      </a:cubicBezTo>
                      <a:cubicBezTo>
                        <a:pt x="1437" y="672"/>
                        <a:pt x="1176" y="14"/>
                        <a:pt x="635" y="1"/>
                      </a:cubicBezTo>
                      <a:cubicBezTo>
                        <a:pt x="631" y="1"/>
                        <a:pt x="627" y="1"/>
                        <a:pt x="62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6" name="Google Shape;6966;p69"/>
                <p:cNvSpPr/>
                <p:nvPr/>
              </p:nvSpPr>
              <p:spPr>
                <a:xfrm>
                  <a:off x="7245742" y="3712350"/>
                  <a:ext cx="54004" cy="108640"/>
                </a:xfrm>
                <a:custGeom>
                  <a:rect b="b" l="l" r="r" t="t"/>
                  <a:pathLst>
                    <a:path extrusionOk="0" h="4303" w="2139">
                      <a:moveTo>
                        <a:pt x="893" y="1"/>
                      </a:moveTo>
                      <a:lnTo>
                        <a:pt x="0" y="274"/>
                      </a:lnTo>
                      <a:lnTo>
                        <a:pt x="1245" y="4302"/>
                      </a:lnTo>
                      <a:lnTo>
                        <a:pt x="2138" y="4028"/>
                      </a:lnTo>
                      <a:lnTo>
                        <a:pt x="89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7" name="Google Shape;6967;p69"/>
                <p:cNvSpPr/>
                <p:nvPr/>
              </p:nvSpPr>
              <p:spPr>
                <a:xfrm>
                  <a:off x="724639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764" y="0"/>
                      </a:moveTo>
                      <a:cubicBezTo>
                        <a:pt x="698" y="0"/>
                        <a:pt x="630" y="10"/>
                        <a:pt x="561" y="31"/>
                      </a:cubicBezTo>
                      <a:cubicBezTo>
                        <a:pt x="203" y="142"/>
                        <a:pt x="1" y="520"/>
                        <a:pt x="111" y="879"/>
                      </a:cubicBezTo>
                      <a:cubicBezTo>
                        <a:pt x="207" y="1190"/>
                        <a:pt x="483" y="1353"/>
                        <a:pt x="760" y="1353"/>
                      </a:cubicBezTo>
                      <a:cubicBezTo>
                        <a:pt x="994" y="1353"/>
                        <a:pt x="1228" y="1237"/>
                        <a:pt x="1356" y="996"/>
                      </a:cubicBezTo>
                      <a:cubicBezTo>
                        <a:pt x="1603" y="526"/>
                        <a:pt x="1244" y="0"/>
                        <a:pt x="7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8" name="Google Shape;6968;p69"/>
                <p:cNvSpPr/>
                <p:nvPr/>
              </p:nvSpPr>
              <p:spPr>
                <a:xfrm>
                  <a:off x="7223852" y="3697202"/>
                  <a:ext cx="40446" cy="34185"/>
                </a:xfrm>
                <a:custGeom>
                  <a:rect b="b" l="l" r="r" t="t"/>
                  <a:pathLst>
                    <a:path extrusionOk="0" h="1354" w="1602">
                      <a:moveTo>
                        <a:pt x="766" y="0"/>
                      </a:moveTo>
                      <a:cubicBezTo>
                        <a:pt x="697" y="0"/>
                        <a:pt x="627" y="11"/>
                        <a:pt x="555" y="34"/>
                      </a:cubicBezTo>
                      <a:cubicBezTo>
                        <a:pt x="196" y="138"/>
                        <a:pt x="1" y="522"/>
                        <a:pt x="111" y="874"/>
                      </a:cubicBezTo>
                      <a:cubicBezTo>
                        <a:pt x="207" y="1189"/>
                        <a:pt x="482" y="1354"/>
                        <a:pt x="759" y="1354"/>
                      </a:cubicBezTo>
                      <a:cubicBezTo>
                        <a:pt x="993" y="1354"/>
                        <a:pt x="1228" y="1236"/>
                        <a:pt x="1356" y="992"/>
                      </a:cubicBezTo>
                      <a:cubicBezTo>
                        <a:pt x="1602" y="524"/>
                        <a:pt x="1247" y="0"/>
                        <a:pt x="7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9" name="Google Shape;6969;p69"/>
                <p:cNvSpPr/>
                <p:nvPr/>
              </p:nvSpPr>
              <p:spPr>
                <a:xfrm>
                  <a:off x="7278993" y="3795642"/>
                  <a:ext cx="40598" cy="34261"/>
                </a:xfrm>
                <a:custGeom>
                  <a:rect b="b" l="l" r="r" t="t"/>
                  <a:pathLst>
                    <a:path extrusionOk="0" h="1357" w="1608">
                      <a:moveTo>
                        <a:pt x="764" y="1"/>
                      </a:moveTo>
                      <a:cubicBezTo>
                        <a:pt x="698" y="1"/>
                        <a:pt x="630" y="11"/>
                        <a:pt x="561" y="32"/>
                      </a:cubicBezTo>
                      <a:cubicBezTo>
                        <a:pt x="202" y="143"/>
                        <a:pt x="0" y="521"/>
                        <a:pt x="111" y="879"/>
                      </a:cubicBezTo>
                      <a:cubicBezTo>
                        <a:pt x="210" y="1191"/>
                        <a:pt x="487" y="1357"/>
                        <a:pt x="764" y="1357"/>
                      </a:cubicBezTo>
                      <a:cubicBezTo>
                        <a:pt x="996" y="1357"/>
                        <a:pt x="1228" y="1240"/>
                        <a:pt x="1356" y="997"/>
                      </a:cubicBezTo>
                      <a:cubicBezTo>
                        <a:pt x="1608" y="527"/>
                        <a:pt x="1245" y="1"/>
                        <a:pt x="76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0" name="Google Shape;6970;p69"/>
                <p:cNvSpPr/>
                <p:nvPr/>
              </p:nvSpPr>
              <p:spPr>
                <a:xfrm>
                  <a:off x="7256447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770" y="0"/>
                      </a:moveTo>
                      <a:cubicBezTo>
                        <a:pt x="702" y="0"/>
                        <a:pt x="632" y="11"/>
                        <a:pt x="561" y="33"/>
                      </a:cubicBezTo>
                      <a:cubicBezTo>
                        <a:pt x="202" y="144"/>
                        <a:pt x="0" y="522"/>
                        <a:pt x="111" y="881"/>
                      </a:cubicBezTo>
                      <a:cubicBezTo>
                        <a:pt x="206" y="1191"/>
                        <a:pt x="481" y="1354"/>
                        <a:pt x="757" y="1354"/>
                      </a:cubicBezTo>
                      <a:cubicBezTo>
                        <a:pt x="991" y="1354"/>
                        <a:pt x="1227" y="1237"/>
                        <a:pt x="1356" y="991"/>
                      </a:cubicBezTo>
                      <a:cubicBezTo>
                        <a:pt x="1601" y="523"/>
                        <a:pt x="1247" y="0"/>
                        <a:pt x="7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1" name="Google Shape;6971;p69"/>
                <p:cNvSpPr/>
                <p:nvPr/>
              </p:nvSpPr>
              <p:spPr>
                <a:xfrm>
                  <a:off x="7200498" y="3542207"/>
                  <a:ext cx="55469" cy="114220"/>
                </a:xfrm>
                <a:custGeom>
                  <a:rect b="b" l="l" r="r" t="t"/>
                  <a:pathLst>
                    <a:path extrusionOk="0" h="4524" w="2197">
                      <a:moveTo>
                        <a:pt x="945" y="0"/>
                      </a:moveTo>
                      <a:lnTo>
                        <a:pt x="0" y="281"/>
                      </a:lnTo>
                      <a:lnTo>
                        <a:pt x="1252" y="4524"/>
                      </a:lnTo>
                      <a:lnTo>
                        <a:pt x="2197" y="4243"/>
                      </a:lnTo>
                      <a:lnTo>
                        <a:pt x="9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2" name="Google Shape;6972;p69"/>
                <p:cNvSpPr/>
                <p:nvPr/>
              </p:nvSpPr>
              <p:spPr>
                <a:xfrm>
                  <a:off x="7201483" y="3519409"/>
                  <a:ext cx="42567" cy="35877"/>
                </a:xfrm>
                <a:custGeom>
                  <a:rect b="b" l="l" r="r" t="t"/>
                  <a:pathLst>
                    <a:path extrusionOk="0" h="1421" w="1686">
                      <a:moveTo>
                        <a:pt x="799" y="0"/>
                      </a:moveTo>
                      <a:cubicBezTo>
                        <a:pt x="732" y="0"/>
                        <a:pt x="663" y="10"/>
                        <a:pt x="593" y="30"/>
                      </a:cubicBezTo>
                      <a:cubicBezTo>
                        <a:pt x="215" y="141"/>
                        <a:pt x="0" y="532"/>
                        <a:pt x="111" y="910"/>
                      </a:cubicBezTo>
                      <a:cubicBezTo>
                        <a:pt x="211" y="1242"/>
                        <a:pt x="504" y="1420"/>
                        <a:pt x="797" y="1420"/>
                      </a:cubicBezTo>
                      <a:cubicBezTo>
                        <a:pt x="1038" y="1420"/>
                        <a:pt x="1279" y="1300"/>
                        <a:pt x="1415" y="1047"/>
                      </a:cubicBezTo>
                      <a:cubicBezTo>
                        <a:pt x="1686" y="557"/>
                        <a:pt x="1309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3" name="Google Shape;6973;p69"/>
                <p:cNvSpPr/>
                <p:nvPr/>
              </p:nvSpPr>
              <p:spPr>
                <a:xfrm>
                  <a:off x="7177776" y="3526428"/>
                  <a:ext cx="42416" cy="35927"/>
                </a:xfrm>
                <a:custGeom>
                  <a:rect b="b" l="l" r="r" t="t"/>
                  <a:pathLst>
                    <a:path extrusionOk="0" h="1423" w="1680">
                      <a:moveTo>
                        <a:pt x="797" y="1"/>
                      </a:moveTo>
                      <a:cubicBezTo>
                        <a:pt x="729" y="1"/>
                        <a:pt x="659" y="11"/>
                        <a:pt x="587" y="32"/>
                      </a:cubicBezTo>
                      <a:cubicBezTo>
                        <a:pt x="216" y="143"/>
                        <a:pt x="1" y="534"/>
                        <a:pt x="105" y="912"/>
                      </a:cubicBezTo>
                      <a:cubicBezTo>
                        <a:pt x="205" y="1245"/>
                        <a:pt x="497" y="1422"/>
                        <a:pt x="792" y="1422"/>
                      </a:cubicBezTo>
                      <a:cubicBezTo>
                        <a:pt x="1034" y="1422"/>
                        <a:pt x="1277" y="1302"/>
                        <a:pt x="1415" y="1049"/>
                      </a:cubicBezTo>
                      <a:cubicBezTo>
                        <a:pt x="1679" y="560"/>
                        <a:pt x="1305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4" name="Google Shape;6974;p69"/>
                <p:cNvSpPr/>
                <p:nvPr/>
              </p:nvSpPr>
              <p:spPr>
                <a:xfrm>
                  <a:off x="7234229" y="3630473"/>
                  <a:ext cx="42441" cy="35902"/>
                </a:xfrm>
                <a:custGeom>
                  <a:rect b="b" l="l" r="r" t="t"/>
                  <a:pathLst>
                    <a:path extrusionOk="0" h="1422" w="1681">
                      <a:moveTo>
                        <a:pt x="797" y="1"/>
                      </a:moveTo>
                      <a:cubicBezTo>
                        <a:pt x="731" y="1"/>
                        <a:pt x="663" y="10"/>
                        <a:pt x="593" y="30"/>
                      </a:cubicBezTo>
                      <a:cubicBezTo>
                        <a:pt x="215" y="141"/>
                        <a:pt x="0" y="539"/>
                        <a:pt x="111" y="910"/>
                      </a:cubicBezTo>
                      <a:cubicBezTo>
                        <a:pt x="208" y="1244"/>
                        <a:pt x="502" y="1421"/>
                        <a:pt x="797" y="1421"/>
                      </a:cubicBezTo>
                      <a:cubicBezTo>
                        <a:pt x="1038" y="1421"/>
                        <a:pt x="1280" y="1303"/>
                        <a:pt x="1415" y="1054"/>
                      </a:cubicBezTo>
                      <a:cubicBezTo>
                        <a:pt x="1680" y="563"/>
                        <a:pt x="1307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5" name="Google Shape;6975;p69"/>
                <p:cNvSpPr/>
                <p:nvPr/>
              </p:nvSpPr>
              <p:spPr>
                <a:xfrm>
                  <a:off x="7210370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03" y="0"/>
                      </a:moveTo>
                      <a:cubicBezTo>
                        <a:pt x="735" y="0"/>
                        <a:pt x="665" y="10"/>
                        <a:pt x="593" y="32"/>
                      </a:cubicBezTo>
                      <a:cubicBezTo>
                        <a:pt x="215" y="142"/>
                        <a:pt x="0" y="534"/>
                        <a:pt x="111" y="912"/>
                      </a:cubicBezTo>
                      <a:cubicBezTo>
                        <a:pt x="207" y="1243"/>
                        <a:pt x="499" y="1419"/>
                        <a:pt x="793" y="1419"/>
                      </a:cubicBezTo>
                      <a:cubicBezTo>
                        <a:pt x="1035" y="1419"/>
                        <a:pt x="1279" y="1299"/>
                        <a:pt x="1415" y="1048"/>
                      </a:cubicBezTo>
                      <a:cubicBezTo>
                        <a:pt x="1679" y="560"/>
                        <a:pt x="1310" y="0"/>
                        <a:pt x="8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6" name="Google Shape;6976;p69"/>
                <p:cNvSpPr/>
                <p:nvPr/>
              </p:nvSpPr>
              <p:spPr>
                <a:xfrm>
                  <a:off x="7278993" y="3842021"/>
                  <a:ext cx="47415" cy="37543"/>
                </a:xfrm>
                <a:custGeom>
                  <a:rect b="b" l="l" r="r" t="t"/>
                  <a:pathLst>
                    <a:path extrusionOk="0" h="1487" w="1878">
                      <a:moveTo>
                        <a:pt x="1030" y="0"/>
                      </a:moveTo>
                      <a:cubicBezTo>
                        <a:pt x="0" y="0"/>
                        <a:pt x="0" y="1486"/>
                        <a:pt x="1030" y="1486"/>
                      </a:cubicBezTo>
                      <a:cubicBezTo>
                        <a:pt x="1877" y="1486"/>
                        <a:pt x="1877" y="0"/>
                        <a:pt x="10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7" name="Google Shape;6977;p69"/>
                <p:cNvSpPr/>
                <p:nvPr/>
              </p:nvSpPr>
              <p:spPr>
                <a:xfrm>
                  <a:off x="7315829" y="3883074"/>
                  <a:ext cx="19239" cy="30045"/>
                </a:xfrm>
                <a:custGeom>
                  <a:rect b="b" l="l" r="r" t="t"/>
                  <a:pathLst>
                    <a:path extrusionOk="0" h="1190" w="762">
                      <a:moveTo>
                        <a:pt x="235" y="0"/>
                      </a:moveTo>
                      <a:cubicBezTo>
                        <a:pt x="137" y="0"/>
                        <a:pt x="40" y="54"/>
                        <a:pt x="21" y="167"/>
                      </a:cubicBezTo>
                      <a:cubicBezTo>
                        <a:pt x="8" y="297"/>
                        <a:pt x="1" y="434"/>
                        <a:pt x="21" y="564"/>
                      </a:cubicBezTo>
                      <a:cubicBezTo>
                        <a:pt x="34" y="714"/>
                        <a:pt x="40" y="897"/>
                        <a:pt x="112" y="1034"/>
                      </a:cubicBezTo>
                      <a:cubicBezTo>
                        <a:pt x="170" y="1141"/>
                        <a:pt x="285" y="1190"/>
                        <a:pt x="400" y="1190"/>
                      </a:cubicBezTo>
                      <a:cubicBezTo>
                        <a:pt x="580" y="1190"/>
                        <a:pt x="761" y="1070"/>
                        <a:pt x="737" y="864"/>
                      </a:cubicBezTo>
                      <a:cubicBezTo>
                        <a:pt x="705" y="610"/>
                        <a:pt x="516" y="388"/>
                        <a:pt x="464" y="167"/>
                      </a:cubicBezTo>
                      <a:cubicBezTo>
                        <a:pt x="441" y="58"/>
                        <a:pt x="337" y="0"/>
                        <a:pt x="2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8" name="Google Shape;6978;p69"/>
                <p:cNvSpPr/>
                <p:nvPr/>
              </p:nvSpPr>
              <p:spPr>
                <a:xfrm>
                  <a:off x="7286719" y="3892920"/>
                  <a:ext cx="23379" cy="28479"/>
                </a:xfrm>
                <a:custGeom>
                  <a:rect b="b" l="l" r="r" t="t"/>
                  <a:pathLst>
                    <a:path extrusionOk="0" h="1128" w="926">
                      <a:moveTo>
                        <a:pt x="207" y="0"/>
                      </a:moveTo>
                      <a:cubicBezTo>
                        <a:pt x="133" y="0"/>
                        <a:pt x="63" y="49"/>
                        <a:pt x="39" y="129"/>
                      </a:cubicBezTo>
                      <a:cubicBezTo>
                        <a:pt x="7" y="220"/>
                        <a:pt x="0" y="318"/>
                        <a:pt x="20" y="415"/>
                      </a:cubicBezTo>
                      <a:cubicBezTo>
                        <a:pt x="39" y="481"/>
                        <a:pt x="53" y="552"/>
                        <a:pt x="72" y="617"/>
                      </a:cubicBezTo>
                      <a:cubicBezTo>
                        <a:pt x="85" y="676"/>
                        <a:pt x="98" y="728"/>
                        <a:pt x="118" y="780"/>
                      </a:cubicBezTo>
                      <a:cubicBezTo>
                        <a:pt x="115" y="745"/>
                        <a:pt x="113" y="726"/>
                        <a:pt x="113" y="726"/>
                      </a:cubicBezTo>
                      <a:lnTo>
                        <a:pt x="113" y="726"/>
                      </a:lnTo>
                      <a:cubicBezTo>
                        <a:pt x="113" y="726"/>
                        <a:pt x="117" y="761"/>
                        <a:pt x="124" y="833"/>
                      </a:cubicBezTo>
                      <a:lnTo>
                        <a:pt x="163" y="924"/>
                      </a:lnTo>
                      <a:lnTo>
                        <a:pt x="235" y="1015"/>
                      </a:lnTo>
                      <a:cubicBezTo>
                        <a:pt x="297" y="1093"/>
                        <a:pt x="394" y="1128"/>
                        <a:pt x="492" y="1128"/>
                      </a:cubicBezTo>
                      <a:cubicBezTo>
                        <a:pt x="599" y="1128"/>
                        <a:pt x="708" y="1086"/>
                        <a:pt x="776" y="1015"/>
                      </a:cubicBezTo>
                      <a:cubicBezTo>
                        <a:pt x="900" y="891"/>
                        <a:pt x="926" y="702"/>
                        <a:pt x="841" y="552"/>
                      </a:cubicBezTo>
                      <a:cubicBezTo>
                        <a:pt x="809" y="498"/>
                        <a:pt x="772" y="454"/>
                        <a:pt x="724" y="418"/>
                      </a:cubicBezTo>
                      <a:lnTo>
                        <a:pt x="724" y="418"/>
                      </a:lnTo>
                      <a:cubicBezTo>
                        <a:pt x="720" y="413"/>
                        <a:pt x="716" y="408"/>
                        <a:pt x="711" y="402"/>
                      </a:cubicBezTo>
                      <a:cubicBezTo>
                        <a:pt x="672" y="363"/>
                        <a:pt x="633" y="318"/>
                        <a:pt x="600" y="272"/>
                      </a:cubicBezTo>
                      <a:cubicBezTo>
                        <a:pt x="554" y="213"/>
                        <a:pt x="509" y="161"/>
                        <a:pt x="457" y="116"/>
                      </a:cubicBezTo>
                      <a:cubicBezTo>
                        <a:pt x="411" y="70"/>
                        <a:pt x="352" y="44"/>
                        <a:pt x="294" y="24"/>
                      </a:cubicBezTo>
                      <a:cubicBezTo>
                        <a:pt x="266" y="8"/>
                        <a:pt x="236" y="0"/>
                        <a:pt x="2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9" name="Google Shape;6979;p69"/>
                <p:cNvSpPr/>
                <p:nvPr/>
              </p:nvSpPr>
              <p:spPr>
                <a:xfrm>
                  <a:off x="7107512" y="4057585"/>
                  <a:ext cx="64381" cy="52843"/>
                </a:xfrm>
                <a:custGeom>
                  <a:rect b="b" l="l" r="r" t="t"/>
                  <a:pathLst>
                    <a:path extrusionOk="0" h="2093" w="2550">
                      <a:moveTo>
                        <a:pt x="1356" y="0"/>
                      </a:moveTo>
                      <a:cubicBezTo>
                        <a:pt x="1" y="0"/>
                        <a:pt x="1" y="2092"/>
                        <a:pt x="1356" y="2092"/>
                      </a:cubicBezTo>
                      <a:cubicBezTo>
                        <a:pt x="2549" y="2092"/>
                        <a:pt x="2549" y="0"/>
                        <a:pt x="13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0" name="Google Shape;6980;p69"/>
                <p:cNvSpPr/>
                <p:nvPr/>
              </p:nvSpPr>
              <p:spPr>
                <a:xfrm>
                  <a:off x="7116071" y="4284837"/>
                  <a:ext cx="47087" cy="36053"/>
                </a:xfrm>
                <a:custGeom>
                  <a:rect b="b" l="l" r="r" t="t"/>
                  <a:pathLst>
                    <a:path extrusionOk="0" h="1428" w="1865">
                      <a:moveTo>
                        <a:pt x="1017" y="0"/>
                      </a:moveTo>
                      <a:cubicBezTo>
                        <a:pt x="1" y="0"/>
                        <a:pt x="1" y="1427"/>
                        <a:pt x="1017" y="1427"/>
                      </a:cubicBezTo>
                      <a:cubicBezTo>
                        <a:pt x="1865" y="1427"/>
                        <a:pt x="1865" y="0"/>
                        <a:pt x="10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1" name="Google Shape;6981;p69"/>
                <p:cNvSpPr/>
                <p:nvPr/>
              </p:nvSpPr>
              <p:spPr>
                <a:xfrm>
                  <a:off x="7161819" y="4293598"/>
                  <a:ext cx="52767" cy="24010"/>
                </a:xfrm>
                <a:custGeom>
                  <a:rect b="b" l="l" r="r" t="t"/>
                  <a:pathLst>
                    <a:path extrusionOk="0" h="951" w="2090">
                      <a:moveTo>
                        <a:pt x="586" y="1"/>
                      </a:moveTo>
                      <a:cubicBezTo>
                        <a:pt x="486" y="1"/>
                        <a:pt x="381" y="24"/>
                        <a:pt x="268" y="83"/>
                      </a:cubicBezTo>
                      <a:cubicBezTo>
                        <a:pt x="20" y="214"/>
                        <a:pt x="1" y="559"/>
                        <a:pt x="183" y="748"/>
                      </a:cubicBezTo>
                      <a:cubicBezTo>
                        <a:pt x="343" y="916"/>
                        <a:pt x="517" y="950"/>
                        <a:pt x="710" y="950"/>
                      </a:cubicBezTo>
                      <a:cubicBezTo>
                        <a:pt x="809" y="950"/>
                        <a:pt x="914" y="941"/>
                        <a:pt x="1024" y="937"/>
                      </a:cubicBezTo>
                      <a:cubicBezTo>
                        <a:pt x="1161" y="930"/>
                        <a:pt x="1291" y="930"/>
                        <a:pt x="1441" y="930"/>
                      </a:cubicBezTo>
                      <a:cubicBezTo>
                        <a:pt x="1561" y="930"/>
                        <a:pt x="1685" y="897"/>
                        <a:pt x="1807" y="897"/>
                      </a:cubicBezTo>
                      <a:cubicBezTo>
                        <a:pt x="1837" y="897"/>
                        <a:pt x="1867" y="899"/>
                        <a:pt x="1897" y="904"/>
                      </a:cubicBezTo>
                      <a:cubicBezTo>
                        <a:pt x="1907" y="907"/>
                        <a:pt x="1917" y="908"/>
                        <a:pt x="1927" y="908"/>
                      </a:cubicBezTo>
                      <a:cubicBezTo>
                        <a:pt x="2033" y="908"/>
                        <a:pt x="2089" y="755"/>
                        <a:pt x="1982" y="689"/>
                      </a:cubicBezTo>
                      <a:cubicBezTo>
                        <a:pt x="1845" y="598"/>
                        <a:pt x="1741" y="468"/>
                        <a:pt x="1591" y="383"/>
                      </a:cubicBezTo>
                      <a:cubicBezTo>
                        <a:pt x="1467" y="324"/>
                        <a:pt x="1343" y="259"/>
                        <a:pt x="1219" y="207"/>
                      </a:cubicBezTo>
                      <a:cubicBezTo>
                        <a:pt x="994" y="105"/>
                        <a:pt x="799" y="1"/>
                        <a:pt x="5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2" name="Google Shape;6982;p69"/>
                <p:cNvSpPr/>
                <p:nvPr/>
              </p:nvSpPr>
              <p:spPr>
                <a:xfrm>
                  <a:off x="6988394" y="3906857"/>
                  <a:ext cx="38856" cy="118007"/>
                </a:xfrm>
                <a:custGeom>
                  <a:rect b="b" l="l" r="r" t="t"/>
                  <a:pathLst>
                    <a:path extrusionOk="0" h="4674" w="1539">
                      <a:moveTo>
                        <a:pt x="528" y="0"/>
                      </a:moveTo>
                      <a:lnTo>
                        <a:pt x="0" y="4556"/>
                      </a:lnTo>
                      <a:lnTo>
                        <a:pt x="1017" y="4673"/>
                      </a:lnTo>
                      <a:lnTo>
                        <a:pt x="1538" y="111"/>
                      </a:lnTo>
                      <a:lnTo>
                        <a:pt x="52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3" name="Google Shape;6983;p69"/>
                <p:cNvSpPr/>
                <p:nvPr/>
              </p:nvSpPr>
              <p:spPr>
                <a:xfrm>
                  <a:off x="6979482" y="3882695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8" y="1"/>
                      </a:moveTo>
                      <a:cubicBezTo>
                        <a:pt x="363" y="1"/>
                        <a:pt x="0" y="700"/>
                        <a:pt x="392" y="1192"/>
                      </a:cubicBezTo>
                      <a:cubicBezTo>
                        <a:pt x="543" y="1382"/>
                        <a:pt x="752" y="1468"/>
                        <a:pt x="958" y="1468"/>
                      </a:cubicBezTo>
                      <a:cubicBezTo>
                        <a:pt x="1305" y="1468"/>
                        <a:pt x="1644" y="1225"/>
                        <a:pt x="1689" y="820"/>
                      </a:cubicBezTo>
                      <a:cubicBezTo>
                        <a:pt x="1741" y="416"/>
                        <a:pt x="1448" y="51"/>
                        <a:pt x="1044" y="6"/>
                      </a:cubicBezTo>
                      <a:cubicBezTo>
                        <a:pt x="1015" y="2"/>
                        <a:pt x="986" y="1"/>
                        <a:pt x="95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4" name="Google Shape;6984;p69"/>
                <p:cNvSpPr/>
                <p:nvPr/>
              </p:nvSpPr>
              <p:spPr>
                <a:xfrm>
                  <a:off x="7005133" y="3885674"/>
                  <a:ext cx="43830" cy="37013"/>
                </a:xfrm>
                <a:custGeom>
                  <a:rect b="b" l="l" r="r" t="t"/>
                  <a:pathLst>
                    <a:path extrusionOk="0" h="1466" w="1736">
                      <a:moveTo>
                        <a:pt x="958" y="0"/>
                      </a:moveTo>
                      <a:cubicBezTo>
                        <a:pt x="357" y="0"/>
                        <a:pt x="1" y="699"/>
                        <a:pt x="386" y="1185"/>
                      </a:cubicBezTo>
                      <a:cubicBezTo>
                        <a:pt x="538" y="1378"/>
                        <a:pt x="748" y="1466"/>
                        <a:pt x="956" y="1466"/>
                      </a:cubicBezTo>
                      <a:cubicBezTo>
                        <a:pt x="1302" y="1466"/>
                        <a:pt x="1641" y="1223"/>
                        <a:pt x="1690" y="820"/>
                      </a:cubicBezTo>
                      <a:cubicBezTo>
                        <a:pt x="1735" y="416"/>
                        <a:pt x="1449" y="44"/>
                        <a:pt x="1045" y="5"/>
                      </a:cubicBezTo>
                      <a:cubicBezTo>
                        <a:pt x="1015" y="2"/>
                        <a:pt x="986" y="0"/>
                        <a:pt x="9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5" name="Google Shape;6985;p69"/>
                <p:cNvSpPr/>
                <p:nvPr/>
              </p:nvSpPr>
              <p:spPr>
                <a:xfrm>
                  <a:off x="6965772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960" y="1"/>
                      </a:moveTo>
                      <a:cubicBezTo>
                        <a:pt x="362" y="1"/>
                        <a:pt x="0" y="704"/>
                        <a:pt x="388" y="1191"/>
                      </a:cubicBezTo>
                      <a:cubicBezTo>
                        <a:pt x="541" y="1381"/>
                        <a:pt x="750" y="1467"/>
                        <a:pt x="957" y="1467"/>
                      </a:cubicBezTo>
                      <a:cubicBezTo>
                        <a:pt x="1304" y="1467"/>
                        <a:pt x="1642" y="1224"/>
                        <a:pt x="1691" y="820"/>
                      </a:cubicBezTo>
                      <a:cubicBezTo>
                        <a:pt x="1737" y="416"/>
                        <a:pt x="1443" y="51"/>
                        <a:pt x="1039" y="5"/>
                      </a:cubicBezTo>
                      <a:cubicBezTo>
                        <a:pt x="1013" y="2"/>
                        <a:pt x="986" y="1"/>
                        <a:pt x="9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6" name="Google Shape;6986;p69"/>
                <p:cNvSpPr/>
                <p:nvPr/>
              </p:nvSpPr>
              <p:spPr>
                <a:xfrm>
                  <a:off x="6991323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9" y="0"/>
                      </a:moveTo>
                      <a:cubicBezTo>
                        <a:pt x="363" y="0"/>
                        <a:pt x="0" y="706"/>
                        <a:pt x="392" y="1191"/>
                      </a:cubicBezTo>
                      <a:cubicBezTo>
                        <a:pt x="543" y="1381"/>
                        <a:pt x="752" y="1467"/>
                        <a:pt x="959" y="1467"/>
                      </a:cubicBezTo>
                      <a:cubicBezTo>
                        <a:pt x="1305" y="1467"/>
                        <a:pt x="1644" y="1224"/>
                        <a:pt x="1689" y="820"/>
                      </a:cubicBezTo>
                      <a:cubicBezTo>
                        <a:pt x="1742" y="416"/>
                        <a:pt x="1448" y="51"/>
                        <a:pt x="1044" y="5"/>
                      </a:cubicBezTo>
                      <a:cubicBezTo>
                        <a:pt x="1015" y="2"/>
                        <a:pt x="987" y="0"/>
                        <a:pt x="9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7" name="Google Shape;6987;p69"/>
                <p:cNvSpPr/>
                <p:nvPr/>
              </p:nvSpPr>
              <p:spPr>
                <a:xfrm>
                  <a:off x="6990187" y="4156151"/>
                  <a:ext cx="21915" cy="99728"/>
                </a:xfrm>
                <a:custGeom>
                  <a:rect b="b" l="l" r="r" t="t"/>
                  <a:pathLst>
                    <a:path extrusionOk="0" h="3950" w="868">
                      <a:moveTo>
                        <a:pt x="783" y="0"/>
                      </a:moveTo>
                      <a:lnTo>
                        <a:pt x="1" y="20"/>
                      </a:lnTo>
                      <a:lnTo>
                        <a:pt x="79" y="3950"/>
                      </a:lnTo>
                      <a:lnTo>
                        <a:pt x="868" y="3937"/>
                      </a:lnTo>
                      <a:lnTo>
                        <a:pt x="78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8" name="Google Shape;6988;p69"/>
                <p:cNvSpPr/>
                <p:nvPr/>
              </p:nvSpPr>
              <p:spPr>
                <a:xfrm>
                  <a:off x="6969130" y="4137543"/>
                  <a:ext cx="36281" cy="30953"/>
                </a:xfrm>
                <a:custGeom>
                  <a:rect b="b" l="l" r="r" t="t"/>
                  <a:pathLst>
                    <a:path extrusionOk="0" h="1226" w="1437">
                      <a:moveTo>
                        <a:pt x="821" y="1"/>
                      </a:moveTo>
                      <a:cubicBezTo>
                        <a:pt x="817" y="1"/>
                        <a:pt x="813" y="1"/>
                        <a:pt x="809" y="1"/>
                      </a:cubicBezTo>
                      <a:cubicBezTo>
                        <a:pt x="261" y="14"/>
                        <a:pt x="0" y="679"/>
                        <a:pt x="398" y="1057"/>
                      </a:cubicBezTo>
                      <a:cubicBezTo>
                        <a:pt x="521" y="1173"/>
                        <a:pt x="669" y="1226"/>
                        <a:pt x="815" y="1226"/>
                      </a:cubicBezTo>
                      <a:cubicBezTo>
                        <a:pt x="1133" y="1226"/>
                        <a:pt x="1437" y="976"/>
                        <a:pt x="1428" y="600"/>
                      </a:cubicBezTo>
                      <a:cubicBezTo>
                        <a:pt x="1421" y="266"/>
                        <a:pt x="1148" y="1"/>
                        <a:pt x="82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9" name="Google Shape;6989;p69"/>
                <p:cNvSpPr/>
                <p:nvPr/>
              </p:nvSpPr>
              <p:spPr>
                <a:xfrm>
                  <a:off x="6990515" y="4137215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826" y="0"/>
                      </a:moveTo>
                      <a:cubicBezTo>
                        <a:pt x="818" y="0"/>
                        <a:pt x="810" y="1"/>
                        <a:pt x="802" y="1"/>
                      </a:cubicBezTo>
                      <a:cubicBezTo>
                        <a:pt x="261" y="7"/>
                        <a:pt x="1" y="672"/>
                        <a:pt x="392" y="1050"/>
                      </a:cubicBezTo>
                      <a:cubicBezTo>
                        <a:pt x="517" y="1169"/>
                        <a:pt x="667" y="1222"/>
                        <a:pt x="814" y="1222"/>
                      </a:cubicBezTo>
                      <a:cubicBezTo>
                        <a:pt x="1133" y="1222"/>
                        <a:pt x="1437" y="969"/>
                        <a:pt x="1428" y="594"/>
                      </a:cubicBezTo>
                      <a:cubicBezTo>
                        <a:pt x="1422" y="269"/>
                        <a:pt x="1154" y="0"/>
                        <a:pt x="82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0" name="Google Shape;6990;p69"/>
                <p:cNvSpPr/>
                <p:nvPr/>
              </p:nvSpPr>
              <p:spPr>
                <a:xfrm>
                  <a:off x="6971276" y="4237271"/>
                  <a:ext cx="36154" cy="30852"/>
                </a:xfrm>
                <a:custGeom>
                  <a:rect b="b" l="l" r="r" t="t"/>
                  <a:pathLst>
                    <a:path extrusionOk="0" h="1222" w="1432">
                      <a:moveTo>
                        <a:pt x="825" y="0"/>
                      </a:moveTo>
                      <a:cubicBezTo>
                        <a:pt x="817" y="0"/>
                        <a:pt x="810" y="0"/>
                        <a:pt x="802" y="0"/>
                      </a:cubicBezTo>
                      <a:cubicBezTo>
                        <a:pt x="261" y="7"/>
                        <a:pt x="0" y="672"/>
                        <a:pt x="391" y="1050"/>
                      </a:cubicBezTo>
                      <a:cubicBezTo>
                        <a:pt x="514" y="1169"/>
                        <a:pt x="663" y="1222"/>
                        <a:pt x="809" y="1222"/>
                      </a:cubicBezTo>
                      <a:cubicBezTo>
                        <a:pt x="1127" y="1222"/>
                        <a:pt x="1432" y="969"/>
                        <a:pt x="1428" y="594"/>
                      </a:cubicBezTo>
                      <a:cubicBezTo>
                        <a:pt x="1421" y="269"/>
                        <a:pt x="1153" y="0"/>
                        <a:pt x="8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1" name="Google Shape;6991;p69"/>
                <p:cNvSpPr/>
                <p:nvPr/>
              </p:nvSpPr>
              <p:spPr>
                <a:xfrm>
                  <a:off x="6992661" y="4236766"/>
                  <a:ext cx="36180" cy="30878"/>
                </a:xfrm>
                <a:custGeom>
                  <a:rect b="b" l="l" r="r" t="t"/>
                  <a:pathLst>
                    <a:path extrusionOk="0" h="1223" w="1433">
                      <a:moveTo>
                        <a:pt x="814" y="1"/>
                      </a:moveTo>
                      <a:cubicBezTo>
                        <a:pt x="810" y="1"/>
                        <a:pt x="806" y="1"/>
                        <a:pt x="802" y="1"/>
                      </a:cubicBezTo>
                      <a:cubicBezTo>
                        <a:pt x="255" y="14"/>
                        <a:pt x="0" y="672"/>
                        <a:pt x="392" y="1050"/>
                      </a:cubicBezTo>
                      <a:cubicBezTo>
                        <a:pt x="515" y="1169"/>
                        <a:pt x="664" y="1222"/>
                        <a:pt x="810" y="1222"/>
                      </a:cubicBezTo>
                      <a:cubicBezTo>
                        <a:pt x="1128" y="1222"/>
                        <a:pt x="1432" y="971"/>
                        <a:pt x="1428" y="601"/>
                      </a:cubicBezTo>
                      <a:cubicBezTo>
                        <a:pt x="1415" y="266"/>
                        <a:pt x="1148" y="1"/>
                        <a:pt x="8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2" name="Google Shape;6992;p69"/>
                <p:cNvSpPr/>
                <p:nvPr/>
              </p:nvSpPr>
              <p:spPr>
                <a:xfrm>
                  <a:off x="6845544" y="3711694"/>
                  <a:ext cx="54181" cy="108791"/>
                </a:xfrm>
                <a:custGeom>
                  <a:rect b="b" l="l" r="r" t="t"/>
                  <a:pathLst>
                    <a:path extrusionOk="0" h="4309" w="2146">
                      <a:moveTo>
                        <a:pt x="1246" y="0"/>
                      </a:moveTo>
                      <a:lnTo>
                        <a:pt x="1" y="4028"/>
                      </a:lnTo>
                      <a:lnTo>
                        <a:pt x="894" y="4309"/>
                      </a:lnTo>
                      <a:lnTo>
                        <a:pt x="2145" y="274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3" name="Google Shape;6993;p69"/>
                <p:cNvSpPr/>
                <p:nvPr/>
              </p:nvSpPr>
              <p:spPr>
                <a:xfrm>
                  <a:off x="685874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844" y="0"/>
                      </a:moveTo>
                      <a:cubicBezTo>
                        <a:pt x="359" y="0"/>
                        <a:pt x="0" y="526"/>
                        <a:pt x="247" y="996"/>
                      </a:cubicBezTo>
                      <a:cubicBezTo>
                        <a:pt x="375" y="1237"/>
                        <a:pt x="609" y="1353"/>
                        <a:pt x="843" y="1353"/>
                      </a:cubicBezTo>
                      <a:cubicBezTo>
                        <a:pt x="1120" y="1353"/>
                        <a:pt x="1396" y="1190"/>
                        <a:pt x="1492" y="879"/>
                      </a:cubicBezTo>
                      <a:cubicBezTo>
                        <a:pt x="1602" y="520"/>
                        <a:pt x="1407" y="142"/>
                        <a:pt x="1048" y="31"/>
                      </a:cubicBezTo>
                      <a:cubicBezTo>
                        <a:pt x="979" y="10"/>
                        <a:pt x="910" y="0"/>
                        <a:pt x="8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4" name="Google Shape;6994;p69"/>
                <p:cNvSpPr/>
                <p:nvPr/>
              </p:nvSpPr>
              <p:spPr>
                <a:xfrm>
                  <a:off x="6881345" y="3697202"/>
                  <a:ext cx="40573" cy="34185"/>
                </a:xfrm>
                <a:custGeom>
                  <a:rect b="b" l="l" r="r" t="t"/>
                  <a:pathLst>
                    <a:path extrusionOk="0" h="1354" w="1607">
                      <a:moveTo>
                        <a:pt x="837" y="0"/>
                      </a:moveTo>
                      <a:cubicBezTo>
                        <a:pt x="359" y="0"/>
                        <a:pt x="0" y="524"/>
                        <a:pt x="251" y="992"/>
                      </a:cubicBezTo>
                      <a:cubicBezTo>
                        <a:pt x="380" y="1236"/>
                        <a:pt x="613" y="1354"/>
                        <a:pt x="846" y="1354"/>
                      </a:cubicBezTo>
                      <a:cubicBezTo>
                        <a:pt x="1122" y="1354"/>
                        <a:pt x="1397" y="1189"/>
                        <a:pt x="1496" y="874"/>
                      </a:cubicBezTo>
                      <a:cubicBezTo>
                        <a:pt x="1607" y="522"/>
                        <a:pt x="1405" y="138"/>
                        <a:pt x="1046" y="34"/>
                      </a:cubicBezTo>
                      <a:cubicBezTo>
                        <a:pt x="975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5" name="Google Shape;6995;p69"/>
                <p:cNvSpPr/>
                <p:nvPr/>
              </p:nvSpPr>
              <p:spPr>
                <a:xfrm>
                  <a:off x="6826154" y="3795642"/>
                  <a:ext cx="40472" cy="34311"/>
                </a:xfrm>
                <a:custGeom>
                  <a:rect b="b" l="l" r="r" t="t"/>
                  <a:pathLst>
                    <a:path extrusionOk="0" h="1359" w="1603">
                      <a:moveTo>
                        <a:pt x="844" y="1"/>
                      </a:moveTo>
                      <a:cubicBezTo>
                        <a:pt x="359" y="1"/>
                        <a:pt x="1" y="527"/>
                        <a:pt x="247" y="997"/>
                      </a:cubicBezTo>
                      <a:cubicBezTo>
                        <a:pt x="376" y="1241"/>
                        <a:pt x="610" y="1359"/>
                        <a:pt x="844" y="1359"/>
                      </a:cubicBezTo>
                      <a:cubicBezTo>
                        <a:pt x="1121" y="1359"/>
                        <a:pt x="1397" y="1194"/>
                        <a:pt x="1492" y="879"/>
                      </a:cubicBezTo>
                      <a:cubicBezTo>
                        <a:pt x="1603" y="521"/>
                        <a:pt x="1401" y="143"/>
                        <a:pt x="1049" y="32"/>
                      </a:cubicBezTo>
                      <a:cubicBezTo>
                        <a:pt x="979" y="11"/>
                        <a:pt x="910" y="1"/>
                        <a:pt x="84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6" name="Google Shape;6996;p69"/>
                <p:cNvSpPr/>
                <p:nvPr/>
              </p:nvSpPr>
              <p:spPr>
                <a:xfrm>
                  <a:off x="6848725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837" y="0"/>
                      </a:moveTo>
                      <a:cubicBezTo>
                        <a:pt x="355" y="0"/>
                        <a:pt x="1" y="523"/>
                        <a:pt x="246" y="991"/>
                      </a:cubicBezTo>
                      <a:cubicBezTo>
                        <a:pt x="375" y="1237"/>
                        <a:pt x="611" y="1354"/>
                        <a:pt x="845" y="1354"/>
                      </a:cubicBezTo>
                      <a:cubicBezTo>
                        <a:pt x="1121" y="1354"/>
                        <a:pt x="1396" y="1191"/>
                        <a:pt x="1491" y="881"/>
                      </a:cubicBezTo>
                      <a:cubicBezTo>
                        <a:pt x="1602" y="522"/>
                        <a:pt x="1406" y="144"/>
                        <a:pt x="1048" y="33"/>
                      </a:cubicBezTo>
                      <a:cubicBezTo>
                        <a:pt x="976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7" name="Google Shape;6997;p69"/>
                <p:cNvSpPr/>
                <p:nvPr/>
              </p:nvSpPr>
              <p:spPr>
                <a:xfrm>
                  <a:off x="6889803" y="3542207"/>
                  <a:ext cx="55317" cy="114220"/>
                </a:xfrm>
                <a:custGeom>
                  <a:rect b="b" l="l" r="r" t="t"/>
                  <a:pathLst>
                    <a:path extrusionOk="0" h="4524" w="2191">
                      <a:moveTo>
                        <a:pt x="1246" y="0"/>
                      </a:moveTo>
                      <a:lnTo>
                        <a:pt x="1" y="4243"/>
                      </a:lnTo>
                      <a:lnTo>
                        <a:pt x="940" y="4524"/>
                      </a:lnTo>
                      <a:lnTo>
                        <a:pt x="2191" y="281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8" name="Google Shape;6998;p69"/>
                <p:cNvSpPr/>
                <p:nvPr/>
              </p:nvSpPr>
              <p:spPr>
                <a:xfrm>
                  <a:off x="6901593" y="3519358"/>
                  <a:ext cx="42542" cy="35952"/>
                </a:xfrm>
                <a:custGeom>
                  <a:rect b="b" l="l" r="r" t="t"/>
                  <a:pathLst>
                    <a:path extrusionOk="0" h="1424" w="1685">
                      <a:moveTo>
                        <a:pt x="882" y="1"/>
                      </a:moveTo>
                      <a:cubicBezTo>
                        <a:pt x="374" y="1"/>
                        <a:pt x="0" y="561"/>
                        <a:pt x="270" y="1055"/>
                      </a:cubicBezTo>
                      <a:cubicBezTo>
                        <a:pt x="408" y="1304"/>
                        <a:pt x="650" y="1423"/>
                        <a:pt x="891" y="1423"/>
                      </a:cubicBezTo>
                      <a:cubicBezTo>
                        <a:pt x="1185" y="1423"/>
                        <a:pt x="1477" y="1246"/>
                        <a:pt x="1574" y="912"/>
                      </a:cubicBezTo>
                      <a:cubicBezTo>
                        <a:pt x="1685" y="534"/>
                        <a:pt x="1470" y="143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9" name="Google Shape;6999;p69"/>
                <p:cNvSpPr/>
                <p:nvPr/>
              </p:nvSpPr>
              <p:spPr>
                <a:xfrm>
                  <a:off x="6925452" y="3526428"/>
                  <a:ext cx="42542" cy="35851"/>
                </a:xfrm>
                <a:custGeom>
                  <a:rect b="b" l="l" r="r" t="t"/>
                  <a:pathLst>
                    <a:path extrusionOk="0" h="1420" w="1685">
                      <a:moveTo>
                        <a:pt x="882" y="1"/>
                      </a:moveTo>
                      <a:cubicBezTo>
                        <a:pt x="374" y="1"/>
                        <a:pt x="0" y="560"/>
                        <a:pt x="271" y="1049"/>
                      </a:cubicBezTo>
                      <a:cubicBezTo>
                        <a:pt x="406" y="1300"/>
                        <a:pt x="650" y="1420"/>
                        <a:pt x="892" y="1420"/>
                      </a:cubicBezTo>
                      <a:cubicBezTo>
                        <a:pt x="1186" y="1420"/>
                        <a:pt x="1478" y="1244"/>
                        <a:pt x="1574" y="912"/>
                      </a:cubicBezTo>
                      <a:cubicBezTo>
                        <a:pt x="1685" y="534"/>
                        <a:pt x="1470" y="137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0" name="Google Shape;7000;p69"/>
                <p:cNvSpPr/>
                <p:nvPr/>
              </p:nvSpPr>
              <p:spPr>
                <a:xfrm>
                  <a:off x="6868974" y="3630473"/>
                  <a:ext cx="42416" cy="35902"/>
                </a:xfrm>
                <a:custGeom>
                  <a:rect b="b" l="l" r="r" t="t"/>
                  <a:pathLst>
                    <a:path extrusionOk="0" h="1422" w="1680">
                      <a:moveTo>
                        <a:pt x="890" y="1"/>
                      </a:moveTo>
                      <a:cubicBezTo>
                        <a:pt x="379" y="1"/>
                        <a:pt x="1" y="563"/>
                        <a:pt x="272" y="1054"/>
                      </a:cubicBezTo>
                      <a:cubicBezTo>
                        <a:pt x="407" y="1303"/>
                        <a:pt x="647" y="1421"/>
                        <a:pt x="887" y="1421"/>
                      </a:cubicBezTo>
                      <a:cubicBezTo>
                        <a:pt x="1181" y="1421"/>
                        <a:pt x="1475" y="1244"/>
                        <a:pt x="1576" y="910"/>
                      </a:cubicBezTo>
                      <a:cubicBezTo>
                        <a:pt x="1680" y="539"/>
                        <a:pt x="1465" y="141"/>
                        <a:pt x="1093" y="30"/>
                      </a:cubicBezTo>
                      <a:cubicBezTo>
                        <a:pt x="1024" y="10"/>
                        <a:pt x="956" y="1"/>
                        <a:pt x="89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1" name="Google Shape;7001;p69"/>
                <p:cNvSpPr/>
                <p:nvPr/>
              </p:nvSpPr>
              <p:spPr>
                <a:xfrm>
                  <a:off x="6892858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81" y="0"/>
                      </a:moveTo>
                      <a:cubicBezTo>
                        <a:pt x="369" y="0"/>
                        <a:pt x="0" y="560"/>
                        <a:pt x="265" y="1048"/>
                      </a:cubicBezTo>
                      <a:cubicBezTo>
                        <a:pt x="403" y="1299"/>
                        <a:pt x="647" y="1419"/>
                        <a:pt x="889" y="1419"/>
                      </a:cubicBezTo>
                      <a:cubicBezTo>
                        <a:pt x="1182" y="1419"/>
                        <a:pt x="1472" y="1243"/>
                        <a:pt x="1568" y="912"/>
                      </a:cubicBezTo>
                      <a:cubicBezTo>
                        <a:pt x="1679" y="534"/>
                        <a:pt x="1464" y="142"/>
                        <a:pt x="1092" y="32"/>
                      </a:cubicBezTo>
                      <a:cubicBezTo>
                        <a:pt x="1020" y="10"/>
                        <a:pt x="949" y="0"/>
                        <a:pt x="8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2" name="Google Shape;7002;p69"/>
                <p:cNvSpPr/>
                <p:nvPr/>
              </p:nvSpPr>
              <p:spPr>
                <a:xfrm>
                  <a:off x="6819892" y="3842021"/>
                  <a:ext cx="47238" cy="37543"/>
                </a:xfrm>
                <a:custGeom>
                  <a:rect b="b" l="l" r="r" t="t"/>
                  <a:pathLst>
                    <a:path extrusionOk="0" h="1487" w="1871">
                      <a:moveTo>
                        <a:pt x="854" y="0"/>
                      </a:moveTo>
                      <a:cubicBezTo>
                        <a:pt x="0" y="0"/>
                        <a:pt x="0" y="1486"/>
                        <a:pt x="854" y="1486"/>
                      </a:cubicBezTo>
                      <a:cubicBezTo>
                        <a:pt x="1871" y="1486"/>
                        <a:pt x="1871" y="0"/>
                        <a:pt x="8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3" name="Google Shape;7003;p69"/>
                <p:cNvSpPr/>
                <p:nvPr/>
              </p:nvSpPr>
              <p:spPr>
                <a:xfrm>
                  <a:off x="6810728" y="3883074"/>
                  <a:ext cx="19062" cy="30045"/>
                </a:xfrm>
                <a:custGeom>
                  <a:rect b="b" l="l" r="r" t="t"/>
                  <a:pathLst>
                    <a:path extrusionOk="0" h="1190" w="755">
                      <a:moveTo>
                        <a:pt x="525" y="0"/>
                      </a:moveTo>
                      <a:cubicBezTo>
                        <a:pt x="423" y="0"/>
                        <a:pt x="318" y="58"/>
                        <a:pt x="291" y="167"/>
                      </a:cubicBezTo>
                      <a:cubicBezTo>
                        <a:pt x="246" y="388"/>
                        <a:pt x="57" y="610"/>
                        <a:pt x="24" y="864"/>
                      </a:cubicBezTo>
                      <a:cubicBezTo>
                        <a:pt x="0" y="1070"/>
                        <a:pt x="179" y="1190"/>
                        <a:pt x="357" y="1190"/>
                      </a:cubicBezTo>
                      <a:cubicBezTo>
                        <a:pt x="471" y="1190"/>
                        <a:pt x="585" y="1141"/>
                        <a:pt x="643" y="1034"/>
                      </a:cubicBezTo>
                      <a:cubicBezTo>
                        <a:pt x="721" y="897"/>
                        <a:pt x="728" y="714"/>
                        <a:pt x="741" y="564"/>
                      </a:cubicBezTo>
                      <a:cubicBezTo>
                        <a:pt x="754" y="434"/>
                        <a:pt x="754" y="297"/>
                        <a:pt x="735" y="167"/>
                      </a:cubicBezTo>
                      <a:cubicBezTo>
                        <a:pt x="718" y="54"/>
                        <a:pt x="623" y="0"/>
                        <a:pt x="5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4" name="Google Shape;7004;p69"/>
                <p:cNvSpPr/>
                <p:nvPr/>
              </p:nvSpPr>
              <p:spPr>
                <a:xfrm>
                  <a:off x="6835672" y="3892920"/>
                  <a:ext cx="23404" cy="28479"/>
                </a:xfrm>
                <a:custGeom>
                  <a:rect b="b" l="l" r="r" t="t"/>
                  <a:pathLst>
                    <a:path extrusionOk="0" h="1128" w="927">
                      <a:moveTo>
                        <a:pt x="714" y="0"/>
                      </a:moveTo>
                      <a:cubicBezTo>
                        <a:pt x="684" y="0"/>
                        <a:pt x="654" y="8"/>
                        <a:pt x="626" y="24"/>
                      </a:cubicBezTo>
                      <a:cubicBezTo>
                        <a:pt x="568" y="44"/>
                        <a:pt x="509" y="70"/>
                        <a:pt x="463" y="116"/>
                      </a:cubicBezTo>
                      <a:cubicBezTo>
                        <a:pt x="411" y="161"/>
                        <a:pt x="366" y="213"/>
                        <a:pt x="327" y="272"/>
                      </a:cubicBezTo>
                      <a:cubicBezTo>
                        <a:pt x="287" y="318"/>
                        <a:pt x="248" y="363"/>
                        <a:pt x="209" y="402"/>
                      </a:cubicBezTo>
                      <a:cubicBezTo>
                        <a:pt x="199" y="414"/>
                        <a:pt x="193" y="422"/>
                        <a:pt x="190" y="427"/>
                      </a:cubicBezTo>
                      <a:lnTo>
                        <a:pt x="190" y="427"/>
                      </a:lnTo>
                      <a:cubicBezTo>
                        <a:pt x="146" y="461"/>
                        <a:pt x="110" y="503"/>
                        <a:pt x="85" y="552"/>
                      </a:cubicBezTo>
                      <a:cubicBezTo>
                        <a:pt x="1" y="702"/>
                        <a:pt x="27" y="891"/>
                        <a:pt x="144" y="1015"/>
                      </a:cubicBezTo>
                      <a:cubicBezTo>
                        <a:pt x="215" y="1086"/>
                        <a:pt x="324" y="1128"/>
                        <a:pt x="430" y="1128"/>
                      </a:cubicBezTo>
                      <a:cubicBezTo>
                        <a:pt x="528" y="1128"/>
                        <a:pt x="623" y="1093"/>
                        <a:pt x="685" y="1015"/>
                      </a:cubicBezTo>
                      <a:cubicBezTo>
                        <a:pt x="711" y="982"/>
                        <a:pt x="737" y="956"/>
                        <a:pt x="757" y="924"/>
                      </a:cubicBezTo>
                      <a:lnTo>
                        <a:pt x="796" y="833"/>
                      </a:lnTo>
                      <a:cubicBezTo>
                        <a:pt x="803" y="761"/>
                        <a:pt x="809" y="726"/>
                        <a:pt x="811" y="726"/>
                      </a:cubicBezTo>
                      <a:lnTo>
                        <a:pt x="811" y="726"/>
                      </a:lnTo>
                      <a:cubicBezTo>
                        <a:pt x="812" y="726"/>
                        <a:pt x="812" y="745"/>
                        <a:pt x="809" y="780"/>
                      </a:cubicBezTo>
                      <a:cubicBezTo>
                        <a:pt x="822" y="728"/>
                        <a:pt x="835" y="676"/>
                        <a:pt x="855" y="617"/>
                      </a:cubicBezTo>
                      <a:cubicBezTo>
                        <a:pt x="868" y="552"/>
                        <a:pt x="887" y="481"/>
                        <a:pt x="907" y="415"/>
                      </a:cubicBezTo>
                      <a:cubicBezTo>
                        <a:pt x="926" y="318"/>
                        <a:pt x="913" y="220"/>
                        <a:pt x="887" y="129"/>
                      </a:cubicBezTo>
                      <a:cubicBezTo>
                        <a:pt x="864" y="49"/>
                        <a:pt x="790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5" name="Google Shape;7005;p69"/>
                <p:cNvSpPr/>
                <p:nvPr/>
              </p:nvSpPr>
              <p:spPr>
                <a:xfrm>
                  <a:off x="6974407" y="4057585"/>
                  <a:ext cx="64356" cy="52843"/>
                </a:xfrm>
                <a:custGeom>
                  <a:rect b="b" l="l" r="r" t="t"/>
                  <a:pathLst>
                    <a:path extrusionOk="0" h="2093" w="2549">
                      <a:moveTo>
                        <a:pt x="1193" y="0"/>
                      </a:moveTo>
                      <a:cubicBezTo>
                        <a:pt x="0" y="0"/>
                        <a:pt x="0" y="2092"/>
                        <a:pt x="1193" y="2092"/>
                      </a:cubicBezTo>
                      <a:cubicBezTo>
                        <a:pt x="2548" y="2092"/>
                        <a:pt x="254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6" name="Google Shape;7006;p69"/>
                <p:cNvSpPr/>
                <p:nvPr/>
              </p:nvSpPr>
              <p:spPr>
                <a:xfrm>
                  <a:off x="6982941" y="4284837"/>
                  <a:ext cx="47263" cy="36053"/>
                </a:xfrm>
                <a:custGeom>
                  <a:rect b="b" l="l" r="r" t="t"/>
                  <a:pathLst>
                    <a:path extrusionOk="0" h="1428" w="1872">
                      <a:moveTo>
                        <a:pt x="855" y="0"/>
                      </a:moveTo>
                      <a:cubicBezTo>
                        <a:pt x="1" y="0"/>
                        <a:pt x="1" y="1427"/>
                        <a:pt x="855" y="1427"/>
                      </a:cubicBezTo>
                      <a:cubicBezTo>
                        <a:pt x="1871" y="1427"/>
                        <a:pt x="1871" y="0"/>
                        <a:pt x="8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7" name="Google Shape;7007;p69"/>
                <p:cNvSpPr/>
                <p:nvPr/>
              </p:nvSpPr>
              <p:spPr>
                <a:xfrm>
                  <a:off x="6931310" y="4293598"/>
                  <a:ext cx="52490" cy="24010"/>
                </a:xfrm>
                <a:custGeom>
                  <a:rect b="b" l="l" r="r" t="t"/>
                  <a:pathLst>
                    <a:path extrusionOk="0" h="951" w="2079">
                      <a:moveTo>
                        <a:pt x="1497" y="1"/>
                      </a:moveTo>
                      <a:cubicBezTo>
                        <a:pt x="1283" y="1"/>
                        <a:pt x="1085" y="105"/>
                        <a:pt x="860" y="207"/>
                      </a:cubicBezTo>
                      <a:cubicBezTo>
                        <a:pt x="736" y="259"/>
                        <a:pt x="619" y="324"/>
                        <a:pt x="495" y="383"/>
                      </a:cubicBezTo>
                      <a:cubicBezTo>
                        <a:pt x="338" y="468"/>
                        <a:pt x="241" y="598"/>
                        <a:pt x="97" y="689"/>
                      </a:cubicBezTo>
                      <a:cubicBezTo>
                        <a:pt x="0" y="756"/>
                        <a:pt x="50" y="907"/>
                        <a:pt x="162" y="907"/>
                      </a:cubicBezTo>
                      <a:cubicBezTo>
                        <a:pt x="170" y="907"/>
                        <a:pt x="179" y="906"/>
                        <a:pt x="188" y="904"/>
                      </a:cubicBezTo>
                      <a:cubicBezTo>
                        <a:pt x="218" y="899"/>
                        <a:pt x="248" y="897"/>
                        <a:pt x="278" y="897"/>
                      </a:cubicBezTo>
                      <a:cubicBezTo>
                        <a:pt x="398" y="897"/>
                        <a:pt x="518" y="930"/>
                        <a:pt x="638" y="930"/>
                      </a:cubicBezTo>
                      <a:cubicBezTo>
                        <a:pt x="788" y="930"/>
                        <a:pt x="918" y="930"/>
                        <a:pt x="1062" y="937"/>
                      </a:cubicBezTo>
                      <a:cubicBezTo>
                        <a:pt x="1170" y="941"/>
                        <a:pt x="1273" y="950"/>
                        <a:pt x="1372" y="950"/>
                      </a:cubicBezTo>
                      <a:cubicBezTo>
                        <a:pt x="1566" y="950"/>
                        <a:pt x="1743" y="916"/>
                        <a:pt x="1903" y="748"/>
                      </a:cubicBezTo>
                      <a:cubicBezTo>
                        <a:pt x="2079" y="559"/>
                        <a:pt x="2065" y="214"/>
                        <a:pt x="1818" y="83"/>
                      </a:cubicBezTo>
                      <a:cubicBezTo>
                        <a:pt x="1704" y="24"/>
                        <a:pt x="1599" y="1"/>
                        <a:pt x="14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8" name="Google Shape;7008;p69"/>
                <p:cNvSpPr/>
                <p:nvPr/>
              </p:nvSpPr>
              <p:spPr>
                <a:xfrm>
                  <a:off x="6959410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1858" y="0"/>
                      </a:moveTo>
                      <a:cubicBezTo>
                        <a:pt x="952" y="0"/>
                        <a:pt x="1" y="1056"/>
                        <a:pt x="816" y="1584"/>
                      </a:cubicBezTo>
                      <a:cubicBezTo>
                        <a:pt x="1630" y="2112"/>
                        <a:pt x="4596" y="2562"/>
                        <a:pt x="4596" y="2562"/>
                      </a:cubicBezTo>
                      <a:lnTo>
                        <a:pt x="4420" y="978"/>
                      </a:lnTo>
                      <a:cubicBezTo>
                        <a:pt x="3814" y="978"/>
                        <a:pt x="2764" y="0"/>
                        <a:pt x="18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9" name="Google Shape;7009;p69"/>
                <p:cNvSpPr/>
                <p:nvPr/>
              </p:nvSpPr>
              <p:spPr>
                <a:xfrm>
                  <a:off x="7066384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2744" y="0"/>
                      </a:moveTo>
                      <a:cubicBezTo>
                        <a:pt x="1838" y="0"/>
                        <a:pt x="782" y="978"/>
                        <a:pt x="183" y="978"/>
                      </a:cubicBezTo>
                      <a:lnTo>
                        <a:pt x="0" y="2562"/>
                      </a:lnTo>
                      <a:cubicBezTo>
                        <a:pt x="0" y="2562"/>
                        <a:pt x="2966" y="2112"/>
                        <a:pt x="3781" y="1584"/>
                      </a:cubicBezTo>
                      <a:cubicBezTo>
                        <a:pt x="4595" y="1056"/>
                        <a:pt x="3644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0" name="Google Shape;7010;p69"/>
              <p:cNvGrpSpPr/>
              <p:nvPr/>
            </p:nvGrpSpPr>
            <p:grpSpPr>
              <a:xfrm>
                <a:off x="6922902" y="3131329"/>
                <a:ext cx="300496" cy="274642"/>
                <a:chOff x="6922902" y="3131329"/>
                <a:chExt cx="300496" cy="274642"/>
              </a:xfrm>
            </p:grpSpPr>
            <p:sp>
              <p:nvSpPr>
                <p:cNvPr id="7011" name="Google Shape;7011;p69"/>
                <p:cNvSpPr/>
                <p:nvPr/>
              </p:nvSpPr>
              <p:spPr>
                <a:xfrm>
                  <a:off x="6922902" y="3131329"/>
                  <a:ext cx="300496" cy="214604"/>
                </a:xfrm>
                <a:custGeom>
                  <a:rect b="b" l="l" r="r" t="t"/>
                  <a:pathLst>
                    <a:path extrusionOk="0" h="8500" w="11902">
                      <a:moveTo>
                        <a:pt x="3281" y="4076"/>
                      </a:moveTo>
                      <a:cubicBezTo>
                        <a:pt x="3975" y="4076"/>
                        <a:pt x="4641" y="4618"/>
                        <a:pt x="4641" y="5436"/>
                      </a:cubicBezTo>
                      <a:cubicBezTo>
                        <a:pt x="4634" y="6172"/>
                        <a:pt x="4034" y="6778"/>
                        <a:pt x="3291" y="6778"/>
                      </a:cubicBezTo>
                      <a:cubicBezTo>
                        <a:pt x="2092" y="6772"/>
                        <a:pt x="1486" y="5318"/>
                        <a:pt x="2340" y="4471"/>
                      </a:cubicBezTo>
                      <a:cubicBezTo>
                        <a:pt x="2615" y="4198"/>
                        <a:pt x="2951" y="4076"/>
                        <a:pt x="3281" y="4076"/>
                      </a:cubicBezTo>
                      <a:close/>
                      <a:moveTo>
                        <a:pt x="8548" y="4076"/>
                      </a:moveTo>
                      <a:cubicBezTo>
                        <a:pt x="9244" y="4076"/>
                        <a:pt x="9911" y="4618"/>
                        <a:pt x="9907" y="5436"/>
                      </a:cubicBezTo>
                      <a:cubicBezTo>
                        <a:pt x="9907" y="6172"/>
                        <a:pt x="9301" y="6778"/>
                        <a:pt x="8558" y="6778"/>
                      </a:cubicBezTo>
                      <a:cubicBezTo>
                        <a:pt x="7358" y="6772"/>
                        <a:pt x="6759" y="5318"/>
                        <a:pt x="7606" y="4471"/>
                      </a:cubicBezTo>
                      <a:cubicBezTo>
                        <a:pt x="7881" y="4198"/>
                        <a:pt x="8218" y="4076"/>
                        <a:pt x="8548" y="4076"/>
                      </a:cubicBezTo>
                      <a:close/>
                      <a:moveTo>
                        <a:pt x="4204" y="0"/>
                      </a:moveTo>
                      <a:cubicBezTo>
                        <a:pt x="1884" y="0"/>
                        <a:pt x="0" y="1884"/>
                        <a:pt x="0" y="4211"/>
                      </a:cubicBezTo>
                      <a:lnTo>
                        <a:pt x="0" y="4295"/>
                      </a:lnTo>
                      <a:cubicBezTo>
                        <a:pt x="0" y="6615"/>
                        <a:pt x="1884" y="8499"/>
                        <a:pt x="4210" y="8499"/>
                      </a:cubicBezTo>
                      <a:lnTo>
                        <a:pt x="7691" y="8499"/>
                      </a:lnTo>
                      <a:cubicBezTo>
                        <a:pt x="10011" y="8499"/>
                        <a:pt x="11895" y="6615"/>
                        <a:pt x="11895" y="4295"/>
                      </a:cubicBezTo>
                      <a:lnTo>
                        <a:pt x="11895" y="4211"/>
                      </a:lnTo>
                      <a:cubicBezTo>
                        <a:pt x="11901" y="1884"/>
                        <a:pt x="10018" y="0"/>
                        <a:pt x="76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2" name="Google Shape;7012;p69"/>
                <p:cNvSpPr/>
                <p:nvPr/>
              </p:nvSpPr>
              <p:spPr>
                <a:xfrm>
                  <a:off x="6995792" y="3277285"/>
                  <a:ext cx="150248" cy="128687"/>
                </a:xfrm>
                <a:custGeom>
                  <a:rect b="b" l="l" r="r" t="t"/>
                  <a:pathLst>
                    <a:path extrusionOk="0" h="5097" w="5951">
                      <a:moveTo>
                        <a:pt x="3057" y="424"/>
                      </a:moveTo>
                      <a:cubicBezTo>
                        <a:pt x="3429" y="424"/>
                        <a:pt x="3722" y="1232"/>
                        <a:pt x="3722" y="1597"/>
                      </a:cubicBezTo>
                      <a:cubicBezTo>
                        <a:pt x="3735" y="1975"/>
                        <a:pt x="3435" y="2288"/>
                        <a:pt x="3057" y="2288"/>
                      </a:cubicBezTo>
                      <a:cubicBezTo>
                        <a:pt x="2679" y="2288"/>
                        <a:pt x="2379" y="1975"/>
                        <a:pt x="2392" y="1597"/>
                      </a:cubicBezTo>
                      <a:cubicBezTo>
                        <a:pt x="2392" y="1232"/>
                        <a:pt x="2692" y="424"/>
                        <a:pt x="3057" y="424"/>
                      </a:cubicBezTo>
                      <a:close/>
                      <a:moveTo>
                        <a:pt x="1206" y="2835"/>
                      </a:moveTo>
                      <a:cubicBezTo>
                        <a:pt x="1447" y="2835"/>
                        <a:pt x="1649" y="3109"/>
                        <a:pt x="1669" y="3455"/>
                      </a:cubicBezTo>
                      <a:lnTo>
                        <a:pt x="750" y="3455"/>
                      </a:lnTo>
                      <a:cubicBezTo>
                        <a:pt x="769" y="3109"/>
                        <a:pt x="965" y="2835"/>
                        <a:pt x="1206" y="2835"/>
                      </a:cubicBezTo>
                      <a:close/>
                      <a:moveTo>
                        <a:pt x="4882" y="2835"/>
                      </a:moveTo>
                      <a:cubicBezTo>
                        <a:pt x="5123" y="2835"/>
                        <a:pt x="5319" y="3109"/>
                        <a:pt x="5338" y="3455"/>
                      </a:cubicBezTo>
                      <a:lnTo>
                        <a:pt x="4419" y="3455"/>
                      </a:lnTo>
                      <a:cubicBezTo>
                        <a:pt x="4439" y="3109"/>
                        <a:pt x="4641" y="2835"/>
                        <a:pt x="4882" y="2835"/>
                      </a:cubicBezTo>
                      <a:close/>
                      <a:moveTo>
                        <a:pt x="2431" y="3005"/>
                      </a:moveTo>
                      <a:cubicBezTo>
                        <a:pt x="2673" y="3005"/>
                        <a:pt x="2868" y="3279"/>
                        <a:pt x="2888" y="3624"/>
                      </a:cubicBezTo>
                      <a:lnTo>
                        <a:pt x="1975" y="3624"/>
                      </a:lnTo>
                      <a:cubicBezTo>
                        <a:pt x="1995" y="3279"/>
                        <a:pt x="2190" y="3005"/>
                        <a:pt x="2431" y="3005"/>
                      </a:cubicBezTo>
                      <a:close/>
                      <a:moveTo>
                        <a:pt x="3722" y="3005"/>
                      </a:moveTo>
                      <a:cubicBezTo>
                        <a:pt x="3963" y="3005"/>
                        <a:pt x="4165" y="3279"/>
                        <a:pt x="4185" y="3624"/>
                      </a:cubicBezTo>
                      <a:lnTo>
                        <a:pt x="3266" y="3624"/>
                      </a:lnTo>
                      <a:cubicBezTo>
                        <a:pt x="3285" y="3279"/>
                        <a:pt x="3481" y="3005"/>
                        <a:pt x="3722" y="3005"/>
                      </a:cubicBezTo>
                      <a:close/>
                      <a:moveTo>
                        <a:pt x="2542" y="0"/>
                      </a:moveTo>
                      <a:cubicBezTo>
                        <a:pt x="1141" y="0"/>
                        <a:pt x="0" y="1134"/>
                        <a:pt x="0" y="2542"/>
                      </a:cubicBezTo>
                      <a:lnTo>
                        <a:pt x="0" y="2562"/>
                      </a:lnTo>
                      <a:cubicBezTo>
                        <a:pt x="0" y="3963"/>
                        <a:pt x="1141" y="5097"/>
                        <a:pt x="2542" y="5097"/>
                      </a:cubicBezTo>
                      <a:lnTo>
                        <a:pt x="3409" y="5097"/>
                      </a:lnTo>
                      <a:cubicBezTo>
                        <a:pt x="4817" y="5097"/>
                        <a:pt x="5951" y="3963"/>
                        <a:pt x="5951" y="2562"/>
                      </a:cubicBezTo>
                      <a:lnTo>
                        <a:pt x="5951" y="2542"/>
                      </a:lnTo>
                      <a:cubicBezTo>
                        <a:pt x="5951" y="1134"/>
                        <a:pt x="4817" y="0"/>
                        <a:pt x="34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3" name="Google Shape;7013;p69"/>
                <p:cNvSpPr/>
                <p:nvPr/>
              </p:nvSpPr>
              <p:spPr>
                <a:xfrm>
                  <a:off x="7056007" y="3287965"/>
                  <a:ext cx="34261" cy="47087"/>
                </a:xfrm>
                <a:custGeom>
                  <a:rect b="b" l="l" r="r" t="t"/>
                  <a:pathLst>
                    <a:path extrusionOk="0" h="1865" w="1357">
                      <a:moveTo>
                        <a:pt x="679" y="1"/>
                      </a:moveTo>
                      <a:cubicBezTo>
                        <a:pt x="307" y="1"/>
                        <a:pt x="14" y="809"/>
                        <a:pt x="14" y="1174"/>
                      </a:cubicBezTo>
                      <a:cubicBezTo>
                        <a:pt x="1" y="1552"/>
                        <a:pt x="301" y="1865"/>
                        <a:pt x="679" y="1865"/>
                      </a:cubicBezTo>
                      <a:cubicBezTo>
                        <a:pt x="1050" y="1865"/>
                        <a:pt x="1356" y="1552"/>
                        <a:pt x="1343" y="1174"/>
                      </a:cubicBezTo>
                      <a:cubicBezTo>
                        <a:pt x="1343" y="809"/>
                        <a:pt x="1044" y="1"/>
                        <a:pt x="67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7014" name="Google Shape;7014;p69"/>
          <p:cNvSpPr/>
          <p:nvPr/>
        </p:nvSpPr>
        <p:spPr>
          <a:xfrm>
            <a:off x="6132554" y="3248509"/>
            <a:ext cx="682" cy="25"/>
          </a:xfrm>
          <a:custGeom>
            <a:rect b="b" l="l" r="r" t="t"/>
            <a:pathLst>
              <a:path extrusionOk="0" h="1" w="27">
                <a:moveTo>
                  <a:pt x="0" y="0"/>
                </a:moveTo>
                <a:lnTo>
                  <a:pt x="26" y="0"/>
                </a:lnTo>
                <a:cubicBezTo>
                  <a:pt x="13" y="0"/>
                  <a:pt x="7" y="0"/>
                  <a:pt x="0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5" name="Google Shape;7015;p69"/>
          <p:cNvGrpSpPr/>
          <p:nvPr/>
        </p:nvGrpSpPr>
        <p:grpSpPr>
          <a:xfrm>
            <a:off x="5904140" y="3064707"/>
            <a:ext cx="550951" cy="1310497"/>
            <a:chOff x="5904140" y="3050537"/>
            <a:chExt cx="550951" cy="1310497"/>
          </a:xfrm>
        </p:grpSpPr>
        <p:sp>
          <p:nvSpPr>
            <p:cNvPr id="7016" name="Google Shape;7016;p69"/>
            <p:cNvSpPr/>
            <p:nvPr/>
          </p:nvSpPr>
          <p:spPr>
            <a:xfrm>
              <a:off x="595302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75" y="0"/>
                  </a:moveTo>
                  <a:cubicBezTo>
                    <a:pt x="4022" y="0"/>
                    <a:pt x="0" y="437"/>
                    <a:pt x="0" y="972"/>
                  </a:cubicBezTo>
                  <a:cubicBezTo>
                    <a:pt x="0" y="1506"/>
                    <a:pt x="4022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17" name="Google Shape;7017;p69"/>
            <p:cNvGrpSpPr/>
            <p:nvPr/>
          </p:nvGrpSpPr>
          <p:grpSpPr>
            <a:xfrm>
              <a:off x="5904140" y="3050537"/>
              <a:ext cx="550951" cy="1278256"/>
              <a:chOff x="5904140" y="3050537"/>
              <a:chExt cx="550951" cy="1278256"/>
            </a:xfrm>
          </p:grpSpPr>
          <p:sp>
            <p:nvSpPr>
              <p:cNvPr id="7018" name="Google Shape;7018;p69"/>
              <p:cNvSpPr/>
              <p:nvPr/>
            </p:nvSpPr>
            <p:spPr>
              <a:xfrm>
                <a:off x="5904140" y="3050537"/>
                <a:ext cx="550951" cy="1278256"/>
              </a:xfrm>
              <a:custGeom>
                <a:rect b="b" l="l" r="r" t="t"/>
                <a:pathLst>
                  <a:path extrusionOk="0" h="50629" w="21822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61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605" y="7834"/>
                    </a:cubicBezTo>
                    <a:cubicBezTo>
                      <a:pt x="2973" y="7906"/>
                      <a:pt x="2543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47" y="14560"/>
                    </a:cubicBezTo>
                    <a:cubicBezTo>
                      <a:pt x="8793" y="14573"/>
                      <a:pt x="8878" y="14593"/>
                      <a:pt x="8878" y="14606"/>
                    </a:cubicBezTo>
                    <a:lnTo>
                      <a:pt x="8878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2" y="16705"/>
                      <a:pt x="4543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4" y="34977"/>
                      <a:pt x="2331" y="34756"/>
                      <a:pt x="2582" y="34360"/>
                    </a:cubicBezTo>
                    <a:cubicBezTo>
                      <a:pt x="2621" y="34387"/>
                      <a:pt x="2673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63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2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50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7" y="31929"/>
                    </a:lnTo>
                    <a:cubicBezTo>
                      <a:pt x="18309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8" y="34749"/>
                      <a:pt x="19908" y="34984"/>
                      <a:pt x="20363" y="34984"/>
                    </a:cubicBezTo>
                    <a:cubicBezTo>
                      <a:pt x="20545" y="34984"/>
                      <a:pt x="20728" y="34947"/>
                      <a:pt x="20903" y="34869"/>
                    </a:cubicBezTo>
                    <a:cubicBezTo>
                      <a:pt x="21515" y="34589"/>
                      <a:pt x="21822" y="33891"/>
                      <a:pt x="21606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22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45" y="14697"/>
                      <a:pt x="12651" y="14691"/>
                    </a:cubicBezTo>
                    <a:cubicBezTo>
                      <a:pt x="12664" y="14691"/>
                      <a:pt x="12684" y="14684"/>
                      <a:pt x="12703" y="14678"/>
                    </a:cubicBezTo>
                    <a:cubicBezTo>
                      <a:pt x="14893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7" y="9920"/>
                      <a:pt x="18974" y="9485"/>
                      <a:pt x="19006" y="8929"/>
                    </a:cubicBezTo>
                    <a:cubicBezTo>
                      <a:pt x="19032" y="8369"/>
                      <a:pt x="18615" y="7880"/>
                      <a:pt x="18054" y="7834"/>
                    </a:cubicBezTo>
                    <a:lnTo>
                      <a:pt x="18054" y="7828"/>
                    </a:lnTo>
                    <a:cubicBezTo>
                      <a:pt x="18054" y="7815"/>
                      <a:pt x="18048" y="7802"/>
                      <a:pt x="18048" y="7789"/>
                    </a:cubicBezTo>
                    <a:cubicBezTo>
                      <a:pt x="18035" y="6061"/>
                      <a:pt x="17631" y="4295"/>
                      <a:pt x="16686" y="2992"/>
                    </a:cubicBezTo>
                    <a:cubicBezTo>
                      <a:pt x="17657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7" y="1181"/>
                      <a:pt x="12899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19" name="Google Shape;7019;p69"/>
              <p:cNvGrpSpPr/>
              <p:nvPr/>
            </p:nvGrpSpPr>
            <p:grpSpPr>
              <a:xfrm>
                <a:off x="5952515" y="3084268"/>
                <a:ext cx="450087" cy="1165046"/>
                <a:chOff x="5952515" y="3084268"/>
                <a:chExt cx="450087" cy="1165046"/>
              </a:xfrm>
            </p:grpSpPr>
            <p:grpSp>
              <p:nvGrpSpPr>
                <p:cNvPr id="7020" name="Google Shape;7020;p69"/>
                <p:cNvGrpSpPr/>
                <p:nvPr/>
              </p:nvGrpSpPr>
              <p:grpSpPr>
                <a:xfrm>
                  <a:off x="5952515" y="3225780"/>
                  <a:ext cx="450087" cy="1023534"/>
                  <a:chOff x="5952515" y="3225780"/>
                  <a:chExt cx="450087" cy="1023534"/>
                </a:xfrm>
              </p:grpSpPr>
              <p:sp>
                <p:nvSpPr>
                  <p:cNvPr id="7021" name="Google Shape;7021;p69"/>
                  <p:cNvSpPr/>
                  <p:nvPr/>
                </p:nvSpPr>
                <p:spPr>
                  <a:xfrm>
                    <a:off x="5952515" y="3489819"/>
                    <a:ext cx="227758" cy="348946"/>
                  </a:xfrm>
                  <a:custGeom>
                    <a:rect b="b" l="l" r="r" t="t"/>
                    <a:pathLst>
                      <a:path extrusionOk="0" h="13821" w="9021">
                        <a:moveTo>
                          <a:pt x="7318" y="0"/>
                        </a:moveTo>
                        <a:cubicBezTo>
                          <a:pt x="5897" y="0"/>
                          <a:pt x="3871" y="328"/>
                          <a:pt x="3260" y="2095"/>
                        </a:cubicBezTo>
                        <a:cubicBezTo>
                          <a:pt x="2360" y="4695"/>
                          <a:pt x="47" y="13481"/>
                          <a:pt x="27" y="13572"/>
                        </a:cubicBezTo>
                        <a:cubicBezTo>
                          <a:pt x="1" y="13677"/>
                          <a:pt x="60" y="13781"/>
                          <a:pt x="164" y="13807"/>
                        </a:cubicBezTo>
                        <a:cubicBezTo>
                          <a:pt x="183" y="13814"/>
                          <a:pt x="203" y="13814"/>
                          <a:pt x="216" y="13820"/>
                        </a:cubicBezTo>
                        <a:cubicBezTo>
                          <a:pt x="307" y="13814"/>
                          <a:pt x="385" y="13755"/>
                          <a:pt x="405" y="13670"/>
                        </a:cubicBezTo>
                        <a:cubicBezTo>
                          <a:pt x="431" y="13579"/>
                          <a:pt x="2738" y="4806"/>
                          <a:pt x="3631" y="2225"/>
                        </a:cubicBezTo>
                        <a:cubicBezTo>
                          <a:pt x="4164" y="685"/>
                          <a:pt x="6044" y="401"/>
                          <a:pt x="7360" y="401"/>
                        </a:cubicBezTo>
                        <a:cubicBezTo>
                          <a:pt x="8121" y="401"/>
                          <a:pt x="8694" y="496"/>
                          <a:pt x="8708" y="498"/>
                        </a:cubicBezTo>
                        <a:cubicBezTo>
                          <a:pt x="8723" y="501"/>
                          <a:pt x="8737" y="502"/>
                          <a:pt x="8750" y="502"/>
                        </a:cubicBezTo>
                        <a:cubicBezTo>
                          <a:pt x="8975" y="502"/>
                          <a:pt x="9020" y="157"/>
                          <a:pt x="8780" y="114"/>
                        </a:cubicBezTo>
                        <a:cubicBezTo>
                          <a:pt x="8712" y="102"/>
                          <a:pt x="8109" y="0"/>
                          <a:pt x="73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2" name="Google Shape;7022;p69"/>
                  <p:cNvSpPr/>
                  <p:nvPr/>
                </p:nvSpPr>
                <p:spPr>
                  <a:xfrm>
                    <a:off x="6083170" y="3518576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7"/>
                          <a:pt x="255" y="1517"/>
                        </a:cubicBezTo>
                        <a:cubicBezTo>
                          <a:pt x="314" y="1517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9"/>
                          <a:pt x="2378" y="389"/>
                        </a:cubicBezTo>
                        <a:cubicBezTo>
                          <a:pt x="3025" y="389"/>
                          <a:pt x="3526" y="630"/>
                          <a:pt x="3566" y="650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3" name="Google Shape;7023;p69"/>
                  <p:cNvSpPr/>
                  <p:nvPr/>
                </p:nvSpPr>
                <p:spPr>
                  <a:xfrm>
                    <a:off x="6083170" y="3557255"/>
                    <a:ext cx="99627" cy="38300"/>
                  </a:xfrm>
                  <a:custGeom>
                    <a:rect b="b" l="l" r="r" t="t"/>
                    <a:pathLst>
                      <a:path extrusionOk="0" h="1517" w="3946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4"/>
                          <a:pt x="3627" y="671"/>
                          <a:pt x="3656" y="671"/>
                        </a:cubicBezTo>
                        <a:cubicBezTo>
                          <a:pt x="3840" y="671"/>
                          <a:pt x="3945" y="393"/>
                          <a:pt x="3742" y="291"/>
                        </a:cubicBezTo>
                        <a:cubicBezTo>
                          <a:pt x="3728" y="287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4" name="Google Shape;7024;p69"/>
                  <p:cNvSpPr/>
                  <p:nvPr/>
                </p:nvSpPr>
                <p:spPr>
                  <a:xfrm>
                    <a:off x="6083170" y="3595782"/>
                    <a:ext cx="99475" cy="38275"/>
                  </a:xfrm>
                  <a:custGeom>
                    <a:rect b="b" l="l" r="r" t="t"/>
                    <a:pathLst>
                      <a:path extrusionOk="0" h="1516" w="3940">
                        <a:moveTo>
                          <a:pt x="2367" y="0"/>
                        </a:moveTo>
                        <a:cubicBezTo>
                          <a:pt x="1653" y="0"/>
                          <a:pt x="788" y="249"/>
                          <a:pt x="92" y="1202"/>
                        </a:cubicBezTo>
                        <a:cubicBezTo>
                          <a:pt x="1" y="1333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9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8" y="663"/>
                          <a:pt x="3628" y="670"/>
                          <a:pt x="3657" y="670"/>
                        </a:cubicBezTo>
                        <a:cubicBezTo>
                          <a:pt x="3839" y="670"/>
                          <a:pt x="3939" y="398"/>
                          <a:pt x="3742" y="296"/>
                        </a:cubicBezTo>
                        <a:cubicBezTo>
                          <a:pt x="3728" y="290"/>
                          <a:pt x="3136" y="0"/>
                          <a:pt x="23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5" name="Google Shape;7025;p69"/>
                  <p:cNvSpPr/>
                  <p:nvPr/>
                </p:nvSpPr>
                <p:spPr>
                  <a:xfrm>
                    <a:off x="6083170" y="3634462"/>
                    <a:ext cx="99500" cy="38250"/>
                  </a:xfrm>
                  <a:custGeom>
                    <a:rect b="b" l="l" r="r" t="t"/>
                    <a:pathLst>
                      <a:path extrusionOk="0" h="1515" w="3941">
                        <a:moveTo>
                          <a:pt x="2364" y="0"/>
                        </a:moveTo>
                        <a:cubicBezTo>
                          <a:pt x="1650" y="0"/>
                          <a:pt x="785" y="249"/>
                          <a:pt x="92" y="1202"/>
                        </a:cubicBezTo>
                        <a:cubicBezTo>
                          <a:pt x="1" y="1332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2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7" y="662"/>
                          <a:pt x="3626" y="668"/>
                          <a:pt x="3654" y="668"/>
                        </a:cubicBezTo>
                        <a:cubicBezTo>
                          <a:pt x="3838" y="668"/>
                          <a:pt x="3940" y="398"/>
                          <a:pt x="3742" y="296"/>
                        </a:cubicBezTo>
                        <a:cubicBezTo>
                          <a:pt x="3728" y="289"/>
                          <a:pt x="3134" y="0"/>
                          <a:pt x="236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6" name="Google Shape;7026;p69"/>
                  <p:cNvSpPr/>
                  <p:nvPr/>
                </p:nvSpPr>
                <p:spPr>
                  <a:xfrm>
                    <a:off x="6083170" y="3673090"/>
                    <a:ext cx="99450" cy="38300"/>
                  </a:xfrm>
                  <a:custGeom>
                    <a:rect b="b" l="l" r="r" t="t"/>
                    <a:pathLst>
                      <a:path extrusionOk="0" h="1517" w="3939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2"/>
                        </a:cubicBezTo>
                        <a:cubicBezTo>
                          <a:pt x="1018" y="600"/>
                          <a:pt x="1764" y="382"/>
                          <a:pt x="2378" y="382"/>
                        </a:cubicBezTo>
                        <a:cubicBezTo>
                          <a:pt x="3025" y="382"/>
                          <a:pt x="3526" y="623"/>
                          <a:pt x="3566" y="643"/>
                        </a:cubicBezTo>
                        <a:cubicBezTo>
                          <a:pt x="3598" y="658"/>
                          <a:pt x="3629" y="665"/>
                          <a:pt x="3658" y="665"/>
                        </a:cubicBezTo>
                        <a:cubicBezTo>
                          <a:pt x="3840" y="665"/>
                          <a:pt x="3939" y="398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7" name="Google Shape;7027;p69"/>
                  <p:cNvSpPr/>
                  <p:nvPr/>
                </p:nvSpPr>
                <p:spPr>
                  <a:xfrm>
                    <a:off x="6083170" y="3711719"/>
                    <a:ext cx="99475" cy="38351"/>
                  </a:xfrm>
                  <a:custGeom>
                    <a:rect b="b" l="l" r="r" t="t"/>
                    <a:pathLst>
                      <a:path extrusionOk="0" h="1519" w="3940">
                        <a:moveTo>
                          <a:pt x="2373" y="0"/>
                        </a:moveTo>
                        <a:cubicBezTo>
                          <a:pt x="1659" y="0"/>
                          <a:pt x="790" y="249"/>
                          <a:pt x="92" y="1205"/>
                        </a:cubicBezTo>
                        <a:cubicBezTo>
                          <a:pt x="1" y="1329"/>
                          <a:pt x="92" y="1518"/>
                          <a:pt x="255" y="1518"/>
                        </a:cubicBezTo>
                        <a:cubicBezTo>
                          <a:pt x="314" y="1518"/>
                          <a:pt x="379" y="1485"/>
                          <a:pt x="411" y="1433"/>
                        </a:cubicBezTo>
                        <a:cubicBezTo>
                          <a:pt x="1018" y="601"/>
                          <a:pt x="1764" y="384"/>
                          <a:pt x="2378" y="384"/>
                        </a:cubicBezTo>
                        <a:cubicBezTo>
                          <a:pt x="3025" y="384"/>
                          <a:pt x="3526" y="625"/>
                          <a:pt x="3566" y="645"/>
                        </a:cubicBezTo>
                        <a:cubicBezTo>
                          <a:pt x="3598" y="660"/>
                          <a:pt x="3628" y="666"/>
                          <a:pt x="3657" y="666"/>
                        </a:cubicBezTo>
                        <a:cubicBezTo>
                          <a:pt x="3839" y="666"/>
                          <a:pt x="3939" y="394"/>
                          <a:pt x="3742" y="293"/>
                        </a:cubicBezTo>
                        <a:cubicBezTo>
                          <a:pt x="3728" y="286"/>
                          <a:pt x="3139" y="0"/>
                          <a:pt x="237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8" name="Google Shape;7028;p69"/>
                  <p:cNvSpPr/>
                  <p:nvPr/>
                </p:nvSpPr>
                <p:spPr>
                  <a:xfrm>
                    <a:off x="6083170" y="3750272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90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9" name="Google Shape;7029;p69"/>
                  <p:cNvSpPr/>
                  <p:nvPr/>
                </p:nvSpPr>
                <p:spPr>
                  <a:xfrm>
                    <a:off x="6101778" y="3786679"/>
                    <a:ext cx="78242" cy="462458"/>
                  </a:xfrm>
                  <a:custGeom>
                    <a:rect b="b" l="l" r="r" t="t"/>
                    <a:pathLst>
                      <a:path extrusionOk="0" h="18317" w="3099">
                        <a:moveTo>
                          <a:pt x="2521" y="0"/>
                        </a:moveTo>
                        <a:cubicBezTo>
                          <a:pt x="2148" y="0"/>
                          <a:pt x="1538" y="70"/>
                          <a:pt x="1043" y="459"/>
                        </a:cubicBezTo>
                        <a:cubicBezTo>
                          <a:pt x="593" y="817"/>
                          <a:pt x="339" y="1358"/>
                          <a:pt x="287" y="2069"/>
                        </a:cubicBezTo>
                        <a:cubicBezTo>
                          <a:pt x="118" y="4265"/>
                          <a:pt x="0" y="17978"/>
                          <a:pt x="0" y="18121"/>
                        </a:cubicBezTo>
                        <a:cubicBezTo>
                          <a:pt x="0" y="18225"/>
                          <a:pt x="85" y="18317"/>
                          <a:pt x="196" y="18317"/>
                        </a:cubicBezTo>
                        <a:cubicBezTo>
                          <a:pt x="307" y="18317"/>
                          <a:pt x="398" y="18232"/>
                          <a:pt x="398" y="18121"/>
                        </a:cubicBezTo>
                        <a:cubicBezTo>
                          <a:pt x="398" y="17978"/>
                          <a:pt x="509" y="4278"/>
                          <a:pt x="678" y="2101"/>
                        </a:cubicBezTo>
                        <a:cubicBezTo>
                          <a:pt x="724" y="1502"/>
                          <a:pt x="926" y="1058"/>
                          <a:pt x="1291" y="772"/>
                        </a:cubicBezTo>
                        <a:cubicBezTo>
                          <a:pt x="1697" y="447"/>
                          <a:pt x="2225" y="393"/>
                          <a:pt x="2537" y="393"/>
                        </a:cubicBezTo>
                        <a:cubicBezTo>
                          <a:pt x="2695" y="393"/>
                          <a:pt x="2798" y="407"/>
                          <a:pt x="2803" y="407"/>
                        </a:cubicBezTo>
                        <a:cubicBezTo>
                          <a:pt x="2814" y="408"/>
                          <a:pt x="2824" y="409"/>
                          <a:pt x="2834" y="409"/>
                        </a:cubicBezTo>
                        <a:cubicBezTo>
                          <a:pt x="3061" y="409"/>
                          <a:pt x="3099" y="66"/>
                          <a:pt x="2862" y="22"/>
                        </a:cubicBezTo>
                        <a:cubicBezTo>
                          <a:pt x="2848" y="20"/>
                          <a:pt x="2718" y="0"/>
                          <a:pt x="252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30" name="Google Shape;7030;p69"/>
                  <p:cNvSpPr/>
                  <p:nvPr/>
                </p:nvSpPr>
                <p:spPr>
                  <a:xfrm>
                    <a:off x="6105312" y="3937305"/>
                    <a:ext cx="36634" cy="80161"/>
                  </a:xfrm>
                  <a:custGeom>
                    <a:rect b="b" l="l" r="r" t="t"/>
                    <a:pathLst>
                      <a:path extrusionOk="0" h="3175" w="1451">
                        <a:moveTo>
                          <a:pt x="284" y="0"/>
                        </a:moveTo>
                        <a:cubicBezTo>
                          <a:pt x="128" y="0"/>
                          <a:pt x="1" y="204"/>
                          <a:pt x="147" y="345"/>
                        </a:cubicBezTo>
                        <a:cubicBezTo>
                          <a:pt x="154" y="352"/>
                          <a:pt x="942" y="1121"/>
                          <a:pt x="1047" y="2985"/>
                        </a:cubicBezTo>
                        <a:cubicBezTo>
                          <a:pt x="1053" y="3089"/>
                          <a:pt x="1144" y="3174"/>
                          <a:pt x="1249" y="3174"/>
                        </a:cubicBezTo>
                        <a:lnTo>
                          <a:pt x="1255" y="3174"/>
                        </a:lnTo>
                        <a:cubicBezTo>
                          <a:pt x="1366" y="3168"/>
                          <a:pt x="1451" y="3076"/>
                          <a:pt x="1444" y="2965"/>
                        </a:cubicBezTo>
                        <a:cubicBezTo>
                          <a:pt x="1327" y="926"/>
                          <a:pt x="453" y="91"/>
                          <a:pt x="421" y="59"/>
                        </a:cubicBezTo>
                        <a:cubicBezTo>
                          <a:pt x="377" y="18"/>
                          <a:pt x="329" y="0"/>
                          <a:pt x="2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31" name="Google Shape;7031;p69"/>
                  <p:cNvSpPr/>
                  <p:nvPr/>
                </p:nvSpPr>
                <p:spPr>
                  <a:xfrm>
                    <a:off x="6108292" y="3860073"/>
                    <a:ext cx="50596" cy="64735"/>
                  </a:xfrm>
                  <a:custGeom>
                    <a:rect b="b" l="l" r="r" t="t"/>
                    <a:pathLst>
                      <a:path extrusionOk="0" h="2564" w="2004">
                        <a:moveTo>
                          <a:pt x="272" y="0"/>
                        </a:moveTo>
                        <a:cubicBezTo>
                          <a:pt x="32" y="0"/>
                          <a:pt x="0" y="362"/>
                          <a:pt x="251" y="393"/>
                        </a:cubicBezTo>
                        <a:cubicBezTo>
                          <a:pt x="309" y="406"/>
                          <a:pt x="1606" y="589"/>
                          <a:pt x="1554" y="2362"/>
                        </a:cubicBezTo>
                        <a:cubicBezTo>
                          <a:pt x="1554" y="2472"/>
                          <a:pt x="1639" y="2564"/>
                          <a:pt x="1743" y="2564"/>
                        </a:cubicBezTo>
                        <a:lnTo>
                          <a:pt x="1750" y="2564"/>
                        </a:lnTo>
                        <a:cubicBezTo>
                          <a:pt x="1854" y="2564"/>
                          <a:pt x="1945" y="2479"/>
                          <a:pt x="1945" y="2375"/>
                        </a:cubicBezTo>
                        <a:cubicBezTo>
                          <a:pt x="2004" y="250"/>
                          <a:pt x="316" y="2"/>
                          <a:pt x="303" y="2"/>
                        </a:cubicBezTo>
                        <a:cubicBezTo>
                          <a:pt x="292" y="1"/>
                          <a:pt x="282" y="0"/>
                          <a:pt x="2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32" name="Google Shape;7032;p69"/>
                  <p:cNvSpPr/>
                  <p:nvPr/>
                </p:nvSpPr>
                <p:spPr>
                  <a:xfrm>
                    <a:off x="6102914" y="4067557"/>
                    <a:ext cx="36079" cy="81549"/>
                  </a:xfrm>
                  <a:custGeom>
                    <a:rect b="b" l="l" r="r" t="t"/>
                    <a:pathLst>
                      <a:path extrusionOk="0" h="3230" w="1429">
                        <a:moveTo>
                          <a:pt x="225" y="1"/>
                        </a:moveTo>
                        <a:cubicBezTo>
                          <a:pt x="167" y="1"/>
                          <a:pt x="110" y="26"/>
                          <a:pt x="73" y="75"/>
                        </a:cubicBezTo>
                        <a:cubicBezTo>
                          <a:pt x="1" y="159"/>
                          <a:pt x="14" y="283"/>
                          <a:pt x="99" y="348"/>
                        </a:cubicBezTo>
                        <a:cubicBezTo>
                          <a:pt x="112" y="361"/>
                          <a:pt x="1024" y="1124"/>
                          <a:pt x="972" y="3021"/>
                        </a:cubicBezTo>
                        <a:cubicBezTo>
                          <a:pt x="972" y="3131"/>
                          <a:pt x="1057" y="3223"/>
                          <a:pt x="1168" y="3229"/>
                        </a:cubicBezTo>
                        <a:lnTo>
                          <a:pt x="1174" y="3229"/>
                        </a:lnTo>
                        <a:cubicBezTo>
                          <a:pt x="1278" y="3229"/>
                          <a:pt x="1363" y="3144"/>
                          <a:pt x="1370" y="3034"/>
                        </a:cubicBezTo>
                        <a:cubicBezTo>
                          <a:pt x="1428" y="922"/>
                          <a:pt x="392" y="75"/>
                          <a:pt x="346" y="42"/>
                        </a:cubicBezTo>
                        <a:cubicBezTo>
                          <a:pt x="310" y="14"/>
                          <a:pt x="267" y="1"/>
                          <a:pt x="22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33" name="Google Shape;7033;p69"/>
                  <p:cNvSpPr/>
                  <p:nvPr/>
                </p:nvSpPr>
                <p:spPr>
                  <a:xfrm>
                    <a:off x="6081706" y="3893097"/>
                    <a:ext cx="34236" cy="64305"/>
                  </a:xfrm>
                  <a:custGeom>
                    <a:rect b="b" l="l" r="r" t="t"/>
                    <a:pathLst>
                      <a:path extrusionOk="0" h="2547" w="1356">
                        <a:moveTo>
                          <a:pt x="1072" y="0"/>
                        </a:moveTo>
                        <a:cubicBezTo>
                          <a:pt x="1042" y="0"/>
                          <a:pt x="1011" y="8"/>
                          <a:pt x="978" y="24"/>
                        </a:cubicBezTo>
                        <a:cubicBezTo>
                          <a:pt x="939" y="37"/>
                          <a:pt x="59" y="487"/>
                          <a:pt x="0" y="2344"/>
                        </a:cubicBezTo>
                        <a:cubicBezTo>
                          <a:pt x="0" y="2448"/>
                          <a:pt x="85" y="2540"/>
                          <a:pt x="189" y="2546"/>
                        </a:cubicBezTo>
                        <a:lnTo>
                          <a:pt x="196" y="2546"/>
                        </a:lnTo>
                        <a:cubicBezTo>
                          <a:pt x="307" y="2546"/>
                          <a:pt x="391" y="2461"/>
                          <a:pt x="398" y="2357"/>
                        </a:cubicBezTo>
                        <a:cubicBezTo>
                          <a:pt x="450" y="773"/>
                          <a:pt x="1134" y="382"/>
                          <a:pt x="1154" y="376"/>
                        </a:cubicBezTo>
                        <a:cubicBezTo>
                          <a:pt x="1356" y="275"/>
                          <a:pt x="1254" y="0"/>
                          <a:pt x="10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34" name="Google Shape;7034;p69"/>
                  <p:cNvSpPr/>
                  <p:nvPr/>
                </p:nvSpPr>
                <p:spPr>
                  <a:xfrm>
                    <a:off x="5971374" y="3754842"/>
                    <a:ext cx="29060" cy="66628"/>
                  </a:xfrm>
                  <a:custGeom>
                    <a:rect b="b" l="l" r="r" t="t"/>
                    <a:pathLst>
                      <a:path extrusionOk="0" h="2639" w="1151">
                        <a:moveTo>
                          <a:pt x="259" y="0"/>
                        </a:moveTo>
                        <a:cubicBezTo>
                          <a:pt x="126" y="0"/>
                          <a:pt x="0" y="138"/>
                          <a:pt x="82" y="292"/>
                        </a:cubicBezTo>
                        <a:cubicBezTo>
                          <a:pt x="88" y="305"/>
                          <a:pt x="727" y="1355"/>
                          <a:pt x="414" y="2385"/>
                        </a:cubicBezTo>
                        <a:cubicBezTo>
                          <a:pt x="381" y="2489"/>
                          <a:pt x="440" y="2600"/>
                          <a:pt x="544" y="2632"/>
                        </a:cubicBezTo>
                        <a:cubicBezTo>
                          <a:pt x="564" y="2639"/>
                          <a:pt x="583" y="2639"/>
                          <a:pt x="603" y="2639"/>
                        </a:cubicBezTo>
                        <a:cubicBezTo>
                          <a:pt x="688" y="2639"/>
                          <a:pt x="766" y="2587"/>
                          <a:pt x="792" y="2502"/>
                        </a:cubicBezTo>
                        <a:cubicBezTo>
                          <a:pt x="1150" y="1296"/>
                          <a:pt x="447" y="136"/>
                          <a:pt x="421" y="90"/>
                        </a:cubicBezTo>
                        <a:cubicBezTo>
                          <a:pt x="377" y="27"/>
                          <a:pt x="317" y="0"/>
                          <a:pt x="25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35" name="Google Shape;7035;p69"/>
                  <p:cNvSpPr/>
                  <p:nvPr/>
                </p:nvSpPr>
                <p:spPr>
                  <a:xfrm>
                    <a:off x="5969632" y="3672914"/>
                    <a:ext cx="37442" cy="39310"/>
                  </a:xfrm>
                  <a:custGeom>
                    <a:rect b="b" l="l" r="r" t="t"/>
                    <a:pathLst>
                      <a:path extrusionOk="0" h="1557" w="1483">
                        <a:moveTo>
                          <a:pt x="1165" y="0"/>
                        </a:moveTo>
                        <a:cubicBezTo>
                          <a:pt x="952" y="0"/>
                          <a:pt x="297" y="106"/>
                          <a:pt x="27" y="1321"/>
                        </a:cubicBezTo>
                        <a:cubicBezTo>
                          <a:pt x="1" y="1426"/>
                          <a:pt x="66" y="1530"/>
                          <a:pt x="177" y="1556"/>
                        </a:cubicBezTo>
                        <a:lnTo>
                          <a:pt x="216" y="1556"/>
                        </a:lnTo>
                        <a:cubicBezTo>
                          <a:pt x="314" y="1556"/>
                          <a:pt x="392" y="1497"/>
                          <a:pt x="411" y="1406"/>
                        </a:cubicBezTo>
                        <a:cubicBezTo>
                          <a:pt x="630" y="430"/>
                          <a:pt x="1085" y="396"/>
                          <a:pt x="1168" y="396"/>
                        </a:cubicBezTo>
                        <a:cubicBezTo>
                          <a:pt x="1174" y="396"/>
                          <a:pt x="1179" y="396"/>
                          <a:pt x="1180" y="396"/>
                        </a:cubicBezTo>
                        <a:cubicBezTo>
                          <a:pt x="1191" y="397"/>
                          <a:pt x="1201" y="398"/>
                          <a:pt x="1211" y="398"/>
                        </a:cubicBezTo>
                        <a:cubicBezTo>
                          <a:pt x="1445" y="398"/>
                          <a:pt x="1483" y="36"/>
                          <a:pt x="1233" y="5"/>
                        </a:cubicBezTo>
                        <a:cubicBezTo>
                          <a:pt x="1228" y="4"/>
                          <a:pt x="1204" y="0"/>
                          <a:pt x="11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36" name="Google Shape;7036;p69"/>
                  <p:cNvSpPr/>
                  <p:nvPr/>
                </p:nvSpPr>
                <p:spPr>
                  <a:xfrm>
                    <a:off x="6015356" y="3608936"/>
                    <a:ext cx="28025" cy="46683"/>
                  </a:xfrm>
                  <a:custGeom>
                    <a:rect b="b" l="l" r="r" t="t"/>
                    <a:pathLst>
                      <a:path extrusionOk="0" h="1849" w="1110">
                        <a:moveTo>
                          <a:pt x="272" y="1"/>
                        </a:moveTo>
                        <a:cubicBezTo>
                          <a:pt x="42" y="1"/>
                          <a:pt x="1" y="357"/>
                          <a:pt x="249" y="395"/>
                        </a:cubicBezTo>
                        <a:cubicBezTo>
                          <a:pt x="393" y="427"/>
                          <a:pt x="516" y="518"/>
                          <a:pt x="588" y="642"/>
                        </a:cubicBezTo>
                        <a:cubicBezTo>
                          <a:pt x="705" y="844"/>
                          <a:pt x="673" y="1170"/>
                          <a:pt x="510" y="1574"/>
                        </a:cubicBezTo>
                        <a:cubicBezTo>
                          <a:pt x="471" y="1679"/>
                          <a:pt x="523" y="1789"/>
                          <a:pt x="621" y="1835"/>
                        </a:cubicBezTo>
                        <a:cubicBezTo>
                          <a:pt x="647" y="1842"/>
                          <a:pt x="673" y="1848"/>
                          <a:pt x="699" y="1848"/>
                        </a:cubicBezTo>
                        <a:cubicBezTo>
                          <a:pt x="777" y="1848"/>
                          <a:pt x="849" y="1796"/>
                          <a:pt x="875" y="1718"/>
                        </a:cubicBezTo>
                        <a:cubicBezTo>
                          <a:pt x="1090" y="1190"/>
                          <a:pt x="1110" y="760"/>
                          <a:pt x="927" y="440"/>
                        </a:cubicBezTo>
                        <a:cubicBezTo>
                          <a:pt x="797" y="212"/>
                          <a:pt x="569" y="56"/>
                          <a:pt x="308" y="4"/>
                        </a:cubicBezTo>
                        <a:cubicBezTo>
                          <a:pt x="296" y="2"/>
                          <a:pt x="284" y="1"/>
                          <a:pt x="2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37" name="Google Shape;7037;p69"/>
                  <p:cNvSpPr/>
                  <p:nvPr/>
                </p:nvSpPr>
                <p:spPr>
                  <a:xfrm>
                    <a:off x="6001066" y="3539077"/>
                    <a:ext cx="45370" cy="39361"/>
                  </a:xfrm>
                  <a:custGeom>
                    <a:rect b="b" l="l" r="r" t="t"/>
                    <a:pathLst>
                      <a:path extrusionOk="0" h="1559" w="1797">
                        <a:moveTo>
                          <a:pt x="1387" y="1"/>
                        </a:moveTo>
                        <a:cubicBezTo>
                          <a:pt x="1067" y="1"/>
                          <a:pt x="411" y="153"/>
                          <a:pt x="33" y="1298"/>
                        </a:cubicBezTo>
                        <a:cubicBezTo>
                          <a:pt x="1" y="1395"/>
                          <a:pt x="53" y="1513"/>
                          <a:pt x="157" y="1545"/>
                        </a:cubicBezTo>
                        <a:cubicBezTo>
                          <a:pt x="177" y="1552"/>
                          <a:pt x="196" y="1552"/>
                          <a:pt x="222" y="1558"/>
                        </a:cubicBezTo>
                        <a:cubicBezTo>
                          <a:pt x="307" y="1552"/>
                          <a:pt x="379" y="1500"/>
                          <a:pt x="405" y="1421"/>
                        </a:cubicBezTo>
                        <a:cubicBezTo>
                          <a:pt x="715" y="490"/>
                          <a:pt x="1204" y="391"/>
                          <a:pt x="1398" y="391"/>
                        </a:cubicBezTo>
                        <a:cubicBezTo>
                          <a:pt x="1444" y="391"/>
                          <a:pt x="1474" y="397"/>
                          <a:pt x="1480" y="398"/>
                        </a:cubicBezTo>
                        <a:cubicBezTo>
                          <a:pt x="1496" y="402"/>
                          <a:pt x="1512" y="403"/>
                          <a:pt x="1527" y="403"/>
                        </a:cubicBezTo>
                        <a:cubicBezTo>
                          <a:pt x="1738" y="403"/>
                          <a:pt x="1796" y="81"/>
                          <a:pt x="1571" y="20"/>
                        </a:cubicBezTo>
                        <a:cubicBezTo>
                          <a:pt x="1560" y="17"/>
                          <a:pt x="1492" y="1"/>
                          <a:pt x="138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38" name="Google Shape;7038;p69"/>
                  <p:cNvSpPr/>
                  <p:nvPr/>
                </p:nvSpPr>
                <p:spPr>
                  <a:xfrm>
                    <a:off x="6074788" y="4163397"/>
                    <a:ext cx="34261" cy="58599"/>
                  </a:xfrm>
                  <a:custGeom>
                    <a:rect b="b" l="l" r="r" t="t"/>
                    <a:pathLst>
                      <a:path extrusionOk="0" h="2321" w="1357">
                        <a:moveTo>
                          <a:pt x="1167" y="0"/>
                        </a:moveTo>
                        <a:cubicBezTo>
                          <a:pt x="919" y="7"/>
                          <a:pt x="678" y="104"/>
                          <a:pt x="509" y="287"/>
                        </a:cubicBezTo>
                        <a:cubicBezTo>
                          <a:pt x="157" y="639"/>
                          <a:pt x="0" y="1265"/>
                          <a:pt x="53" y="2131"/>
                        </a:cubicBezTo>
                        <a:cubicBezTo>
                          <a:pt x="59" y="2236"/>
                          <a:pt x="144" y="2320"/>
                          <a:pt x="248" y="2320"/>
                        </a:cubicBezTo>
                        <a:lnTo>
                          <a:pt x="261" y="2320"/>
                        </a:lnTo>
                        <a:cubicBezTo>
                          <a:pt x="365" y="2314"/>
                          <a:pt x="450" y="2223"/>
                          <a:pt x="444" y="2118"/>
                        </a:cubicBezTo>
                        <a:cubicBezTo>
                          <a:pt x="391" y="1186"/>
                          <a:pt x="594" y="769"/>
                          <a:pt x="776" y="580"/>
                        </a:cubicBezTo>
                        <a:cubicBezTo>
                          <a:pt x="874" y="476"/>
                          <a:pt x="1004" y="411"/>
                          <a:pt x="1148" y="404"/>
                        </a:cubicBezTo>
                        <a:cubicBezTo>
                          <a:pt x="1252" y="404"/>
                          <a:pt x="1343" y="319"/>
                          <a:pt x="1350" y="209"/>
                        </a:cubicBezTo>
                        <a:cubicBezTo>
                          <a:pt x="1356" y="104"/>
                          <a:pt x="1278" y="7"/>
                          <a:pt x="11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39" name="Google Shape;7039;p69"/>
                  <p:cNvSpPr/>
                  <p:nvPr/>
                </p:nvSpPr>
                <p:spPr>
                  <a:xfrm>
                    <a:off x="6081529" y="4015547"/>
                    <a:ext cx="34463" cy="59180"/>
                  </a:xfrm>
                  <a:custGeom>
                    <a:rect b="b" l="l" r="r" t="t"/>
                    <a:pathLst>
                      <a:path extrusionOk="0" h="2344" w="1365">
                        <a:moveTo>
                          <a:pt x="1077" y="1"/>
                        </a:moveTo>
                        <a:cubicBezTo>
                          <a:pt x="1048" y="1"/>
                          <a:pt x="1017" y="8"/>
                          <a:pt x="985" y="23"/>
                        </a:cubicBezTo>
                        <a:cubicBezTo>
                          <a:pt x="946" y="42"/>
                          <a:pt x="66" y="505"/>
                          <a:pt x="7" y="2135"/>
                        </a:cubicBezTo>
                        <a:cubicBezTo>
                          <a:pt x="1" y="2245"/>
                          <a:pt x="92" y="2337"/>
                          <a:pt x="196" y="2343"/>
                        </a:cubicBezTo>
                        <a:lnTo>
                          <a:pt x="203" y="2343"/>
                        </a:lnTo>
                        <a:cubicBezTo>
                          <a:pt x="314" y="2343"/>
                          <a:pt x="405" y="2258"/>
                          <a:pt x="405" y="2148"/>
                        </a:cubicBezTo>
                        <a:cubicBezTo>
                          <a:pt x="457" y="779"/>
                          <a:pt x="1135" y="394"/>
                          <a:pt x="1167" y="375"/>
                        </a:cubicBezTo>
                        <a:cubicBezTo>
                          <a:pt x="1364" y="268"/>
                          <a:pt x="1260" y="1"/>
                          <a:pt x="10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40" name="Google Shape;7040;p69"/>
                  <p:cNvSpPr/>
                  <p:nvPr/>
                </p:nvSpPr>
                <p:spPr>
                  <a:xfrm>
                    <a:off x="6083473" y="3225780"/>
                    <a:ext cx="183726" cy="588443"/>
                  </a:xfrm>
                  <a:custGeom>
                    <a:rect b="b" l="l" r="r" t="t"/>
                    <a:pathLst>
                      <a:path extrusionOk="0" h="23307" w="7277">
                        <a:moveTo>
                          <a:pt x="5001" y="0"/>
                        </a:moveTo>
                        <a:lnTo>
                          <a:pt x="1970" y="333"/>
                        </a:lnTo>
                        <a:cubicBezTo>
                          <a:pt x="2185" y="346"/>
                          <a:pt x="2902" y="1102"/>
                          <a:pt x="3319" y="2738"/>
                        </a:cubicBezTo>
                        <a:cubicBezTo>
                          <a:pt x="2589" y="2874"/>
                          <a:pt x="712" y="3363"/>
                          <a:pt x="61" y="4791"/>
                        </a:cubicBezTo>
                        <a:cubicBezTo>
                          <a:pt x="0" y="4941"/>
                          <a:pt x="127" y="5058"/>
                          <a:pt x="253" y="5058"/>
                        </a:cubicBezTo>
                        <a:cubicBezTo>
                          <a:pt x="317" y="5058"/>
                          <a:pt x="381" y="5027"/>
                          <a:pt x="419" y="4954"/>
                        </a:cubicBezTo>
                        <a:cubicBezTo>
                          <a:pt x="999" y="3696"/>
                          <a:pt x="2752" y="3246"/>
                          <a:pt x="3411" y="3122"/>
                        </a:cubicBezTo>
                        <a:cubicBezTo>
                          <a:pt x="3424" y="3174"/>
                          <a:pt x="3430" y="3233"/>
                          <a:pt x="3443" y="3285"/>
                        </a:cubicBezTo>
                        <a:lnTo>
                          <a:pt x="3443" y="4569"/>
                        </a:lnTo>
                        <a:cubicBezTo>
                          <a:pt x="3437" y="4569"/>
                          <a:pt x="3430" y="4563"/>
                          <a:pt x="3424" y="4563"/>
                        </a:cubicBezTo>
                        <a:cubicBezTo>
                          <a:pt x="3414" y="4560"/>
                          <a:pt x="3349" y="4547"/>
                          <a:pt x="3242" y="4547"/>
                        </a:cubicBezTo>
                        <a:cubicBezTo>
                          <a:pt x="2861" y="4547"/>
                          <a:pt x="1945" y="4710"/>
                          <a:pt x="1025" y="6062"/>
                        </a:cubicBezTo>
                        <a:cubicBezTo>
                          <a:pt x="923" y="6215"/>
                          <a:pt x="1059" y="6371"/>
                          <a:pt x="1197" y="6371"/>
                        </a:cubicBezTo>
                        <a:cubicBezTo>
                          <a:pt x="1253" y="6371"/>
                          <a:pt x="1310" y="6345"/>
                          <a:pt x="1351" y="6283"/>
                        </a:cubicBezTo>
                        <a:cubicBezTo>
                          <a:pt x="2184" y="5060"/>
                          <a:pt x="2960" y="4940"/>
                          <a:pt x="3238" y="4940"/>
                        </a:cubicBezTo>
                        <a:cubicBezTo>
                          <a:pt x="3300" y="4940"/>
                          <a:pt x="3337" y="4946"/>
                          <a:pt x="3345" y="4947"/>
                        </a:cubicBezTo>
                        <a:cubicBezTo>
                          <a:pt x="3359" y="4950"/>
                          <a:pt x="3372" y="4951"/>
                          <a:pt x="3386" y="4951"/>
                        </a:cubicBezTo>
                        <a:cubicBezTo>
                          <a:pt x="3405" y="4951"/>
                          <a:pt x="3424" y="4948"/>
                          <a:pt x="3443" y="4941"/>
                        </a:cubicBezTo>
                        <a:lnTo>
                          <a:pt x="3443" y="23111"/>
                        </a:lnTo>
                        <a:cubicBezTo>
                          <a:pt x="3443" y="23242"/>
                          <a:pt x="3543" y="23307"/>
                          <a:pt x="3641" y="23307"/>
                        </a:cubicBezTo>
                        <a:cubicBezTo>
                          <a:pt x="3740" y="23307"/>
                          <a:pt x="3837" y="23242"/>
                          <a:pt x="3834" y="23111"/>
                        </a:cubicBezTo>
                        <a:lnTo>
                          <a:pt x="3834" y="4941"/>
                        </a:lnTo>
                        <a:cubicBezTo>
                          <a:pt x="3848" y="4940"/>
                          <a:pt x="3862" y="4939"/>
                          <a:pt x="3879" y="4939"/>
                        </a:cubicBezTo>
                        <a:cubicBezTo>
                          <a:pt x="4169" y="4939"/>
                          <a:pt x="4937" y="5074"/>
                          <a:pt x="5757" y="6283"/>
                        </a:cubicBezTo>
                        <a:cubicBezTo>
                          <a:pt x="5800" y="6345"/>
                          <a:pt x="5858" y="6371"/>
                          <a:pt x="5915" y="6371"/>
                        </a:cubicBezTo>
                        <a:cubicBezTo>
                          <a:pt x="6055" y="6371"/>
                          <a:pt x="6189" y="6215"/>
                          <a:pt x="6083" y="6062"/>
                        </a:cubicBezTo>
                        <a:cubicBezTo>
                          <a:pt x="5175" y="4722"/>
                          <a:pt x="4273" y="4549"/>
                          <a:pt x="3880" y="4549"/>
                        </a:cubicBezTo>
                        <a:cubicBezTo>
                          <a:pt x="3864" y="4549"/>
                          <a:pt x="3849" y="4549"/>
                          <a:pt x="3834" y="4549"/>
                        </a:cubicBezTo>
                        <a:lnTo>
                          <a:pt x="3834" y="3122"/>
                        </a:lnTo>
                        <a:cubicBezTo>
                          <a:pt x="4466" y="3239"/>
                          <a:pt x="6272" y="3676"/>
                          <a:pt x="6858" y="4954"/>
                        </a:cubicBezTo>
                        <a:cubicBezTo>
                          <a:pt x="6899" y="5030"/>
                          <a:pt x="6964" y="5062"/>
                          <a:pt x="7030" y="5062"/>
                        </a:cubicBezTo>
                        <a:cubicBezTo>
                          <a:pt x="7154" y="5062"/>
                          <a:pt x="7277" y="4945"/>
                          <a:pt x="7217" y="4791"/>
                        </a:cubicBezTo>
                        <a:cubicBezTo>
                          <a:pt x="6526" y="3272"/>
                          <a:pt x="4460" y="2822"/>
                          <a:pt x="3841" y="2718"/>
                        </a:cubicBezTo>
                        <a:cubicBezTo>
                          <a:pt x="4023" y="1695"/>
                          <a:pt x="4362" y="639"/>
                          <a:pt x="50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41" name="Google Shape;7041;p69"/>
                  <p:cNvSpPr/>
                  <p:nvPr/>
                </p:nvSpPr>
                <p:spPr>
                  <a:xfrm>
                    <a:off x="6174869" y="3489819"/>
                    <a:ext cx="227732" cy="348946"/>
                  </a:xfrm>
                  <a:custGeom>
                    <a:rect b="b" l="l" r="r" t="t"/>
                    <a:pathLst>
                      <a:path extrusionOk="0" h="13821" w="9020">
                        <a:moveTo>
                          <a:pt x="1703" y="0"/>
                        </a:moveTo>
                        <a:cubicBezTo>
                          <a:pt x="912" y="0"/>
                          <a:pt x="308" y="102"/>
                          <a:pt x="240" y="114"/>
                        </a:cubicBezTo>
                        <a:cubicBezTo>
                          <a:pt x="0" y="157"/>
                          <a:pt x="45" y="502"/>
                          <a:pt x="270" y="502"/>
                        </a:cubicBezTo>
                        <a:cubicBezTo>
                          <a:pt x="283" y="502"/>
                          <a:pt x="297" y="501"/>
                          <a:pt x="312" y="498"/>
                        </a:cubicBezTo>
                        <a:cubicBezTo>
                          <a:pt x="326" y="496"/>
                          <a:pt x="898" y="401"/>
                          <a:pt x="1658" y="401"/>
                        </a:cubicBezTo>
                        <a:cubicBezTo>
                          <a:pt x="2973" y="401"/>
                          <a:pt x="4850" y="685"/>
                          <a:pt x="5383" y="2225"/>
                        </a:cubicBezTo>
                        <a:cubicBezTo>
                          <a:pt x="6282" y="4806"/>
                          <a:pt x="8589" y="13579"/>
                          <a:pt x="8609" y="13670"/>
                        </a:cubicBezTo>
                        <a:cubicBezTo>
                          <a:pt x="8635" y="13755"/>
                          <a:pt x="8713" y="13820"/>
                          <a:pt x="8804" y="13820"/>
                        </a:cubicBezTo>
                        <a:cubicBezTo>
                          <a:pt x="8817" y="13814"/>
                          <a:pt x="8837" y="13814"/>
                          <a:pt x="8850" y="13807"/>
                        </a:cubicBezTo>
                        <a:cubicBezTo>
                          <a:pt x="8954" y="13781"/>
                          <a:pt x="9019" y="13677"/>
                          <a:pt x="8993" y="13572"/>
                        </a:cubicBezTo>
                        <a:cubicBezTo>
                          <a:pt x="8967" y="13481"/>
                          <a:pt x="6654" y="4695"/>
                          <a:pt x="5761" y="2095"/>
                        </a:cubicBezTo>
                        <a:cubicBezTo>
                          <a:pt x="5149" y="328"/>
                          <a:pt x="3124" y="0"/>
                          <a:pt x="170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42" name="Google Shape;7042;p69"/>
                  <p:cNvSpPr/>
                  <p:nvPr/>
                </p:nvSpPr>
                <p:spPr>
                  <a:xfrm>
                    <a:off x="6172345" y="3518576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90"/>
                          <a:pt x="3623" y="1516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4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lnTo>
                          <a:pt x="3687" y="1516"/>
                        </a:lnTo>
                        <a:cubicBezTo>
                          <a:pt x="3686" y="1517"/>
                          <a:pt x="3685" y="1517"/>
                          <a:pt x="3684" y="1517"/>
                        </a:cubicBezTo>
                        <a:lnTo>
                          <a:pt x="3690" y="1517"/>
                        </a:lnTo>
                        <a:cubicBezTo>
                          <a:pt x="3689" y="1517"/>
                          <a:pt x="3688" y="1517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43" name="Google Shape;7043;p69"/>
                  <p:cNvSpPr/>
                  <p:nvPr/>
                </p:nvSpPr>
                <p:spPr>
                  <a:xfrm>
                    <a:off x="6172168" y="3557255"/>
                    <a:ext cx="99601" cy="38300"/>
                  </a:xfrm>
                  <a:custGeom>
                    <a:rect b="b" l="l" r="r" t="t"/>
                    <a:pathLst>
                      <a:path extrusionOk="0" h="1517" w="3945">
                        <a:moveTo>
                          <a:pt x="1579" y="1"/>
                        </a:moveTo>
                        <a:cubicBezTo>
                          <a:pt x="810" y="1"/>
                          <a:pt x="217" y="287"/>
                          <a:pt x="204" y="291"/>
                        </a:cubicBezTo>
                        <a:cubicBezTo>
                          <a:pt x="0" y="393"/>
                          <a:pt x="106" y="671"/>
                          <a:pt x="290" y="671"/>
                        </a:cubicBezTo>
                        <a:cubicBezTo>
                          <a:pt x="318" y="671"/>
                          <a:pt x="349" y="664"/>
                          <a:pt x="380" y="649"/>
                        </a:cubicBezTo>
                        <a:cubicBezTo>
                          <a:pt x="420" y="629"/>
                          <a:pt x="923" y="386"/>
                          <a:pt x="1571" y="386"/>
                        </a:cubicBezTo>
                        <a:cubicBezTo>
                          <a:pt x="2185" y="386"/>
                          <a:pt x="2929" y="604"/>
                          <a:pt x="3534" y="1438"/>
                        </a:cubicBezTo>
                        <a:cubicBezTo>
                          <a:pt x="3573" y="1489"/>
                          <a:pt x="3630" y="1515"/>
                          <a:pt x="3694" y="1516"/>
                        </a:cubicBezTo>
                        <a:lnTo>
                          <a:pt x="3694" y="1516"/>
                        </a:lnTo>
                        <a:cubicBezTo>
                          <a:pt x="3855" y="1514"/>
                          <a:pt x="3944" y="1333"/>
                          <a:pt x="3854" y="1203"/>
                        </a:cubicBezTo>
                        <a:cubicBezTo>
                          <a:pt x="3160" y="249"/>
                          <a:pt x="2293" y="1"/>
                          <a:pt x="1579" y="1"/>
                        </a:cubicBezTo>
                        <a:close/>
                        <a:moveTo>
                          <a:pt x="3694" y="1516"/>
                        </a:moveTo>
                        <a:lnTo>
                          <a:pt x="3694" y="1516"/>
                        </a:lnTo>
                        <a:cubicBezTo>
                          <a:pt x="3693" y="1516"/>
                          <a:pt x="3692" y="1516"/>
                          <a:pt x="3691" y="1516"/>
                        </a:cubicBezTo>
                        <a:lnTo>
                          <a:pt x="3697" y="1516"/>
                        </a:lnTo>
                        <a:cubicBezTo>
                          <a:pt x="3696" y="1516"/>
                          <a:pt x="3695" y="1516"/>
                          <a:pt x="3694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44" name="Google Shape;7044;p69"/>
                  <p:cNvSpPr/>
                  <p:nvPr/>
                </p:nvSpPr>
                <p:spPr>
                  <a:xfrm>
                    <a:off x="6172319" y="359578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6" y="0"/>
                        </a:moveTo>
                        <a:cubicBezTo>
                          <a:pt x="806" y="0"/>
                          <a:pt x="211" y="290"/>
                          <a:pt x="198" y="296"/>
                        </a:cubicBezTo>
                        <a:cubicBezTo>
                          <a:pt x="1" y="398"/>
                          <a:pt x="106" y="670"/>
                          <a:pt x="285" y="670"/>
                        </a:cubicBezTo>
                        <a:cubicBezTo>
                          <a:pt x="313" y="670"/>
                          <a:pt x="343" y="663"/>
                          <a:pt x="374" y="648"/>
                        </a:cubicBezTo>
                        <a:cubicBezTo>
                          <a:pt x="414" y="628"/>
                          <a:pt x="917" y="385"/>
                          <a:pt x="1565" y="385"/>
                        </a:cubicBezTo>
                        <a:cubicBezTo>
                          <a:pt x="2179" y="385"/>
                          <a:pt x="2923" y="603"/>
                          <a:pt x="3528" y="1437"/>
                        </a:cubicBezTo>
                        <a:cubicBezTo>
                          <a:pt x="3564" y="1485"/>
                          <a:pt x="3616" y="1516"/>
                          <a:pt x="3675" y="1516"/>
                        </a:cubicBezTo>
                        <a:cubicBezTo>
                          <a:pt x="3680" y="1516"/>
                          <a:pt x="3685" y="1516"/>
                          <a:pt x="3690" y="1515"/>
                        </a:cubicBezTo>
                        <a:lnTo>
                          <a:pt x="3690" y="1515"/>
                        </a:lnTo>
                        <a:cubicBezTo>
                          <a:pt x="3691" y="1515"/>
                          <a:pt x="3692" y="1515"/>
                          <a:pt x="3693" y="1515"/>
                        </a:cubicBezTo>
                        <a:cubicBezTo>
                          <a:pt x="3851" y="1515"/>
                          <a:pt x="3937" y="1331"/>
                          <a:pt x="3848" y="1202"/>
                        </a:cubicBezTo>
                        <a:cubicBezTo>
                          <a:pt x="3155" y="249"/>
                          <a:pt x="2290" y="0"/>
                          <a:pt x="157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45" name="Google Shape;7045;p69"/>
                  <p:cNvSpPr/>
                  <p:nvPr/>
                </p:nvSpPr>
                <p:spPr>
                  <a:xfrm>
                    <a:off x="6172294" y="3634436"/>
                    <a:ext cx="99450" cy="38275"/>
                  </a:xfrm>
                  <a:custGeom>
                    <a:rect b="b" l="l" r="r" t="t"/>
                    <a:pathLst>
                      <a:path extrusionOk="0" h="1516" w="3939">
                        <a:moveTo>
                          <a:pt x="1574" y="0"/>
                        </a:moveTo>
                        <a:cubicBezTo>
                          <a:pt x="805" y="0"/>
                          <a:pt x="212" y="287"/>
                          <a:pt x="199" y="291"/>
                        </a:cubicBezTo>
                        <a:cubicBezTo>
                          <a:pt x="0" y="398"/>
                          <a:pt x="108" y="669"/>
                          <a:pt x="289" y="669"/>
                        </a:cubicBezTo>
                        <a:cubicBezTo>
                          <a:pt x="316" y="669"/>
                          <a:pt x="345" y="663"/>
                          <a:pt x="375" y="649"/>
                        </a:cubicBezTo>
                        <a:cubicBezTo>
                          <a:pt x="415" y="629"/>
                          <a:pt x="918" y="385"/>
                          <a:pt x="1566" y="385"/>
                        </a:cubicBezTo>
                        <a:cubicBezTo>
                          <a:pt x="2180" y="385"/>
                          <a:pt x="2924" y="604"/>
                          <a:pt x="3529" y="1438"/>
                        </a:cubicBezTo>
                        <a:cubicBezTo>
                          <a:pt x="3568" y="1490"/>
                          <a:pt x="3627" y="1516"/>
                          <a:pt x="3692" y="1516"/>
                        </a:cubicBezTo>
                        <a:lnTo>
                          <a:pt x="3686" y="1516"/>
                        </a:lnTo>
                        <a:cubicBezTo>
                          <a:pt x="3689" y="1516"/>
                          <a:pt x="3691" y="1516"/>
                          <a:pt x="3694" y="1516"/>
                        </a:cubicBezTo>
                        <a:cubicBezTo>
                          <a:pt x="3852" y="1516"/>
                          <a:pt x="3938" y="1331"/>
                          <a:pt x="3849" y="1203"/>
                        </a:cubicBezTo>
                        <a:cubicBezTo>
                          <a:pt x="3155" y="248"/>
                          <a:pt x="2288" y="0"/>
                          <a:pt x="157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46" name="Google Shape;7046;p69"/>
                  <p:cNvSpPr/>
                  <p:nvPr/>
                </p:nvSpPr>
                <p:spPr>
                  <a:xfrm>
                    <a:off x="6172319" y="3673040"/>
                    <a:ext cx="99450" cy="38351"/>
                  </a:xfrm>
                  <a:custGeom>
                    <a:rect b="b" l="l" r="r" t="t"/>
                    <a:pathLst>
                      <a:path extrusionOk="0" h="1519" w="3939">
                        <a:moveTo>
                          <a:pt x="1569" y="1"/>
                        </a:moveTo>
                        <a:cubicBezTo>
                          <a:pt x="802" y="1"/>
                          <a:pt x="211" y="286"/>
                          <a:pt x="198" y="293"/>
                        </a:cubicBezTo>
                        <a:cubicBezTo>
                          <a:pt x="1" y="395"/>
                          <a:pt x="106" y="667"/>
                          <a:pt x="285" y="667"/>
                        </a:cubicBezTo>
                        <a:cubicBezTo>
                          <a:pt x="313" y="667"/>
                          <a:pt x="343" y="660"/>
                          <a:pt x="374" y="645"/>
                        </a:cubicBezTo>
                        <a:cubicBezTo>
                          <a:pt x="414" y="625"/>
                          <a:pt x="915" y="384"/>
                          <a:pt x="1562" y="384"/>
                        </a:cubicBezTo>
                        <a:cubicBezTo>
                          <a:pt x="2176" y="384"/>
                          <a:pt x="2922" y="602"/>
                          <a:pt x="3528" y="1434"/>
                        </a:cubicBezTo>
                        <a:cubicBezTo>
                          <a:pt x="3567" y="1485"/>
                          <a:pt x="3624" y="1517"/>
                          <a:pt x="3688" y="1518"/>
                        </a:cubicBezTo>
                        <a:lnTo>
                          <a:pt x="3688" y="1518"/>
                        </a:lnTo>
                        <a:cubicBezTo>
                          <a:pt x="3849" y="1516"/>
                          <a:pt x="3938" y="1335"/>
                          <a:pt x="3848" y="1206"/>
                        </a:cubicBezTo>
                        <a:cubicBezTo>
                          <a:pt x="3153" y="249"/>
                          <a:pt x="2284" y="1"/>
                          <a:pt x="1569" y="1"/>
                        </a:cubicBezTo>
                        <a:close/>
                        <a:moveTo>
                          <a:pt x="3688" y="1518"/>
                        </a:moveTo>
                        <a:lnTo>
                          <a:pt x="3688" y="1518"/>
                        </a:lnTo>
                        <a:cubicBezTo>
                          <a:pt x="3687" y="1518"/>
                          <a:pt x="3686" y="1518"/>
                          <a:pt x="3685" y="1518"/>
                        </a:cubicBezTo>
                        <a:lnTo>
                          <a:pt x="3691" y="1518"/>
                        </a:lnTo>
                        <a:cubicBezTo>
                          <a:pt x="3690" y="1518"/>
                          <a:pt x="3689" y="1518"/>
                          <a:pt x="3688" y="1518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47" name="Google Shape;7047;p69"/>
                  <p:cNvSpPr/>
                  <p:nvPr/>
                </p:nvSpPr>
                <p:spPr>
                  <a:xfrm>
                    <a:off x="6172319" y="3711643"/>
                    <a:ext cx="99450" cy="38427"/>
                  </a:xfrm>
                  <a:custGeom>
                    <a:rect b="b" l="l" r="r" t="t"/>
                    <a:pathLst>
                      <a:path extrusionOk="0" h="1522" w="3939">
                        <a:moveTo>
                          <a:pt x="1572" y="1"/>
                        </a:moveTo>
                        <a:cubicBezTo>
                          <a:pt x="804" y="1"/>
                          <a:pt x="211" y="289"/>
                          <a:pt x="198" y="296"/>
                        </a:cubicBezTo>
                        <a:cubicBezTo>
                          <a:pt x="1" y="397"/>
                          <a:pt x="106" y="669"/>
                          <a:pt x="285" y="669"/>
                        </a:cubicBezTo>
                        <a:cubicBezTo>
                          <a:pt x="313" y="669"/>
                          <a:pt x="343" y="663"/>
                          <a:pt x="374" y="648"/>
                        </a:cubicBezTo>
                        <a:cubicBezTo>
                          <a:pt x="414" y="628"/>
                          <a:pt x="915" y="387"/>
                          <a:pt x="1562" y="387"/>
                        </a:cubicBezTo>
                        <a:cubicBezTo>
                          <a:pt x="2176" y="387"/>
                          <a:pt x="2922" y="604"/>
                          <a:pt x="3528" y="1436"/>
                        </a:cubicBezTo>
                        <a:cubicBezTo>
                          <a:pt x="3567" y="1488"/>
                          <a:pt x="3624" y="1520"/>
                          <a:pt x="3688" y="1521"/>
                        </a:cubicBezTo>
                        <a:lnTo>
                          <a:pt x="3688" y="1521"/>
                        </a:lnTo>
                        <a:cubicBezTo>
                          <a:pt x="3849" y="1519"/>
                          <a:pt x="3938" y="1338"/>
                          <a:pt x="3848" y="1208"/>
                        </a:cubicBezTo>
                        <a:cubicBezTo>
                          <a:pt x="3154" y="250"/>
                          <a:pt x="2287" y="1"/>
                          <a:pt x="1572" y="1"/>
                        </a:cubicBezTo>
                        <a:close/>
                        <a:moveTo>
                          <a:pt x="3688" y="1521"/>
                        </a:moveTo>
                        <a:lnTo>
                          <a:pt x="3688" y="1521"/>
                        </a:lnTo>
                        <a:cubicBezTo>
                          <a:pt x="3687" y="1521"/>
                          <a:pt x="3686" y="1521"/>
                          <a:pt x="3685" y="1521"/>
                        </a:cubicBezTo>
                        <a:lnTo>
                          <a:pt x="3691" y="1521"/>
                        </a:lnTo>
                        <a:cubicBezTo>
                          <a:pt x="3690" y="1521"/>
                          <a:pt x="3689" y="1521"/>
                          <a:pt x="3688" y="152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48" name="Google Shape;7048;p69"/>
                  <p:cNvSpPr/>
                  <p:nvPr/>
                </p:nvSpPr>
                <p:spPr>
                  <a:xfrm>
                    <a:off x="6172345" y="375027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89"/>
                          <a:pt x="3623" y="1515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3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cubicBezTo>
                          <a:pt x="3686" y="1516"/>
                          <a:pt x="3685" y="1516"/>
                          <a:pt x="3684" y="1516"/>
                        </a:cubicBezTo>
                        <a:lnTo>
                          <a:pt x="3690" y="1516"/>
                        </a:lnTo>
                        <a:cubicBezTo>
                          <a:pt x="3689" y="1516"/>
                          <a:pt x="3688" y="1516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49" name="Google Shape;7049;p69"/>
                  <p:cNvSpPr/>
                  <p:nvPr/>
                </p:nvSpPr>
                <p:spPr>
                  <a:xfrm>
                    <a:off x="6175097" y="3786679"/>
                    <a:ext cx="78242" cy="462635"/>
                  </a:xfrm>
                  <a:custGeom>
                    <a:rect b="b" l="l" r="r" t="t"/>
                    <a:pathLst>
                      <a:path extrusionOk="0" h="18324" w="3099">
                        <a:moveTo>
                          <a:pt x="572" y="1"/>
                        </a:moveTo>
                        <a:cubicBezTo>
                          <a:pt x="379" y="1"/>
                          <a:pt x="251" y="20"/>
                          <a:pt x="238" y="22"/>
                        </a:cubicBezTo>
                        <a:cubicBezTo>
                          <a:pt x="1" y="72"/>
                          <a:pt x="38" y="415"/>
                          <a:pt x="266" y="415"/>
                        </a:cubicBezTo>
                        <a:cubicBezTo>
                          <a:pt x="276" y="415"/>
                          <a:pt x="286" y="414"/>
                          <a:pt x="296" y="413"/>
                        </a:cubicBezTo>
                        <a:cubicBezTo>
                          <a:pt x="299" y="413"/>
                          <a:pt x="407" y="397"/>
                          <a:pt x="574" y="397"/>
                        </a:cubicBezTo>
                        <a:cubicBezTo>
                          <a:pt x="887" y="397"/>
                          <a:pt x="1405" y="453"/>
                          <a:pt x="1809" y="772"/>
                        </a:cubicBezTo>
                        <a:cubicBezTo>
                          <a:pt x="2167" y="1058"/>
                          <a:pt x="2376" y="1508"/>
                          <a:pt x="2421" y="2101"/>
                        </a:cubicBezTo>
                        <a:cubicBezTo>
                          <a:pt x="2591" y="4278"/>
                          <a:pt x="2701" y="17984"/>
                          <a:pt x="2701" y="18121"/>
                        </a:cubicBezTo>
                        <a:cubicBezTo>
                          <a:pt x="2708" y="18232"/>
                          <a:pt x="2793" y="18317"/>
                          <a:pt x="2903" y="18317"/>
                        </a:cubicBezTo>
                        <a:lnTo>
                          <a:pt x="2903" y="18323"/>
                        </a:lnTo>
                        <a:cubicBezTo>
                          <a:pt x="3014" y="18317"/>
                          <a:pt x="3099" y="18232"/>
                          <a:pt x="3099" y="18121"/>
                        </a:cubicBezTo>
                        <a:cubicBezTo>
                          <a:pt x="3099" y="17978"/>
                          <a:pt x="2982" y="4265"/>
                          <a:pt x="2812" y="2075"/>
                        </a:cubicBezTo>
                        <a:cubicBezTo>
                          <a:pt x="2760" y="1358"/>
                          <a:pt x="2506" y="824"/>
                          <a:pt x="2050" y="465"/>
                        </a:cubicBezTo>
                        <a:cubicBezTo>
                          <a:pt x="1553" y="71"/>
                          <a:pt x="943" y="1"/>
                          <a:pt x="5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50" name="Google Shape;7050;p69"/>
                  <p:cNvSpPr/>
                  <p:nvPr/>
                </p:nvSpPr>
                <p:spPr>
                  <a:xfrm>
                    <a:off x="6213170" y="3937356"/>
                    <a:ext cx="36533" cy="80110"/>
                  </a:xfrm>
                  <a:custGeom>
                    <a:rect b="b" l="l" r="r" t="t"/>
                    <a:pathLst>
                      <a:path extrusionOk="0" h="3173" w="1447">
                        <a:moveTo>
                          <a:pt x="1165" y="1"/>
                        </a:moveTo>
                        <a:cubicBezTo>
                          <a:pt x="1121" y="1"/>
                          <a:pt x="1074" y="17"/>
                          <a:pt x="1030" y="57"/>
                        </a:cubicBezTo>
                        <a:cubicBezTo>
                          <a:pt x="998" y="89"/>
                          <a:pt x="125" y="930"/>
                          <a:pt x="7" y="2963"/>
                        </a:cubicBezTo>
                        <a:cubicBezTo>
                          <a:pt x="1" y="3074"/>
                          <a:pt x="85" y="3166"/>
                          <a:pt x="190" y="3172"/>
                        </a:cubicBezTo>
                        <a:lnTo>
                          <a:pt x="203" y="3172"/>
                        </a:lnTo>
                        <a:cubicBezTo>
                          <a:pt x="307" y="3172"/>
                          <a:pt x="392" y="3087"/>
                          <a:pt x="398" y="2983"/>
                        </a:cubicBezTo>
                        <a:cubicBezTo>
                          <a:pt x="509" y="1126"/>
                          <a:pt x="1291" y="356"/>
                          <a:pt x="1304" y="343"/>
                        </a:cubicBezTo>
                        <a:cubicBezTo>
                          <a:pt x="1446" y="202"/>
                          <a:pt x="1320" y="1"/>
                          <a:pt x="116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51" name="Google Shape;7051;p69"/>
                  <p:cNvSpPr/>
                  <p:nvPr/>
                </p:nvSpPr>
                <p:spPr>
                  <a:xfrm>
                    <a:off x="6196052" y="3860099"/>
                    <a:ext cx="50672" cy="64709"/>
                  </a:xfrm>
                  <a:custGeom>
                    <a:rect b="b" l="l" r="r" t="t"/>
                    <a:pathLst>
                      <a:path extrusionOk="0" h="2563" w="2007">
                        <a:moveTo>
                          <a:pt x="1733" y="0"/>
                        </a:moveTo>
                        <a:cubicBezTo>
                          <a:pt x="1725" y="0"/>
                          <a:pt x="1717" y="0"/>
                          <a:pt x="1708" y="1"/>
                        </a:cubicBezTo>
                        <a:cubicBezTo>
                          <a:pt x="1689" y="8"/>
                          <a:pt x="1" y="249"/>
                          <a:pt x="60" y="2374"/>
                        </a:cubicBezTo>
                        <a:cubicBezTo>
                          <a:pt x="66" y="2478"/>
                          <a:pt x="151" y="2563"/>
                          <a:pt x="255" y="2563"/>
                        </a:cubicBezTo>
                        <a:lnTo>
                          <a:pt x="262" y="2563"/>
                        </a:lnTo>
                        <a:cubicBezTo>
                          <a:pt x="372" y="2563"/>
                          <a:pt x="457" y="2471"/>
                          <a:pt x="451" y="2361"/>
                        </a:cubicBezTo>
                        <a:cubicBezTo>
                          <a:pt x="405" y="607"/>
                          <a:pt x="1695" y="405"/>
                          <a:pt x="1754" y="392"/>
                        </a:cubicBezTo>
                        <a:cubicBezTo>
                          <a:pt x="2006" y="361"/>
                          <a:pt x="1966" y="0"/>
                          <a:pt x="173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52" name="Google Shape;7052;p69"/>
                  <p:cNvSpPr/>
                  <p:nvPr/>
                </p:nvSpPr>
                <p:spPr>
                  <a:xfrm>
                    <a:off x="6216149" y="4067254"/>
                    <a:ext cx="37997" cy="81852"/>
                  </a:xfrm>
                  <a:custGeom>
                    <a:rect b="b" l="l" r="r" t="t"/>
                    <a:pathLst>
                      <a:path extrusionOk="0" h="3242" w="1505">
                        <a:moveTo>
                          <a:pt x="1212" y="1"/>
                        </a:moveTo>
                        <a:cubicBezTo>
                          <a:pt x="1170" y="1"/>
                          <a:pt x="1125" y="17"/>
                          <a:pt x="1082" y="54"/>
                        </a:cubicBezTo>
                        <a:cubicBezTo>
                          <a:pt x="1036" y="87"/>
                          <a:pt x="0" y="927"/>
                          <a:pt x="59" y="3046"/>
                        </a:cubicBezTo>
                        <a:cubicBezTo>
                          <a:pt x="59" y="3156"/>
                          <a:pt x="150" y="3241"/>
                          <a:pt x="254" y="3241"/>
                        </a:cubicBezTo>
                        <a:lnTo>
                          <a:pt x="261" y="3241"/>
                        </a:lnTo>
                        <a:cubicBezTo>
                          <a:pt x="372" y="3235"/>
                          <a:pt x="456" y="3143"/>
                          <a:pt x="450" y="3033"/>
                        </a:cubicBezTo>
                        <a:cubicBezTo>
                          <a:pt x="398" y="1142"/>
                          <a:pt x="1310" y="380"/>
                          <a:pt x="1323" y="367"/>
                        </a:cubicBezTo>
                        <a:cubicBezTo>
                          <a:pt x="1504" y="237"/>
                          <a:pt x="1377" y="1"/>
                          <a:pt x="12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53" name="Google Shape;7053;p69"/>
                  <p:cNvSpPr/>
                  <p:nvPr/>
                </p:nvSpPr>
                <p:spPr>
                  <a:xfrm>
                    <a:off x="6240816" y="3893097"/>
                    <a:ext cx="32620" cy="64305"/>
                  </a:xfrm>
                  <a:custGeom>
                    <a:rect b="b" l="l" r="r" t="t"/>
                    <a:pathLst>
                      <a:path extrusionOk="0" h="2547" w="1292">
                        <a:moveTo>
                          <a:pt x="222" y="1"/>
                        </a:moveTo>
                        <a:cubicBezTo>
                          <a:pt x="151" y="1"/>
                          <a:pt x="85" y="40"/>
                          <a:pt x="53" y="109"/>
                        </a:cubicBezTo>
                        <a:cubicBezTo>
                          <a:pt x="1" y="206"/>
                          <a:pt x="40" y="324"/>
                          <a:pt x="138" y="376"/>
                        </a:cubicBezTo>
                        <a:cubicBezTo>
                          <a:pt x="144" y="376"/>
                          <a:pt x="841" y="760"/>
                          <a:pt x="894" y="2357"/>
                        </a:cubicBezTo>
                        <a:cubicBezTo>
                          <a:pt x="900" y="2461"/>
                          <a:pt x="985" y="2546"/>
                          <a:pt x="1089" y="2546"/>
                        </a:cubicBezTo>
                        <a:lnTo>
                          <a:pt x="1096" y="2546"/>
                        </a:lnTo>
                        <a:cubicBezTo>
                          <a:pt x="1206" y="2540"/>
                          <a:pt x="1291" y="2448"/>
                          <a:pt x="1291" y="2344"/>
                        </a:cubicBezTo>
                        <a:cubicBezTo>
                          <a:pt x="1226" y="487"/>
                          <a:pt x="346" y="37"/>
                          <a:pt x="314" y="24"/>
                        </a:cubicBezTo>
                        <a:cubicBezTo>
                          <a:pt x="284" y="8"/>
                          <a:pt x="25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54" name="Google Shape;7054;p69"/>
                  <p:cNvSpPr/>
                  <p:nvPr/>
                </p:nvSpPr>
                <p:spPr>
                  <a:xfrm>
                    <a:off x="6354531" y="3754539"/>
                    <a:ext cx="29413" cy="66931"/>
                  </a:xfrm>
                  <a:custGeom>
                    <a:rect b="b" l="l" r="r" t="t"/>
                    <a:pathLst>
                      <a:path extrusionOk="0" h="2651" w="1165">
                        <a:moveTo>
                          <a:pt x="898" y="0"/>
                        </a:moveTo>
                        <a:cubicBezTo>
                          <a:pt x="839" y="0"/>
                          <a:pt x="779" y="28"/>
                          <a:pt x="737" y="96"/>
                        </a:cubicBezTo>
                        <a:cubicBezTo>
                          <a:pt x="704" y="148"/>
                          <a:pt x="0" y="1308"/>
                          <a:pt x="365" y="2507"/>
                        </a:cubicBezTo>
                        <a:cubicBezTo>
                          <a:pt x="391" y="2592"/>
                          <a:pt x="463" y="2651"/>
                          <a:pt x="554" y="2651"/>
                        </a:cubicBezTo>
                        <a:cubicBezTo>
                          <a:pt x="574" y="2651"/>
                          <a:pt x="593" y="2651"/>
                          <a:pt x="606" y="2644"/>
                        </a:cubicBezTo>
                        <a:cubicBezTo>
                          <a:pt x="711" y="2612"/>
                          <a:pt x="769" y="2501"/>
                          <a:pt x="743" y="2397"/>
                        </a:cubicBezTo>
                        <a:cubicBezTo>
                          <a:pt x="430" y="1360"/>
                          <a:pt x="1063" y="317"/>
                          <a:pt x="1069" y="304"/>
                        </a:cubicBezTo>
                        <a:cubicBezTo>
                          <a:pt x="1164" y="146"/>
                          <a:pt x="1033" y="0"/>
                          <a:pt x="8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55" name="Google Shape;7055;p69"/>
                  <p:cNvSpPr/>
                  <p:nvPr/>
                </p:nvSpPr>
                <p:spPr>
                  <a:xfrm>
                    <a:off x="6349759" y="3672914"/>
                    <a:ext cx="35725" cy="39462"/>
                  </a:xfrm>
                  <a:custGeom>
                    <a:rect b="b" l="l" r="r" t="t"/>
                    <a:pathLst>
                      <a:path extrusionOk="0" h="1563" w="1415">
                        <a:moveTo>
                          <a:pt x="246" y="0"/>
                        </a:moveTo>
                        <a:cubicBezTo>
                          <a:pt x="207" y="0"/>
                          <a:pt x="182" y="4"/>
                          <a:pt x="176" y="5"/>
                        </a:cubicBezTo>
                        <a:cubicBezTo>
                          <a:pt x="72" y="18"/>
                          <a:pt x="0" y="116"/>
                          <a:pt x="13" y="220"/>
                        </a:cubicBezTo>
                        <a:cubicBezTo>
                          <a:pt x="32" y="326"/>
                          <a:pt x="117" y="396"/>
                          <a:pt x="221" y="396"/>
                        </a:cubicBezTo>
                        <a:cubicBezTo>
                          <a:pt x="226" y="396"/>
                          <a:pt x="230" y="396"/>
                          <a:pt x="235" y="396"/>
                        </a:cubicBezTo>
                        <a:cubicBezTo>
                          <a:pt x="237" y="395"/>
                          <a:pt x="245" y="394"/>
                          <a:pt x="258" y="394"/>
                        </a:cubicBezTo>
                        <a:cubicBezTo>
                          <a:pt x="365" y="394"/>
                          <a:pt x="795" y="467"/>
                          <a:pt x="1004" y="1406"/>
                        </a:cubicBezTo>
                        <a:cubicBezTo>
                          <a:pt x="1024" y="1497"/>
                          <a:pt x="1102" y="1556"/>
                          <a:pt x="1193" y="1556"/>
                        </a:cubicBezTo>
                        <a:lnTo>
                          <a:pt x="1193" y="1563"/>
                        </a:lnTo>
                        <a:cubicBezTo>
                          <a:pt x="1323" y="1563"/>
                          <a:pt x="1415" y="1445"/>
                          <a:pt x="1389" y="1321"/>
                        </a:cubicBezTo>
                        <a:cubicBezTo>
                          <a:pt x="1118" y="106"/>
                          <a:pt x="463" y="0"/>
                          <a:pt x="24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56" name="Google Shape;7056;p69"/>
                  <p:cNvSpPr/>
                  <p:nvPr/>
                </p:nvSpPr>
                <p:spPr>
                  <a:xfrm>
                    <a:off x="6311585" y="3609138"/>
                    <a:ext cx="26510" cy="46481"/>
                  </a:xfrm>
                  <a:custGeom>
                    <a:rect b="b" l="l" r="r" t="t"/>
                    <a:pathLst>
                      <a:path extrusionOk="0" h="1841" w="1050">
                        <a:moveTo>
                          <a:pt x="833" y="1"/>
                        </a:moveTo>
                        <a:cubicBezTo>
                          <a:pt x="825" y="1"/>
                          <a:pt x="817" y="1"/>
                          <a:pt x="808" y="2"/>
                        </a:cubicBezTo>
                        <a:cubicBezTo>
                          <a:pt x="548" y="48"/>
                          <a:pt x="320" y="211"/>
                          <a:pt x="183" y="439"/>
                        </a:cubicBezTo>
                        <a:cubicBezTo>
                          <a:pt x="0" y="758"/>
                          <a:pt x="20" y="1188"/>
                          <a:pt x="235" y="1716"/>
                        </a:cubicBezTo>
                        <a:cubicBezTo>
                          <a:pt x="267" y="1788"/>
                          <a:pt x="339" y="1840"/>
                          <a:pt x="417" y="1840"/>
                        </a:cubicBezTo>
                        <a:cubicBezTo>
                          <a:pt x="443" y="1840"/>
                          <a:pt x="469" y="1834"/>
                          <a:pt x="496" y="1820"/>
                        </a:cubicBezTo>
                        <a:cubicBezTo>
                          <a:pt x="593" y="1781"/>
                          <a:pt x="645" y="1664"/>
                          <a:pt x="606" y="1566"/>
                        </a:cubicBezTo>
                        <a:cubicBezTo>
                          <a:pt x="437" y="1162"/>
                          <a:pt x="411" y="836"/>
                          <a:pt x="528" y="634"/>
                        </a:cubicBezTo>
                        <a:cubicBezTo>
                          <a:pt x="600" y="504"/>
                          <a:pt x="724" y="419"/>
                          <a:pt x="867" y="387"/>
                        </a:cubicBezTo>
                        <a:cubicBezTo>
                          <a:pt x="978" y="374"/>
                          <a:pt x="1050" y="269"/>
                          <a:pt x="1030" y="165"/>
                        </a:cubicBezTo>
                        <a:cubicBezTo>
                          <a:pt x="1018" y="69"/>
                          <a:pt x="929" y="1"/>
                          <a:pt x="8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57" name="Google Shape;7057;p69"/>
                  <p:cNvSpPr/>
                  <p:nvPr/>
                </p:nvSpPr>
                <p:spPr>
                  <a:xfrm>
                    <a:off x="6310095" y="3539077"/>
                    <a:ext cx="43956" cy="39361"/>
                  </a:xfrm>
                  <a:custGeom>
                    <a:rect b="b" l="l" r="r" t="t"/>
                    <a:pathLst>
                      <a:path extrusionOk="0" h="1559" w="1741">
                        <a:moveTo>
                          <a:pt x="351" y="1"/>
                        </a:moveTo>
                        <a:cubicBezTo>
                          <a:pt x="247" y="1"/>
                          <a:pt x="180" y="17"/>
                          <a:pt x="170" y="20"/>
                        </a:cubicBezTo>
                        <a:cubicBezTo>
                          <a:pt x="66" y="46"/>
                          <a:pt x="1" y="151"/>
                          <a:pt x="27" y="255"/>
                        </a:cubicBezTo>
                        <a:cubicBezTo>
                          <a:pt x="49" y="344"/>
                          <a:pt x="128" y="404"/>
                          <a:pt x="215" y="404"/>
                        </a:cubicBezTo>
                        <a:cubicBezTo>
                          <a:pt x="230" y="404"/>
                          <a:pt x="246" y="402"/>
                          <a:pt x="261" y="398"/>
                        </a:cubicBezTo>
                        <a:cubicBezTo>
                          <a:pt x="266" y="398"/>
                          <a:pt x="292" y="394"/>
                          <a:pt x="334" y="394"/>
                        </a:cubicBezTo>
                        <a:cubicBezTo>
                          <a:pt x="521" y="394"/>
                          <a:pt x="1017" y="480"/>
                          <a:pt x="1330" y="1421"/>
                        </a:cubicBezTo>
                        <a:cubicBezTo>
                          <a:pt x="1356" y="1500"/>
                          <a:pt x="1434" y="1552"/>
                          <a:pt x="1519" y="1558"/>
                        </a:cubicBezTo>
                        <a:cubicBezTo>
                          <a:pt x="1539" y="1558"/>
                          <a:pt x="1565" y="1552"/>
                          <a:pt x="1584" y="1545"/>
                        </a:cubicBezTo>
                        <a:cubicBezTo>
                          <a:pt x="1682" y="1513"/>
                          <a:pt x="1741" y="1395"/>
                          <a:pt x="1708" y="1298"/>
                        </a:cubicBezTo>
                        <a:cubicBezTo>
                          <a:pt x="1325" y="153"/>
                          <a:pt x="668" y="1"/>
                          <a:pt x="3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58" name="Google Shape;7058;p69"/>
                  <p:cNvSpPr/>
                  <p:nvPr/>
                </p:nvSpPr>
                <p:spPr>
                  <a:xfrm>
                    <a:off x="6246092" y="4163548"/>
                    <a:ext cx="34236" cy="58448"/>
                  </a:xfrm>
                  <a:custGeom>
                    <a:rect b="b" l="l" r="r" t="t"/>
                    <a:pathLst>
                      <a:path extrusionOk="0" h="2315" w="1356">
                        <a:moveTo>
                          <a:pt x="189" y="1"/>
                        </a:moveTo>
                        <a:cubicBezTo>
                          <a:pt x="85" y="1"/>
                          <a:pt x="0" y="92"/>
                          <a:pt x="7" y="203"/>
                        </a:cubicBezTo>
                        <a:cubicBezTo>
                          <a:pt x="13" y="307"/>
                          <a:pt x="98" y="392"/>
                          <a:pt x="202" y="392"/>
                        </a:cubicBezTo>
                        <a:lnTo>
                          <a:pt x="209" y="392"/>
                        </a:lnTo>
                        <a:cubicBezTo>
                          <a:pt x="352" y="398"/>
                          <a:pt x="483" y="463"/>
                          <a:pt x="580" y="568"/>
                        </a:cubicBezTo>
                        <a:cubicBezTo>
                          <a:pt x="763" y="757"/>
                          <a:pt x="965" y="1174"/>
                          <a:pt x="913" y="2106"/>
                        </a:cubicBezTo>
                        <a:cubicBezTo>
                          <a:pt x="906" y="2217"/>
                          <a:pt x="991" y="2308"/>
                          <a:pt x="1095" y="2314"/>
                        </a:cubicBezTo>
                        <a:lnTo>
                          <a:pt x="1108" y="2314"/>
                        </a:lnTo>
                        <a:cubicBezTo>
                          <a:pt x="1213" y="2314"/>
                          <a:pt x="1297" y="2230"/>
                          <a:pt x="1304" y="2125"/>
                        </a:cubicBezTo>
                        <a:cubicBezTo>
                          <a:pt x="1356" y="1259"/>
                          <a:pt x="1199" y="633"/>
                          <a:pt x="848" y="281"/>
                        </a:cubicBezTo>
                        <a:cubicBezTo>
                          <a:pt x="678" y="98"/>
                          <a:pt x="437" y="1"/>
                          <a:pt x="18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59" name="Google Shape;7059;p69"/>
                  <p:cNvSpPr/>
                  <p:nvPr/>
                </p:nvSpPr>
                <p:spPr>
                  <a:xfrm>
                    <a:off x="6239175" y="4015497"/>
                    <a:ext cx="34261" cy="59231"/>
                  </a:xfrm>
                  <a:custGeom>
                    <a:rect b="b" l="l" r="r" t="t"/>
                    <a:pathLst>
                      <a:path extrusionOk="0" h="2346" w="1357">
                        <a:moveTo>
                          <a:pt x="283" y="1"/>
                        </a:moveTo>
                        <a:cubicBezTo>
                          <a:pt x="102" y="1"/>
                          <a:pt x="0" y="271"/>
                          <a:pt x="196" y="377"/>
                        </a:cubicBezTo>
                        <a:cubicBezTo>
                          <a:pt x="229" y="390"/>
                          <a:pt x="906" y="774"/>
                          <a:pt x="959" y="2156"/>
                        </a:cubicBezTo>
                        <a:cubicBezTo>
                          <a:pt x="965" y="2260"/>
                          <a:pt x="1050" y="2345"/>
                          <a:pt x="1154" y="2345"/>
                        </a:cubicBezTo>
                        <a:lnTo>
                          <a:pt x="1161" y="2345"/>
                        </a:lnTo>
                        <a:cubicBezTo>
                          <a:pt x="1271" y="2339"/>
                          <a:pt x="1356" y="2247"/>
                          <a:pt x="1356" y="2137"/>
                        </a:cubicBezTo>
                        <a:cubicBezTo>
                          <a:pt x="1291" y="514"/>
                          <a:pt x="418" y="44"/>
                          <a:pt x="379" y="25"/>
                        </a:cubicBezTo>
                        <a:cubicBezTo>
                          <a:pt x="345" y="8"/>
                          <a:pt x="313" y="1"/>
                          <a:pt x="2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060" name="Google Shape;7060;p69"/>
                <p:cNvSpPr/>
                <p:nvPr/>
              </p:nvSpPr>
              <p:spPr>
                <a:xfrm>
                  <a:off x="6020481" y="3084268"/>
                  <a:ext cx="321880" cy="160978"/>
                </a:xfrm>
                <a:custGeom>
                  <a:rect b="b" l="l" r="r" t="t"/>
                  <a:pathLst>
                    <a:path extrusionOk="0" h="6376" w="12749">
                      <a:moveTo>
                        <a:pt x="5795" y="0"/>
                      </a:moveTo>
                      <a:cubicBezTo>
                        <a:pt x="5039" y="0"/>
                        <a:pt x="4543" y="404"/>
                        <a:pt x="4309" y="939"/>
                      </a:cubicBezTo>
                      <a:cubicBezTo>
                        <a:pt x="4056" y="756"/>
                        <a:pt x="3755" y="658"/>
                        <a:pt x="3446" y="658"/>
                      </a:cubicBezTo>
                      <a:cubicBezTo>
                        <a:pt x="3436" y="658"/>
                        <a:pt x="3426" y="658"/>
                        <a:pt x="3416" y="658"/>
                      </a:cubicBezTo>
                      <a:cubicBezTo>
                        <a:pt x="2243" y="658"/>
                        <a:pt x="1760" y="1727"/>
                        <a:pt x="1969" y="2607"/>
                      </a:cubicBezTo>
                      <a:cubicBezTo>
                        <a:pt x="1806" y="2627"/>
                        <a:pt x="1650" y="2672"/>
                        <a:pt x="1513" y="2757"/>
                      </a:cubicBezTo>
                      <a:cubicBezTo>
                        <a:pt x="1461" y="2783"/>
                        <a:pt x="1415" y="2816"/>
                        <a:pt x="1376" y="2848"/>
                      </a:cubicBezTo>
                      <a:cubicBezTo>
                        <a:pt x="1" y="3467"/>
                        <a:pt x="235" y="5944"/>
                        <a:pt x="2054" y="5944"/>
                      </a:cubicBezTo>
                      <a:cubicBezTo>
                        <a:pt x="2065" y="5944"/>
                        <a:pt x="2075" y="5944"/>
                        <a:pt x="2086" y="5944"/>
                      </a:cubicBezTo>
                      <a:cubicBezTo>
                        <a:pt x="2401" y="5944"/>
                        <a:pt x="2708" y="5853"/>
                        <a:pt x="2966" y="5677"/>
                      </a:cubicBezTo>
                      <a:cubicBezTo>
                        <a:pt x="3255" y="6078"/>
                        <a:pt x="3718" y="6317"/>
                        <a:pt x="4206" y="6317"/>
                      </a:cubicBezTo>
                      <a:cubicBezTo>
                        <a:pt x="4225" y="6317"/>
                        <a:pt x="4244" y="6316"/>
                        <a:pt x="4263" y="6316"/>
                      </a:cubicBezTo>
                      <a:cubicBezTo>
                        <a:pt x="4824" y="6316"/>
                        <a:pt x="5254" y="6114"/>
                        <a:pt x="5554" y="5801"/>
                      </a:cubicBezTo>
                      <a:cubicBezTo>
                        <a:pt x="5841" y="6069"/>
                        <a:pt x="6221" y="6212"/>
                        <a:pt x="6616" y="6212"/>
                      </a:cubicBezTo>
                      <a:cubicBezTo>
                        <a:pt x="6624" y="6212"/>
                        <a:pt x="6633" y="6212"/>
                        <a:pt x="6642" y="6211"/>
                      </a:cubicBezTo>
                      <a:cubicBezTo>
                        <a:pt x="6654" y="6212"/>
                        <a:pt x="6665" y="6212"/>
                        <a:pt x="6677" y="6212"/>
                      </a:cubicBezTo>
                      <a:cubicBezTo>
                        <a:pt x="7011" y="6212"/>
                        <a:pt x="7343" y="6121"/>
                        <a:pt x="7626" y="5951"/>
                      </a:cubicBezTo>
                      <a:cubicBezTo>
                        <a:pt x="7822" y="6107"/>
                        <a:pt x="8043" y="6231"/>
                        <a:pt x="8291" y="6303"/>
                      </a:cubicBezTo>
                      <a:lnTo>
                        <a:pt x="8324" y="6309"/>
                      </a:lnTo>
                      <a:cubicBezTo>
                        <a:pt x="8480" y="6353"/>
                        <a:pt x="8642" y="6375"/>
                        <a:pt x="8803" y="6375"/>
                      </a:cubicBezTo>
                      <a:cubicBezTo>
                        <a:pt x="9116" y="6375"/>
                        <a:pt x="9427" y="6293"/>
                        <a:pt x="9699" y="6133"/>
                      </a:cubicBezTo>
                      <a:lnTo>
                        <a:pt x="10064" y="5853"/>
                      </a:lnTo>
                      <a:cubicBezTo>
                        <a:pt x="10207" y="5703"/>
                        <a:pt x="10331" y="5534"/>
                        <a:pt x="10416" y="5345"/>
                      </a:cubicBezTo>
                      <a:cubicBezTo>
                        <a:pt x="10596" y="5463"/>
                        <a:pt x="10812" y="5527"/>
                        <a:pt x="11030" y="5527"/>
                      </a:cubicBezTo>
                      <a:cubicBezTo>
                        <a:pt x="11040" y="5527"/>
                        <a:pt x="11051" y="5527"/>
                        <a:pt x="11061" y="5527"/>
                      </a:cubicBezTo>
                      <a:cubicBezTo>
                        <a:pt x="12612" y="5527"/>
                        <a:pt x="12749" y="3552"/>
                        <a:pt x="11478" y="3194"/>
                      </a:cubicBezTo>
                      <a:cubicBezTo>
                        <a:pt x="11543" y="2490"/>
                        <a:pt x="11120" y="1740"/>
                        <a:pt x="10214" y="1740"/>
                      </a:cubicBezTo>
                      <a:cubicBezTo>
                        <a:pt x="10044" y="1740"/>
                        <a:pt x="9875" y="1773"/>
                        <a:pt x="9712" y="1832"/>
                      </a:cubicBezTo>
                      <a:cubicBezTo>
                        <a:pt x="9679" y="971"/>
                        <a:pt x="8969" y="287"/>
                        <a:pt x="8109" y="280"/>
                      </a:cubicBezTo>
                      <a:cubicBezTo>
                        <a:pt x="7744" y="280"/>
                        <a:pt x="7392" y="404"/>
                        <a:pt x="7111" y="639"/>
                      </a:cubicBezTo>
                      <a:cubicBezTo>
                        <a:pt x="6838" y="261"/>
                        <a:pt x="6401" y="0"/>
                        <a:pt x="5795" y="0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061" name="Google Shape;7061;p69"/>
          <p:cNvGrpSpPr/>
          <p:nvPr/>
        </p:nvGrpSpPr>
        <p:grpSpPr>
          <a:xfrm>
            <a:off x="6794039" y="1544979"/>
            <a:ext cx="556884" cy="1305801"/>
            <a:chOff x="6794039" y="1544979"/>
            <a:chExt cx="556884" cy="1305801"/>
          </a:xfrm>
        </p:grpSpPr>
        <p:sp>
          <p:nvSpPr>
            <p:cNvPr id="7062" name="Google Shape;7062;p69"/>
            <p:cNvSpPr/>
            <p:nvPr/>
          </p:nvSpPr>
          <p:spPr>
            <a:xfrm>
              <a:off x="6843751" y="2801244"/>
              <a:ext cx="457459" cy="49536"/>
            </a:xfrm>
            <a:custGeom>
              <a:rect b="b" l="l" r="r" t="t"/>
              <a:pathLst>
                <a:path extrusionOk="0" h="1962" w="18119">
                  <a:moveTo>
                    <a:pt x="9059" y="0"/>
                  </a:moveTo>
                  <a:cubicBezTo>
                    <a:pt x="4061" y="0"/>
                    <a:pt x="0" y="437"/>
                    <a:pt x="0" y="978"/>
                  </a:cubicBezTo>
                  <a:cubicBezTo>
                    <a:pt x="0" y="1519"/>
                    <a:pt x="4061" y="1962"/>
                    <a:pt x="9059" y="1962"/>
                  </a:cubicBezTo>
                  <a:cubicBezTo>
                    <a:pt x="14065" y="1962"/>
                    <a:pt x="18119" y="1519"/>
                    <a:pt x="18119" y="978"/>
                  </a:cubicBezTo>
                  <a:cubicBezTo>
                    <a:pt x="18119" y="437"/>
                    <a:pt x="14065" y="0"/>
                    <a:pt x="905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63" name="Google Shape;7063;p69"/>
            <p:cNvGrpSpPr/>
            <p:nvPr/>
          </p:nvGrpSpPr>
          <p:grpSpPr>
            <a:xfrm>
              <a:off x="6794039" y="1544979"/>
              <a:ext cx="556884" cy="1272726"/>
              <a:chOff x="6794039" y="1544979"/>
              <a:chExt cx="556884" cy="1272726"/>
            </a:xfrm>
          </p:grpSpPr>
          <p:sp>
            <p:nvSpPr>
              <p:cNvPr id="7064" name="Google Shape;7064;p69"/>
              <p:cNvSpPr/>
              <p:nvPr/>
            </p:nvSpPr>
            <p:spPr>
              <a:xfrm>
                <a:off x="6887026" y="1671923"/>
                <a:ext cx="366796" cy="342129"/>
              </a:xfrm>
              <a:custGeom>
                <a:rect b="b" l="l" r="r" t="t"/>
                <a:pathLst>
                  <a:path extrusionOk="0" h="13551" w="14528">
                    <a:moveTo>
                      <a:pt x="2158" y="0"/>
                    </a:moveTo>
                    <a:cubicBezTo>
                      <a:pt x="965" y="0"/>
                      <a:pt x="0" y="965"/>
                      <a:pt x="0" y="2158"/>
                    </a:cubicBezTo>
                    <a:lnTo>
                      <a:pt x="0" y="11399"/>
                    </a:lnTo>
                    <a:cubicBezTo>
                      <a:pt x="0" y="12592"/>
                      <a:pt x="965" y="13550"/>
                      <a:pt x="2158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92"/>
                      <a:pt x="14528" y="11399"/>
                    </a:cubicBezTo>
                    <a:lnTo>
                      <a:pt x="14528" y="2158"/>
                    </a:lnTo>
                    <a:cubicBezTo>
                      <a:pt x="14528" y="965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65" name="Google Shape;7065;p69"/>
              <p:cNvGrpSpPr/>
              <p:nvPr/>
            </p:nvGrpSpPr>
            <p:grpSpPr>
              <a:xfrm>
                <a:off x="6794039" y="1545206"/>
                <a:ext cx="556884" cy="1272499"/>
                <a:chOff x="6794039" y="1545206"/>
                <a:chExt cx="556884" cy="1272499"/>
              </a:xfrm>
            </p:grpSpPr>
            <p:sp>
              <p:nvSpPr>
                <p:cNvPr id="7066" name="Google Shape;7066;p69"/>
                <p:cNvSpPr/>
                <p:nvPr/>
              </p:nvSpPr>
              <p:spPr>
                <a:xfrm>
                  <a:off x="6794039" y="1545206"/>
                  <a:ext cx="556884" cy="1272499"/>
                </a:xfrm>
                <a:custGeom>
                  <a:rect b="b" l="l" r="r" t="t"/>
                  <a:pathLst>
                    <a:path extrusionOk="0" h="50401" w="22057">
                      <a:moveTo>
                        <a:pt x="11028" y="1"/>
                      </a:moveTo>
                      <a:cubicBezTo>
                        <a:pt x="7053" y="1"/>
                        <a:pt x="3833" y="3220"/>
                        <a:pt x="3833" y="7196"/>
                      </a:cubicBezTo>
                      <a:lnTo>
                        <a:pt x="3833" y="7203"/>
                      </a:lnTo>
                      <a:cubicBezTo>
                        <a:pt x="3807" y="7203"/>
                        <a:pt x="3787" y="7196"/>
                        <a:pt x="3768" y="7196"/>
                      </a:cubicBezTo>
                      <a:cubicBezTo>
                        <a:pt x="3764" y="7196"/>
                        <a:pt x="3761" y="7196"/>
                        <a:pt x="3757" y="7196"/>
                      </a:cubicBezTo>
                      <a:cubicBezTo>
                        <a:pt x="3091" y="7196"/>
                        <a:pt x="2589" y="7806"/>
                        <a:pt x="2712" y="8461"/>
                      </a:cubicBezTo>
                      <a:cubicBezTo>
                        <a:pt x="2814" y="8976"/>
                        <a:pt x="3263" y="9319"/>
                        <a:pt x="3751" y="9319"/>
                      </a:cubicBezTo>
                      <a:cubicBezTo>
                        <a:pt x="3886" y="9319"/>
                        <a:pt x="4024" y="9293"/>
                        <a:pt x="4159" y="9236"/>
                      </a:cubicBezTo>
                      <a:cubicBezTo>
                        <a:pt x="4922" y="11537"/>
                        <a:pt x="6896" y="13362"/>
                        <a:pt x="9073" y="14079"/>
                      </a:cubicBezTo>
                      <a:lnTo>
                        <a:pt x="9073" y="16125"/>
                      </a:lnTo>
                      <a:lnTo>
                        <a:pt x="6864" y="16125"/>
                      </a:lnTo>
                      <a:cubicBezTo>
                        <a:pt x="6864" y="16125"/>
                        <a:pt x="6857" y="16171"/>
                        <a:pt x="6838" y="16177"/>
                      </a:cubicBezTo>
                      <a:cubicBezTo>
                        <a:pt x="6258" y="16177"/>
                        <a:pt x="5743" y="16555"/>
                        <a:pt x="5560" y="17109"/>
                      </a:cubicBezTo>
                      <a:lnTo>
                        <a:pt x="229" y="32862"/>
                      </a:lnTo>
                      <a:cubicBezTo>
                        <a:pt x="1" y="33553"/>
                        <a:pt x="372" y="34309"/>
                        <a:pt x="1070" y="34544"/>
                      </a:cubicBezTo>
                      <a:cubicBezTo>
                        <a:pt x="1209" y="34589"/>
                        <a:pt x="1350" y="34611"/>
                        <a:pt x="1488" y="34611"/>
                      </a:cubicBezTo>
                      <a:cubicBezTo>
                        <a:pt x="2045" y="34611"/>
                        <a:pt x="2563" y="34261"/>
                        <a:pt x="2751" y="33703"/>
                      </a:cubicBezTo>
                      <a:lnTo>
                        <a:pt x="2927" y="33188"/>
                      </a:lnTo>
                      <a:lnTo>
                        <a:pt x="3507" y="33436"/>
                      </a:lnTo>
                      <a:cubicBezTo>
                        <a:pt x="3507" y="33436"/>
                        <a:pt x="4009" y="32419"/>
                        <a:pt x="3468" y="31578"/>
                      </a:cubicBezTo>
                      <a:lnTo>
                        <a:pt x="6733" y="21919"/>
                      </a:lnTo>
                      <a:lnTo>
                        <a:pt x="6733" y="21919"/>
                      </a:lnTo>
                      <a:cubicBezTo>
                        <a:pt x="6733" y="27707"/>
                        <a:pt x="5951" y="29173"/>
                        <a:pt x="5951" y="32367"/>
                      </a:cubicBezTo>
                      <a:cubicBezTo>
                        <a:pt x="5951" y="35560"/>
                        <a:pt x="7861" y="48498"/>
                        <a:pt x="7861" y="48498"/>
                      </a:cubicBezTo>
                      <a:lnTo>
                        <a:pt x="5554" y="50401"/>
                      </a:lnTo>
                      <a:lnTo>
                        <a:pt x="10012" y="50401"/>
                      </a:lnTo>
                      <a:lnTo>
                        <a:pt x="10761" y="31630"/>
                      </a:lnTo>
                      <a:lnTo>
                        <a:pt x="11139" y="31630"/>
                      </a:lnTo>
                      <a:lnTo>
                        <a:pt x="11889" y="50401"/>
                      </a:lnTo>
                      <a:lnTo>
                        <a:pt x="16353" y="50401"/>
                      </a:lnTo>
                      <a:lnTo>
                        <a:pt x="14046" y="48498"/>
                      </a:lnTo>
                      <a:cubicBezTo>
                        <a:pt x="14046" y="48498"/>
                        <a:pt x="15949" y="34172"/>
                        <a:pt x="15949" y="31591"/>
                      </a:cubicBezTo>
                      <a:cubicBezTo>
                        <a:pt x="15949" y="29004"/>
                        <a:pt x="15291" y="27681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78"/>
                      </a:lnTo>
                      <a:cubicBezTo>
                        <a:pt x="18048" y="32412"/>
                        <a:pt x="18556" y="33423"/>
                        <a:pt x="18556" y="33423"/>
                      </a:cubicBezTo>
                      <a:lnTo>
                        <a:pt x="19136" y="33181"/>
                      </a:lnTo>
                      <a:lnTo>
                        <a:pt x="19312" y="33703"/>
                      </a:lnTo>
                      <a:cubicBezTo>
                        <a:pt x="19495" y="34261"/>
                        <a:pt x="20012" y="34611"/>
                        <a:pt x="20569" y="34611"/>
                      </a:cubicBezTo>
                      <a:cubicBezTo>
                        <a:pt x="20707" y="34611"/>
                        <a:pt x="20848" y="34589"/>
                        <a:pt x="20987" y="34544"/>
                      </a:cubicBezTo>
                      <a:cubicBezTo>
                        <a:pt x="21685" y="34316"/>
                        <a:pt x="22056" y="33566"/>
                        <a:pt x="21828" y="32869"/>
                      </a:cubicBezTo>
                      <a:lnTo>
                        <a:pt x="16497" y="17122"/>
                      </a:lnTo>
                      <a:cubicBezTo>
                        <a:pt x="16334" y="16607"/>
                        <a:pt x="15878" y="16236"/>
                        <a:pt x="15337" y="16184"/>
                      </a:cubicBezTo>
                      <a:cubicBezTo>
                        <a:pt x="15317" y="16171"/>
                        <a:pt x="15304" y="16125"/>
                        <a:pt x="15304" y="16125"/>
                      </a:cubicBezTo>
                      <a:lnTo>
                        <a:pt x="12827" y="16125"/>
                      </a:lnTo>
                      <a:lnTo>
                        <a:pt x="12827" y="14124"/>
                      </a:lnTo>
                      <a:cubicBezTo>
                        <a:pt x="15050" y="13453"/>
                        <a:pt x="17096" y="11615"/>
                        <a:pt x="17885" y="9275"/>
                      </a:cubicBezTo>
                      <a:cubicBezTo>
                        <a:pt x="17970" y="9301"/>
                        <a:pt x="18054" y="9308"/>
                        <a:pt x="18139" y="9308"/>
                      </a:cubicBezTo>
                      <a:cubicBezTo>
                        <a:pt x="18143" y="9308"/>
                        <a:pt x="18147" y="9308"/>
                        <a:pt x="18151" y="9308"/>
                      </a:cubicBezTo>
                      <a:cubicBezTo>
                        <a:pt x="18713" y="9308"/>
                        <a:pt x="19169" y="8861"/>
                        <a:pt x="19195" y="8304"/>
                      </a:cubicBezTo>
                      <a:cubicBezTo>
                        <a:pt x="19215" y="7744"/>
                        <a:pt x="18791" y="7255"/>
                        <a:pt x="18230" y="7209"/>
                      </a:cubicBezTo>
                      <a:lnTo>
                        <a:pt x="18230" y="7196"/>
                      </a:lnTo>
                      <a:cubicBezTo>
                        <a:pt x="18230" y="3220"/>
                        <a:pt x="15011" y="1"/>
                        <a:pt x="1102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067" name="Google Shape;7067;p69"/>
                <p:cNvGrpSpPr/>
                <p:nvPr/>
              </p:nvGrpSpPr>
              <p:grpSpPr>
                <a:xfrm>
                  <a:off x="6812697" y="1636703"/>
                  <a:ext cx="515453" cy="1170626"/>
                  <a:chOff x="6812697" y="1636703"/>
                  <a:chExt cx="515453" cy="1170626"/>
                </a:xfrm>
              </p:grpSpPr>
              <p:sp>
                <p:nvSpPr>
                  <p:cNvPr id="7068" name="Google Shape;7068;p69"/>
                  <p:cNvSpPr/>
                  <p:nvPr/>
                </p:nvSpPr>
                <p:spPr>
                  <a:xfrm>
                    <a:off x="6985920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69" name="Google Shape;7069;p69"/>
                  <p:cNvSpPr/>
                  <p:nvPr/>
                </p:nvSpPr>
                <p:spPr>
                  <a:xfrm>
                    <a:off x="6963525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4" y="0"/>
                          <a:pt x="1" y="763"/>
                          <a:pt x="444" y="1213"/>
                        </a:cubicBezTo>
                        <a:cubicBezTo>
                          <a:pt x="587" y="1356"/>
                          <a:pt x="764" y="1420"/>
                          <a:pt x="937" y="1420"/>
                        </a:cubicBezTo>
                        <a:cubicBezTo>
                          <a:pt x="1301" y="1420"/>
                          <a:pt x="1650" y="1139"/>
                          <a:pt x="1650" y="711"/>
                        </a:cubicBezTo>
                        <a:cubicBezTo>
                          <a:pt x="1650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70" name="Google Shape;7070;p69"/>
                  <p:cNvSpPr/>
                  <p:nvPr/>
                </p:nvSpPr>
                <p:spPr>
                  <a:xfrm>
                    <a:off x="6988218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3" y="0"/>
                          <a:pt x="0" y="763"/>
                          <a:pt x="444" y="1213"/>
                        </a:cubicBezTo>
                        <a:cubicBezTo>
                          <a:pt x="589" y="1356"/>
                          <a:pt x="766" y="1420"/>
                          <a:pt x="940" y="1420"/>
                        </a:cubicBezTo>
                        <a:cubicBezTo>
                          <a:pt x="1303" y="1420"/>
                          <a:pt x="1649" y="1139"/>
                          <a:pt x="1649" y="711"/>
                        </a:cubicBezTo>
                        <a:cubicBezTo>
                          <a:pt x="1649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71" name="Google Shape;7071;p69"/>
                  <p:cNvSpPr/>
                  <p:nvPr/>
                </p:nvSpPr>
                <p:spPr>
                  <a:xfrm>
                    <a:off x="6963525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4" y="1"/>
                          <a:pt x="1" y="757"/>
                          <a:pt x="444" y="1206"/>
                        </a:cubicBezTo>
                        <a:cubicBezTo>
                          <a:pt x="587" y="1350"/>
                          <a:pt x="764" y="1414"/>
                          <a:pt x="937" y="1414"/>
                        </a:cubicBezTo>
                        <a:cubicBezTo>
                          <a:pt x="1301" y="1414"/>
                          <a:pt x="1650" y="1132"/>
                          <a:pt x="1650" y="705"/>
                        </a:cubicBezTo>
                        <a:cubicBezTo>
                          <a:pt x="1650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72" name="Google Shape;7072;p69"/>
                  <p:cNvSpPr/>
                  <p:nvPr/>
                </p:nvSpPr>
                <p:spPr>
                  <a:xfrm>
                    <a:off x="6988218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3" y="1"/>
                          <a:pt x="0" y="757"/>
                          <a:pt x="444" y="1206"/>
                        </a:cubicBezTo>
                        <a:cubicBezTo>
                          <a:pt x="589" y="1350"/>
                          <a:pt x="766" y="1414"/>
                          <a:pt x="940" y="1414"/>
                        </a:cubicBezTo>
                        <a:cubicBezTo>
                          <a:pt x="1303" y="1414"/>
                          <a:pt x="1649" y="1132"/>
                          <a:pt x="1649" y="705"/>
                        </a:cubicBezTo>
                        <a:cubicBezTo>
                          <a:pt x="1649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73" name="Google Shape;7073;p69"/>
                  <p:cNvSpPr/>
                  <p:nvPr/>
                </p:nvSpPr>
                <p:spPr>
                  <a:xfrm>
                    <a:off x="7001876" y="2594214"/>
                    <a:ext cx="30625" cy="104525"/>
                  </a:xfrm>
                  <a:custGeom>
                    <a:rect b="b" l="l" r="r" t="t"/>
                    <a:pathLst>
                      <a:path extrusionOk="0" h="4140" w="1213">
                        <a:moveTo>
                          <a:pt x="815" y="1"/>
                        </a:moveTo>
                        <a:lnTo>
                          <a:pt x="0" y="79"/>
                        </a:lnTo>
                        <a:lnTo>
                          <a:pt x="398" y="4140"/>
                        </a:lnTo>
                        <a:lnTo>
                          <a:pt x="1213" y="4061"/>
                        </a:lnTo>
                        <a:lnTo>
                          <a:pt x="815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74" name="Google Shape;7074;p69"/>
                  <p:cNvSpPr/>
                  <p:nvPr/>
                </p:nvSpPr>
                <p:spPr>
                  <a:xfrm>
                    <a:off x="6979987" y="2577349"/>
                    <a:ext cx="38124" cy="31938"/>
                  </a:xfrm>
                  <a:custGeom>
                    <a:rect b="b" l="l" r="r" t="t"/>
                    <a:pathLst>
                      <a:path extrusionOk="0" h="1265" w="1510">
                        <a:moveTo>
                          <a:pt x="848" y="0"/>
                        </a:moveTo>
                        <a:cubicBezTo>
                          <a:pt x="824" y="0"/>
                          <a:pt x="800" y="2"/>
                          <a:pt x="776" y="4"/>
                        </a:cubicBezTo>
                        <a:cubicBezTo>
                          <a:pt x="216" y="56"/>
                          <a:pt x="1" y="760"/>
                          <a:pt x="437" y="1119"/>
                        </a:cubicBezTo>
                        <a:cubicBezTo>
                          <a:pt x="559" y="1220"/>
                          <a:pt x="698" y="1265"/>
                          <a:pt x="835" y="1265"/>
                        </a:cubicBezTo>
                        <a:cubicBezTo>
                          <a:pt x="1182" y="1265"/>
                          <a:pt x="1509" y="973"/>
                          <a:pt x="1467" y="571"/>
                        </a:cubicBezTo>
                        <a:cubicBezTo>
                          <a:pt x="1437" y="243"/>
                          <a:pt x="1169" y="0"/>
                          <a:pt x="8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75" name="Google Shape;7075;p69"/>
                  <p:cNvSpPr/>
                  <p:nvPr/>
                </p:nvSpPr>
                <p:spPr>
                  <a:xfrm>
                    <a:off x="7002028" y="2575077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837" y="0"/>
                        </a:moveTo>
                        <a:cubicBezTo>
                          <a:pt x="817" y="0"/>
                          <a:pt x="797" y="1"/>
                          <a:pt x="777" y="3"/>
                        </a:cubicBezTo>
                        <a:cubicBezTo>
                          <a:pt x="216" y="62"/>
                          <a:pt x="1" y="766"/>
                          <a:pt x="438" y="1124"/>
                        </a:cubicBezTo>
                        <a:cubicBezTo>
                          <a:pt x="559" y="1225"/>
                          <a:pt x="699" y="1270"/>
                          <a:pt x="835" y="1270"/>
                        </a:cubicBezTo>
                        <a:cubicBezTo>
                          <a:pt x="1182" y="1270"/>
                          <a:pt x="1510" y="979"/>
                          <a:pt x="1467" y="576"/>
                        </a:cubicBezTo>
                        <a:cubicBezTo>
                          <a:pt x="1437" y="245"/>
                          <a:pt x="1163" y="0"/>
                          <a:pt x="8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76" name="Google Shape;7076;p69"/>
                  <p:cNvSpPr/>
                  <p:nvPr/>
                </p:nvSpPr>
                <p:spPr>
                  <a:xfrm>
                    <a:off x="6989859" y="2680182"/>
                    <a:ext cx="38174" cy="31963"/>
                  </a:xfrm>
                  <a:custGeom>
                    <a:rect b="b" l="l" r="r" t="t"/>
                    <a:pathLst>
                      <a:path extrusionOk="0" h="1266" w="1512">
                        <a:moveTo>
                          <a:pt x="852" y="1"/>
                        </a:moveTo>
                        <a:cubicBezTo>
                          <a:pt x="829" y="1"/>
                          <a:pt x="806" y="2"/>
                          <a:pt x="783" y="5"/>
                        </a:cubicBezTo>
                        <a:cubicBezTo>
                          <a:pt x="222" y="57"/>
                          <a:pt x="1" y="761"/>
                          <a:pt x="437" y="1119"/>
                        </a:cubicBezTo>
                        <a:cubicBezTo>
                          <a:pt x="561" y="1220"/>
                          <a:pt x="701" y="1265"/>
                          <a:pt x="838" y="1265"/>
                        </a:cubicBezTo>
                        <a:cubicBezTo>
                          <a:pt x="1186" y="1265"/>
                          <a:pt x="1511" y="974"/>
                          <a:pt x="1474" y="572"/>
                        </a:cubicBezTo>
                        <a:cubicBezTo>
                          <a:pt x="1443" y="249"/>
                          <a:pt x="1169" y="1"/>
                          <a:pt x="85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77" name="Google Shape;7077;p69"/>
                  <p:cNvSpPr/>
                  <p:nvPr/>
                </p:nvSpPr>
                <p:spPr>
                  <a:xfrm>
                    <a:off x="7012076" y="2678086"/>
                    <a:ext cx="37997" cy="32090"/>
                  </a:xfrm>
                  <a:custGeom>
                    <a:rect b="b" l="l" r="r" t="t"/>
                    <a:pathLst>
                      <a:path extrusionOk="0" h="1271" w="1505">
                        <a:moveTo>
                          <a:pt x="836" y="0"/>
                        </a:moveTo>
                        <a:cubicBezTo>
                          <a:pt x="816" y="0"/>
                          <a:pt x="796" y="1"/>
                          <a:pt x="776" y="3"/>
                        </a:cubicBezTo>
                        <a:cubicBezTo>
                          <a:pt x="216" y="55"/>
                          <a:pt x="1" y="765"/>
                          <a:pt x="431" y="1124"/>
                        </a:cubicBezTo>
                        <a:cubicBezTo>
                          <a:pt x="554" y="1225"/>
                          <a:pt x="694" y="1270"/>
                          <a:pt x="831" y="1270"/>
                        </a:cubicBezTo>
                        <a:cubicBezTo>
                          <a:pt x="1179" y="1270"/>
                          <a:pt x="1504" y="979"/>
                          <a:pt x="1467" y="576"/>
                        </a:cubicBezTo>
                        <a:cubicBezTo>
                          <a:pt x="1436" y="245"/>
                          <a:pt x="1157" y="0"/>
                          <a:pt x="83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78" name="Google Shape;7078;p69"/>
                  <p:cNvSpPr/>
                  <p:nvPr/>
                </p:nvSpPr>
                <p:spPr>
                  <a:xfrm>
                    <a:off x="6850316" y="2178085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1317" y="0"/>
                        </a:moveTo>
                        <a:lnTo>
                          <a:pt x="1" y="4035"/>
                        </a:lnTo>
                        <a:lnTo>
                          <a:pt x="894" y="4328"/>
                        </a:lnTo>
                        <a:lnTo>
                          <a:pt x="2217" y="287"/>
                        </a:lnTo>
                        <a:lnTo>
                          <a:pt x="131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79" name="Google Shape;7079;p69"/>
                  <p:cNvSpPr/>
                  <p:nvPr/>
                </p:nvSpPr>
                <p:spPr>
                  <a:xfrm>
                    <a:off x="6864858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0"/>
                        </a:moveTo>
                        <a:cubicBezTo>
                          <a:pt x="361" y="0"/>
                          <a:pt x="1" y="516"/>
                          <a:pt x="239" y="987"/>
                        </a:cubicBezTo>
                        <a:cubicBezTo>
                          <a:pt x="367" y="1242"/>
                          <a:pt x="607" y="1364"/>
                          <a:pt x="847" y="1364"/>
                        </a:cubicBezTo>
                        <a:cubicBezTo>
                          <a:pt x="1122" y="1364"/>
                          <a:pt x="1396" y="1203"/>
                          <a:pt x="1497" y="896"/>
                        </a:cubicBezTo>
                        <a:cubicBezTo>
                          <a:pt x="1615" y="538"/>
                          <a:pt x="1419" y="147"/>
                          <a:pt x="1061" y="36"/>
                        </a:cubicBezTo>
                        <a:cubicBezTo>
                          <a:pt x="986" y="12"/>
                          <a:pt x="912" y="0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80" name="Google Shape;7080;p69"/>
                  <p:cNvSpPr/>
                  <p:nvPr/>
                </p:nvSpPr>
                <p:spPr>
                  <a:xfrm>
                    <a:off x="6887581" y="2163517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1"/>
                        </a:moveTo>
                        <a:cubicBezTo>
                          <a:pt x="361" y="1"/>
                          <a:pt x="0" y="516"/>
                          <a:pt x="239" y="988"/>
                        </a:cubicBezTo>
                        <a:cubicBezTo>
                          <a:pt x="366" y="1242"/>
                          <a:pt x="606" y="1365"/>
                          <a:pt x="846" y="1365"/>
                        </a:cubicBezTo>
                        <a:cubicBezTo>
                          <a:pt x="1121" y="1365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54"/>
                          <a:pt x="1060" y="36"/>
                        </a:cubicBezTo>
                        <a:cubicBezTo>
                          <a:pt x="985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81" name="Google Shape;7081;p69"/>
                  <p:cNvSpPr/>
                  <p:nvPr/>
                </p:nvSpPr>
                <p:spPr>
                  <a:xfrm>
                    <a:off x="6830471" y="2261755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39" y="1"/>
                        </a:moveTo>
                        <a:cubicBezTo>
                          <a:pt x="362" y="1"/>
                          <a:pt x="0" y="522"/>
                          <a:pt x="239" y="994"/>
                        </a:cubicBezTo>
                        <a:cubicBezTo>
                          <a:pt x="367" y="1246"/>
                          <a:pt x="605" y="1368"/>
                          <a:pt x="843" y="1368"/>
                        </a:cubicBezTo>
                        <a:cubicBezTo>
                          <a:pt x="1117" y="1368"/>
                          <a:pt x="1390" y="1207"/>
                          <a:pt x="1491" y="896"/>
                        </a:cubicBezTo>
                        <a:cubicBezTo>
                          <a:pt x="1614" y="538"/>
                          <a:pt x="1412" y="153"/>
                          <a:pt x="1054" y="36"/>
                        </a:cubicBezTo>
                        <a:cubicBezTo>
                          <a:pt x="981" y="12"/>
                          <a:pt x="908" y="1"/>
                          <a:pt x="83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82" name="Google Shape;7082;p69"/>
                  <p:cNvSpPr/>
                  <p:nvPr/>
                </p:nvSpPr>
                <p:spPr>
                  <a:xfrm>
                    <a:off x="6853017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2" y="0"/>
                          <a:pt x="0" y="522"/>
                          <a:pt x="239" y="994"/>
                        </a:cubicBezTo>
                        <a:cubicBezTo>
                          <a:pt x="367" y="1245"/>
                          <a:pt x="607" y="1367"/>
                          <a:pt x="846" y="1367"/>
                        </a:cubicBezTo>
                        <a:cubicBezTo>
                          <a:pt x="1122" y="1367"/>
                          <a:pt x="1396" y="1206"/>
                          <a:pt x="1497" y="896"/>
                        </a:cubicBezTo>
                        <a:cubicBezTo>
                          <a:pt x="1614" y="537"/>
                          <a:pt x="1419" y="153"/>
                          <a:pt x="1060" y="35"/>
                        </a:cubicBezTo>
                        <a:cubicBezTo>
                          <a:pt x="986" y="11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83" name="Google Shape;7083;p69"/>
                  <p:cNvSpPr/>
                  <p:nvPr/>
                </p:nvSpPr>
                <p:spPr>
                  <a:xfrm>
                    <a:off x="6907905" y="2021424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1324" y="0"/>
                        </a:moveTo>
                        <a:lnTo>
                          <a:pt x="1" y="4041"/>
                        </a:lnTo>
                        <a:lnTo>
                          <a:pt x="900" y="4335"/>
                        </a:lnTo>
                        <a:lnTo>
                          <a:pt x="2217" y="294"/>
                        </a:lnTo>
                        <a:lnTo>
                          <a:pt x="1324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84" name="Google Shape;7084;p69"/>
                  <p:cNvSpPr/>
                  <p:nvPr/>
                </p:nvSpPr>
                <p:spPr>
                  <a:xfrm>
                    <a:off x="6922625" y="1999459"/>
                    <a:ext cx="40775" cy="34387"/>
                  </a:xfrm>
                  <a:custGeom>
                    <a:rect b="b" l="l" r="r" t="t"/>
                    <a:pathLst>
                      <a:path extrusionOk="0" h="1362" w="1615">
                        <a:moveTo>
                          <a:pt x="841" y="1"/>
                        </a:moveTo>
                        <a:cubicBezTo>
                          <a:pt x="361" y="1"/>
                          <a:pt x="1" y="516"/>
                          <a:pt x="239" y="988"/>
                        </a:cubicBezTo>
                        <a:cubicBezTo>
                          <a:pt x="367" y="1240"/>
                          <a:pt x="608" y="1362"/>
                          <a:pt x="848" y="1362"/>
                        </a:cubicBezTo>
                        <a:cubicBezTo>
                          <a:pt x="1123" y="1362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47"/>
                          <a:pt x="1060" y="36"/>
                        </a:cubicBezTo>
                        <a:cubicBezTo>
                          <a:pt x="986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85" name="Google Shape;7085;p69"/>
                  <p:cNvSpPr/>
                  <p:nvPr/>
                </p:nvSpPr>
                <p:spPr>
                  <a:xfrm>
                    <a:off x="6945196" y="2006882"/>
                    <a:ext cx="40749" cy="34463"/>
                  </a:xfrm>
                  <a:custGeom>
                    <a:rect b="b" l="l" r="r" t="t"/>
                    <a:pathLst>
                      <a:path extrusionOk="0" h="1365" w="1614">
                        <a:moveTo>
                          <a:pt x="844" y="0"/>
                        </a:moveTo>
                        <a:cubicBezTo>
                          <a:pt x="366" y="0"/>
                          <a:pt x="0" y="522"/>
                          <a:pt x="245" y="994"/>
                        </a:cubicBezTo>
                        <a:cubicBezTo>
                          <a:pt x="371" y="1244"/>
                          <a:pt x="609" y="1365"/>
                          <a:pt x="846" y="1365"/>
                        </a:cubicBezTo>
                        <a:cubicBezTo>
                          <a:pt x="1121" y="1365"/>
                          <a:pt x="1395" y="1204"/>
                          <a:pt x="1496" y="896"/>
                        </a:cubicBezTo>
                        <a:cubicBezTo>
                          <a:pt x="1613" y="537"/>
                          <a:pt x="1418" y="153"/>
                          <a:pt x="1059" y="36"/>
                        </a:cubicBezTo>
                        <a:cubicBezTo>
                          <a:pt x="986" y="11"/>
                          <a:pt x="914" y="0"/>
                          <a:pt x="8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86" name="Google Shape;7086;p69"/>
                  <p:cNvSpPr/>
                  <p:nvPr/>
                </p:nvSpPr>
                <p:spPr>
                  <a:xfrm>
                    <a:off x="6888061" y="2105271"/>
                    <a:ext cx="40775" cy="34488"/>
                  </a:xfrm>
                  <a:custGeom>
                    <a:rect b="b" l="l" r="r" t="t"/>
                    <a:pathLst>
                      <a:path extrusionOk="0" h="1366" w="1615">
                        <a:moveTo>
                          <a:pt x="842" y="0"/>
                        </a:moveTo>
                        <a:cubicBezTo>
                          <a:pt x="361" y="0"/>
                          <a:pt x="1" y="517"/>
                          <a:pt x="239" y="994"/>
                        </a:cubicBezTo>
                        <a:cubicBezTo>
                          <a:pt x="366" y="1245"/>
                          <a:pt x="605" y="1365"/>
                          <a:pt x="844" y="1365"/>
                        </a:cubicBezTo>
                        <a:cubicBezTo>
                          <a:pt x="1120" y="1365"/>
                          <a:pt x="1396" y="1204"/>
                          <a:pt x="1497" y="896"/>
                        </a:cubicBezTo>
                        <a:cubicBezTo>
                          <a:pt x="1615" y="538"/>
                          <a:pt x="1419" y="153"/>
                          <a:pt x="1061" y="36"/>
                        </a:cubicBezTo>
                        <a:cubicBezTo>
                          <a:pt x="986" y="12"/>
                          <a:pt x="912" y="0"/>
                          <a:pt x="8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87" name="Google Shape;7087;p69"/>
                  <p:cNvSpPr/>
                  <p:nvPr/>
                </p:nvSpPr>
                <p:spPr>
                  <a:xfrm>
                    <a:off x="6910783" y="2112517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1" y="0"/>
                          <a:pt x="0" y="522"/>
                          <a:pt x="239" y="994"/>
                        </a:cubicBezTo>
                        <a:cubicBezTo>
                          <a:pt x="366" y="1246"/>
                          <a:pt x="606" y="1367"/>
                          <a:pt x="846" y="1367"/>
                        </a:cubicBezTo>
                        <a:cubicBezTo>
                          <a:pt x="1121" y="1367"/>
                          <a:pt x="1396" y="1206"/>
                          <a:pt x="1497" y="896"/>
                        </a:cubicBezTo>
                        <a:cubicBezTo>
                          <a:pt x="1614" y="538"/>
                          <a:pt x="1419" y="153"/>
                          <a:pt x="1060" y="36"/>
                        </a:cubicBezTo>
                        <a:cubicBezTo>
                          <a:pt x="986" y="12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88" name="Google Shape;7088;p69"/>
                  <p:cNvSpPr/>
                  <p:nvPr/>
                </p:nvSpPr>
                <p:spPr>
                  <a:xfrm>
                    <a:off x="6957113" y="1968758"/>
                    <a:ext cx="226622" cy="24717"/>
                  </a:xfrm>
                  <a:custGeom>
                    <a:rect b="b" l="l" r="r" t="t"/>
                    <a:pathLst>
                      <a:path extrusionOk="0" h="979" w="8976">
                        <a:moveTo>
                          <a:pt x="450" y="1"/>
                        </a:moveTo>
                        <a:cubicBezTo>
                          <a:pt x="203" y="1"/>
                          <a:pt x="1" y="196"/>
                          <a:pt x="1" y="451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9"/>
                          <a:pt x="450" y="979"/>
                        </a:cubicBezTo>
                        <a:lnTo>
                          <a:pt x="8532" y="979"/>
                        </a:lnTo>
                        <a:cubicBezTo>
                          <a:pt x="8780" y="979"/>
                          <a:pt x="8975" y="776"/>
                          <a:pt x="8975" y="529"/>
                        </a:cubicBezTo>
                        <a:lnTo>
                          <a:pt x="8975" y="451"/>
                        </a:lnTo>
                        <a:cubicBezTo>
                          <a:pt x="8975" y="196"/>
                          <a:pt x="8780" y="1"/>
                          <a:pt x="853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89" name="Google Shape;7089;p69"/>
                  <p:cNvSpPr/>
                  <p:nvPr/>
                </p:nvSpPr>
                <p:spPr>
                  <a:xfrm>
                    <a:off x="7039546" y="192745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1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9"/>
                          <a:pt x="451" y="979"/>
                        </a:cubicBezTo>
                        <a:lnTo>
                          <a:pt x="2002" y="979"/>
                        </a:lnTo>
                        <a:cubicBezTo>
                          <a:pt x="2250" y="979"/>
                          <a:pt x="2452" y="783"/>
                          <a:pt x="2452" y="535"/>
                        </a:cubicBezTo>
                        <a:lnTo>
                          <a:pt x="2452" y="451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90" name="Google Shape;7090;p69"/>
                  <p:cNvSpPr/>
                  <p:nvPr/>
                </p:nvSpPr>
                <p:spPr>
                  <a:xfrm>
                    <a:off x="7039546" y="2257236"/>
                    <a:ext cx="61907" cy="24692"/>
                  </a:xfrm>
                  <a:custGeom>
                    <a:rect b="b" l="l" r="r" t="t"/>
                    <a:pathLst>
                      <a:path extrusionOk="0" h="978" w="2452">
                        <a:moveTo>
                          <a:pt x="451" y="0"/>
                        </a:moveTo>
                        <a:cubicBezTo>
                          <a:pt x="203" y="0"/>
                          <a:pt x="1" y="202"/>
                          <a:pt x="1" y="450"/>
                        </a:cubicBezTo>
                        <a:lnTo>
                          <a:pt x="1" y="528"/>
                        </a:lnTo>
                        <a:cubicBezTo>
                          <a:pt x="1" y="782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2"/>
                          <a:pt x="2452" y="528"/>
                        </a:cubicBezTo>
                        <a:lnTo>
                          <a:pt x="2452" y="450"/>
                        </a:lnTo>
                        <a:cubicBezTo>
                          <a:pt x="2452" y="202"/>
                          <a:pt x="2250" y="0"/>
                          <a:pt x="200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91" name="Google Shape;7091;p69"/>
                  <p:cNvSpPr/>
                  <p:nvPr/>
                </p:nvSpPr>
                <p:spPr>
                  <a:xfrm>
                    <a:off x="7039546" y="2216082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196"/>
                          <a:pt x="1" y="444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76"/>
                          <a:pt x="2452" y="529"/>
                        </a:cubicBezTo>
                        <a:lnTo>
                          <a:pt x="2452" y="444"/>
                        </a:lnTo>
                        <a:cubicBezTo>
                          <a:pt x="2452" y="196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92" name="Google Shape;7092;p69"/>
                  <p:cNvSpPr/>
                  <p:nvPr/>
                </p:nvSpPr>
                <p:spPr>
                  <a:xfrm>
                    <a:off x="7039546" y="217889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0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3"/>
                          <a:pt x="2452" y="535"/>
                        </a:cubicBezTo>
                        <a:lnTo>
                          <a:pt x="2452" y="450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93" name="Google Shape;7093;p69"/>
                  <p:cNvSpPr/>
                  <p:nvPr/>
                </p:nvSpPr>
                <p:spPr>
                  <a:xfrm>
                    <a:off x="7051892" y="1972873"/>
                    <a:ext cx="32948" cy="185493"/>
                  </a:xfrm>
                  <a:custGeom>
                    <a:rect b="b" l="l" r="r" t="t"/>
                    <a:pathLst>
                      <a:path extrusionOk="0" h="7347" w="1305">
                        <a:moveTo>
                          <a:pt x="653" y="1"/>
                        </a:moveTo>
                        <a:cubicBezTo>
                          <a:pt x="294" y="1"/>
                          <a:pt x="1" y="294"/>
                          <a:pt x="1" y="653"/>
                        </a:cubicBezTo>
                        <a:lnTo>
                          <a:pt x="1" y="6694"/>
                        </a:lnTo>
                        <a:cubicBezTo>
                          <a:pt x="1" y="7053"/>
                          <a:pt x="294" y="7346"/>
                          <a:pt x="653" y="7346"/>
                        </a:cubicBezTo>
                        <a:cubicBezTo>
                          <a:pt x="1011" y="7346"/>
                          <a:pt x="1304" y="7053"/>
                          <a:pt x="1304" y="6694"/>
                        </a:cubicBezTo>
                        <a:lnTo>
                          <a:pt x="1304" y="653"/>
                        </a:lnTo>
                        <a:cubicBezTo>
                          <a:pt x="1304" y="294"/>
                          <a:pt x="1011" y="1"/>
                          <a:pt x="65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94" name="Google Shape;7094;p69"/>
                  <p:cNvSpPr/>
                  <p:nvPr/>
                </p:nvSpPr>
                <p:spPr>
                  <a:xfrm>
                    <a:off x="7058810" y="2022661"/>
                    <a:ext cx="95461" cy="38124"/>
                  </a:xfrm>
                  <a:custGeom>
                    <a:rect b="b" l="l" r="r" t="t"/>
                    <a:pathLst>
                      <a:path extrusionOk="0" h="1510" w="3781">
                        <a:moveTo>
                          <a:pt x="636" y="1"/>
                        </a:moveTo>
                        <a:cubicBezTo>
                          <a:pt x="417" y="1"/>
                          <a:pt x="213" y="131"/>
                          <a:pt x="124" y="343"/>
                        </a:cubicBezTo>
                        <a:cubicBezTo>
                          <a:pt x="1" y="623"/>
                          <a:pt x="124" y="949"/>
                          <a:pt x="398" y="1072"/>
                        </a:cubicBezTo>
                        <a:cubicBezTo>
                          <a:pt x="913" y="1294"/>
                          <a:pt x="1591" y="1509"/>
                          <a:pt x="2308" y="1509"/>
                        </a:cubicBezTo>
                        <a:cubicBezTo>
                          <a:pt x="2660" y="1509"/>
                          <a:pt x="3012" y="1451"/>
                          <a:pt x="3351" y="1340"/>
                        </a:cubicBezTo>
                        <a:cubicBezTo>
                          <a:pt x="3637" y="1229"/>
                          <a:pt x="3781" y="910"/>
                          <a:pt x="3683" y="623"/>
                        </a:cubicBezTo>
                        <a:cubicBezTo>
                          <a:pt x="3599" y="391"/>
                          <a:pt x="3379" y="245"/>
                          <a:pt x="3143" y="245"/>
                        </a:cubicBezTo>
                        <a:cubicBezTo>
                          <a:pt x="3087" y="245"/>
                          <a:pt x="3029" y="253"/>
                          <a:pt x="2973" y="271"/>
                        </a:cubicBezTo>
                        <a:cubicBezTo>
                          <a:pt x="2755" y="350"/>
                          <a:pt x="2527" y="382"/>
                          <a:pt x="2298" y="382"/>
                        </a:cubicBezTo>
                        <a:cubicBezTo>
                          <a:pt x="1771" y="382"/>
                          <a:pt x="1243" y="211"/>
                          <a:pt x="848" y="43"/>
                        </a:cubicBezTo>
                        <a:cubicBezTo>
                          <a:pt x="778" y="14"/>
                          <a:pt x="706" y="1"/>
                          <a:pt x="63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95" name="Google Shape;7095;p69"/>
                  <p:cNvSpPr/>
                  <p:nvPr/>
                </p:nvSpPr>
                <p:spPr>
                  <a:xfrm>
                    <a:off x="7050427" y="2076135"/>
                    <a:ext cx="108135" cy="37947"/>
                  </a:xfrm>
                  <a:custGeom>
                    <a:rect b="b" l="l" r="r" t="t"/>
                    <a:pathLst>
                      <a:path extrusionOk="0" h="1503" w="4283">
                        <a:moveTo>
                          <a:pt x="642" y="1"/>
                        </a:moveTo>
                        <a:cubicBezTo>
                          <a:pt x="423" y="1"/>
                          <a:pt x="218" y="131"/>
                          <a:pt x="124" y="343"/>
                        </a:cubicBezTo>
                        <a:cubicBezTo>
                          <a:pt x="0" y="623"/>
                          <a:pt x="130" y="955"/>
                          <a:pt x="411" y="1079"/>
                        </a:cubicBezTo>
                        <a:cubicBezTo>
                          <a:pt x="997" y="1346"/>
                          <a:pt x="1636" y="1490"/>
                          <a:pt x="2281" y="1503"/>
                        </a:cubicBezTo>
                        <a:cubicBezTo>
                          <a:pt x="2848" y="1503"/>
                          <a:pt x="3409" y="1366"/>
                          <a:pt x="3904" y="1099"/>
                        </a:cubicBezTo>
                        <a:cubicBezTo>
                          <a:pt x="4178" y="949"/>
                          <a:pt x="4282" y="603"/>
                          <a:pt x="4132" y="330"/>
                        </a:cubicBezTo>
                        <a:cubicBezTo>
                          <a:pt x="4030" y="143"/>
                          <a:pt x="3839" y="38"/>
                          <a:pt x="3642" y="38"/>
                        </a:cubicBezTo>
                        <a:cubicBezTo>
                          <a:pt x="3550" y="38"/>
                          <a:pt x="3457" y="61"/>
                          <a:pt x="3370" y="108"/>
                        </a:cubicBezTo>
                        <a:cubicBezTo>
                          <a:pt x="3019" y="298"/>
                          <a:pt x="2650" y="370"/>
                          <a:pt x="2291" y="370"/>
                        </a:cubicBezTo>
                        <a:cubicBezTo>
                          <a:pt x="1762" y="370"/>
                          <a:pt x="1254" y="214"/>
                          <a:pt x="854" y="43"/>
                        </a:cubicBezTo>
                        <a:cubicBezTo>
                          <a:pt x="784" y="14"/>
                          <a:pt x="712" y="1"/>
                          <a:pt x="6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96" name="Google Shape;7096;p69"/>
                  <p:cNvSpPr/>
                  <p:nvPr/>
                </p:nvSpPr>
                <p:spPr>
                  <a:xfrm>
                    <a:off x="6988722" y="2022358"/>
                    <a:ext cx="90361" cy="37922"/>
                  </a:xfrm>
                  <a:custGeom>
                    <a:rect b="b" l="l" r="r" t="t"/>
                    <a:pathLst>
                      <a:path extrusionOk="0" h="1502" w="3579">
                        <a:moveTo>
                          <a:pt x="2935" y="0"/>
                        </a:moveTo>
                        <a:cubicBezTo>
                          <a:pt x="2854" y="0"/>
                          <a:pt x="2771" y="18"/>
                          <a:pt x="2692" y="55"/>
                        </a:cubicBezTo>
                        <a:cubicBezTo>
                          <a:pt x="2323" y="212"/>
                          <a:pt x="1818" y="373"/>
                          <a:pt x="1276" y="373"/>
                        </a:cubicBezTo>
                        <a:cubicBezTo>
                          <a:pt x="1099" y="373"/>
                          <a:pt x="918" y="356"/>
                          <a:pt x="737" y="315"/>
                        </a:cubicBezTo>
                        <a:cubicBezTo>
                          <a:pt x="697" y="307"/>
                          <a:pt x="657" y="303"/>
                          <a:pt x="617" y="303"/>
                        </a:cubicBezTo>
                        <a:cubicBezTo>
                          <a:pt x="361" y="303"/>
                          <a:pt x="127" y="480"/>
                          <a:pt x="65" y="746"/>
                        </a:cubicBezTo>
                        <a:cubicBezTo>
                          <a:pt x="0" y="1052"/>
                          <a:pt x="189" y="1352"/>
                          <a:pt x="495" y="1417"/>
                        </a:cubicBezTo>
                        <a:cubicBezTo>
                          <a:pt x="750" y="1476"/>
                          <a:pt x="1004" y="1502"/>
                          <a:pt x="1264" y="1502"/>
                        </a:cubicBezTo>
                        <a:cubicBezTo>
                          <a:pt x="1910" y="1489"/>
                          <a:pt x="2548" y="1352"/>
                          <a:pt x="3142" y="1084"/>
                        </a:cubicBezTo>
                        <a:cubicBezTo>
                          <a:pt x="3435" y="974"/>
                          <a:pt x="3578" y="628"/>
                          <a:pt x="3454" y="341"/>
                        </a:cubicBezTo>
                        <a:cubicBezTo>
                          <a:pt x="3359" y="128"/>
                          <a:pt x="3153" y="0"/>
                          <a:pt x="29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97" name="Google Shape;7097;p69"/>
                  <p:cNvSpPr/>
                  <p:nvPr/>
                </p:nvSpPr>
                <p:spPr>
                  <a:xfrm>
                    <a:off x="7058305" y="2132892"/>
                    <a:ext cx="95966" cy="38149"/>
                  </a:xfrm>
                  <a:custGeom>
                    <a:rect b="b" l="l" r="r" t="t"/>
                    <a:pathLst>
                      <a:path extrusionOk="0" h="1511" w="3801">
                        <a:moveTo>
                          <a:pt x="650" y="0"/>
                        </a:moveTo>
                        <a:cubicBezTo>
                          <a:pt x="429" y="0"/>
                          <a:pt x="218" y="128"/>
                          <a:pt x="125" y="343"/>
                        </a:cubicBezTo>
                        <a:cubicBezTo>
                          <a:pt x="1" y="624"/>
                          <a:pt x="138" y="956"/>
                          <a:pt x="418" y="1080"/>
                        </a:cubicBezTo>
                        <a:cubicBezTo>
                          <a:pt x="933" y="1301"/>
                          <a:pt x="1611" y="1510"/>
                          <a:pt x="2321" y="1510"/>
                        </a:cubicBezTo>
                        <a:cubicBezTo>
                          <a:pt x="2339" y="1510"/>
                          <a:pt x="2357" y="1510"/>
                          <a:pt x="2375" y="1510"/>
                        </a:cubicBezTo>
                        <a:cubicBezTo>
                          <a:pt x="2715" y="1510"/>
                          <a:pt x="3049" y="1452"/>
                          <a:pt x="3371" y="1340"/>
                        </a:cubicBezTo>
                        <a:cubicBezTo>
                          <a:pt x="3657" y="1236"/>
                          <a:pt x="3801" y="917"/>
                          <a:pt x="3703" y="630"/>
                        </a:cubicBezTo>
                        <a:cubicBezTo>
                          <a:pt x="3620" y="396"/>
                          <a:pt x="3404" y="249"/>
                          <a:pt x="3171" y="249"/>
                        </a:cubicBezTo>
                        <a:cubicBezTo>
                          <a:pt x="3112" y="249"/>
                          <a:pt x="3052" y="258"/>
                          <a:pt x="2993" y="278"/>
                        </a:cubicBezTo>
                        <a:cubicBezTo>
                          <a:pt x="2776" y="355"/>
                          <a:pt x="2549" y="386"/>
                          <a:pt x="2321" y="386"/>
                        </a:cubicBezTo>
                        <a:cubicBezTo>
                          <a:pt x="1794" y="386"/>
                          <a:pt x="1264" y="216"/>
                          <a:pt x="868" y="43"/>
                        </a:cubicBezTo>
                        <a:cubicBezTo>
                          <a:pt x="797" y="14"/>
                          <a:pt x="723" y="0"/>
                          <a:pt x="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98" name="Google Shape;7098;p69"/>
                  <p:cNvSpPr/>
                  <p:nvPr/>
                </p:nvSpPr>
                <p:spPr>
                  <a:xfrm>
                    <a:off x="6988722" y="2132589"/>
                    <a:ext cx="90361" cy="38098"/>
                  </a:xfrm>
                  <a:custGeom>
                    <a:rect b="b" l="l" r="r" t="t"/>
                    <a:pathLst>
                      <a:path extrusionOk="0" h="1509" w="3579">
                        <a:moveTo>
                          <a:pt x="2935" y="1"/>
                        </a:moveTo>
                        <a:cubicBezTo>
                          <a:pt x="2854" y="1"/>
                          <a:pt x="2771" y="18"/>
                          <a:pt x="2692" y="55"/>
                        </a:cubicBezTo>
                        <a:cubicBezTo>
                          <a:pt x="2321" y="214"/>
                          <a:pt x="1812" y="379"/>
                          <a:pt x="1267" y="379"/>
                        </a:cubicBezTo>
                        <a:cubicBezTo>
                          <a:pt x="1093" y="379"/>
                          <a:pt x="915" y="362"/>
                          <a:pt x="737" y="323"/>
                        </a:cubicBezTo>
                        <a:cubicBezTo>
                          <a:pt x="697" y="314"/>
                          <a:pt x="657" y="310"/>
                          <a:pt x="617" y="310"/>
                        </a:cubicBezTo>
                        <a:cubicBezTo>
                          <a:pt x="360" y="310"/>
                          <a:pt x="122" y="487"/>
                          <a:pt x="65" y="753"/>
                        </a:cubicBezTo>
                        <a:cubicBezTo>
                          <a:pt x="0" y="1053"/>
                          <a:pt x="189" y="1359"/>
                          <a:pt x="495" y="1424"/>
                        </a:cubicBezTo>
                        <a:cubicBezTo>
                          <a:pt x="750" y="1476"/>
                          <a:pt x="1004" y="1509"/>
                          <a:pt x="1264" y="1509"/>
                        </a:cubicBezTo>
                        <a:cubicBezTo>
                          <a:pt x="1910" y="1496"/>
                          <a:pt x="2548" y="1359"/>
                          <a:pt x="3142" y="1092"/>
                        </a:cubicBezTo>
                        <a:cubicBezTo>
                          <a:pt x="3435" y="974"/>
                          <a:pt x="3578" y="636"/>
                          <a:pt x="3454" y="342"/>
                        </a:cubicBezTo>
                        <a:cubicBezTo>
                          <a:pt x="3359" y="128"/>
                          <a:pt x="3153" y="1"/>
                          <a:pt x="293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99" name="Google Shape;7099;p69"/>
                  <p:cNvSpPr/>
                  <p:nvPr/>
                </p:nvSpPr>
                <p:spPr>
                  <a:xfrm>
                    <a:off x="6976351" y="2075959"/>
                    <a:ext cx="110786" cy="37493"/>
                  </a:xfrm>
                  <a:custGeom>
                    <a:rect b="b" l="l" r="r" t="t"/>
                    <a:pathLst>
                      <a:path extrusionOk="0" h="1485" w="4388">
                        <a:moveTo>
                          <a:pt x="3746" y="1"/>
                        </a:moveTo>
                        <a:cubicBezTo>
                          <a:pt x="3664" y="1"/>
                          <a:pt x="3580" y="19"/>
                          <a:pt x="3501" y="56"/>
                        </a:cubicBezTo>
                        <a:cubicBezTo>
                          <a:pt x="3025" y="259"/>
                          <a:pt x="2545" y="361"/>
                          <a:pt x="2098" y="361"/>
                        </a:cubicBezTo>
                        <a:cubicBezTo>
                          <a:pt x="1713" y="361"/>
                          <a:pt x="1351" y="286"/>
                          <a:pt x="1038" y="135"/>
                        </a:cubicBezTo>
                        <a:cubicBezTo>
                          <a:pt x="956" y="101"/>
                          <a:pt x="878" y="86"/>
                          <a:pt x="804" y="86"/>
                        </a:cubicBezTo>
                        <a:cubicBezTo>
                          <a:pt x="283" y="86"/>
                          <a:pt x="0" y="849"/>
                          <a:pt x="549" y="1151"/>
                        </a:cubicBezTo>
                        <a:cubicBezTo>
                          <a:pt x="1018" y="1373"/>
                          <a:pt x="1530" y="1484"/>
                          <a:pt x="2055" y="1484"/>
                        </a:cubicBezTo>
                        <a:cubicBezTo>
                          <a:pt x="2070" y="1484"/>
                          <a:pt x="2085" y="1484"/>
                          <a:pt x="2100" y="1484"/>
                        </a:cubicBezTo>
                        <a:cubicBezTo>
                          <a:pt x="2732" y="1477"/>
                          <a:pt x="3364" y="1347"/>
                          <a:pt x="3944" y="1086"/>
                        </a:cubicBezTo>
                        <a:cubicBezTo>
                          <a:pt x="4244" y="969"/>
                          <a:pt x="4388" y="630"/>
                          <a:pt x="4257" y="337"/>
                        </a:cubicBezTo>
                        <a:cubicBezTo>
                          <a:pt x="4168" y="124"/>
                          <a:pt x="3962" y="1"/>
                          <a:pt x="37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00" name="Google Shape;7100;p69"/>
                  <p:cNvSpPr/>
                  <p:nvPr/>
                </p:nvSpPr>
                <p:spPr>
                  <a:xfrm>
                    <a:off x="6825321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815" y="1"/>
                        </a:moveTo>
                        <a:cubicBezTo>
                          <a:pt x="0" y="1"/>
                          <a:pt x="0" y="1428"/>
                          <a:pt x="815" y="1428"/>
                        </a:cubicBezTo>
                        <a:cubicBezTo>
                          <a:pt x="1792" y="1428"/>
                          <a:pt x="1792" y="1"/>
                          <a:pt x="81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01" name="Google Shape;7101;p69"/>
                  <p:cNvSpPr/>
                  <p:nvPr/>
                </p:nvSpPr>
                <p:spPr>
                  <a:xfrm>
                    <a:off x="6812697" y="2361054"/>
                    <a:ext cx="18405" cy="28883"/>
                  </a:xfrm>
                  <a:custGeom>
                    <a:rect b="b" l="l" r="r" t="t"/>
                    <a:pathLst>
                      <a:path extrusionOk="0" h="1144" w="729">
                        <a:moveTo>
                          <a:pt x="506" y="1"/>
                        </a:moveTo>
                        <a:cubicBezTo>
                          <a:pt x="409" y="1"/>
                          <a:pt x="308" y="54"/>
                          <a:pt x="285" y="157"/>
                        </a:cubicBezTo>
                        <a:cubicBezTo>
                          <a:pt x="239" y="372"/>
                          <a:pt x="57" y="581"/>
                          <a:pt x="24" y="828"/>
                        </a:cubicBezTo>
                        <a:cubicBezTo>
                          <a:pt x="0" y="1027"/>
                          <a:pt x="175" y="1143"/>
                          <a:pt x="348" y="1143"/>
                        </a:cubicBezTo>
                        <a:cubicBezTo>
                          <a:pt x="458" y="1143"/>
                          <a:pt x="568" y="1096"/>
                          <a:pt x="624" y="991"/>
                        </a:cubicBezTo>
                        <a:cubicBezTo>
                          <a:pt x="696" y="867"/>
                          <a:pt x="702" y="692"/>
                          <a:pt x="715" y="548"/>
                        </a:cubicBezTo>
                        <a:cubicBezTo>
                          <a:pt x="728" y="418"/>
                          <a:pt x="728" y="287"/>
                          <a:pt x="709" y="157"/>
                        </a:cubicBezTo>
                        <a:cubicBezTo>
                          <a:pt x="693" y="51"/>
                          <a:pt x="601" y="1"/>
                          <a:pt x="50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02" name="Google Shape;7102;p69"/>
                  <p:cNvSpPr/>
                  <p:nvPr/>
                </p:nvSpPr>
                <p:spPr>
                  <a:xfrm>
                    <a:off x="6832339" y="2374662"/>
                    <a:ext cx="22773" cy="27318"/>
                  </a:xfrm>
                  <a:custGeom>
                    <a:rect b="b" l="l" r="r" t="t"/>
                    <a:pathLst>
                      <a:path extrusionOk="0" h="1082" w="902">
                        <a:moveTo>
                          <a:pt x="700" y="0"/>
                        </a:moveTo>
                        <a:cubicBezTo>
                          <a:pt x="672" y="0"/>
                          <a:pt x="643" y="7"/>
                          <a:pt x="615" y="22"/>
                        </a:cubicBezTo>
                        <a:cubicBezTo>
                          <a:pt x="556" y="35"/>
                          <a:pt x="504" y="68"/>
                          <a:pt x="459" y="107"/>
                        </a:cubicBezTo>
                        <a:cubicBezTo>
                          <a:pt x="413" y="153"/>
                          <a:pt x="367" y="205"/>
                          <a:pt x="328" y="257"/>
                        </a:cubicBezTo>
                        <a:cubicBezTo>
                          <a:pt x="289" y="302"/>
                          <a:pt x="250" y="342"/>
                          <a:pt x="217" y="387"/>
                        </a:cubicBezTo>
                        <a:cubicBezTo>
                          <a:pt x="207" y="398"/>
                          <a:pt x="200" y="405"/>
                          <a:pt x="197" y="408"/>
                        </a:cubicBezTo>
                        <a:lnTo>
                          <a:pt x="197" y="408"/>
                        </a:lnTo>
                        <a:cubicBezTo>
                          <a:pt x="24" y="543"/>
                          <a:pt x="0" y="804"/>
                          <a:pt x="152" y="974"/>
                        </a:cubicBezTo>
                        <a:cubicBezTo>
                          <a:pt x="220" y="1042"/>
                          <a:pt x="326" y="1081"/>
                          <a:pt x="429" y="1081"/>
                        </a:cubicBezTo>
                        <a:cubicBezTo>
                          <a:pt x="523" y="1081"/>
                          <a:pt x="615" y="1048"/>
                          <a:pt x="674" y="974"/>
                        </a:cubicBezTo>
                        <a:cubicBezTo>
                          <a:pt x="700" y="941"/>
                          <a:pt x="719" y="915"/>
                          <a:pt x="745" y="882"/>
                        </a:cubicBezTo>
                        <a:cubicBezTo>
                          <a:pt x="765" y="856"/>
                          <a:pt x="771" y="824"/>
                          <a:pt x="784" y="798"/>
                        </a:cubicBezTo>
                        <a:cubicBezTo>
                          <a:pt x="792" y="731"/>
                          <a:pt x="795" y="698"/>
                          <a:pt x="795" y="698"/>
                        </a:cubicBezTo>
                        <a:lnTo>
                          <a:pt x="795" y="698"/>
                        </a:lnTo>
                        <a:cubicBezTo>
                          <a:pt x="795" y="698"/>
                          <a:pt x="794" y="716"/>
                          <a:pt x="791" y="752"/>
                        </a:cubicBezTo>
                        <a:cubicBezTo>
                          <a:pt x="811" y="700"/>
                          <a:pt x="824" y="648"/>
                          <a:pt x="837" y="596"/>
                        </a:cubicBezTo>
                        <a:cubicBezTo>
                          <a:pt x="850" y="531"/>
                          <a:pt x="869" y="465"/>
                          <a:pt x="882" y="400"/>
                        </a:cubicBezTo>
                        <a:cubicBezTo>
                          <a:pt x="902" y="302"/>
                          <a:pt x="895" y="211"/>
                          <a:pt x="863" y="120"/>
                        </a:cubicBezTo>
                        <a:cubicBezTo>
                          <a:pt x="839" y="45"/>
                          <a:pt x="772" y="0"/>
                          <a:pt x="7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03" name="Google Shape;7103;p69"/>
                  <p:cNvSpPr/>
                  <p:nvPr/>
                </p:nvSpPr>
                <p:spPr>
                  <a:xfrm>
                    <a:off x="6973725" y="2516225"/>
                    <a:ext cx="61755" cy="50722"/>
                  </a:xfrm>
                  <a:custGeom>
                    <a:rect b="b" l="l" r="r" t="t"/>
                    <a:pathLst>
                      <a:path extrusionOk="0" h="2009" w="2446">
                        <a:moveTo>
                          <a:pt x="1142" y="1"/>
                        </a:moveTo>
                        <a:cubicBezTo>
                          <a:pt x="1" y="1"/>
                          <a:pt x="1" y="2008"/>
                          <a:pt x="1142" y="2008"/>
                        </a:cubicBezTo>
                        <a:cubicBezTo>
                          <a:pt x="2445" y="2008"/>
                          <a:pt x="2445" y="1"/>
                          <a:pt x="11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04" name="Google Shape;7104;p69"/>
                  <p:cNvSpPr/>
                  <p:nvPr/>
                </p:nvSpPr>
                <p:spPr>
                  <a:xfrm>
                    <a:off x="6998418" y="2738706"/>
                    <a:ext cx="45269" cy="34589"/>
                  </a:xfrm>
                  <a:custGeom>
                    <a:rect b="b" l="l" r="r" t="t"/>
                    <a:pathLst>
                      <a:path extrusionOk="0" h="1370" w="1793">
                        <a:moveTo>
                          <a:pt x="815" y="0"/>
                        </a:moveTo>
                        <a:cubicBezTo>
                          <a:pt x="1" y="0"/>
                          <a:pt x="1" y="1369"/>
                          <a:pt x="815" y="1369"/>
                        </a:cubicBezTo>
                        <a:cubicBezTo>
                          <a:pt x="1793" y="1369"/>
                          <a:pt x="1793" y="0"/>
                          <a:pt x="81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05" name="Google Shape;7105;p69"/>
                  <p:cNvSpPr/>
                  <p:nvPr/>
                </p:nvSpPr>
                <p:spPr>
                  <a:xfrm>
                    <a:off x="6982007" y="2784202"/>
                    <a:ext cx="50672" cy="23127"/>
                  </a:xfrm>
                  <a:custGeom>
                    <a:rect b="b" l="l" r="r" t="t"/>
                    <a:pathLst>
                      <a:path extrusionOk="0" h="916" w="2007">
                        <a:moveTo>
                          <a:pt x="1437" y="1"/>
                        </a:moveTo>
                        <a:cubicBezTo>
                          <a:pt x="1235" y="1"/>
                          <a:pt x="1047" y="97"/>
                          <a:pt x="833" y="193"/>
                        </a:cubicBezTo>
                        <a:cubicBezTo>
                          <a:pt x="716" y="251"/>
                          <a:pt x="598" y="304"/>
                          <a:pt x="481" y="369"/>
                        </a:cubicBezTo>
                        <a:cubicBezTo>
                          <a:pt x="331" y="440"/>
                          <a:pt x="233" y="571"/>
                          <a:pt x="103" y="662"/>
                        </a:cubicBezTo>
                        <a:cubicBezTo>
                          <a:pt x="0" y="722"/>
                          <a:pt x="55" y="867"/>
                          <a:pt x="162" y="867"/>
                        </a:cubicBezTo>
                        <a:cubicBezTo>
                          <a:pt x="170" y="867"/>
                          <a:pt x="179" y="866"/>
                          <a:pt x="188" y="864"/>
                        </a:cubicBezTo>
                        <a:cubicBezTo>
                          <a:pt x="213" y="861"/>
                          <a:pt x="238" y="859"/>
                          <a:pt x="264" y="859"/>
                        </a:cubicBezTo>
                        <a:cubicBezTo>
                          <a:pt x="382" y="859"/>
                          <a:pt x="501" y="890"/>
                          <a:pt x="625" y="890"/>
                        </a:cubicBezTo>
                        <a:cubicBezTo>
                          <a:pt x="768" y="890"/>
                          <a:pt x="892" y="890"/>
                          <a:pt x="1022" y="903"/>
                        </a:cubicBezTo>
                        <a:cubicBezTo>
                          <a:pt x="1125" y="907"/>
                          <a:pt x="1223" y="915"/>
                          <a:pt x="1316" y="915"/>
                        </a:cubicBezTo>
                        <a:cubicBezTo>
                          <a:pt x="1506" y="915"/>
                          <a:pt x="1677" y="883"/>
                          <a:pt x="1830" y="721"/>
                        </a:cubicBezTo>
                        <a:cubicBezTo>
                          <a:pt x="2006" y="532"/>
                          <a:pt x="1987" y="206"/>
                          <a:pt x="1752" y="82"/>
                        </a:cubicBezTo>
                        <a:cubicBezTo>
                          <a:pt x="1640" y="24"/>
                          <a:pt x="1537" y="1"/>
                          <a:pt x="1437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06" name="Google Shape;7106;p69"/>
                  <p:cNvSpPr/>
                  <p:nvPr/>
                </p:nvSpPr>
                <p:spPr>
                  <a:xfrm>
                    <a:off x="7130235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07" name="Google Shape;7107;p69"/>
                  <p:cNvSpPr/>
                  <p:nvPr/>
                </p:nvSpPr>
                <p:spPr>
                  <a:xfrm>
                    <a:off x="7135663" y="2349212"/>
                    <a:ext cx="41810" cy="35877"/>
                  </a:xfrm>
                  <a:custGeom>
                    <a:rect b="b" l="l" r="r" t="t"/>
                    <a:pathLst>
                      <a:path extrusionOk="0" h="1421" w="1656">
                        <a:moveTo>
                          <a:pt x="711" y="0"/>
                        </a:moveTo>
                        <a:cubicBezTo>
                          <a:pt x="320" y="0"/>
                          <a:pt x="0" y="320"/>
                          <a:pt x="0" y="711"/>
                        </a:cubicBezTo>
                        <a:cubicBezTo>
                          <a:pt x="0" y="1139"/>
                          <a:pt x="349" y="1420"/>
                          <a:pt x="715" y="1420"/>
                        </a:cubicBezTo>
                        <a:cubicBezTo>
                          <a:pt x="889" y="1420"/>
                          <a:pt x="1067" y="1356"/>
                          <a:pt x="1213" y="1213"/>
                        </a:cubicBezTo>
                        <a:cubicBezTo>
                          <a:pt x="1656" y="763"/>
                          <a:pt x="1343" y="0"/>
                          <a:pt x="71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08" name="Google Shape;7108;p69"/>
                  <p:cNvSpPr/>
                  <p:nvPr/>
                </p:nvSpPr>
                <p:spPr>
                  <a:xfrm>
                    <a:off x="7110971" y="2349212"/>
                    <a:ext cx="41835" cy="35877"/>
                  </a:xfrm>
                  <a:custGeom>
                    <a:rect b="b" l="l" r="r" t="t"/>
                    <a:pathLst>
                      <a:path extrusionOk="0" h="1421" w="1657">
                        <a:moveTo>
                          <a:pt x="705" y="0"/>
                        </a:moveTo>
                        <a:cubicBezTo>
                          <a:pt x="320" y="0"/>
                          <a:pt x="1" y="320"/>
                          <a:pt x="1" y="711"/>
                        </a:cubicBezTo>
                        <a:cubicBezTo>
                          <a:pt x="1" y="1139"/>
                          <a:pt x="350" y="1420"/>
                          <a:pt x="713" y="1420"/>
                        </a:cubicBezTo>
                        <a:cubicBezTo>
                          <a:pt x="886" y="1420"/>
                          <a:pt x="1063" y="1356"/>
                          <a:pt x="1206" y="1213"/>
                        </a:cubicBezTo>
                        <a:cubicBezTo>
                          <a:pt x="1656" y="763"/>
                          <a:pt x="1337" y="0"/>
                          <a:pt x="70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09" name="Google Shape;7109;p69"/>
                  <p:cNvSpPr/>
                  <p:nvPr/>
                </p:nvSpPr>
                <p:spPr>
                  <a:xfrm>
                    <a:off x="7135663" y="2464720"/>
                    <a:ext cx="41810" cy="35776"/>
                  </a:xfrm>
                  <a:custGeom>
                    <a:rect b="b" l="l" r="r" t="t"/>
                    <a:pathLst>
                      <a:path extrusionOk="0" h="1417" w="1656">
                        <a:moveTo>
                          <a:pt x="711" y="1"/>
                        </a:moveTo>
                        <a:cubicBezTo>
                          <a:pt x="320" y="1"/>
                          <a:pt x="0" y="314"/>
                          <a:pt x="0" y="705"/>
                        </a:cubicBezTo>
                        <a:cubicBezTo>
                          <a:pt x="0" y="1132"/>
                          <a:pt x="349" y="1417"/>
                          <a:pt x="714" y="1417"/>
                        </a:cubicBezTo>
                        <a:cubicBezTo>
                          <a:pt x="889" y="1417"/>
                          <a:pt x="1067" y="1352"/>
                          <a:pt x="1213" y="1206"/>
                        </a:cubicBezTo>
                        <a:cubicBezTo>
                          <a:pt x="1656" y="763"/>
                          <a:pt x="1343" y="1"/>
                          <a:pt x="71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10" name="Google Shape;7110;p69"/>
                  <p:cNvSpPr/>
                  <p:nvPr/>
                </p:nvSpPr>
                <p:spPr>
                  <a:xfrm>
                    <a:off x="7110971" y="2464720"/>
                    <a:ext cx="41835" cy="35776"/>
                  </a:xfrm>
                  <a:custGeom>
                    <a:rect b="b" l="l" r="r" t="t"/>
                    <a:pathLst>
                      <a:path extrusionOk="0" h="1417" w="1657">
                        <a:moveTo>
                          <a:pt x="705" y="1"/>
                        </a:moveTo>
                        <a:cubicBezTo>
                          <a:pt x="320" y="1"/>
                          <a:pt x="1" y="314"/>
                          <a:pt x="1" y="705"/>
                        </a:cubicBezTo>
                        <a:cubicBezTo>
                          <a:pt x="1" y="1132"/>
                          <a:pt x="350" y="1417"/>
                          <a:pt x="713" y="1417"/>
                        </a:cubicBezTo>
                        <a:cubicBezTo>
                          <a:pt x="886" y="1417"/>
                          <a:pt x="1063" y="1352"/>
                          <a:pt x="1206" y="1206"/>
                        </a:cubicBezTo>
                        <a:cubicBezTo>
                          <a:pt x="1656" y="763"/>
                          <a:pt x="1337" y="1"/>
                          <a:pt x="70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11" name="Google Shape;7111;p69"/>
                  <p:cNvSpPr/>
                  <p:nvPr/>
                </p:nvSpPr>
                <p:spPr>
                  <a:xfrm>
                    <a:off x="7108673" y="2594568"/>
                    <a:ext cx="30474" cy="104499"/>
                  </a:xfrm>
                  <a:custGeom>
                    <a:rect b="b" l="l" r="r" t="t"/>
                    <a:pathLst>
                      <a:path extrusionOk="0" h="4139" w="1207">
                        <a:moveTo>
                          <a:pt x="398" y="0"/>
                        </a:moveTo>
                        <a:lnTo>
                          <a:pt x="0" y="4060"/>
                        </a:lnTo>
                        <a:lnTo>
                          <a:pt x="815" y="4139"/>
                        </a:lnTo>
                        <a:lnTo>
                          <a:pt x="1206" y="78"/>
                        </a:lnTo>
                        <a:lnTo>
                          <a:pt x="39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12" name="Google Shape;7112;p69"/>
                  <p:cNvSpPr/>
                  <p:nvPr/>
                </p:nvSpPr>
                <p:spPr>
                  <a:xfrm>
                    <a:off x="7122913" y="2577349"/>
                    <a:ext cx="38098" cy="31938"/>
                  </a:xfrm>
                  <a:custGeom>
                    <a:rect b="b" l="l" r="r" t="t"/>
                    <a:pathLst>
                      <a:path extrusionOk="0" h="1265" w="1509">
                        <a:moveTo>
                          <a:pt x="662" y="0"/>
                        </a:moveTo>
                        <a:cubicBezTo>
                          <a:pt x="341" y="0"/>
                          <a:pt x="73" y="243"/>
                          <a:pt x="42" y="571"/>
                        </a:cubicBezTo>
                        <a:cubicBezTo>
                          <a:pt x="0" y="973"/>
                          <a:pt x="324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2" y="1119"/>
                        </a:cubicBezTo>
                        <a:cubicBezTo>
                          <a:pt x="1509" y="760"/>
                          <a:pt x="1294" y="56"/>
                          <a:pt x="733" y="4"/>
                        </a:cubicBezTo>
                        <a:cubicBezTo>
                          <a:pt x="709" y="2"/>
                          <a:pt x="686" y="0"/>
                          <a:pt x="6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13" name="Google Shape;7113;p69"/>
                  <p:cNvSpPr/>
                  <p:nvPr/>
                </p:nvSpPr>
                <p:spPr>
                  <a:xfrm>
                    <a:off x="7100821" y="2575077"/>
                    <a:ext cx="38149" cy="32090"/>
                  </a:xfrm>
                  <a:custGeom>
                    <a:rect b="b" l="l" r="r" t="t"/>
                    <a:pathLst>
                      <a:path extrusionOk="0" h="1271" w="1511">
                        <a:moveTo>
                          <a:pt x="669" y="0"/>
                        </a:moveTo>
                        <a:cubicBezTo>
                          <a:pt x="348" y="0"/>
                          <a:pt x="68" y="245"/>
                          <a:pt x="38" y="576"/>
                        </a:cubicBezTo>
                        <a:cubicBezTo>
                          <a:pt x="0" y="979"/>
                          <a:pt x="325" y="1270"/>
                          <a:pt x="673" y="1270"/>
                        </a:cubicBezTo>
                        <a:cubicBezTo>
                          <a:pt x="810" y="1270"/>
                          <a:pt x="951" y="1225"/>
                          <a:pt x="1074" y="1124"/>
                        </a:cubicBezTo>
                        <a:cubicBezTo>
                          <a:pt x="1511" y="766"/>
                          <a:pt x="1296" y="62"/>
                          <a:pt x="728" y="3"/>
                        </a:cubicBezTo>
                        <a:cubicBezTo>
                          <a:pt x="708" y="1"/>
                          <a:pt x="689" y="0"/>
                          <a:pt x="66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14" name="Google Shape;7114;p69"/>
                  <p:cNvSpPr/>
                  <p:nvPr/>
                </p:nvSpPr>
                <p:spPr>
                  <a:xfrm>
                    <a:off x="7112864" y="2680182"/>
                    <a:ext cx="38124" cy="31963"/>
                  </a:xfrm>
                  <a:custGeom>
                    <a:rect b="b" l="l" r="r" t="t"/>
                    <a:pathLst>
                      <a:path extrusionOk="0" h="1266" w="1510">
                        <a:moveTo>
                          <a:pt x="662" y="1"/>
                        </a:moveTo>
                        <a:cubicBezTo>
                          <a:pt x="341" y="1"/>
                          <a:pt x="73" y="244"/>
                          <a:pt x="43" y="572"/>
                        </a:cubicBezTo>
                        <a:cubicBezTo>
                          <a:pt x="1" y="974"/>
                          <a:pt x="325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3" y="1119"/>
                        </a:cubicBezTo>
                        <a:cubicBezTo>
                          <a:pt x="1509" y="761"/>
                          <a:pt x="1294" y="57"/>
                          <a:pt x="734" y="5"/>
                        </a:cubicBezTo>
                        <a:cubicBezTo>
                          <a:pt x="710" y="2"/>
                          <a:pt x="686" y="1"/>
                          <a:pt x="66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15" name="Google Shape;7115;p69"/>
                  <p:cNvSpPr/>
                  <p:nvPr/>
                </p:nvSpPr>
                <p:spPr>
                  <a:xfrm>
                    <a:off x="7090823" y="2678086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673" y="0"/>
                        </a:moveTo>
                        <a:cubicBezTo>
                          <a:pt x="347" y="0"/>
                          <a:pt x="73" y="245"/>
                          <a:pt x="43" y="576"/>
                        </a:cubicBezTo>
                        <a:cubicBezTo>
                          <a:pt x="0" y="979"/>
                          <a:pt x="324" y="1270"/>
                          <a:pt x="672" y="1270"/>
                        </a:cubicBezTo>
                        <a:cubicBezTo>
                          <a:pt x="809" y="1270"/>
                          <a:pt x="949" y="1225"/>
                          <a:pt x="1072" y="1124"/>
                        </a:cubicBezTo>
                        <a:cubicBezTo>
                          <a:pt x="1509" y="765"/>
                          <a:pt x="1294" y="55"/>
                          <a:pt x="733" y="3"/>
                        </a:cubicBezTo>
                        <a:cubicBezTo>
                          <a:pt x="713" y="1"/>
                          <a:pt x="693" y="0"/>
                          <a:pt x="6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16" name="Google Shape;7116;p69"/>
                  <p:cNvSpPr/>
                  <p:nvPr/>
                </p:nvSpPr>
                <p:spPr>
                  <a:xfrm>
                    <a:off x="7234886" y="2178085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900" y="0"/>
                        </a:moveTo>
                        <a:lnTo>
                          <a:pt x="0" y="293"/>
                        </a:lnTo>
                        <a:lnTo>
                          <a:pt x="1317" y="4334"/>
                        </a:lnTo>
                        <a:lnTo>
                          <a:pt x="2216" y="4041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17" name="Google Shape;7117;p69"/>
                  <p:cNvSpPr/>
                  <p:nvPr/>
                </p:nvSpPr>
                <p:spPr>
                  <a:xfrm>
                    <a:off x="7235214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4" y="0"/>
                        </a:moveTo>
                        <a:cubicBezTo>
                          <a:pt x="703" y="0"/>
                          <a:pt x="629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3"/>
                          <a:pt x="493" y="1364"/>
                          <a:pt x="769" y="1364"/>
                        </a:cubicBezTo>
                        <a:cubicBezTo>
                          <a:pt x="1008" y="1364"/>
                          <a:pt x="1248" y="1242"/>
                          <a:pt x="1376" y="987"/>
                        </a:cubicBezTo>
                        <a:cubicBezTo>
                          <a:pt x="1614" y="516"/>
                          <a:pt x="1254" y="0"/>
                          <a:pt x="7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18" name="Google Shape;7118;p69"/>
                  <p:cNvSpPr/>
                  <p:nvPr/>
                </p:nvSpPr>
                <p:spPr>
                  <a:xfrm>
                    <a:off x="7212668" y="2163517"/>
                    <a:ext cx="40749" cy="34488"/>
                  </a:xfrm>
                  <a:custGeom>
                    <a:rect b="b" l="l" r="r" t="t"/>
                    <a:pathLst>
                      <a:path extrusionOk="0" h="1366" w="1614">
                        <a:moveTo>
                          <a:pt x="770" y="1"/>
                        </a:moveTo>
                        <a:cubicBezTo>
                          <a:pt x="700" y="1"/>
                          <a:pt x="628" y="12"/>
                          <a:pt x="554" y="36"/>
                        </a:cubicBezTo>
                        <a:cubicBezTo>
                          <a:pt x="196" y="154"/>
                          <a:pt x="0" y="538"/>
                          <a:pt x="118" y="897"/>
                        </a:cubicBezTo>
                        <a:cubicBezTo>
                          <a:pt x="216" y="1204"/>
                          <a:pt x="490" y="1366"/>
                          <a:pt x="765" y="1366"/>
                        </a:cubicBezTo>
                        <a:cubicBezTo>
                          <a:pt x="1003" y="1366"/>
                          <a:pt x="1242" y="1245"/>
                          <a:pt x="1369" y="994"/>
                        </a:cubicBezTo>
                        <a:cubicBezTo>
                          <a:pt x="1614" y="522"/>
                          <a:pt x="1248" y="1"/>
                          <a:pt x="77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19" name="Google Shape;7119;p69"/>
                  <p:cNvSpPr/>
                  <p:nvPr/>
                </p:nvSpPr>
                <p:spPr>
                  <a:xfrm>
                    <a:off x="7269778" y="2261932"/>
                    <a:ext cx="40749" cy="34362"/>
                  </a:xfrm>
                  <a:custGeom>
                    <a:rect b="b" l="l" r="r" t="t"/>
                    <a:pathLst>
                      <a:path extrusionOk="0" h="1361" w="1614">
                        <a:moveTo>
                          <a:pt x="773" y="0"/>
                        </a:moveTo>
                        <a:cubicBezTo>
                          <a:pt x="702" y="0"/>
                          <a:pt x="629" y="11"/>
                          <a:pt x="554" y="36"/>
                        </a:cubicBezTo>
                        <a:cubicBezTo>
                          <a:pt x="196" y="146"/>
                          <a:pt x="0" y="531"/>
                          <a:pt x="117" y="889"/>
                        </a:cubicBezTo>
                        <a:cubicBezTo>
                          <a:pt x="218" y="1200"/>
                          <a:pt x="493" y="1361"/>
                          <a:pt x="768" y="1361"/>
                        </a:cubicBezTo>
                        <a:cubicBezTo>
                          <a:pt x="1008" y="1361"/>
                          <a:pt x="1248" y="1239"/>
                          <a:pt x="1375" y="987"/>
                        </a:cubicBezTo>
                        <a:cubicBezTo>
                          <a:pt x="1614" y="516"/>
                          <a:pt x="1254" y="0"/>
                          <a:pt x="7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20" name="Google Shape;7120;p69"/>
                  <p:cNvSpPr/>
                  <p:nvPr/>
                </p:nvSpPr>
                <p:spPr>
                  <a:xfrm>
                    <a:off x="7247055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5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19" y="1206"/>
                          <a:pt x="493" y="1367"/>
                          <a:pt x="769" y="1367"/>
                        </a:cubicBezTo>
                        <a:cubicBezTo>
                          <a:pt x="1008" y="1367"/>
                          <a:pt x="1249" y="1245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21" name="Google Shape;7121;p69"/>
                  <p:cNvSpPr/>
                  <p:nvPr/>
                </p:nvSpPr>
                <p:spPr>
                  <a:xfrm>
                    <a:off x="7177119" y="2021601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900" y="0"/>
                        </a:moveTo>
                        <a:lnTo>
                          <a:pt x="1" y="287"/>
                        </a:lnTo>
                        <a:lnTo>
                          <a:pt x="1324" y="4328"/>
                        </a:lnTo>
                        <a:lnTo>
                          <a:pt x="2217" y="4034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22" name="Google Shape;7122;p69"/>
                  <p:cNvSpPr/>
                  <p:nvPr/>
                </p:nvSpPr>
                <p:spPr>
                  <a:xfrm>
                    <a:off x="7177624" y="1999459"/>
                    <a:ext cx="40749" cy="34387"/>
                  </a:xfrm>
                  <a:custGeom>
                    <a:rect b="b" l="l" r="r" t="t"/>
                    <a:pathLst>
                      <a:path extrusionOk="0" h="1362" w="1614">
                        <a:moveTo>
                          <a:pt x="772" y="1"/>
                        </a:moveTo>
                        <a:cubicBezTo>
                          <a:pt x="701" y="1"/>
                          <a:pt x="628" y="12"/>
                          <a:pt x="554" y="36"/>
                        </a:cubicBezTo>
                        <a:cubicBezTo>
                          <a:pt x="196" y="147"/>
                          <a:pt x="0" y="538"/>
                          <a:pt x="118" y="897"/>
                        </a:cubicBezTo>
                        <a:cubicBezTo>
                          <a:pt x="218" y="1203"/>
                          <a:pt x="490" y="1362"/>
                          <a:pt x="763" y="1362"/>
                        </a:cubicBezTo>
                        <a:cubicBezTo>
                          <a:pt x="1002" y="1362"/>
                          <a:pt x="1241" y="1240"/>
                          <a:pt x="1369" y="988"/>
                        </a:cubicBezTo>
                        <a:cubicBezTo>
                          <a:pt x="1613" y="516"/>
                          <a:pt x="1249" y="1"/>
                          <a:pt x="77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23" name="Google Shape;7123;p69"/>
                  <p:cNvSpPr/>
                  <p:nvPr/>
                </p:nvSpPr>
                <p:spPr>
                  <a:xfrm>
                    <a:off x="7154902" y="2006882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6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20" y="1204"/>
                          <a:pt x="495" y="1365"/>
                          <a:pt x="771" y="1365"/>
                        </a:cubicBezTo>
                        <a:cubicBezTo>
                          <a:pt x="1010" y="1365"/>
                          <a:pt x="1249" y="1244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24" name="Google Shape;7124;p69"/>
                  <p:cNvSpPr/>
                  <p:nvPr/>
                </p:nvSpPr>
                <p:spPr>
                  <a:xfrm>
                    <a:off x="7212163" y="2105271"/>
                    <a:ext cx="40623" cy="34488"/>
                  </a:xfrm>
                  <a:custGeom>
                    <a:rect b="b" l="l" r="r" t="t"/>
                    <a:pathLst>
                      <a:path extrusionOk="0" h="1366" w="1609">
                        <a:moveTo>
                          <a:pt x="772" y="0"/>
                        </a:moveTo>
                        <a:cubicBezTo>
                          <a:pt x="702" y="0"/>
                          <a:pt x="629" y="12"/>
                          <a:pt x="555" y="36"/>
                        </a:cubicBezTo>
                        <a:cubicBezTo>
                          <a:pt x="196" y="153"/>
                          <a:pt x="1" y="538"/>
                          <a:pt x="118" y="896"/>
                        </a:cubicBezTo>
                        <a:cubicBezTo>
                          <a:pt x="216" y="1204"/>
                          <a:pt x="490" y="1365"/>
                          <a:pt x="766" y="1365"/>
                        </a:cubicBezTo>
                        <a:cubicBezTo>
                          <a:pt x="1004" y="1365"/>
                          <a:pt x="1243" y="1245"/>
                          <a:pt x="1370" y="994"/>
                        </a:cubicBezTo>
                        <a:cubicBezTo>
                          <a:pt x="1608" y="517"/>
                          <a:pt x="1248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25" name="Google Shape;7125;p69"/>
                  <p:cNvSpPr/>
                  <p:nvPr/>
                </p:nvSpPr>
                <p:spPr>
                  <a:xfrm>
                    <a:off x="7189465" y="2112517"/>
                    <a:ext cx="40749" cy="34539"/>
                  </a:xfrm>
                  <a:custGeom>
                    <a:rect b="b" l="l" r="r" t="t"/>
                    <a:pathLst>
                      <a:path extrusionOk="0" h="1368" w="1614">
                        <a:moveTo>
                          <a:pt x="770" y="0"/>
                        </a:moveTo>
                        <a:cubicBezTo>
                          <a:pt x="700" y="0"/>
                          <a:pt x="628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6"/>
                          <a:pt x="491" y="1367"/>
                          <a:pt x="765" y="1367"/>
                        </a:cubicBezTo>
                        <a:cubicBezTo>
                          <a:pt x="1003" y="1367"/>
                          <a:pt x="1242" y="1246"/>
                          <a:pt x="1369" y="994"/>
                        </a:cubicBezTo>
                        <a:cubicBezTo>
                          <a:pt x="1614" y="522"/>
                          <a:pt x="1248" y="0"/>
                          <a:pt x="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26" name="Google Shape;7126;p69"/>
                  <p:cNvSpPr/>
                  <p:nvPr/>
                </p:nvSpPr>
                <p:spPr>
                  <a:xfrm>
                    <a:off x="7270434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978" y="1"/>
                        </a:moveTo>
                        <a:cubicBezTo>
                          <a:pt x="0" y="1"/>
                          <a:pt x="0" y="1428"/>
                          <a:pt x="978" y="1428"/>
                        </a:cubicBezTo>
                        <a:cubicBezTo>
                          <a:pt x="1792" y="1428"/>
                          <a:pt x="1792" y="1"/>
                          <a:pt x="97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27" name="Google Shape;7127;p69"/>
                  <p:cNvSpPr/>
                  <p:nvPr/>
                </p:nvSpPr>
                <p:spPr>
                  <a:xfrm>
                    <a:off x="7309921" y="2361054"/>
                    <a:ext cx="18229" cy="28883"/>
                  </a:xfrm>
                  <a:custGeom>
                    <a:rect b="b" l="l" r="r" t="t"/>
                    <a:pathLst>
                      <a:path extrusionOk="0" h="1144" w="722">
                        <a:moveTo>
                          <a:pt x="222" y="1"/>
                        </a:moveTo>
                        <a:cubicBezTo>
                          <a:pt x="128" y="1"/>
                          <a:pt x="36" y="51"/>
                          <a:pt x="20" y="157"/>
                        </a:cubicBezTo>
                        <a:cubicBezTo>
                          <a:pt x="0" y="287"/>
                          <a:pt x="0" y="418"/>
                          <a:pt x="13" y="548"/>
                        </a:cubicBezTo>
                        <a:cubicBezTo>
                          <a:pt x="26" y="692"/>
                          <a:pt x="33" y="867"/>
                          <a:pt x="105" y="991"/>
                        </a:cubicBezTo>
                        <a:cubicBezTo>
                          <a:pt x="161" y="1096"/>
                          <a:pt x="269" y="1143"/>
                          <a:pt x="379" y="1143"/>
                        </a:cubicBezTo>
                        <a:cubicBezTo>
                          <a:pt x="549" y="1143"/>
                          <a:pt x="722" y="1027"/>
                          <a:pt x="698" y="828"/>
                        </a:cubicBezTo>
                        <a:cubicBezTo>
                          <a:pt x="672" y="581"/>
                          <a:pt x="489" y="372"/>
                          <a:pt x="437" y="157"/>
                        </a:cubicBezTo>
                        <a:cubicBezTo>
                          <a:pt x="417" y="54"/>
                          <a:pt x="318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28" name="Google Shape;7128;p69"/>
                  <p:cNvSpPr/>
                  <p:nvPr/>
                </p:nvSpPr>
                <p:spPr>
                  <a:xfrm>
                    <a:off x="7285886" y="2374662"/>
                    <a:ext cx="22420" cy="27318"/>
                  </a:xfrm>
                  <a:custGeom>
                    <a:rect b="b" l="l" r="r" t="t"/>
                    <a:pathLst>
                      <a:path extrusionOk="0" h="1082" w="888">
                        <a:moveTo>
                          <a:pt x="200" y="0"/>
                        </a:moveTo>
                        <a:cubicBezTo>
                          <a:pt x="130" y="0"/>
                          <a:pt x="63" y="45"/>
                          <a:pt x="40" y="120"/>
                        </a:cubicBezTo>
                        <a:cubicBezTo>
                          <a:pt x="7" y="211"/>
                          <a:pt x="1" y="302"/>
                          <a:pt x="14" y="400"/>
                        </a:cubicBezTo>
                        <a:cubicBezTo>
                          <a:pt x="33" y="465"/>
                          <a:pt x="46" y="531"/>
                          <a:pt x="66" y="596"/>
                        </a:cubicBezTo>
                        <a:cubicBezTo>
                          <a:pt x="79" y="648"/>
                          <a:pt x="92" y="700"/>
                          <a:pt x="112" y="752"/>
                        </a:cubicBezTo>
                        <a:cubicBezTo>
                          <a:pt x="109" y="716"/>
                          <a:pt x="107" y="698"/>
                          <a:pt x="107" y="698"/>
                        </a:cubicBezTo>
                        <a:lnTo>
                          <a:pt x="107" y="698"/>
                        </a:lnTo>
                        <a:cubicBezTo>
                          <a:pt x="107" y="698"/>
                          <a:pt x="111" y="731"/>
                          <a:pt x="118" y="798"/>
                        </a:cubicBezTo>
                        <a:lnTo>
                          <a:pt x="157" y="882"/>
                        </a:lnTo>
                        <a:cubicBezTo>
                          <a:pt x="177" y="915"/>
                          <a:pt x="203" y="941"/>
                          <a:pt x="229" y="974"/>
                        </a:cubicBezTo>
                        <a:cubicBezTo>
                          <a:pt x="288" y="1048"/>
                          <a:pt x="380" y="1081"/>
                          <a:pt x="473" y="1081"/>
                        </a:cubicBezTo>
                        <a:cubicBezTo>
                          <a:pt x="575" y="1081"/>
                          <a:pt x="679" y="1042"/>
                          <a:pt x="744" y="974"/>
                        </a:cubicBezTo>
                        <a:cubicBezTo>
                          <a:pt x="861" y="856"/>
                          <a:pt x="887" y="674"/>
                          <a:pt x="802" y="531"/>
                        </a:cubicBezTo>
                        <a:cubicBezTo>
                          <a:pt x="777" y="480"/>
                          <a:pt x="744" y="437"/>
                          <a:pt x="700" y="406"/>
                        </a:cubicBezTo>
                        <a:lnTo>
                          <a:pt x="700" y="406"/>
                        </a:lnTo>
                        <a:cubicBezTo>
                          <a:pt x="701" y="404"/>
                          <a:pt x="696" y="398"/>
                          <a:pt x="685" y="387"/>
                        </a:cubicBezTo>
                        <a:cubicBezTo>
                          <a:pt x="646" y="342"/>
                          <a:pt x="607" y="302"/>
                          <a:pt x="574" y="257"/>
                        </a:cubicBezTo>
                        <a:cubicBezTo>
                          <a:pt x="535" y="205"/>
                          <a:pt x="490" y="153"/>
                          <a:pt x="437" y="107"/>
                        </a:cubicBezTo>
                        <a:cubicBezTo>
                          <a:pt x="392" y="68"/>
                          <a:pt x="340" y="35"/>
                          <a:pt x="281" y="22"/>
                        </a:cubicBezTo>
                        <a:cubicBezTo>
                          <a:pt x="255" y="7"/>
                          <a:pt x="227" y="0"/>
                          <a:pt x="2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29" name="Google Shape;7129;p69"/>
                  <p:cNvSpPr/>
                  <p:nvPr/>
                </p:nvSpPr>
                <p:spPr>
                  <a:xfrm>
                    <a:off x="7105543" y="2516225"/>
                    <a:ext cx="61730" cy="50722"/>
                  </a:xfrm>
                  <a:custGeom>
                    <a:rect b="b" l="l" r="r" t="t"/>
                    <a:pathLst>
                      <a:path extrusionOk="0" h="2009" w="2445">
                        <a:moveTo>
                          <a:pt x="1304" y="1"/>
                        </a:moveTo>
                        <a:cubicBezTo>
                          <a:pt x="1" y="1"/>
                          <a:pt x="1" y="2008"/>
                          <a:pt x="1304" y="2008"/>
                        </a:cubicBezTo>
                        <a:cubicBezTo>
                          <a:pt x="2445" y="2008"/>
                          <a:pt x="2445" y="1"/>
                          <a:pt x="1304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30" name="Google Shape;7130;p69"/>
                  <p:cNvSpPr/>
                  <p:nvPr/>
                </p:nvSpPr>
                <p:spPr>
                  <a:xfrm>
                    <a:off x="7097160" y="2738706"/>
                    <a:ext cx="45420" cy="34589"/>
                  </a:xfrm>
                  <a:custGeom>
                    <a:rect b="b" l="l" r="r" t="t"/>
                    <a:pathLst>
                      <a:path extrusionOk="0" h="1370" w="1799">
                        <a:moveTo>
                          <a:pt x="984" y="0"/>
                        </a:moveTo>
                        <a:cubicBezTo>
                          <a:pt x="0" y="0"/>
                          <a:pt x="0" y="1369"/>
                          <a:pt x="984" y="1369"/>
                        </a:cubicBezTo>
                        <a:cubicBezTo>
                          <a:pt x="1799" y="1369"/>
                          <a:pt x="1799" y="0"/>
                          <a:pt x="9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31" name="Google Shape;7131;p69"/>
                  <p:cNvSpPr/>
                  <p:nvPr/>
                </p:nvSpPr>
                <p:spPr>
                  <a:xfrm>
                    <a:off x="7108345" y="2784202"/>
                    <a:ext cx="50520" cy="23127"/>
                  </a:xfrm>
                  <a:custGeom>
                    <a:rect b="b" l="l" r="r" t="t"/>
                    <a:pathLst>
                      <a:path extrusionOk="0" h="916" w="2001">
                        <a:moveTo>
                          <a:pt x="566" y="1"/>
                        </a:moveTo>
                        <a:cubicBezTo>
                          <a:pt x="467" y="1"/>
                          <a:pt x="364" y="24"/>
                          <a:pt x="255" y="82"/>
                        </a:cubicBezTo>
                        <a:cubicBezTo>
                          <a:pt x="13" y="206"/>
                          <a:pt x="0" y="532"/>
                          <a:pt x="170" y="721"/>
                        </a:cubicBezTo>
                        <a:cubicBezTo>
                          <a:pt x="327" y="883"/>
                          <a:pt x="500" y="915"/>
                          <a:pt x="689" y="915"/>
                        </a:cubicBezTo>
                        <a:cubicBezTo>
                          <a:pt x="781" y="915"/>
                          <a:pt x="877" y="907"/>
                          <a:pt x="978" y="903"/>
                        </a:cubicBezTo>
                        <a:cubicBezTo>
                          <a:pt x="1115" y="890"/>
                          <a:pt x="1239" y="890"/>
                          <a:pt x="1382" y="890"/>
                        </a:cubicBezTo>
                        <a:cubicBezTo>
                          <a:pt x="1500" y="890"/>
                          <a:pt x="1623" y="859"/>
                          <a:pt x="1742" y="859"/>
                        </a:cubicBezTo>
                        <a:cubicBezTo>
                          <a:pt x="1768" y="859"/>
                          <a:pt x="1793" y="861"/>
                          <a:pt x="1819" y="864"/>
                        </a:cubicBezTo>
                        <a:cubicBezTo>
                          <a:pt x="1827" y="866"/>
                          <a:pt x="1836" y="867"/>
                          <a:pt x="1844" y="867"/>
                        </a:cubicBezTo>
                        <a:cubicBezTo>
                          <a:pt x="1946" y="867"/>
                          <a:pt x="2000" y="722"/>
                          <a:pt x="1903" y="662"/>
                        </a:cubicBezTo>
                        <a:cubicBezTo>
                          <a:pt x="1767" y="571"/>
                          <a:pt x="1669" y="440"/>
                          <a:pt x="1525" y="369"/>
                        </a:cubicBezTo>
                        <a:cubicBezTo>
                          <a:pt x="1408" y="304"/>
                          <a:pt x="1291" y="251"/>
                          <a:pt x="1173" y="193"/>
                        </a:cubicBezTo>
                        <a:cubicBezTo>
                          <a:pt x="959" y="97"/>
                          <a:pt x="769" y="1"/>
                          <a:pt x="56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32" name="Google Shape;7132;p69"/>
                  <p:cNvSpPr/>
                  <p:nvPr/>
                </p:nvSpPr>
                <p:spPr>
                  <a:xfrm>
                    <a:off x="6949715" y="2273849"/>
                    <a:ext cx="125581" cy="69961"/>
                  </a:xfrm>
                  <a:custGeom>
                    <a:rect b="b" l="l" r="r" t="t"/>
                    <a:pathLst>
                      <a:path extrusionOk="0" h="2771" w="4974">
                        <a:moveTo>
                          <a:pt x="2008" y="0"/>
                        </a:moveTo>
                        <a:cubicBezTo>
                          <a:pt x="1024" y="0"/>
                          <a:pt x="0" y="1141"/>
                          <a:pt x="880" y="1708"/>
                        </a:cubicBezTo>
                        <a:cubicBezTo>
                          <a:pt x="1760" y="2281"/>
                          <a:pt x="4973" y="2770"/>
                          <a:pt x="4973" y="2770"/>
                        </a:cubicBezTo>
                        <a:lnTo>
                          <a:pt x="4784" y="1056"/>
                        </a:lnTo>
                        <a:cubicBezTo>
                          <a:pt x="4133" y="1056"/>
                          <a:pt x="2992" y="0"/>
                          <a:pt x="200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33" name="Google Shape;7133;p69"/>
                  <p:cNvSpPr/>
                  <p:nvPr/>
                </p:nvSpPr>
                <p:spPr>
                  <a:xfrm>
                    <a:off x="7065551" y="2273849"/>
                    <a:ext cx="125758" cy="69961"/>
                  </a:xfrm>
                  <a:custGeom>
                    <a:rect b="b" l="l" r="r" t="t"/>
                    <a:pathLst>
                      <a:path extrusionOk="0" h="2771" w="4981">
                        <a:moveTo>
                          <a:pt x="2966" y="0"/>
                        </a:moveTo>
                        <a:cubicBezTo>
                          <a:pt x="1989" y="0"/>
                          <a:pt x="848" y="1056"/>
                          <a:pt x="196" y="1056"/>
                        </a:cubicBezTo>
                        <a:lnTo>
                          <a:pt x="1" y="2770"/>
                        </a:lnTo>
                        <a:cubicBezTo>
                          <a:pt x="1" y="2770"/>
                          <a:pt x="3214" y="2281"/>
                          <a:pt x="4094" y="1708"/>
                        </a:cubicBezTo>
                        <a:cubicBezTo>
                          <a:pt x="4980" y="1141"/>
                          <a:pt x="3950" y="0"/>
                          <a:pt x="296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134" name="Google Shape;7134;p69"/>
                  <p:cNvGrpSpPr/>
                  <p:nvPr/>
                </p:nvGrpSpPr>
                <p:grpSpPr>
                  <a:xfrm>
                    <a:off x="6934567" y="1636703"/>
                    <a:ext cx="275980" cy="252450"/>
                    <a:chOff x="6934567" y="1636703"/>
                    <a:chExt cx="275980" cy="252450"/>
                  </a:xfrm>
                </p:grpSpPr>
                <p:sp>
                  <p:nvSpPr>
                    <p:cNvPr id="7135" name="Google Shape;7135;p69"/>
                    <p:cNvSpPr/>
                    <p:nvPr/>
                  </p:nvSpPr>
                  <p:spPr>
                    <a:xfrm>
                      <a:off x="6934567" y="1636703"/>
                      <a:ext cx="275980" cy="197334"/>
                    </a:xfrm>
                    <a:custGeom>
                      <a:rect b="b" l="l" r="r" t="t"/>
                      <a:pathLst>
                        <a:path extrusionOk="0" h="7816" w="10931">
                          <a:moveTo>
                            <a:pt x="3014" y="3747"/>
                          </a:moveTo>
                          <a:cubicBezTo>
                            <a:pt x="3652" y="3747"/>
                            <a:pt x="4263" y="4241"/>
                            <a:pt x="4263" y="4986"/>
                          </a:cubicBezTo>
                          <a:cubicBezTo>
                            <a:pt x="4263" y="5671"/>
                            <a:pt x="3709" y="6225"/>
                            <a:pt x="3025" y="6225"/>
                          </a:cubicBezTo>
                          <a:cubicBezTo>
                            <a:pt x="1917" y="6225"/>
                            <a:pt x="1369" y="4889"/>
                            <a:pt x="2145" y="4113"/>
                          </a:cubicBezTo>
                          <a:cubicBezTo>
                            <a:pt x="2398" y="3860"/>
                            <a:pt x="2709" y="3747"/>
                            <a:pt x="3014" y="3747"/>
                          </a:cubicBezTo>
                          <a:close/>
                          <a:moveTo>
                            <a:pt x="7855" y="3747"/>
                          </a:moveTo>
                          <a:cubicBezTo>
                            <a:pt x="8491" y="3747"/>
                            <a:pt x="9099" y="4241"/>
                            <a:pt x="9099" y="4986"/>
                          </a:cubicBezTo>
                          <a:cubicBezTo>
                            <a:pt x="9099" y="5671"/>
                            <a:pt x="8545" y="6225"/>
                            <a:pt x="7867" y="6225"/>
                          </a:cubicBezTo>
                          <a:cubicBezTo>
                            <a:pt x="6759" y="6225"/>
                            <a:pt x="6205" y="4895"/>
                            <a:pt x="6988" y="4113"/>
                          </a:cubicBezTo>
                          <a:cubicBezTo>
                            <a:pt x="7241" y="3860"/>
                            <a:pt x="7551" y="3747"/>
                            <a:pt x="7855" y="3747"/>
                          </a:cubicBezTo>
                          <a:close/>
                          <a:moveTo>
                            <a:pt x="3866" y="1"/>
                          </a:moveTo>
                          <a:cubicBezTo>
                            <a:pt x="1728" y="1"/>
                            <a:pt x="1" y="1734"/>
                            <a:pt x="1" y="3865"/>
                          </a:cubicBezTo>
                          <a:lnTo>
                            <a:pt x="1" y="3950"/>
                          </a:lnTo>
                          <a:cubicBezTo>
                            <a:pt x="1" y="6081"/>
                            <a:pt x="1728" y="7815"/>
                            <a:pt x="3866" y="7815"/>
                          </a:cubicBezTo>
                          <a:lnTo>
                            <a:pt x="7066" y="7815"/>
                          </a:lnTo>
                          <a:cubicBezTo>
                            <a:pt x="9197" y="7815"/>
                            <a:pt x="10931" y="6081"/>
                            <a:pt x="10931" y="3950"/>
                          </a:cubicBezTo>
                          <a:lnTo>
                            <a:pt x="10931" y="3865"/>
                          </a:lnTo>
                          <a:cubicBezTo>
                            <a:pt x="10931" y="1734"/>
                            <a:pt x="9197" y="1"/>
                            <a:pt x="7066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36" name="Google Shape;7136;p69"/>
                    <p:cNvSpPr/>
                    <p:nvPr/>
                  </p:nvSpPr>
                  <p:spPr>
                    <a:xfrm>
                      <a:off x="7001700" y="1770817"/>
                      <a:ext cx="137927" cy="118335"/>
                    </a:xfrm>
                    <a:custGeom>
                      <a:rect b="b" l="l" r="r" t="t"/>
                      <a:pathLst>
                        <a:path extrusionOk="0" h="4687" w="5463">
                          <a:moveTo>
                            <a:pt x="2810" y="391"/>
                          </a:moveTo>
                          <a:cubicBezTo>
                            <a:pt x="3149" y="391"/>
                            <a:pt x="3423" y="1128"/>
                            <a:pt x="3423" y="1467"/>
                          </a:cubicBezTo>
                          <a:cubicBezTo>
                            <a:pt x="3423" y="1806"/>
                            <a:pt x="3149" y="2079"/>
                            <a:pt x="2810" y="2079"/>
                          </a:cubicBezTo>
                          <a:cubicBezTo>
                            <a:pt x="2471" y="2079"/>
                            <a:pt x="2197" y="1806"/>
                            <a:pt x="2197" y="1467"/>
                          </a:cubicBezTo>
                          <a:cubicBezTo>
                            <a:pt x="2197" y="1128"/>
                            <a:pt x="2471" y="391"/>
                            <a:pt x="2810" y="391"/>
                          </a:cubicBezTo>
                          <a:close/>
                          <a:moveTo>
                            <a:pt x="1109" y="2607"/>
                          </a:moveTo>
                          <a:cubicBezTo>
                            <a:pt x="1331" y="2607"/>
                            <a:pt x="1506" y="2861"/>
                            <a:pt x="1526" y="3174"/>
                          </a:cubicBezTo>
                          <a:lnTo>
                            <a:pt x="685" y="3174"/>
                          </a:lnTo>
                          <a:cubicBezTo>
                            <a:pt x="705" y="2855"/>
                            <a:pt x="881" y="2607"/>
                            <a:pt x="1109" y="2607"/>
                          </a:cubicBezTo>
                          <a:close/>
                          <a:moveTo>
                            <a:pt x="4479" y="2607"/>
                          </a:moveTo>
                          <a:cubicBezTo>
                            <a:pt x="4700" y="2607"/>
                            <a:pt x="4883" y="2861"/>
                            <a:pt x="4902" y="3174"/>
                          </a:cubicBezTo>
                          <a:lnTo>
                            <a:pt x="4061" y="3174"/>
                          </a:lnTo>
                          <a:cubicBezTo>
                            <a:pt x="4074" y="2855"/>
                            <a:pt x="4257" y="2607"/>
                            <a:pt x="4479" y="2607"/>
                          </a:cubicBezTo>
                          <a:close/>
                          <a:moveTo>
                            <a:pt x="2230" y="2764"/>
                          </a:moveTo>
                          <a:cubicBezTo>
                            <a:pt x="2452" y="2764"/>
                            <a:pt x="2634" y="3018"/>
                            <a:pt x="2654" y="3331"/>
                          </a:cubicBezTo>
                          <a:lnTo>
                            <a:pt x="1813" y="3331"/>
                          </a:lnTo>
                          <a:cubicBezTo>
                            <a:pt x="1832" y="3011"/>
                            <a:pt x="2008" y="2764"/>
                            <a:pt x="2230" y="2764"/>
                          </a:cubicBezTo>
                          <a:close/>
                          <a:moveTo>
                            <a:pt x="3423" y="2764"/>
                          </a:moveTo>
                          <a:cubicBezTo>
                            <a:pt x="3644" y="2764"/>
                            <a:pt x="3820" y="3018"/>
                            <a:pt x="3840" y="3331"/>
                          </a:cubicBezTo>
                          <a:lnTo>
                            <a:pt x="2999" y="3331"/>
                          </a:lnTo>
                          <a:cubicBezTo>
                            <a:pt x="3019" y="3011"/>
                            <a:pt x="3201" y="2764"/>
                            <a:pt x="3423" y="2764"/>
                          </a:cubicBezTo>
                          <a:close/>
                          <a:moveTo>
                            <a:pt x="2334" y="0"/>
                          </a:moveTo>
                          <a:cubicBezTo>
                            <a:pt x="1044" y="0"/>
                            <a:pt x="1" y="1043"/>
                            <a:pt x="1" y="2334"/>
                          </a:cubicBezTo>
                          <a:lnTo>
                            <a:pt x="1" y="2353"/>
                          </a:lnTo>
                          <a:cubicBezTo>
                            <a:pt x="1" y="3637"/>
                            <a:pt x="1044" y="4686"/>
                            <a:pt x="2334" y="4686"/>
                          </a:cubicBezTo>
                          <a:lnTo>
                            <a:pt x="3129" y="4686"/>
                          </a:lnTo>
                          <a:cubicBezTo>
                            <a:pt x="4420" y="4686"/>
                            <a:pt x="5463" y="3637"/>
                            <a:pt x="5463" y="2353"/>
                          </a:cubicBezTo>
                          <a:lnTo>
                            <a:pt x="5463" y="2334"/>
                          </a:lnTo>
                          <a:cubicBezTo>
                            <a:pt x="5463" y="1043"/>
                            <a:pt x="4420" y="0"/>
                            <a:pt x="312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37" name="Google Shape;7137;p69"/>
                    <p:cNvSpPr/>
                    <p:nvPr/>
                  </p:nvSpPr>
                  <p:spPr>
                    <a:xfrm>
                      <a:off x="7057168" y="1780689"/>
                      <a:ext cx="30802" cy="42643"/>
                    </a:xfrm>
                    <a:custGeom>
                      <a:rect b="b" l="l" r="r" t="t"/>
                      <a:pathLst>
                        <a:path extrusionOk="0" h="1689" w="1220">
                          <a:moveTo>
                            <a:pt x="606" y="0"/>
                          </a:moveTo>
                          <a:cubicBezTo>
                            <a:pt x="274" y="0"/>
                            <a:pt x="0" y="737"/>
                            <a:pt x="0" y="1076"/>
                          </a:cubicBezTo>
                          <a:cubicBezTo>
                            <a:pt x="0" y="1415"/>
                            <a:pt x="268" y="1688"/>
                            <a:pt x="606" y="1688"/>
                          </a:cubicBezTo>
                          <a:cubicBezTo>
                            <a:pt x="945" y="1688"/>
                            <a:pt x="1219" y="1415"/>
                            <a:pt x="1219" y="1076"/>
                          </a:cubicBezTo>
                          <a:cubicBezTo>
                            <a:pt x="1219" y="737"/>
                            <a:pt x="945" y="0"/>
                            <a:pt x="60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sp>
            <p:nvSpPr>
              <p:cNvPr id="7138" name="Google Shape;7138;p69"/>
              <p:cNvSpPr/>
              <p:nvPr/>
            </p:nvSpPr>
            <p:spPr>
              <a:xfrm>
                <a:off x="6865944" y="1544979"/>
                <a:ext cx="406813" cy="325238"/>
              </a:xfrm>
              <a:custGeom>
                <a:rect b="b" l="l" r="r" t="t"/>
                <a:pathLst>
                  <a:path extrusionOk="0" h="12882" w="16113">
                    <a:moveTo>
                      <a:pt x="1005" y="8743"/>
                    </a:moveTo>
                    <a:cubicBezTo>
                      <a:pt x="1007" y="8847"/>
                      <a:pt x="1033" y="9013"/>
                      <a:pt x="1076" y="9219"/>
                    </a:cubicBezTo>
                    <a:lnTo>
                      <a:pt x="1076" y="9219"/>
                    </a:lnTo>
                    <a:cubicBezTo>
                      <a:pt x="1041" y="9039"/>
                      <a:pt x="1016" y="8878"/>
                      <a:pt x="1005" y="8743"/>
                    </a:cubicBezTo>
                    <a:close/>
                    <a:moveTo>
                      <a:pt x="8533" y="1"/>
                    </a:moveTo>
                    <a:cubicBezTo>
                      <a:pt x="7380" y="1"/>
                      <a:pt x="6099" y="275"/>
                      <a:pt x="4700" y="909"/>
                    </a:cubicBezTo>
                    <a:cubicBezTo>
                      <a:pt x="1" y="3034"/>
                      <a:pt x="1005" y="8743"/>
                      <a:pt x="1005" y="8743"/>
                    </a:cubicBezTo>
                    <a:cubicBezTo>
                      <a:pt x="946" y="6110"/>
                      <a:pt x="4042" y="3445"/>
                      <a:pt x="4042" y="3445"/>
                    </a:cubicBezTo>
                    <a:cubicBezTo>
                      <a:pt x="6225" y="4787"/>
                      <a:pt x="13538" y="6501"/>
                      <a:pt x="14209" y="6729"/>
                    </a:cubicBezTo>
                    <a:cubicBezTo>
                      <a:pt x="14551" y="6843"/>
                      <a:pt x="14772" y="11929"/>
                      <a:pt x="14749" y="12629"/>
                    </a:cubicBezTo>
                    <a:lnTo>
                      <a:pt x="14749" y="12629"/>
                    </a:lnTo>
                    <a:lnTo>
                      <a:pt x="15206" y="9551"/>
                    </a:lnTo>
                    <a:cubicBezTo>
                      <a:pt x="15206" y="9551"/>
                      <a:pt x="16112" y="6169"/>
                      <a:pt x="14437" y="3438"/>
                    </a:cubicBezTo>
                    <a:cubicBezTo>
                      <a:pt x="13261" y="1525"/>
                      <a:pt x="11252" y="1"/>
                      <a:pt x="8533" y="1"/>
                    </a:cubicBezTo>
                    <a:close/>
                    <a:moveTo>
                      <a:pt x="14749" y="12629"/>
                    </a:moveTo>
                    <a:lnTo>
                      <a:pt x="14737" y="12706"/>
                    </a:lnTo>
                    <a:cubicBezTo>
                      <a:pt x="14738" y="12707"/>
                      <a:pt x="14739" y="12708"/>
                      <a:pt x="14739" y="12708"/>
                    </a:cubicBezTo>
                    <a:cubicBezTo>
                      <a:pt x="14744" y="12708"/>
                      <a:pt x="14747" y="12680"/>
                      <a:pt x="14749" y="12629"/>
                    </a:cubicBezTo>
                    <a:close/>
                    <a:moveTo>
                      <a:pt x="1076" y="9219"/>
                    </a:moveTo>
                    <a:lnTo>
                      <a:pt x="1076" y="9219"/>
                    </a:lnTo>
                    <a:cubicBezTo>
                      <a:pt x="1330" y="10544"/>
                      <a:pt x="2113" y="12882"/>
                      <a:pt x="2113" y="12882"/>
                    </a:cubicBezTo>
                    <a:cubicBezTo>
                      <a:pt x="2113" y="12882"/>
                      <a:pt x="1321" y="10392"/>
                      <a:pt x="1076" y="9219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139" name="Google Shape;7139;p69"/>
          <p:cNvSpPr/>
          <p:nvPr/>
        </p:nvSpPr>
        <p:spPr>
          <a:xfrm>
            <a:off x="4964226" y="4326883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1"/>
                </a:moveTo>
                <a:cubicBezTo>
                  <a:pt x="4015" y="1"/>
                  <a:pt x="0" y="437"/>
                  <a:pt x="0" y="972"/>
                </a:cubicBezTo>
                <a:cubicBezTo>
                  <a:pt x="0" y="1506"/>
                  <a:pt x="4009" y="1943"/>
                  <a:pt x="8962" y="1943"/>
                </a:cubicBezTo>
                <a:cubicBezTo>
                  <a:pt x="13915" y="1943"/>
                  <a:pt x="17937" y="1506"/>
                  <a:pt x="17937" y="972"/>
                </a:cubicBezTo>
                <a:cubicBezTo>
                  <a:pt x="17937" y="437"/>
                  <a:pt x="13922" y="1"/>
                  <a:pt x="8969" y="1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0" name="Google Shape;7140;p69"/>
          <p:cNvSpPr/>
          <p:nvPr/>
        </p:nvSpPr>
        <p:spPr>
          <a:xfrm>
            <a:off x="4915019" y="3065442"/>
            <a:ext cx="550774" cy="1277927"/>
          </a:xfrm>
          <a:custGeom>
            <a:rect b="b" l="l" r="r" t="t"/>
            <a:pathLst>
              <a:path extrusionOk="0" h="50616" w="21815">
                <a:moveTo>
                  <a:pt x="3781" y="7802"/>
                </a:moveTo>
                <a:lnTo>
                  <a:pt x="3781" y="7834"/>
                </a:lnTo>
                <a:lnTo>
                  <a:pt x="3761" y="7834"/>
                </a:lnTo>
                <a:cubicBezTo>
                  <a:pt x="3768" y="7821"/>
                  <a:pt x="3774" y="7808"/>
                  <a:pt x="3781" y="7802"/>
                </a:cubicBezTo>
                <a:close/>
                <a:moveTo>
                  <a:pt x="10696" y="0"/>
                </a:moveTo>
                <a:cubicBezTo>
                  <a:pt x="6759" y="0"/>
                  <a:pt x="3566" y="3194"/>
                  <a:pt x="3566" y="7131"/>
                </a:cubicBezTo>
                <a:cubicBezTo>
                  <a:pt x="3566" y="7365"/>
                  <a:pt x="3579" y="7600"/>
                  <a:pt x="3611" y="7834"/>
                </a:cubicBezTo>
                <a:cubicBezTo>
                  <a:pt x="2979" y="7906"/>
                  <a:pt x="2555" y="8512"/>
                  <a:pt x="2712" y="9131"/>
                </a:cubicBezTo>
                <a:cubicBezTo>
                  <a:pt x="2829" y="9609"/>
                  <a:pt x="3258" y="9920"/>
                  <a:pt x="3720" y="9920"/>
                </a:cubicBezTo>
                <a:cubicBezTo>
                  <a:pt x="3850" y="9920"/>
                  <a:pt x="3984" y="9895"/>
                  <a:pt x="4113" y="9842"/>
                </a:cubicBezTo>
                <a:cubicBezTo>
                  <a:pt x="4843" y="12045"/>
                  <a:pt x="6688" y="13805"/>
                  <a:pt x="8754" y="14561"/>
                </a:cubicBezTo>
                <a:cubicBezTo>
                  <a:pt x="8799" y="14574"/>
                  <a:pt x="8891" y="14593"/>
                  <a:pt x="8891" y="14606"/>
                </a:cubicBezTo>
                <a:lnTo>
                  <a:pt x="8891" y="16627"/>
                </a:lnTo>
                <a:lnTo>
                  <a:pt x="5651" y="16627"/>
                </a:lnTo>
                <a:cubicBezTo>
                  <a:pt x="5651" y="16627"/>
                  <a:pt x="5645" y="16692"/>
                  <a:pt x="5632" y="16698"/>
                </a:cubicBezTo>
                <a:cubicBezTo>
                  <a:pt x="5052" y="16705"/>
                  <a:pt x="4543" y="17083"/>
                  <a:pt x="4367" y="17630"/>
                </a:cubicBezTo>
                <a:lnTo>
                  <a:pt x="216" y="33233"/>
                </a:lnTo>
                <a:cubicBezTo>
                  <a:pt x="1" y="33865"/>
                  <a:pt x="294" y="34563"/>
                  <a:pt x="900" y="34850"/>
                </a:cubicBezTo>
                <a:cubicBezTo>
                  <a:pt x="1081" y="34935"/>
                  <a:pt x="1273" y="34976"/>
                  <a:pt x="1462" y="34976"/>
                </a:cubicBezTo>
                <a:cubicBezTo>
                  <a:pt x="1906" y="34976"/>
                  <a:pt x="2335" y="34752"/>
                  <a:pt x="2582" y="34354"/>
                </a:cubicBezTo>
                <a:cubicBezTo>
                  <a:pt x="2652" y="34403"/>
                  <a:pt x="2730" y="34426"/>
                  <a:pt x="2808" y="34426"/>
                </a:cubicBezTo>
                <a:cubicBezTo>
                  <a:pt x="2988" y="34426"/>
                  <a:pt x="3162" y="34303"/>
                  <a:pt x="3207" y="34107"/>
                </a:cubicBezTo>
                <a:lnTo>
                  <a:pt x="3566" y="32529"/>
                </a:lnTo>
                <a:cubicBezTo>
                  <a:pt x="3611" y="32334"/>
                  <a:pt x="3481" y="32034"/>
                  <a:pt x="3305" y="31936"/>
                </a:cubicBezTo>
                <a:lnTo>
                  <a:pt x="6336" y="20948"/>
                </a:lnTo>
                <a:cubicBezTo>
                  <a:pt x="6336" y="22838"/>
                  <a:pt x="6388" y="26501"/>
                  <a:pt x="6453" y="30561"/>
                </a:cubicBezTo>
                <a:lnTo>
                  <a:pt x="6407" y="30561"/>
                </a:lnTo>
                <a:lnTo>
                  <a:pt x="6466" y="32353"/>
                </a:lnTo>
                <a:lnTo>
                  <a:pt x="6486" y="32353"/>
                </a:lnTo>
                <a:cubicBezTo>
                  <a:pt x="6622" y="40181"/>
                  <a:pt x="6805" y="48719"/>
                  <a:pt x="6805" y="48719"/>
                </a:cubicBezTo>
                <a:cubicBezTo>
                  <a:pt x="6805" y="48719"/>
                  <a:pt x="4517" y="49084"/>
                  <a:pt x="4517" y="50609"/>
                </a:cubicBezTo>
                <a:lnTo>
                  <a:pt x="8936" y="50609"/>
                </a:lnTo>
                <a:lnTo>
                  <a:pt x="10631" y="33422"/>
                </a:lnTo>
                <a:lnTo>
                  <a:pt x="10670" y="33448"/>
                </a:lnTo>
                <a:lnTo>
                  <a:pt x="11035" y="33448"/>
                </a:lnTo>
                <a:lnTo>
                  <a:pt x="11041" y="33442"/>
                </a:lnTo>
                <a:lnTo>
                  <a:pt x="12892" y="50616"/>
                </a:lnTo>
                <a:lnTo>
                  <a:pt x="17311" y="50616"/>
                </a:lnTo>
                <a:cubicBezTo>
                  <a:pt x="17311" y="49084"/>
                  <a:pt x="15024" y="48725"/>
                  <a:pt x="15024" y="48725"/>
                </a:cubicBezTo>
                <a:cubicBezTo>
                  <a:pt x="15024" y="48725"/>
                  <a:pt x="15193" y="40090"/>
                  <a:pt x="15317" y="32210"/>
                </a:cubicBezTo>
                <a:cubicBezTo>
                  <a:pt x="15323" y="31891"/>
                  <a:pt x="15356" y="30561"/>
                  <a:pt x="15356" y="30561"/>
                </a:cubicBezTo>
                <a:lnTo>
                  <a:pt x="15343" y="30561"/>
                </a:lnTo>
                <a:cubicBezTo>
                  <a:pt x="15408" y="26468"/>
                  <a:pt x="15454" y="22773"/>
                  <a:pt x="15454" y="20856"/>
                </a:cubicBezTo>
                <a:lnTo>
                  <a:pt x="18510" y="31917"/>
                </a:lnTo>
                <a:cubicBezTo>
                  <a:pt x="18308" y="31982"/>
                  <a:pt x="18159" y="32321"/>
                  <a:pt x="18204" y="32536"/>
                </a:cubicBezTo>
                <a:lnTo>
                  <a:pt x="18563" y="34107"/>
                </a:lnTo>
                <a:cubicBezTo>
                  <a:pt x="18608" y="34299"/>
                  <a:pt x="18775" y="34422"/>
                  <a:pt x="18959" y="34422"/>
                </a:cubicBezTo>
                <a:cubicBezTo>
                  <a:pt x="18987" y="34422"/>
                  <a:pt x="19016" y="34419"/>
                  <a:pt x="19045" y="34413"/>
                </a:cubicBezTo>
                <a:cubicBezTo>
                  <a:pt x="19110" y="34400"/>
                  <a:pt x="19169" y="34367"/>
                  <a:pt x="19221" y="34322"/>
                </a:cubicBezTo>
                <a:cubicBezTo>
                  <a:pt x="19463" y="34736"/>
                  <a:pt x="19901" y="34974"/>
                  <a:pt x="20355" y="34974"/>
                </a:cubicBezTo>
                <a:cubicBezTo>
                  <a:pt x="20537" y="34974"/>
                  <a:pt x="20721" y="34936"/>
                  <a:pt x="20896" y="34856"/>
                </a:cubicBezTo>
                <a:cubicBezTo>
                  <a:pt x="21515" y="34582"/>
                  <a:pt x="21815" y="33885"/>
                  <a:pt x="21606" y="33246"/>
                </a:cubicBezTo>
                <a:lnTo>
                  <a:pt x="17298" y="17663"/>
                </a:lnTo>
                <a:cubicBezTo>
                  <a:pt x="17122" y="17141"/>
                  <a:pt x="16659" y="16744"/>
                  <a:pt x="16145" y="16705"/>
                </a:cubicBezTo>
                <a:cubicBezTo>
                  <a:pt x="16132" y="16698"/>
                  <a:pt x="16119" y="16627"/>
                  <a:pt x="16119" y="16627"/>
                </a:cubicBezTo>
                <a:lnTo>
                  <a:pt x="12632" y="16627"/>
                </a:lnTo>
                <a:lnTo>
                  <a:pt x="12632" y="14704"/>
                </a:lnTo>
                <a:cubicBezTo>
                  <a:pt x="12632" y="14704"/>
                  <a:pt x="12651" y="14697"/>
                  <a:pt x="12664" y="14691"/>
                </a:cubicBezTo>
                <a:lnTo>
                  <a:pt x="12710" y="14684"/>
                </a:lnTo>
                <a:cubicBezTo>
                  <a:pt x="14900" y="14013"/>
                  <a:pt x="16920" y="12201"/>
                  <a:pt x="17702" y="9887"/>
                </a:cubicBezTo>
                <a:cubicBezTo>
                  <a:pt x="17781" y="9907"/>
                  <a:pt x="17865" y="9920"/>
                  <a:pt x="17950" y="9920"/>
                </a:cubicBezTo>
                <a:cubicBezTo>
                  <a:pt x="17954" y="9920"/>
                  <a:pt x="17958" y="9920"/>
                  <a:pt x="17962" y="9920"/>
                </a:cubicBezTo>
                <a:cubicBezTo>
                  <a:pt x="18517" y="9920"/>
                  <a:pt x="18973" y="9486"/>
                  <a:pt x="19006" y="8936"/>
                </a:cubicBezTo>
                <a:cubicBezTo>
                  <a:pt x="19038" y="8375"/>
                  <a:pt x="18621" y="7893"/>
                  <a:pt x="18067" y="7834"/>
                </a:cubicBezTo>
                <a:lnTo>
                  <a:pt x="18067" y="7828"/>
                </a:lnTo>
                <a:cubicBezTo>
                  <a:pt x="18067" y="7815"/>
                  <a:pt x="18054" y="7802"/>
                  <a:pt x="18054" y="7789"/>
                </a:cubicBezTo>
                <a:cubicBezTo>
                  <a:pt x="18048" y="6068"/>
                  <a:pt x="17644" y="4295"/>
                  <a:pt x="16692" y="2998"/>
                </a:cubicBezTo>
                <a:cubicBezTo>
                  <a:pt x="17663" y="2464"/>
                  <a:pt x="17781" y="1786"/>
                  <a:pt x="18159" y="1147"/>
                </a:cubicBezTo>
                <a:lnTo>
                  <a:pt x="18159" y="1147"/>
                </a:lnTo>
                <a:cubicBezTo>
                  <a:pt x="17946" y="1172"/>
                  <a:pt x="17731" y="1183"/>
                  <a:pt x="17515" y="1183"/>
                </a:cubicBezTo>
                <a:cubicBezTo>
                  <a:pt x="15275" y="1183"/>
                  <a:pt x="12901" y="0"/>
                  <a:pt x="10696" y="0"/>
                </a:cubicBezTo>
                <a:close/>
              </a:path>
            </a:pathLst>
          </a:custGeom>
          <a:solidFill>
            <a:srgbClr val="F2F4F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1" name="Google Shape;7141;p69"/>
          <p:cNvSpPr/>
          <p:nvPr/>
        </p:nvSpPr>
        <p:spPr>
          <a:xfrm>
            <a:off x="5177644" y="3411484"/>
            <a:ext cx="24869" cy="164260"/>
          </a:xfrm>
          <a:custGeom>
            <a:rect b="b" l="l" r="r" t="t"/>
            <a:pathLst>
              <a:path extrusionOk="0" h="6506" w="985">
                <a:moveTo>
                  <a:pt x="489" y="1"/>
                </a:moveTo>
                <a:cubicBezTo>
                  <a:pt x="222" y="1"/>
                  <a:pt x="1" y="222"/>
                  <a:pt x="1" y="490"/>
                </a:cubicBezTo>
                <a:cubicBezTo>
                  <a:pt x="1" y="646"/>
                  <a:pt x="72" y="789"/>
                  <a:pt x="196" y="887"/>
                </a:cubicBezTo>
                <a:cubicBezTo>
                  <a:pt x="72" y="978"/>
                  <a:pt x="1" y="1122"/>
                  <a:pt x="1" y="1278"/>
                </a:cubicBezTo>
                <a:cubicBezTo>
                  <a:pt x="1" y="1435"/>
                  <a:pt x="72" y="1578"/>
                  <a:pt x="196" y="1676"/>
                </a:cubicBezTo>
                <a:cubicBezTo>
                  <a:pt x="72" y="1767"/>
                  <a:pt x="1" y="1910"/>
                  <a:pt x="1" y="2067"/>
                </a:cubicBezTo>
                <a:cubicBezTo>
                  <a:pt x="1" y="2223"/>
                  <a:pt x="72" y="2367"/>
                  <a:pt x="196" y="2464"/>
                </a:cubicBezTo>
                <a:cubicBezTo>
                  <a:pt x="72" y="2556"/>
                  <a:pt x="1" y="2699"/>
                  <a:pt x="1" y="2855"/>
                </a:cubicBezTo>
                <a:cubicBezTo>
                  <a:pt x="1" y="3012"/>
                  <a:pt x="72" y="3155"/>
                  <a:pt x="196" y="3253"/>
                </a:cubicBezTo>
                <a:cubicBezTo>
                  <a:pt x="72" y="3344"/>
                  <a:pt x="1" y="3488"/>
                  <a:pt x="1" y="3644"/>
                </a:cubicBezTo>
                <a:cubicBezTo>
                  <a:pt x="1" y="3800"/>
                  <a:pt x="72" y="3944"/>
                  <a:pt x="196" y="4042"/>
                </a:cubicBezTo>
                <a:cubicBezTo>
                  <a:pt x="72" y="4133"/>
                  <a:pt x="1" y="4276"/>
                  <a:pt x="1" y="4433"/>
                </a:cubicBezTo>
                <a:cubicBezTo>
                  <a:pt x="1" y="4589"/>
                  <a:pt x="72" y="4732"/>
                  <a:pt x="196" y="4830"/>
                </a:cubicBezTo>
                <a:cubicBezTo>
                  <a:pt x="72" y="4921"/>
                  <a:pt x="1" y="5065"/>
                  <a:pt x="1" y="5221"/>
                </a:cubicBezTo>
                <a:cubicBezTo>
                  <a:pt x="1" y="5378"/>
                  <a:pt x="72" y="5521"/>
                  <a:pt x="196" y="5619"/>
                </a:cubicBezTo>
                <a:cubicBezTo>
                  <a:pt x="72" y="5710"/>
                  <a:pt x="1" y="5853"/>
                  <a:pt x="1" y="6010"/>
                </a:cubicBezTo>
                <a:cubicBezTo>
                  <a:pt x="1" y="6284"/>
                  <a:pt x="222" y="6499"/>
                  <a:pt x="489" y="6505"/>
                </a:cubicBezTo>
                <a:cubicBezTo>
                  <a:pt x="763" y="6505"/>
                  <a:pt x="985" y="6284"/>
                  <a:pt x="985" y="6010"/>
                </a:cubicBezTo>
                <a:cubicBezTo>
                  <a:pt x="985" y="5853"/>
                  <a:pt x="913" y="5710"/>
                  <a:pt x="783" y="5619"/>
                </a:cubicBezTo>
                <a:cubicBezTo>
                  <a:pt x="913" y="5521"/>
                  <a:pt x="985" y="5378"/>
                  <a:pt x="985" y="5221"/>
                </a:cubicBezTo>
                <a:cubicBezTo>
                  <a:pt x="985" y="5065"/>
                  <a:pt x="913" y="4921"/>
                  <a:pt x="783" y="4830"/>
                </a:cubicBezTo>
                <a:cubicBezTo>
                  <a:pt x="913" y="4732"/>
                  <a:pt x="985" y="4589"/>
                  <a:pt x="985" y="4433"/>
                </a:cubicBezTo>
                <a:cubicBezTo>
                  <a:pt x="985" y="4276"/>
                  <a:pt x="913" y="4133"/>
                  <a:pt x="783" y="4042"/>
                </a:cubicBezTo>
                <a:cubicBezTo>
                  <a:pt x="913" y="3944"/>
                  <a:pt x="985" y="3800"/>
                  <a:pt x="985" y="3644"/>
                </a:cubicBezTo>
                <a:cubicBezTo>
                  <a:pt x="985" y="3488"/>
                  <a:pt x="913" y="3344"/>
                  <a:pt x="783" y="3253"/>
                </a:cubicBezTo>
                <a:cubicBezTo>
                  <a:pt x="913" y="3155"/>
                  <a:pt x="985" y="3012"/>
                  <a:pt x="985" y="2855"/>
                </a:cubicBezTo>
                <a:cubicBezTo>
                  <a:pt x="985" y="2699"/>
                  <a:pt x="913" y="2556"/>
                  <a:pt x="783" y="2464"/>
                </a:cubicBezTo>
                <a:cubicBezTo>
                  <a:pt x="913" y="2367"/>
                  <a:pt x="985" y="2223"/>
                  <a:pt x="985" y="2067"/>
                </a:cubicBezTo>
                <a:cubicBezTo>
                  <a:pt x="985" y="1910"/>
                  <a:pt x="913" y="1767"/>
                  <a:pt x="783" y="1676"/>
                </a:cubicBezTo>
                <a:cubicBezTo>
                  <a:pt x="913" y="1578"/>
                  <a:pt x="985" y="1435"/>
                  <a:pt x="985" y="1278"/>
                </a:cubicBezTo>
                <a:cubicBezTo>
                  <a:pt x="985" y="1122"/>
                  <a:pt x="913" y="978"/>
                  <a:pt x="783" y="887"/>
                </a:cubicBezTo>
                <a:cubicBezTo>
                  <a:pt x="913" y="789"/>
                  <a:pt x="985" y="646"/>
                  <a:pt x="985" y="490"/>
                </a:cubicBezTo>
                <a:cubicBezTo>
                  <a:pt x="978" y="222"/>
                  <a:pt x="763" y="1"/>
                  <a:pt x="489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2" name="Google Shape;7142;p69"/>
          <p:cNvSpPr/>
          <p:nvPr/>
        </p:nvSpPr>
        <p:spPr>
          <a:xfrm>
            <a:off x="5148685" y="3555774"/>
            <a:ext cx="80338" cy="55014"/>
          </a:xfrm>
          <a:custGeom>
            <a:rect b="b" l="l" r="r" t="t"/>
            <a:pathLst>
              <a:path extrusionOk="0" h="2179" w="3182">
                <a:moveTo>
                  <a:pt x="1586" y="1"/>
                </a:moveTo>
                <a:cubicBezTo>
                  <a:pt x="1449" y="1"/>
                  <a:pt x="1312" y="58"/>
                  <a:pt x="1213" y="171"/>
                </a:cubicBezTo>
                <a:cubicBezTo>
                  <a:pt x="1115" y="288"/>
                  <a:pt x="1069" y="445"/>
                  <a:pt x="1109" y="601"/>
                </a:cubicBezTo>
                <a:cubicBezTo>
                  <a:pt x="1094" y="600"/>
                  <a:pt x="1080" y="599"/>
                  <a:pt x="1066" y="599"/>
                </a:cubicBezTo>
                <a:cubicBezTo>
                  <a:pt x="925" y="599"/>
                  <a:pt x="793" y="658"/>
                  <a:pt x="698" y="764"/>
                </a:cubicBezTo>
                <a:cubicBezTo>
                  <a:pt x="594" y="881"/>
                  <a:pt x="555" y="1044"/>
                  <a:pt x="587" y="1194"/>
                </a:cubicBezTo>
                <a:cubicBezTo>
                  <a:pt x="574" y="1193"/>
                  <a:pt x="561" y="1193"/>
                  <a:pt x="548" y="1193"/>
                </a:cubicBezTo>
                <a:cubicBezTo>
                  <a:pt x="406" y="1193"/>
                  <a:pt x="273" y="1256"/>
                  <a:pt x="183" y="1364"/>
                </a:cubicBezTo>
                <a:cubicBezTo>
                  <a:pt x="1" y="1566"/>
                  <a:pt x="27" y="1879"/>
                  <a:pt x="229" y="2061"/>
                </a:cubicBezTo>
                <a:cubicBezTo>
                  <a:pt x="320" y="2133"/>
                  <a:pt x="437" y="2178"/>
                  <a:pt x="555" y="2178"/>
                </a:cubicBezTo>
                <a:cubicBezTo>
                  <a:pt x="698" y="2178"/>
                  <a:pt x="828" y="2113"/>
                  <a:pt x="926" y="2009"/>
                </a:cubicBezTo>
                <a:cubicBezTo>
                  <a:pt x="1024" y="1892"/>
                  <a:pt x="1069" y="1735"/>
                  <a:pt x="1037" y="1585"/>
                </a:cubicBezTo>
                <a:lnTo>
                  <a:pt x="1037" y="1585"/>
                </a:lnTo>
                <a:cubicBezTo>
                  <a:pt x="1044" y="1586"/>
                  <a:pt x="1052" y="1586"/>
                  <a:pt x="1059" y="1586"/>
                </a:cubicBezTo>
                <a:cubicBezTo>
                  <a:pt x="1202" y="1586"/>
                  <a:pt x="1348" y="1527"/>
                  <a:pt x="1441" y="1416"/>
                </a:cubicBezTo>
                <a:cubicBezTo>
                  <a:pt x="1545" y="1299"/>
                  <a:pt x="1584" y="1142"/>
                  <a:pt x="1552" y="986"/>
                </a:cubicBezTo>
                <a:lnTo>
                  <a:pt x="1617" y="986"/>
                </a:lnTo>
                <a:cubicBezTo>
                  <a:pt x="1623" y="1097"/>
                  <a:pt x="1663" y="1207"/>
                  <a:pt x="1741" y="1292"/>
                </a:cubicBezTo>
                <a:cubicBezTo>
                  <a:pt x="1830" y="1393"/>
                  <a:pt x="1963" y="1457"/>
                  <a:pt x="2105" y="1457"/>
                </a:cubicBezTo>
                <a:cubicBezTo>
                  <a:pt x="2118" y="1457"/>
                  <a:pt x="2132" y="1456"/>
                  <a:pt x="2145" y="1455"/>
                </a:cubicBezTo>
                <a:lnTo>
                  <a:pt x="2145" y="1455"/>
                </a:lnTo>
                <a:cubicBezTo>
                  <a:pt x="2112" y="1605"/>
                  <a:pt x="2158" y="1761"/>
                  <a:pt x="2256" y="1879"/>
                </a:cubicBezTo>
                <a:cubicBezTo>
                  <a:pt x="2354" y="1992"/>
                  <a:pt x="2492" y="2049"/>
                  <a:pt x="2629" y="2049"/>
                </a:cubicBezTo>
                <a:cubicBezTo>
                  <a:pt x="2744" y="2049"/>
                  <a:pt x="2860" y="2008"/>
                  <a:pt x="2953" y="1924"/>
                </a:cubicBezTo>
                <a:cubicBezTo>
                  <a:pt x="3162" y="1748"/>
                  <a:pt x="3181" y="1435"/>
                  <a:pt x="2999" y="1227"/>
                </a:cubicBezTo>
                <a:cubicBezTo>
                  <a:pt x="2903" y="1126"/>
                  <a:pt x="2770" y="1062"/>
                  <a:pt x="2633" y="1062"/>
                </a:cubicBezTo>
                <a:cubicBezTo>
                  <a:pt x="2620" y="1062"/>
                  <a:pt x="2607" y="1063"/>
                  <a:pt x="2595" y="1064"/>
                </a:cubicBezTo>
                <a:cubicBezTo>
                  <a:pt x="2621" y="914"/>
                  <a:pt x="2581" y="758"/>
                  <a:pt x="2477" y="640"/>
                </a:cubicBezTo>
                <a:cubicBezTo>
                  <a:pt x="2384" y="535"/>
                  <a:pt x="2243" y="470"/>
                  <a:pt x="2100" y="470"/>
                </a:cubicBezTo>
                <a:cubicBezTo>
                  <a:pt x="2093" y="470"/>
                  <a:pt x="2087" y="471"/>
                  <a:pt x="2080" y="471"/>
                </a:cubicBezTo>
                <a:cubicBezTo>
                  <a:pt x="2073" y="341"/>
                  <a:pt x="2014" y="210"/>
                  <a:pt x="1910" y="125"/>
                </a:cubicBezTo>
                <a:cubicBezTo>
                  <a:pt x="1818" y="42"/>
                  <a:pt x="1702" y="1"/>
                  <a:pt x="1586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3" name="Google Shape;7143;p69"/>
          <p:cNvSpPr/>
          <p:nvPr/>
        </p:nvSpPr>
        <p:spPr>
          <a:xfrm>
            <a:off x="5088217" y="3540499"/>
            <a:ext cx="91093" cy="197536"/>
          </a:xfrm>
          <a:custGeom>
            <a:rect b="b" l="l" r="r" t="t"/>
            <a:pathLst>
              <a:path extrusionOk="0" h="7824" w="3608">
                <a:moveTo>
                  <a:pt x="2682" y="1"/>
                </a:moveTo>
                <a:lnTo>
                  <a:pt x="2682" y="7"/>
                </a:lnTo>
                <a:cubicBezTo>
                  <a:pt x="2128" y="7"/>
                  <a:pt x="890" y="2040"/>
                  <a:pt x="473" y="2790"/>
                </a:cubicBezTo>
                <a:cubicBezTo>
                  <a:pt x="62" y="3546"/>
                  <a:pt x="225" y="5078"/>
                  <a:pt x="173" y="5886"/>
                </a:cubicBezTo>
                <a:cubicBezTo>
                  <a:pt x="124" y="6645"/>
                  <a:pt x="0" y="7824"/>
                  <a:pt x="488" y="7824"/>
                </a:cubicBezTo>
                <a:cubicBezTo>
                  <a:pt x="519" y="7824"/>
                  <a:pt x="553" y="7819"/>
                  <a:pt x="590" y="7808"/>
                </a:cubicBezTo>
                <a:cubicBezTo>
                  <a:pt x="1196" y="7646"/>
                  <a:pt x="2200" y="6753"/>
                  <a:pt x="2780" y="6498"/>
                </a:cubicBezTo>
                <a:cubicBezTo>
                  <a:pt x="3354" y="6251"/>
                  <a:pt x="3380" y="5052"/>
                  <a:pt x="3328" y="4100"/>
                </a:cubicBezTo>
                <a:cubicBezTo>
                  <a:pt x="3269" y="3155"/>
                  <a:pt x="3608" y="229"/>
                  <a:pt x="2682" y="1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4" name="Google Shape;7144;p69"/>
          <p:cNvSpPr/>
          <p:nvPr/>
        </p:nvSpPr>
        <p:spPr>
          <a:xfrm>
            <a:off x="5201831" y="3540499"/>
            <a:ext cx="91118" cy="197536"/>
          </a:xfrm>
          <a:custGeom>
            <a:rect b="b" l="l" r="r" t="t"/>
            <a:pathLst>
              <a:path extrusionOk="0" h="7824" w="3609">
                <a:moveTo>
                  <a:pt x="920" y="1"/>
                </a:moveTo>
                <a:cubicBezTo>
                  <a:pt x="1" y="229"/>
                  <a:pt x="340" y="3155"/>
                  <a:pt x="281" y="4100"/>
                </a:cubicBezTo>
                <a:cubicBezTo>
                  <a:pt x="222" y="5052"/>
                  <a:pt x="255" y="6251"/>
                  <a:pt x="828" y="6498"/>
                </a:cubicBezTo>
                <a:cubicBezTo>
                  <a:pt x="1409" y="6753"/>
                  <a:pt x="2412" y="7646"/>
                  <a:pt x="3018" y="7808"/>
                </a:cubicBezTo>
                <a:cubicBezTo>
                  <a:pt x="3055" y="7819"/>
                  <a:pt x="3089" y="7824"/>
                  <a:pt x="3121" y="7824"/>
                </a:cubicBezTo>
                <a:cubicBezTo>
                  <a:pt x="3608" y="7824"/>
                  <a:pt x="3484" y="6645"/>
                  <a:pt x="3435" y="5886"/>
                </a:cubicBezTo>
                <a:cubicBezTo>
                  <a:pt x="3377" y="5078"/>
                  <a:pt x="3546" y="3546"/>
                  <a:pt x="3129" y="2790"/>
                </a:cubicBezTo>
                <a:cubicBezTo>
                  <a:pt x="2719" y="2040"/>
                  <a:pt x="1480" y="7"/>
                  <a:pt x="920" y="7"/>
                </a:cubicBezTo>
                <a:lnTo>
                  <a:pt x="920" y="1"/>
                </a:ln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5" name="Google Shape;7145;p69"/>
          <p:cNvGrpSpPr/>
          <p:nvPr/>
        </p:nvGrpSpPr>
        <p:grpSpPr>
          <a:xfrm>
            <a:off x="996380" y="1542757"/>
            <a:ext cx="556859" cy="1310345"/>
            <a:chOff x="996380" y="1542757"/>
            <a:chExt cx="556859" cy="1310345"/>
          </a:xfrm>
        </p:grpSpPr>
        <p:sp>
          <p:nvSpPr>
            <p:cNvPr id="7146" name="Google Shape;7146;p69"/>
            <p:cNvSpPr/>
            <p:nvPr/>
          </p:nvSpPr>
          <p:spPr>
            <a:xfrm>
              <a:off x="1091487" y="1674397"/>
              <a:ext cx="366796" cy="342104"/>
            </a:xfrm>
            <a:custGeom>
              <a:rect b="b" l="l" r="r" t="t"/>
              <a:pathLst>
                <a:path extrusionOk="0" h="13550" w="14528">
                  <a:moveTo>
                    <a:pt x="2151" y="0"/>
                  </a:moveTo>
                  <a:cubicBezTo>
                    <a:pt x="958" y="0"/>
                    <a:pt x="0" y="958"/>
                    <a:pt x="0" y="2157"/>
                  </a:cubicBezTo>
                  <a:lnTo>
                    <a:pt x="0" y="11393"/>
                  </a:lnTo>
                  <a:cubicBezTo>
                    <a:pt x="0" y="12585"/>
                    <a:pt x="958" y="13550"/>
                    <a:pt x="2151" y="13550"/>
                  </a:cubicBezTo>
                  <a:lnTo>
                    <a:pt x="12371" y="13550"/>
                  </a:lnTo>
                  <a:cubicBezTo>
                    <a:pt x="13563" y="13550"/>
                    <a:pt x="14528" y="12585"/>
                    <a:pt x="14528" y="11393"/>
                  </a:cubicBezTo>
                  <a:lnTo>
                    <a:pt x="14528" y="2157"/>
                  </a:lnTo>
                  <a:cubicBezTo>
                    <a:pt x="14528" y="958"/>
                    <a:pt x="13563" y="0"/>
                    <a:pt x="1237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9"/>
            <p:cNvSpPr/>
            <p:nvPr/>
          </p:nvSpPr>
          <p:spPr>
            <a:xfrm>
              <a:off x="996380" y="1547529"/>
              <a:ext cx="556859" cy="1272651"/>
            </a:xfrm>
            <a:custGeom>
              <a:rect b="b" l="l" r="r" t="t"/>
              <a:pathLst>
                <a:path extrusionOk="0" h="50407" w="22056">
                  <a:moveTo>
                    <a:pt x="11028" y="0"/>
                  </a:moveTo>
                  <a:cubicBezTo>
                    <a:pt x="7052" y="0"/>
                    <a:pt x="3832" y="3226"/>
                    <a:pt x="3832" y="7202"/>
                  </a:cubicBezTo>
                  <a:lnTo>
                    <a:pt x="3832" y="7208"/>
                  </a:lnTo>
                  <a:cubicBezTo>
                    <a:pt x="3806" y="7208"/>
                    <a:pt x="3787" y="7202"/>
                    <a:pt x="3767" y="7202"/>
                  </a:cubicBezTo>
                  <a:cubicBezTo>
                    <a:pt x="3764" y="7202"/>
                    <a:pt x="3760" y="7202"/>
                    <a:pt x="3757" y="7202"/>
                  </a:cubicBezTo>
                  <a:cubicBezTo>
                    <a:pt x="3091" y="7202"/>
                    <a:pt x="2588" y="7811"/>
                    <a:pt x="2718" y="8466"/>
                  </a:cubicBezTo>
                  <a:cubicBezTo>
                    <a:pt x="2815" y="8983"/>
                    <a:pt x="3269" y="9322"/>
                    <a:pt x="3759" y="9322"/>
                  </a:cubicBezTo>
                  <a:cubicBezTo>
                    <a:pt x="3894" y="9322"/>
                    <a:pt x="4031" y="9297"/>
                    <a:pt x="4165" y="9242"/>
                  </a:cubicBezTo>
                  <a:cubicBezTo>
                    <a:pt x="4934" y="11569"/>
                    <a:pt x="6948" y="13413"/>
                    <a:pt x="9151" y="14104"/>
                  </a:cubicBezTo>
                  <a:lnTo>
                    <a:pt x="9151" y="16124"/>
                  </a:lnTo>
                  <a:lnTo>
                    <a:pt x="6863" y="16124"/>
                  </a:lnTo>
                  <a:cubicBezTo>
                    <a:pt x="6863" y="16124"/>
                    <a:pt x="6857" y="16170"/>
                    <a:pt x="6837" y="16183"/>
                  </a:cubicBezTo>
                  <a:cubicBezTo>
                    <a:pt x="6257" y="16183"/>
                    <a:pt x="5742" y="16561"/>
                    <a:pt x="5560" y="17109"/>
                  </a:cubicBezTo>
                  <a:lnTo>
                    <a:pt x="228" y="32861"/>
                  </a:lnTo>
                  <a:cubicBezTo>
                    <a:pt x="0" y="33559"/>
                    <a:pt x="372" y="34308"/>
                    <a:pt x="1069" y="34543"/>
                  </a:cubicBezTo>
                  <a:cubicBezTo>
                    <a:pt x="1208" y="34588"/>
                    <a:pt x="1349" y="34610"/>
                    <a:pt x="1488" y="34610"/>
                  </a:cubicBezTo>
                  <a:cubicBezTo>
                    <a:pt x="2045" y="34610"/>
                    <a:pt x="2563" y="34261"/>
                    <a:pt x="2750" y="33702"/>
                  </a:cubicBezTo>
                  <a:lnTo>
                    <a:pt x="2926" y="33187"/>
                  </a:lnTo>
                  <a:lnTo>
                    <a:pt x="3507" y="33428"/>
                  </a:lnTo>
                  <a:cubicBezTo>
                    <a:pt x="3507" y="33428"/>
                    <a:pt x="4008" y="32412"/>
                    <a:pt x="3467" y="31577"/>
                  </a:cubicBezTo>
                  <a:lnTo>
                    <a:pt x="6733" y="21925"/>
                  </a:lnTo>
                  <a:lnTo>
                    <a:pt x="6733" y="21925"/>
                  </a:lnTo>
                  <a:cubicBezTo>
                    <a:pt x="6733" y="27706"/>
                    <a:pt x="5951" y="29172"/>
                    <a:pt x="5951" y="32366"/>
                  </a:cubicBezTo>
                  <a:cubicBezTo>
                    <a:pt x="5951" y="35560"/>
                    <a:pt x="7860" y="48497"/>
                    <a:pt x="7860" y="48497"/>
                  </a:cubicBezTo>
                  <a:lnTo>
                    <a:pt x="5553" y="50407"/>
                  </a:lnTo>
                  <a:lnTo>
                    <a:pt x="10018" y="50407"/>
                  </a:lnTo>
                  <a:lnTo>
                    <a:pt x="10761" y="31630"/>
                  </a:lnTo>
                  <a:lnTo>
                    <a:pt x="11145" y="31630"/>
                  </a:lnTo>
                  <a:lnTo>
                    <a:pt x="11888" y="50407"/>
                  </a:lnTo>
                  <a:lnTo>
                    <a:pt x="16353" y="50407"/>
                  </a:lnTo>
                  <a:lnTo>
                    <a:pt x="14039" y="48497"/>
                  </a:lnTo>
                  <a:cubicBezTo>
                    <a:pt x="14039" y="48497"/>
                    <a:pt x="15949" y="34171"/>
                    <a:pt x="15949" y="31590"/>
                  </a:cubicBezTo>
                  <a:cubicBezTo>
                    <a:pt x="15949" y="29003"/>
                    <a:pt x="15290" y="27680"/>
                    <a:pt x="15290" y="21821"/>
                  </a:cubicBezTo>
                  <a:lnTo>
                    <a:pt x="15290" y="21821"/>
                  </a:lnTo>
                  <a:lnTo>
                    <a:pt x="18595" y="31584"/>
                  </a:lnTo>
                  <a:cubicBezTo>
                    <a:pt x="18047" y="32418"/>
                    <a:pt x="18556" y="33435"/>
                    <a:pt x="18556" y="33435"/>
                  </a:cubicBezTo>
                  <a:lnTo>
                    <a:pt x="19129" y="33187"/>
                  </a:lnTo>
                  <a:lnTo>
                    <a:pt x="19312" y="33702"/>
                  </a:lnTo>
                  <a:cubicBezTo>
                    <a:pt x="19494" y="34259"/>
                    <a:pt x="20009" y="34613"/>
                    <a:pt x="20564" y="34613"/>
                  </a:cubicBezTo>
                  <a:cubicBezTo>
                    <a:pt x="20704" y="34613"/>
                    <a:pt x="20846" y="34590"/>
                    <a:pt x="20987" y="34543"/>
                  </a:cubicBezTo>
                  <a:cubicBezTo>
                    <a:pt x="21684" y="34315"/>
                    <a:pt x="22056" y="33565"/>
                    <a:pt x="21827" y="32868"/>
                  </a:cubicBezTo>
                  <a:lnTo>
                    <a:pt x="16496" y="17128"/>
                  </a:lnTo>
                  <a:cubicBezTo>
                    <a:pt x="16333" y="16613"/>
                    <a:pt x="15877" y="16242"/>
                    <a:pt x="15336" y="16190"/>
                  </a:cubicBezTo>
                  <a:cubicBezTo>
                    <a:pt x="15323" y="16170"/>
                    <a:pt x="15310" y="16150"/>
                    <a:pt x="15303" y="16131"/>
                  </a:cubicBezTo>
                  <a:lnTo>
                    <a:pt x="12905" y="16131"/>
                  </a:lnTo>
                  <a:lnTo>
                    <a:pt x="12905" y="14104"/>
                  </a:lnTo>
                  <a:cubicBezTo>
                    <a:pt x="15101" y="13413"/>
                    <a:pt x="17102" y="11595"/>
                    <a:pt x="17884" y="9281"/>
                  </a:cubicBezTo>
                  <a:cubicBezTo>
                    <a:pt x="17972" y="9303"/>
                    <a:pt x="18060" y="9313"/>
                    <a:pt x="18146" y="9313"/>
                  </a:cubicBezTo>
                  <a:cubicBezTo>
                    <a:pt x="18649" y="9313"/>
                    <a:pt x="19099" y="8957"/>
                    <a:pt x="19188" y="8434"/>
                  </a:cubicBezTo>
                  <a:cubicBezTo>
                    <a:pt x="19286" y="7828"/>
                    <a:pt x="18849" y="7261"/>
                    <a:pt x="18230" y="7215"/>
                  </a:cubicBezTo>
                  <a:lnTo>
                    <a:pt x="18230" y="7202"/>
                  </a:lnTo>
                  <a:cubicBezTo>
                    <a:pt x="18230" y="3226"/>
                    <a:pt x="15010" y="0"/>
                    <a:pt x="11028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9"/>
            <p:cNvSpPr/>
            <p:nvPr/>
          </p:nvSpPr>
          <p:spPr>
            <a:xfrm>
              <a:off x="1046067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9"/>
            <p:cNvSpPr/>
            <p:nvPr/>
          </p:nvSpPr>
          <p:spPr>
            <a:xfrm>
              <a:off x="1067780" y="1542757"/>
              <a:ext cx="406813" cy="325163"/>
            </a:xfrm>
            <a:custGeom>
              <a:rect b="b" l="l" r="r" t="t"/>
              <a:pathLst>
                <a:path extrusionOk="0" h="12879" w="16113">
                  <a:moveTo>
                    <a:pt x="1004" y="8740"/>
                  </a:moveTo>
                  <a:cubicBezTo>
                    <a:pt x="1007" y="8824"/>
                    <a:pt x="1025" y="8949"/>
                    <a:pt x="1055" y="9103"/>
                  </a:cubicBezTo>
                  <a:lnTo>
                    <a:pt x="1055" y="9103"/>
                  </a:lnTo>
                  <a:cubicBezTo>
                    <a:pt x="1031" y="8968"/>
                    <a:pt x="1014" y="8846"/>
                    <a:pt x="1004" y="8740"/>
                  </a:cubicBezTo>
                  <a:close/>
                  <a:moveTo>
                    <a:pt x="8531" y="0"/>
                  </a:moveTo>
                  <a:cubicBezTo>
                    <a:pt x="7378" y="0"/>
                    <a:pt x="6098" y="274"/>
                    <a:pt x="4700" y="906"/>
                  </a:cubicBezTo>
                  <a:cubicBezTo>
                    <a:pt x="1" y="3031"/>
                    <a:pt x="1004" y="8740"/>
                    <a:pt x="1004" y="8740"/>
                  </a:cubicBezTo>
                  <a:cubicBezTo>
                    <a:pt x="952" y="6113"/>
                    <a:pt x="4048" y="3448"/>
                    <a:pt x="4048" y="3448"/>
                  </a:cubicBezTo>
                  <a:cubicBezTo>
                    <a:pt x="6225" y="4790"/>
                    <a:pt x="13544" y="6504"/>
                    <a:pt x="14216" y="6726"/>
                  </a:cubicBezTo>
                  <a:cubicBezTo>
                    <a:pt x="14557" y="6840"/>
                    <a:pt x="14772" y="11921"/>
                    <a:pt x="14749" y="12624"/>
                  </a:cubicBezTo>
                  <a:lnTo>
                    <a:pt x="14749" y="12624"/>
                  </a:lnTo>
                  <a:lnTo>
                    <a:pt x="15206" y="9548"/>
                  </a:lnTo>
                  <a:cubicBezTo>
                    <a:pt x="15206" y="9548"/>
                    <a:pt x="16112" y="6166"/>
                    <a:pt x="14437" y="3441"/>
                  </a:cubicBezTo>
                  <a:cubicBezTo>
                    <a:pt x="13261" y="1523"/>
                    <a:pt x="11251" y="0"/>
                    <a:pt x="8531" y="0"/>
                  </a:cubicBezTo>
                  <a:close/>
                  <a:moveTo>
                    <a:pt x="14749" y="12624"/>
                  </a:moveTo>
                  <a:lnTo>
                    <a:pt x="14737" y="12703"/>
                  </a:lnTo>
                  <a:cubicBezTo>
                    <a:pt x="14738" y="12704"/>
                    <a:pt x="14739" y="12705"/>
                    <a:pt x="14739" y="12705"/>
                  </a:cubicBezTo>
                  <a:cubicBezTo>
                    <a:pt x="14744" y="12705"/>
                    <a:pt x="14747" y="12677"/>
                    <a:pt x="14749" y="12624"/>
                  </a:cubicBezTo>
                  <a:close/>
                  <a:moveTo>
                    <a:pt x="1055" y="9103"/>
                  </a:moveTo>
                  <a:cubicBezTo>
                    <a:pt x="1283" y="10402"/>
                    <a:pt x="2112" y="12879"/>
                    <a:pt x="2112" y="12879"/>
                  </a:cubicBezTo>
                  <a:cubicBezTo>
                    <a:pt x="2112" y="12879"/>
                    <a:pt x="1272" y="10220"/>
                    <a:pt x="1055" y="9103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0" name="Google Shape;7150;p69"/>
          <p:cNvGrpSpPr/>
          <p:nvPr/>
        </p:nvGrpSpPr>
        <p:grpSpPr>
          <a:xfrm>
            <a:off x="998349" y="3064858"/>
            <a:ext cx="550774" cy="1310345"/>
            <a:chOff x="998349" y="3050689"/>
            <a:chExt cx="550774" cy="1310345"/>
          </a:xfrm>
        </p:grpSpPr>
        <p:sp>
          <p:nvSpPr>
            <p:cNvPr id="7151" name="Google Shape;7151;p69"/>
            <p:cNvSpPr/>
            <p:nvPr/>
          </p:nvSpPr>
          <p:spPr>
            <a:xfrm>
              <a:off x="998349" y="3072250"/>
              <a:ext cx="550774" cy="1256366"/>
            </a:xfrm>
            <a:custGeom>
              <a:rect b="b" l="l" r="r" t="t"/>
              <a:pathLst>
                <a:path extrusionOk="0" h="49762" w="21815">
                  <a:moveTo>
                    <a:pt x="10917" y="0"/>
                  </a:moveTo>
                  <a:cubicBezTo>
                    <a:pt x="7039" y="0"/>
                    <a:pt x="3872" y="3096"/>
                    <a:pt x="3787" y="6974"/>
                  </a:cubicBezTo>
                  <a:lnTo>
                    <a:pt x="3787" y="6981"/>
                  </a:lnTo>
                  <a:cubicBezTo>
                    <a:pt x="3767" y="6981"/>
                    <a:pt x="3748" y="6974"/>
                    <a:pt x="3728" y="6974"/>
                  </a:cubicBezTo>
                  <a:cubicBezTo>
                    <a:pt x="3064" y="6974"/>
                    <a:pt x="2568" y="7574"/>
                    <a:pt x="2692" y="8219"/>
                  </a:cubicBezTo>
                  <a:cubicBezTo>
                    <a:pt x="2789" y="8730"/>
                    <a:pt x="3235" y="9069"/>
                    <a:pt x="3718" y="9069"/>
                  </a:cubicBezTo>
                  <a:cubicBezTo>
                    <a:pt x="3851" y="9069"/>
                    <a:pt x="3987" y="9043"/>
                    <a:pt x="4119" y="8988"/>
                  </a:cubicBezTo>
                  <a:cubicBezTo>
                    <a:pt x="4882" y="11302"/>
                    <a:pt x="6876" y="13120"/>
                    <a:pt x="9060" y="13811"/>
                  </a:cubicBezTo>
                  <a:lnTo>
                    <a:pt x="9060" y="15773"/>
                  </a:lnTo>
                  <a:lnTo>
                    <a:pt x="5651" y="15773"/>
                  </a:lnTo>
                  <a:cubicBezTo>
                    <a:pt x="5651" y="15773"/>
                    <a:pt x="5644" y="15838"/>
                    <a:pt x="5625" y="15845"/>
                  </a:cubicBezTo>
                  <a:cubicBezTo>
                    <a:pt x="5051" y="15851"/>
                    <a:pt x="4543" y="16223"/>
                    <a:pt x="4361" y="16770"/>
                  </a:cubicBezTo>
                  <a:lnTo>
                    <a:pt x="215" y="32379"/>
                  </a:lnTo>
                  <a:cubicBezTo>
                    <a:pt x="0" y="33012"/>
                    <a:pt x="294" y="33703"/>
                    <a:pt x="900" y="33989"/>
                  </a:cubicBezTo>
                  <a:cubicBezTo>
                    <a:pt x="1081" y="34076"/>
                    <a:pt x="1273" y="34117"/>
                    <a:pt x="1464" y="34117"/>
                  </a:cubicBezTo>
                  <a:cubicBezTo>
                    <a:pt x="1903" y="34117"/>
                    <a:pt x="2331" y="33896"/>
                    <a:pt x="2581" y="33500"/>
                  </a:cubicBezTo>
                  <a:cubicBezTo>
                    <a:pt x="2620" y="33527"/>
                    <a:pt x="2672" y="33553"/>
                    <a:pt x="2725" y="33559"/>
                  </a:cubicBezTo>
                  <a:cubicBezTo>
                    <a:pt x="2756" y="33567"/>
                    <a:pt x="2787" y="33570"/>
                    <a:pt x="2817" y="33570"/>
                  </a:cubicBezTo>
                  <a:cubicBezTo>
                    <a:pt x="2998" y="33570"/>
                    <a:pt x="3162" y="33443"/>
                    <a:pt x="3207" y="33259"/>
                  </a:cubicBezTo>
                  <a:lnTo>
                    <a:pt x="3565" y="31682"/>
                  </a:lnTo>
                  <a:cubicBezTo>
                    <a:pt x="3604" y="31487"/>
                    <a:pt x="3481" y="31180"/>
                    <a:pt x="3298" y="31089"/>
                  </a:cubicBezTo>
                  <a:lnTo>
                    <a:pt x="6329" y="20094"/>
                  </a:lnTo>
                  <a:cubicBezTo>
                    <a:pt x="6329" y="25823"/>
                    <a:pt x="6798" y="47872"/>
                    <a:pt x="6798" y="47872"/>
                  </a:cubicBezTo>
                  <a:cubicBezTo>
                    <a:pt x="6798" y="47872"/>
                    <a:pt x="4517" y="48230"/>
                    <a:pt x="4517" y="49762"/>
                  </a:cubicBezTo>
                  <a:lnTo>
                    <a:pt x="8936" y="49762"/>
                  </a:lnTo>
                  <a:lnTo>
                    <a:pt x="10643" y="32425"/>
                  </a:lnTo>
                  <a:lnTo>
                    <a:pt x="11021" y="32425"/>
                  </a:lnTo>
                  <a:lnTo>
                    <a:pt x="12892" y="49762"/>
                  </a:lnTo>
                  <a:lnTo>
                    <a:pt x="17311" y="49762"/>
                  </a:lnTo>
                  <a:cubicBezTo>
                    <a:pt x="17311" y="48230"/>
                    <a:pt x="15023" y="47872"/>
                    <a:pt x="15023" y="47872"/>
                  </a:cubicBezTo>
                  <a:cubicBezTo>
                    <a:pt x="15023" y="47872"/>
                    <a:pt x="15453" y="25797"/>
                    <a:pt x="15453" y="19996"/>
                  </a:cubicBezTo>
                  <a:lnTo>
                    <a:pt x="18510" y="31063"/>
                  </a:lnTo>
                  <a:cubicBezTo>
                    <a:pt x="18302" y="31128"/>
                    <a:pt x="18152" y="31467"/>
                    <a:pt x="18204" y="31676"/>
                  </a:cubicBezTo>
                  <a:lnTo>
                    <a:pt x="18556" y="33253"/>
                  </a:lnTo>
                  <a:cubicBezTo>
                    <a:pt x="18599" y="33450"/>
                    <a:pt x="18775" y="33569"/>
                    <a:pt x="18955" y="33569"/>
                  </a:cubicBezTo>
                  <a:cubicBezTo>
                    <a:pt x="19048" y="33569"/>
                    <a:pt x="19143" y="33537"/>
                    <a:pt x="19221" y="33468"/>
                  </a:cubicBezTo>
                  <a:cubicBezTo>
                    <a:pt x="19463" y="33883"/>
                    <a:pt x="19902" y="34118"/>
                    <a:pt x="20357" y="34118"/>
                  </a:cubicBezTo>
                  <a:cubicBezTo>
                    <a:pt x="20538" y="34118"/>
                    <a:pt x="20721" y="34080"/>
                    <a:pt x="20896" y="34002"/>
                  </a:cubicBezTo>
                  <a:cubicBezTo>
                    <a:pt x="21508" y="33722"/>
                    <a:pt x="21815" y="33025"/>
                    <a:pt x="21600" y="32386"/>
                  </a:cubicBezTo>
                  <a:lnTo>
                    <a:pt x="17291" y="16803"/>
                  </a:lnTo>
                  <a:cubicBezTo>
                    <a:pt x="17122" y="16281"/>
                    <a:pt x="16653" y="15884"/>
                    <a:pt x="16138" y="15845"/>
                  </a:cubicBezTo>
                  <a:cubicBezTo>
                    <a:pt x="16125" y="15831"/>
                    <a:pt x="16112" y="15766"/>
                    <a:pt x="16112" y="15766"/>
                  </a:cubicBezTo>
                  <a:lnTo>
                    <a:pt x="12794" y="15766"/>
                  </a:lnTo>
                  <a:lnTo>
                    <a:pt x="12794" y="13805"/>
                  </a:lnTo>
                  <a:cubicBezTo>
                    <a:pt x="14958" y="13114"/>
                    <a:pt x="16933" y="11315"/>
                    <a:pt x="17702" y="9034"/>
                  </a:cubicBezTo>
                  <a:cubicBezTo>
                    <a:pt x="17780" y="9053"/>
                    <a:pt x="17865" y="9066"/>
                    <a:pt x="17950" y="9066"/>
                  </a:cubicBezTo>
                  <a:cubicBezTo>
                    <a:pt x="18510" y="9066"/>
                    <a:pt x="18966" y="8630"/>
                    <a:pt x="18992" y="8069"/>
                  </a:cubicBezTo>
                  <a:cubicBezTo>
                    <a:pt x="19019" y="7515"/>
                    <a:pt x="18601" y="7033"/>
                    <a:pt x="18047" y="6987"/>
                  </a:cubicBezTo>
                  <a:lnTo>
                    <a:pt x="18047" y="6974"/>
                  </a:lnTo>
                  <a:cubicBezTo>
                    <a:pt x="17963" y="3096"/>
                    <a:pt x="14795" y="0"/>
                    <a:pt x="109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9"/>
            <p:cNvSpPr/>
            <p:nvPr/>
          </p:nvSpPr>
          <p:spPr>
            <a:xfrm>
              <a:off x="104738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1" y="437"/>
                    <a:pt x="1" y="972"/>
                  </a:cubicBezTo>
                  <a:cubicBezTo>
                    <a:pt x="1" y="1506"/>
                    <a:pt x="4015" y="1943"/>
                    <a:pt x="8969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9"/>
            <p:cNvSpPr/>
            <p:nvPr/>
          </p:nvSpPr>
          <p:spPr>
            <a:xfrm>
              <a:off x="1329091" y="3076164"/>
              <a:ext cx="124748" cy="171203"/>
            </a:xfrm>
            <a:custGeom>
              <a:rect b="b" l="l" r="r" t="t"/>
              <a:pathLst>
                <a:path extrusionOk="0" h="6781" w="4941">
                  <a:moveTo>
                    <a:pt x="414" y="1"/>
                  </a:moveTo>
                  <a:cubicBezTo>
                    <a:pt x="336" y="1"/>
                    <a:pt x="205" y="9"/>
                    <a:pt x="1" y="28"/>
                  </a:cubicBezTo>
                  <a:cubicBezTo>
                    <a:pt x="138" y="38"/>
                    <a:pt x="273" y="53"/>
                    <a:pt x="404" y="72"/>
                  </a:cubicBezTo>
                  <a:lnTo>
                    <a:pt x="404" y="72"/>
                  </a:lnTo>
                  <a:cubicBezTo>
                    <a:pt x="513" y="32"/>
                    <a:pt x="568" y="1"/>
                    <a:pt x="414" y="1"/>
                  </a:cubicBezTo>
                  <a:close/>
                  <a:moveTo>
                    <a:pt x="404" y="72"/>
                  </a:moveTo>
                  <a:cubicBezTo>
                    <a:pt x="264" y="122"/>
                    <a:pt x="34" y="187"/>
                    <a:pt x="40" y="217"/>
                  </a:cubicBezTo>
                  <a:cubicBezTo>
                    <a:pt x="124" y="289"/>
                    <a:pt x="196" y="380"/>
                    <a:pt x="248" y="484"/>
                  </a:cubicBezTo>
                  <a:cubicBezTo>
                    <a:pt x="1174" y="2179"/>
                    <a:pt x="2516" y="3606"/>
                    <a:pt x="3690" y="5138"/>
                  </a:cubicBezTo>
                  <a:cubicBezTo>
                    <a:pt x="4107" y="5679"/>
                    <a:pt x="4524" y="6226"/>
                    <a:pt x="4941" y="6780"/>
                  </a:cubicBezTo>
                  <a:cubicBezTo>
                    <a:pt x="4928" y="3740"/>
                    <a:pt x="3704" y="549"/>
                    <a:pt x="404" y="72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9"/>
            <p:cNvSpPr/>
            <p:nvPr/>
          </p:nvSpPr>
          <p:spPr>
            <a:xfrm>
              <a:off x="1088508" y="3050689"/>
              <a:ext cx="368311" cy="203899"/>
            </a:xfrm>
            <a:custGeom>
              <a:rect b="b" l="l" r="r" t="t"/>
              <a:pathLst>
                <a:path extrusionOk="0" h="8076" w="14588">
                  <a:moveTo>
                    <a:pt x="7125" y="1"/>
                  </a:moveTo>
                  <a:cubicBezTo>
                    <a:pt x="3188" y="1"/>
                    <a:pt x="1" y="3194"/>
                    <a:pt x="1" y="7131"/>
                  </a:cubicBezTo>
                  <a:cubicBezTo>
                    <a:pt x="1" y="7444"/>
                    <a:pt x="20" y="7763"/>
                    <a:pt x="73" y="8076"/>
                  </a:cubicBezTo>
                  <a:cubicBezTo>
                    <a:pt x="340" y="7509"/>
                    <a:pt x="731" y="6987"/>
                    <a:pt x="1109" y="6512"/>
                  </a:cubicBezTo>
                  <a:cubicBezTo>
                    <a:pt x="1989" y="5397"/>
                    <a:pt x="3032" y="4524"/>
                    <a:pt x="4459" y="4217"/>
                  </a:cubicBezTo>
                  <a:cubicBezTo>
                    <a:pt x="6134" y="3859"/>
                    <a:pt x="7874" y="3976"/>
                    <a:pt x="9569" y="3826"/>
                  </a:cubicBezTo>
                  <a:cubicBezTo>
                    <a:pt x="14053" y="3409"/>
                    <a:pt x="13942" y="2230"/>
                    <a:pt x="14587" y="1148"/>
                  </a:cubicBezTo>
                  <a:lnTo>
                    <a:pt x="14587" y="1148"/>
                  </a:lnTo>
                  <a:cubicBezTo>
                    <a:pt x="14378" y="1171"/>
                    <a:pt x="14167" y="1181"/>
                    <a:pt x="13955" y="1181"/>
                  </a:cubicBezTo>
                  <a:cubicBezTo>
                    <a:pt x="11713" y="1181"/>
                    <a:pt x="9340" y="1"/>
                    <a:pt x="71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69"/>
          <p:cNvGrpSpPr/>
          <p:nvPr/>
        </p:nvGrpSpPr>
        <p:grpSpPr>
          <a:xfrm>
            <a:off x="7660912" y="1542757"/>
            <a:ext cx="557515" cy="1310345"/>
            <a:chOff x="7660912" y="1542757"/>
            <a:chExt cx="557515" cy="1310345"/>
          </a:xfrm>
        </p:grpSpPr>
        <p:sp>
          <p:nvSpPr>
            <p:cNvPr id="7156" name="Google Shape;7156;p69"/>
            <p:cNvSpPr/>
            <p:nvPr/>
          </p:nvSpPr>
          <p:spPr>
            <a:xfrm>
              <a:off x="7711255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55" y="1"/>
                    <a:pt x="1" y="437"/>
                    <a:pt x="1" y="978"/>
                  </a:cubicBezTo>
                  <a:cubicBezTo>
                    <a:pt x="1" y="1519"/>
                    <a:pt x="4055" y="1956"/>
                    <a:pt x="9060" y="1956"/>
                  </a:cubicBezTo>
                  <a:cubicBezTo>
                    <a:pt x="14059" y="1956"/>
                    <a:pt x="18120" y="1519"/>
                    <a:pt x="18120" y="978"/>
                  </a:cubicBezTo>
                  <a:cubicBezTo>
                    <a:pt x="18120" y="437"/>
                    <a:pt x="14059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57" name="Google Shape;7157;p69"/>
            <p:cNvGrpSpPr/>
            <p:nvPr/>
          </p:nvGrpSpPr>
          <p:grpSpPr>
            <a:xfrm>
              <a:off x="7660912" y="1542757"/>
              <a:ext cx="557515" cy="1277423"/>
              <a:chOff x="7660912" y="1542757"/>
              <a:chExt cx="557515" cy="1277423"/>
            </a:xfrm>
          </p:grpSpPr>
          <p:sp>
            <p:nvSpPr>
              <p:cNvPr id="7158" name="Google Shape;7158;p69"/>
              <p:cNvSpPr/>
              <p:nvPr/>
            </p:nvSpPr>
            <p:spPr>
              <a:xfrm>
                <a:off x="7756524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7" y="0"/>
                    </a:moveTo>
                    <a:cubicBezTo>
                      <a:pt x="965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65" y="13550"/>
                      <a:pt x="2157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159" name="Google Shape;7159;p69"/>
              <p:cNvGrpSpPr/>
              <p:nvPr/>
            </p:nvGrpSpPr>
            <p:grpSpPr>
              <a:xfrm>
                <a:off x="7660912" y="1547529"/>
                <a:ext cx="557515" cy="1272651"/>
                <a:chOff x="7660912" y="1547529"/>
                <a:chExt cx="557515" cy="1272651"/>
              </a:xfrm>
            </p:grpSpPr>
            <p:sp>
              <p:nvSpPr>
                <p:cNvPr id="7160" name="Google Shape;7160;p69"/>
                <p:cNvSpPr/>
                <p:nvPr/>
              </p:nvSpPr>
              <p:spPr>
                <a:xfrm>
                  <a:off x="7660912" y="1547529"/>
                  <a:ext cx="557515" cy="1272651"/>
                </a:xfrm>
                <a:custGeom>
                  <a:rect b="b" l="l" r="r" t="t"/>
                  <a:pathLst>
                    <a:path extrusionOk="0" h="50407" w="22082">
                      <a:moveTo>
                        <a:pt x="11054" y="0"/>
                      </a:moveTo>
                      <a:cubicBezTo>
                        <a:pt x="7078" y="0"/>
                        <a:pt x="3852" y="3226"/>
                        <a:pt x="3852" y="7202"/>
                      </a:cubicBezTo>
                      <a:lnTo>
                        <a:pt x="3852" y="7208"/>
                      </a:lnTo>
                      <a:cubicBezTo>
                        <a:pt x="3833" y="7208"/>
                        <a:pt x="3813" y="7202"/>
                        <a:pt x="3787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7" y="7202"/>
                        <a:pt x="2615" y="7811"/>
                        <a:pt x="2738" y="8466"/>
                      </a:cubicBezTo>
                      <a:cubicBezTo>
                        <a:pt x="2840" y="8983"/>
                        <a:pt x="3291" y="9322"/>
                        <a:pt x="3779" y="9322"/>
                      </a:cubicBezTo>
                      <a:cubicBezTo>
                        <a:pt x="3914" y="9322"/>
                        <a:pt x="4051" y="9297"/>
                        <a:pt x="4185" y="9242"/>
                      </a:cubicBezTo>
                      <a:cubicBezTo>
                        <a:pt x="4954" y="11569"/>
                        <a:pt x="6968" y="13413"/>
                        <a:pt x="9177" y="14104"/>
                      </a:cubicBezTo>
                      <a:lnTo>
                        <a:pt x="9177" y="16124"/>
                      </a:lnTo>
                      <a:lnTo>
                        <a:pt x="6889" y="16124"/>
                      </a:lnTo>
                      <a:cubicBezTo>
                        <a:pt x="6889" y="16124"/>
                        <a:pt x="6876" y="16170"/>
                        <a:pt x="6863" y="16183"/>
                      </a:cubicBezTo>
                      <a:cubicBezTo>
                        <a:pt x="6277" y="16183"/>
                        <a:pt x="5762" y="16561"/>
                        <a:pt x="5586" y="17109"/>
                      </a:cubicBezTo>
                      <a:lnTo>
                        <a:pt x="255" y="32861"/>
                      </a:lnTo>
                      <a:cubicBezTo>
                        <a:pt x="0" y="33565"/>
                        <a:pt x="378" y="34334"/>
                        <a:pt x="1082" y="34569"/>
                      </a:cubicBezTo>
                      <a:cubicBezTo>
                        <a:pt x="1222" y="34615"/>
                        <a:pt x="1364" y="34637"/>
                        <a:pt x="1504" y="34637"/>
                      </a:cubicBezTo>
                      <a:cubicBezTo>
                        <a:pt x="2072" y="34637"/>
                        <a:pt x="2599" y="34273"/>
                        <a:pt x="2777" y="33702"/>
                      </a:cubicBezTo>
                      <a:lnTo>
                        <a:pt x="2953" y="33187"/>
                      </a:lnTo>
                      <a:lnTo>
                        <a:pt x="3526" y="33428"/>
                      </a:lnTo>
                      <a:cubicBezTo>
                        <a:pt x="3526" y="33428"/>
                        <a:pt x="4035" y="32412"/>
                        <a:pt x="3494" y="31577"/>
                      </a:cubicBezTo>
                      <a:lnTo>
                        <a:pt x="6759" y="21925"/>
                      </a:lnTo>
                      <a:lnTo>
                        <a:pt x="6759" y="21925"/>
                      </a:lnTo>
                      <a:cubicBezTo>
                        <a:pt x="6759" y="27706"/>
                        <a:pt x="5977" y="29172"/>
                        <a:pt x="5977" y="32366"/>
                      </a:cubicBezTo>
                      <a:cubicBezTo>
                        <a:pt x="5977" y="35560"/>
                        <a:pt x="7887" y="48497"/>
                        <a:pt x="7887" y="48497"/>
                      </a:cubicBezTo>
                      <a:lnTo>
                        <a:pt x="5573" y="50407"/>
                      </a:lnTo>
                      <a:lnTo>
                        <a:pt x="10037" y="50407"/>
                      </a:lnTo>
                      <a:lnTo>
                        <a:pt x="10787" y="31630"/>
                      </a:lnTo>
                      <a:lnTo>
                        <a:pt x="11165" y="31630"/>
                      </a:lnTo>
                      <a:lnTo>
                        <a:pt x="11914" y="50407"/>
                      </a:lnTo>
                      <a:lnTo>
                        <a:pt x="16372" y="50407"/>
                      </a:lnTo>
                      <a:lnTo>
                        <a:pt x="14065" y="48497"/>
                      </a:lnTo>
                      <a:cubicBezTo>
                        <a:pt x="14065" y="48497"/>
                        <a:pt x="15975" y="34171"/>
                        <a:pt x="15975" y="31590"/>
                      </a:cubicBezTo>
                      <a:cubicBezTo>
                        <a:pt x="15975" y="29003"/>
                        <a:pt x="15317" y="27680"/>
                        <a:pt x="15317" y="21821"/>
                      </a:cubicBezTo>
                      <a:lnTo>
                        <a:pt x="15317" y="21821"/>
                      </a:lnTo>
                      <a:lnTo>
                        <a:pt x="18615" y="31584"/>
                      </a:lnTo>
                      <a:cubicBezTo>
                        <a:pt x="18074" y="32418"/>
                        <a:pt x="18575" y="33435"/>
                        <a:pt x="18575" y="33435"/>
                      </a:cubicBezTo>
                      <a:lnTo>
                        <a:pt x="19155" y="33187"/>
                      </a:lnTo>
                      <a:lnTo>
                        <a:pt x="19331" y="33709"/>
                      </a:lnTo>
                      <a:cubicBezTo>
                        <a:pt x="19514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6" y="34597"/>
                        <a:pt x="21006" y="34549"/>
                      </a:cubicBezTo>
                      <a:cubicBezTo>
                        <a:pt x="21704" y="34321"/>
                        <a:pt x="22082" y="33572"/>
                        <a:pt x="21854" y="32874"/>
                      </a:cubicBezTo>
                      <a:lnTo>
                        <a:pt x="21854" y="32868"/>
                      </a:lnTo>
                      <a:lnTo>
                        <a:pt x="16522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6" y="16150"/>
                        <a:pt x="15330" y="16131"/>
                      </a:cubicBezTo>
                      <a:lnTo>
                        <a:pt x="12931" y="16131"/>
                      </a:lnTo>
                      <a:lnTo>
                        <a:pt x="12931" y="14104"/>
                      </a:lnTo>
                      <a:cubicBezTo>
                        <a:pt x="15121" y="13413"/>
                        <a:pt x="17129" y="11595"/>
                        <a:pt x="17904" y="9281"/>
                      </a:cubicBezTo>
                      <a:cubicBezTo>
                        <a:pt x="17989" y="9301"/>
                        <a:pt x="18074" y="9314"/>
                        <a:pt x="18158" y="9314"/>
                      </a:cubicBezTo>
                      <a:cubicBezTo>
                        <a:pt x="18725" y="9314"/>
                        <a:pt x="19188" y="8870"/>
                        <a:pt x="19214" y="8310"/>
                      </a:cubicBezTo>
                      <a:cubicBezTo>
                        <a:pt x="19240" y="7743"/>
                        <a:pt x="18817" y="7261"/>
                        <a:pt x="18256" y="7215"/>
                      </a:cubicBezTo>
                      <a:lnTo>
                        <a:pt x="18256" y="7202"/>
                      </a:lnTo>
                      <a:cubicBezTo>
                        <a:pt x="18256" y="3226"/>
                        <a:pt x="15030" y="0"/>
                        <a:pt x="1105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161" name="Google Shape;7161;p69"/>
                <p:cNvGrpSpPr/>
                <p:nvPr/>
              </p:nvGrpSpPr>
              <p:grpSpPr>
                <a:xfrm>
                  <a:off x="7873243" y="2256453"/>
                  <a:ext cx="129570" cy="89679"/>
                  <a:chOff x="7873243" y="2256453"/>
                  <a:chExt cx="129570" cy="89679"/>
                </a:xfrm>
              </p:grpSpPr>
              <p:sp>
                <p:nvSpPr>
                  <p:cNvPr id="7162" name="Google Shape;7162;p69"/>
                  <p:cNvSpPr/>
                  <p:nvPr/>
                </p:nvSpPr>
                <p:spPr>
                  <a:xfrm>
                    <a:off x="7960877" y="2272687"/>
                    <a:ext cx="36079" cy="22243"/>
                  </a:xfrm>
                  <a:custGeom>
                    <a:rect b="b" l="l" r="r" t="t"/>
                    <a:pathLst>
                      <a:path extrusionOk="0" h="881" w="1429">
                        <a:moveTo>
                          <a:pt x="7" y="1"/>
                        </a:moveTo>
                        <a:cubicBezTo>
                          <a:pt x="7" y="7"/>
                          <a:pt x="7" y="14"/>
                          <a:pt x="7" y="20"/>
                        </a:cubicBezTo>
                        <a:cubicBezTo>
                          <a:pt x="7" y="33"/>
                          <a:pt x="1" y="53"/>
                          <a:pt x="1" y="66"/>
                        </a:cubicBezTo>
                        <a:cubicBezTo>
                          <a:pt x="14" y="72"/>
                          <a:pt x="33" y="79"/>
                          <a:pt x="47" y="85"/>
                        </a:cubicBezTo>
                        <a:cubicBezTo>
                          <a:pt x="209" y="164"/>
                          <a:pt x="340" y="307"/>
                          <a:pt x="477" y="418"/>
                        </a:cubicBezTo>
                        <a:cubicBezTo>
                          <a:pt x="535" y="470"/>
                          <a:pt x="600" y="516"/>
                          <a:pt x="666" y="555"/>
                        </a:cubicBezTo>
                        <a:lnTo>
                          <a:pt x="666" y="568"/>
                        </a:lnTo>
                        <a:cubicBezTo>
                          <a:pt x="666" y="737"/>
                          <a:pt x="842" y="881"/>
                          <a:pt x="1050" y="881"/>
                        </a:cubicBezTo>
                        <a:cubicBezTo>
                          <a:pt x="1259" y="881"/>
                          <a:pt x="1428" y="744"/>
                          <a:pt x="1428" y="568"/>
                        </a:cubicBezTo>
                        <a:cubicBezTo>
                          <a:pt x="1428" y="398"/>
                          <a:pt x="1259" y="255"/>
                          <a:pt x="1050" y="255"/>
                        </a:cubicBezTo>
                        <a:cubicBezTo>
                          <a:pt x="1044" y="255"/>
                          <a:pt x="1039" y="255"/>
                          <a:pt x="1033" y="255"/>
                        </a:cubicBezTo>
                        <a:cubicBezTo>
                          <a:pt x="890" y="255"/>
                          <a:pt x="761" y="332"/>
                          <a:pt x="692" y="457"/>
                        </a:cubicBezTo>
                        <a:cubicBezTo>
                          <a:pt x="620" y="418"/>
                          <a:pt x="555" y="372"/>
                          <a:pt x="496" y="320"/>
                        </a:cubicBezTo>
                        <a:cubicBezTo>
                          <a:pt x="425" y="261"/>
                          <a:pt x="353" y="203"/>
                          <a:pt x="281" y="144"/>
                        </a:cubicBezTo>
                        <a:cubicBezTo>
                          <a:pt x="203" y="79"/>
                          <a:pt x="105" y="33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63" name="Google Shape;7163;p69"/>
                  <p:cNvSpPr/>
                  <p:nvPr/>
                </p:nvSpPr>
                <p:spPr>
                  <a:xfrm>
                    <a:off x="7879278" y="2272687"/>
                    <a:ext cx="36053" cy="22243"/>
                  </a:xfrm>
                  <a:custGeom>
                    <a:rect b="b" l="l" r="r" t="t"/>
                    <a:pathLst>
                      <a:path extrusionOk="0" h="881" w="1428">
                        <a:moveTo>
                          <a:pt x="1421" y="1"/>
                        </a:moveTo>
                        <a:lnTo>
                          <a:pt x="1421" y="1"/>
                        </a:lnTo>
                        <a:cubicBezTo>
                          <a:pt x="1317" y="33"/>
                          <a:pt x="1225" y="79"/>
                          <a:pt x="1141" y="144"/>
                        </a:cubicBezTo>
                        <a:cubicBezTo>
                          <a:pt x="1069" y="203"/>
                          <a:pt x="1004" y="261"/>
                          <a:pt x="932" y="320"/>
                        </a:cubicBezTo>
                        <a:cubicBezTo>
                          <a:pt x="867" y="372"/>
                          <a:pt x="802" y="418"/>
                          <a:pt x="730" y="457"/>
                        </a:cubicBezTo>
                        <a:cubicBezTo>
                          <a:pt x="667" y="332"/>
                          <a:pt x="539" y="255"/>
                          <a:pt x="396" y="255"/>
                        </a:cubicBezTo>
                        <a:cubicBezTo>
                          <a:pt x="390" y="255"/>
                          <a:pt x="384" y="255"/>
                          <a:pt x="378" y="255"/>
                        </a:cubicBezTo>
                        <a:cubicBezTo>
                          <a:pt x="170" y="255"/>
                          <a:pt x="0" y="398"/>
                          <a:pt x="0" y="568"/>
                        </a:cubicBezTo>
                        <a:cubicBezTo>
                          <a:pt x="0" y="744"/>
                          <a:pt x="170" y="881"/>
                          <a:pt x="378" y="881"/>
                        </a:cubicBezTo>
                        <a:cubicBezTo>
                          <a:pt x="587" y="881"/>
                          <a:pt x="756" y="737"/>
                          <a:pt x="756" y="568"/>
                        </a:cubicBezTo>
                        <a:cubicBezTo>
                          <a:pt x="756" y="561"/>
                          <a:pt x="756" y="555"/>
                          <a:pt x="756" y="555"/>
                        </a:cubicBezTo>
                        <a:cubicBezTo>
                          <a:pt x="828" y="516"/>
                          <a:pt x="893" y="470"/>
                          <a:pt x="952" y="418"/>
                        </a:cubicBezTo>
                        <a:cubicBezTo>
                          <a:pt x="1089" y="307"/>
                          <a:pt x="1219" y="164"/>
                          <a:pt x="1375" y="85"/>
                        </a:cubicBezTo>
                        <a:lnTo>
                          <a:pt x="1428" y="66"/>
                        </a:lnTo>
                        <a:cubicBezTo>
                          <a:pt x="1421" y="53"/>
                          <a:pt x="1421" y="33"/>
                          <a:pt x="1421" y="20"/>
                        </a:cubicBezTo>
                        <a:cubicBezTo>
                          <a:pt x="1414" y="14"/>
                          <a:pt x="1414" y="7"/>
                          <a:pt x="1421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64" name="Google Shape;7164;p69"/>
                  <p:cNvSpPr/>
                  <p:nvPr/>
                </p:nvSpPr>
                <p:spPr>
                  <a:xfrm>
                    <a:off x="7873243" y="2256453"/>
                    <a:ext cx="129570" cy="89679"/>
                  </a:xfrm>
                  <a:custGeom>
                    <a:rect b="b" l="l" r="r" t="t"/>
                    <a:pathLst>
                      <a:path extrusionOk="0" h="3552" w="5132">
                        <a:moveTo>
                          <a:pt x="2566" y="0"/>
                        </a:moveTo>
                        <a:cubicBezTo>
                          <a:pt x="2118" y="0"/>
                          <a:pt x="1670" y="152"/>
                          <a:pt x="1380" y="455"/>
                        </a:cubicBezTo>
                        <a:cubicBezTo>
                          <a:pt x="1310" y="528"/>
                          <a:pt x="1265" y="592"/>
                          <a:pt x="1161" y="592"/>
                        </a:cubicBezTo>
                        <a:cubicBezTo>
                          <a:pt x="1052" y="592"/>
                          <a:pt x="879" y="521"/>
                          <a:pt x="545" y="318"/>
                        </a:cubicBezTo>
                        <a:cubicBezTo>
                          <a:pt x="492" y="283"/>
                          <a:pt x="375" y="229"/>
                          <a:pt x="271" y="229"/>
                        </a:cubicBezTo>
                        <a:cubicBezTo>
                          <a:pt x="123" y="229"/>
                          <a:pt x="1" y="337"/>
                          <a:pt x="115" y="761"/>
                        </a:cubicBezTo>
                        <a:cubicBezTo>
                          <a:pt x="115" y="761"/>
                          <a:pt x="226" y="1224"/>
                          <a:pt x="252" y="1295"/>
                        </a:cubicBezTo>
                        <a:cubicBezTo>
                          <a:pt x="252" y="1295"/>
                          <a:pt x="285" y="1106"/>
                          <a:pt x="526" y="937"/>
                        </a:cubicBezTo>
                        <a:cubicBezTo>
                          <a:pt x="526" y="937"/>
                          <a:pt x="154" y="755"/>
                          <a:pt x="317" y="526"/>
                        </a:cubicBezTo>
                        <a:cubicBezTo>
                          <a:pt x="372" y="454"/>
                          <a:pt x="420" y="427"/>
                          <a:pt x="465" y="427"/>
                        </a:cubicBezTo>
                        <a:cubicBezTo>
                          <a:pt x="562" y="427"/>
                          <a:pt x="648" y="549"/>
                          <a:pt x="754" y="611"/>
                        </a:cubicBezTo>
                        <a:cubicBezTo>
                          <a:pt x="851" y="662"/>
                          <a:pt x="960" y="757"/>
                          <a:pt x="1121" y="757"/>
                        </a:cubicBezTo>
                        <a:cubicBezTo>
                          <a:pt x="1230" y="757"/>
                          <a:pt x="1362" y="714"/>
                          <a:pt x="1530" y="585"/>
                        </a:cubicBezTo>
                        <a:cubicBezTo>
                          <a:pt x="1554" y="567"/>
                          <a:pt x="1582" y="546"/>
                          <a:pt x="1605" y="546"/>
                        </a:cubicBezTo>
                        <a:cubicBezTo>
                          <a:pt x="1648" y="546"/>
                          <a:pt x="1677" y="622"/>
                          <a:pt x="1647" y="937"/>
                        </a:cubicBezTo>
                        <a:cubicBezTo>
                          <a:pt x="1595" y="1458"/>
                          <a:pt x="2045" y="1700"/>
                          <a:pt x="2071" y="1797"/>
                        </a:cubicBezTo>
                        <a:cubicBezTo>
                          <a:pt x="2103" y="1889"/>
                          <a:pt x="1810" y="2182"/>
                          <a:pt x="1895" y="2560"/>
                        </a:cubicBezTo>
                        <a:cubicBezTo>
                          <a:pt x="1973" y="2938"/>
                          <a:pt x="2273" y="3179"/>
                          <a:pt x="2318" y="3375"/>
                        </a:cubicBezTo>
                        <a:cubicBezTo>
                          <a:pt x="2362" y="3538"/>
                          <a:pt x="2369" y="3551"/>
                          <a:pt x="2370" y="3551"/>
                        </a:cubicBezTo>
                        <a:cubicBezTo>
                          <a:pt x="2370" y="3551"/>
                          <a:pt x="2370" y="3551"/>
                          <a:pt x="2370" y="3551"/>
                        </a:cubicBezTo>
                        <a:lnTo>
                          <a:pt x="2761" y="3551"/>
                        </a:lnTo>
                        <a:cubicBezTo>
                          <a:pt x="2761" y="3551"/>
                          <a:pt x="2761" y="3551"/>
                          <a:pt x="2762" y="3551"/>
                        </a:cubicBezTo>
                        <a:cubicBezTo>
                          <a:pt x="2763" y="3551"/>
                          <a:pt x="2770" y="3538"/>
                          <a:pt x="2814" y="3375"/>
                        </a:cubicBezTo>
                        <a:cubicBezTo>
                          <a:pt x="2866" y="3179"/>
                          <a:pt x="3166" y="2925"/>
                          <a:pt x="3244" y="2547"/>
                        </a:cubicBezTo>
                        <a:cubicBezTo>
                          <a:pt x="3322" y="2169"/>
                          <a:pt x="3035" y="1882"/>
                          <a:pt x="3061" y="1791"/>
                        </a:cubicBezTo>
                        <a:cubicBezTo>
                          <a:pt x="3094" y="1693"/>
                          <a:pt x="3544" y="1452"/>
                          <a:pt x="3491" y="931"/>
                        </a:cubicBezTo>
                        <a:cubicBezTo>
                          <a:pt x="3462" y="620"/>
                          <a:pt x="3490" y="543"/>
                          <a:pt x="3533" y="543"/>
                        </a:cubicBezTo>
                        <a:cubicBezTo>
                          <a:pt x="3557" y="543"/>
                          <a:pt x="3584" y="565"/>
                          <a:pt x="3609" y="585"/>
                        </a:cubicBezTo>
                        <a:cubicBezTo>
                          <a:pt x="3774" y="711"/>
                          <a:pt x="3905" y="753"/>
                          <a:pt x="4013" y="753"/>
                        </a:cubicBezTo>
                        <a:cubicBezTo>
                          <a:pt x="4174" y="753"/>
                          <a:pt x="4284" y="659"/>
                          <a:pt x="4378" y="605"/>
                        </a:cubicBezTo>
                        <a:cubicBezTo>
                          <a:pt x="4489" y="547"/>
                          <a:pt x="4572" y="429"/>
                          <a:pt x="4668" y="429"/>
                        </a:cubicBezTo>
                        <a:cubicBezTo>
                          <a:pt x="4713" y="429"/>
                          <a:pt x="4760" y="455"/>
                          <a:pt x="4815" y="526"/>
                        </a:cubicBezTo>
                        <a:cubicBezTo>
                          <a:pt x="4984" y="748"/>
                          <a:pt x="4612" y="931"/>
                          <a:pt x="4612" y="931"/>
                        </a:cubicBezTo>
                        <a:cubicBezTo>
                          <a:pt x="4749" y="1022"/>
                          <a:pt x="4841" y="1165"/>
                          <a:pt x="4873" y="1328"/>
                        </a:cubicBezTo>
                        <a:cubicBezTo>
                          <a:pt x="4932" y="1146"/>
                          <a:pt x="4977" y="950"/>
                          <a:pt x="5017" y="761"/>
                        </a:cubicBezTo>
                        <a:cubicBezTo>
                          <a:pt x="5131" y="337"/>
                          <a:pt x="5011" y="229"/>
                          <a:pt x="4864" y="229"/>
                        </a:cubicBezTo>
                        <a:cubicBezTo>
                          <a:pt x="4760" y="229"/>
                          <a:pt x="4643" y="283"/>
                          <a:pt x="4586" y="318"/>
                        </a:cubicBezTo>
                        <a:cubicBezTo>
                          <a:pt x="4253" y="521"/>
                          <a:pt x="4081" y="592"/>
                          <a:pt x="3973" y="592"/>
                        </a:cubicBezTo>
                        <a:cubicBezTo>
                          <a:pt x="3870" y="592"/>
                          <a:pt x="3825" y="528"/>
                          <a:pt x="3752" y="455"/>
                        </a:cubicBezTo>
                        <a:cubicBezTo>
                          <a:pt x="3462" y="152"/>
                          <a:pt x="3014" y="0"/>
                          <a:pt x="2566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65" name="Google Shape;7165;p69"/>
                  <p:cNvSpPr/>
                  <p:nvPr/>
                </p:nvSpPr>
                <p:spPr>
                  <a:xfrm>
                    <a:off x="7916947" y="2261351"/>
                    <a:ext cx="42163" cy="81145"/>
                  </a:xfrm>
                  <a:custGeom>
                    <a:rect b="b" l="l" r="r" t="t"/>
                    <a:pathLst>
                      <a:path extrusionOk="0" h="3214" w="1670">
                        <a:moveTo>
                          <a:pt x="841" y="0"/>
                        </a:moveTo>
                        <a:cubicBezTo>
                          <a:pt x="692" y="7"/>
                          <a:pt x="548" y="26"/>
                          <a:pt x="405" y="59"/>
                        </a:cubicBezTo>
                        <a:cubicBezTo>
                          <a:pt x="268" y="104"/>
                          <a:pt x="131" y="163"/>
                          <a:pt x="1" y="241"/>
                        </a:cubicBezTo>
                        <a:cubicBezTo>
                          <a:pt x="14" y="248"/>
                          <a:pt x="20" y="261"/>
                          <a:pt x="33" y="267"/>
                        </a:cubicBezTo>
                        <a:cubicBezTo>
                          <a:pt x="111" y="365"/>
                          <a:pt x="125" y="508"/>
                          <a:pt x="92" y="769"/>
                        </a:cubicBezTo>
                        <a:cubicBezTo>
                          <a:pt x="72" y="893"/>
                          <a:pt x="98" y="1017"/>
                          <a:pt x="164" y="1128"/>
                        </a:cubicBezTo>
                        <a:cubicBezTo>
                          <a:pt x="222" y="1212"/>
                          <a:pt x="294" y="1297"/>
                          <a:pt x="372" y="1369"/>
                        </a:cubicBezTo>
                        <a:cubicBezTo>
                          <a:pt x="437" y="1414"/>
                          <a:pt x="483" y="1480"/>
                          <a:pt x="516" y="1551"/>
                        </a:cubicBezTo>
                        <a:cubicBezTo>
                          <a:pt x="548" y="1649"/>
                          <a:pt x="503" y="1740"/>
                          <a:pt x="444" y="1851"/>
                        </a:cubicBezTo>
                        <a:cubicBezTo>
                          <a:pt x="379" y="1981"/>
                          <a:pt x="300" y="2144"/>
                          <a:pt x="340" y="2327"/>
                        </a:cubicBezTo>
                        <a:cubicBezTo>
                          <a:pt x="385" y="2509"/>
                          <a:pt x="470" y="2679"/>
                          <a:pt x="587" y="2822"/>
                        </a:cubicBezTo>
                        <a:cubicBezTo>
                          <a:pt x="659" y="2920"/>
                          <a:pt x="724" y="3031"/>
                          <a:pt x="763" y="3148"/>
                        </a:cubicBezTo>
                        <a:cubicBezTo>
                          <a:pt x="770" y="3174"/>
                          <a:pt x="776" y="3207"/>
                          <a:pt x="783" y="3207"/>
                        </a:cubicBezTo>
                        <a:lnTo>
                          <a:pt x="894" y="3213"/>
                        </a:lnTo>
                        <a:cubicBezTo>
                          <a:pt x="900" y="3213"/>
                          <a:pt x="907" y="3174"/>
                          <a:pt x="907" y="3155"/>
                        </a:cubicBezTo>
                        <a:cubicBezTo>
                          <a:pt x="952" y="3037"/>
                          <a:pt x="1011" y="2926"/>
                          <a:pt x="1089" y="2829"/>
                        </a:cubicBezTo>
                        <a:cubicBezTo>
                          <a:pt x="1200" y="2679"/>
                          <a:pt x="1285" y="2509"/>
                          <a:pt x="1337" y="2327"/>
                        </a:cubicBezTo>
                        <a:cubicBezTo>
                          <a:pt x="1376" y="2144"/>
                          <a:pt x="1291" y="1981"/>
                          <a:pt x="1226" y="1851"/>
                        </a:cubicBezTo>
                        <a:cubicBezTo>
                          <a:pt x="1174" y="1740"/>
                          <a:pt x="1128" y="1649"/>
                          <a:pt x="1161" y="1551"/>
                        </a:cubicBezTo>
                        <a:cubicBezTo>
                          <a:pt x="1187" y="1480"/>
                          <a:pt x="1239" y="1414"/>
                          <a:pt x="1298" y="1369"/>
                        </a:cubicBezTo>
                        <a:cubicBezTo>
                          <a:pt x="1382" y="1297"/>
                          <a:pt x="1454" y="1212"/>
                          <a:pt x="1513" y="1128"/>
                        </a:cubicBezTo>
                        <a:cubicBezTo>
                          <a:pt x="1578" y="1017"/>
                          <a:pt x="1597" y="893"/>
                          <a:pt x="1584" y="769"/>
                        </a:cubicBezTo>
                        <a:cubicBezTo>
                          <a:pt x="1545" y="508"/>
                          <a:pt x="1558" y="358"/>
                          <a:pt x="1643" y="267"/>
                        </a:cubicBezTo>
                        <a:cubicBezTo>
                          <a:pt x="1650" y="261"/>
                          <a:pt x="1663" y="248"/>
                          <a:pt x="1669" y="241"/>
                        </a:cubicBezTo>
                        <a:cubicBezTo>
                          <a:pt x="1545" y="163"/>
                          <a:pt x="1408" y="104"/>
                          <a:pt x="1265" y="59"/>
                        </a:cubicBezTo>
                        <a:cubicBezTo>
                          <a:pt x="1128" y="26"/>
                          <a:pt x="985" y="7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7166" name="Google Shape;7166;p69"/>
              <p:cNvSpPr/>
              <p:nvPr/>
            </p:nvSpPr>
            <p:spPr>
              <a:xfrm>
                <a:off x="7732994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46"/>
                      <a:pt x="1032" y="9014"/>
                      <a:pt x="1076" y="9224"/>
                    </a:cubicBezTo>
                    <a:lnTo>
                      <a:pt x="1076" y="9224"/>
                    </a:lnTo>
                    <a:cubicBezTo>
                      <a:pt x="1041" y="9041"/>
                      <a:pt x="1016" y="8876"/>
                      <a:pt x="1004" y="8740"/>
                    </a:cubicBezTo>
                    <a:close/>
                    <a:moveTo>
                      <a:pt x="8529" y="0"/>
                    </a:moveTo>
                    <a:cubicBezTo>
                      <a:pt x="7377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45" y="6113"/>
                      <a:pt x="4041" y="3448"/>
                      <a:pt x="4041" y="3448"/>
                    </a:cubicBezTo>
                    <a:cubicBezTo>
                      <a:pt x="6224" y="4790"/>
                      <a:pt x="13537" y="6504"/>
                      <a:pt x="14208" y="6726"/>
                    </a:cubicBezTo>
                    <a:cubicBezTo>
                      <a:pt x="14550" y="6840"/>
                      <a:pt x="14771" y="11926"/>
                      <a:pt x="14748" y="12625"/>
                    </a:cubicBezTo>
                    <a:lnTo>
                      <a:pt x="14748" y="12625"/>
                    </a:lnTo>
                    <a:lnTo>
                      <a:pt x="15206" y="9548"/>
                    </a:lnTo>
                    <a:cubicBezTo>
                      <a:pt x="15206" y="9548"/>
                      <a:pt x="16111" y="6166"/>
                      <a:pt x="14436" y="3441"/>
                    </a:cubicBezTo>
                    <a:cubicBezTo>
                      <a:pt x="13255" y="1523"/>
                      <a:pt x="11248" y="0"/>
                      <a:pt x="8529" y="0"/>
                    </a:cubicBezTo>
                    <a:close/>
                    <a:moveTo>
                      <a:pt x="14748" y="12625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5"/>
                    </a:cubicBezTo>
                    <a:close/>
                    <a:moveTo>
                      <a:pt x="1076" y="9224"/>
                    </a:moveTo>
                    <a:lnTo>
                      <a:pt x="1076" y="9224"/>
                    </a:lnTo>
                    <a:cubicBezTo>
                      <a:pt x="1331" y="10550"/>
                      <a:pt x="2105" y="12879"/>
                      <a:pt x="2105" y="12879"/>
                    </a:cubicBezTo>
                    <a:cubicBezTo>
                      <a:pt x="2105" y="12879"/>
                      <a:pt x="1321" y="10401"/>
                      <a:pt x="1076" y="9224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167" name="Google Shape;7167;p69"/>
          <p:cNvSpPr/>
          <p:nvPr/>
        </p:nvSpPr>
        <p:spPr>
          <a:xfrm>
            <a:off x="7712417" y="4326148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0"/>
                </a:moveTo>
                <a:cubicBezTo>
                  <a:pt x="4015" y="0"/>
                  <a:pt x="0" y="437"/>
                  <a:pt x="0" y="972"/>
                </a:cubicBezTo>
                <a:cubicBezTo>
                  <a:pt x="0" y="1506"/>
                  <a:pt x="4015" y="1943"/>
                  <a:pt x="8969" y="1943"/>
                </a:cubicBezTo>
                <a:cubicBezTo>
                  <a:pt x="13922" y="1943"/>
                  <a:pt x="17937" y="1506"/>
                  <a:pt x="17937" y="972"/>
                </a:cubicBezTo>
                <a:cubicBezTo>
                  <a:pt x="17937" y="437"/>
                  <a:pt x="13922" y="0"/>
                  <a:pt x="8969" y="0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8" name="Google Shape;7168;p69"/>
          <p:cNvGrpSpPr/>
          <p:nvPr/>
        </p:nvGrpSpPr>
        <p:grpSpPr>
          <a:xfrm>
            <a:off x="7665988" y="3067429"/>
            <a:ext cx="550774" cy="1277927"/>
            <a:chOff x="7665988" y="3067429"/>
            <a:chExt cx="550774" cy="1277927"/>
          </a:xfrm>
        </p:grpSpPr>
        <p:sp>
          <p:nvSpPr>
            <p:cNvPr id="7169" name="Google Shape;7169;p69"/>
            <p:cNvSpPr/>
            <p:nvPr/>
          </p:nvSpPr>
          <p:spPr>
            <a:xfrm>
              <a:off x="7665988" y="3067429"/>
              <a:ext cx="550774" cy="1277927"/>
            </a:xfrm>
            <a:custGeom>
              <a:rect b="b" l="l" r="r" t="t"/>
              <a:pathLst>
                <a:path extrusionOk="0" h="50616" w="21815">
                  <a:moveTo>
                    <a:pt x="3781" y="7802"/>
                  </a:moveTo>
                  <a:lnTo>
                    <a:pt x="3781" y="7834"/>
                  </a:lnTo>
                  <a:lnTo>
                    <a:pt x="3761" y="7834"/>
                  </a:lnTo>
                  <a:cubicBezTo>
                    <a:pt x="3768" y="7821"/>
                    <a:pt x="3774" y="7808"/>
                    <a:pt x="3781" y="7802"/>
                  </a:cubicBezTo>
                  <a:close/>
                  <a:moveTo>
                    <a:pt x="10696" y="0"/>
                  </a:moveTo>
                  <a:cubicBezTo>
                    <a:pt x="6759" y="0"/>
                    <a:pt x="3566" y="3194"/>
                    <a:pt x="3566" y="7131"/>
                  </a:cubicBezTo>
                  <a:cubicBezTo>
                    <a:pt x="3566" y="7365"/>
                    <a:pt x="3579" y="7600"/>
                    <a:pt x="3611" y="7834"/>
                  </a:cubicBezTo>
                  <a:cubicBezTo>
                    <a:pt x="2979" y="7906"/>
                    <a:pt x="2555" y="8512"/>
                    <a:pt x="2712" y="9131"/>
                  </a:cubicBezTo>
                  <a:cubicBezTo>
                    <a:pt x="2829" y="9609"/>
                    <a:pt x="3258" y="9920"/>
                    <a:pt x="3720" y="9920"/>
                  </a:cubicBezTo>
                  <a:cubicBezTo>
                    <a:pt x="3850" y="9920"/>
                    <a:pt x="3984" y="9895"/>
                    <a:pt x="4113" y="9842"/>
                  </a:cubicBezTo>
                  <a:cubicBezTo>
                    <a:pt x="4843" y="12045"/>
                    <a:pt x="6688" y="13805"/>
                    <a:pt x="8754" y="14561"/>
                  </a:cubicBezTo>
                  <a:cubicBezTo>
                    <a:pt x="8799" y="14574"/>
                    <a:pt x="8891" y="14593"/>
                    <a:pt x="8891" y="14606"/>
                  </a:cubicBezTo>
                  <a:lnTo>
                    <a:pt x="8891" y="16627"/>
                  </a:lnTo>
                  <a:lnTo>
                    <a:pt x="5651" y="16627"/>
                  </a:lnTo>
                  <a:cubicBezTo>
                    <a:pt x="5651" y="16627"/>
                    <a:pt x="5645" y="16692"/>
                    <a:pt x="5632" y="16698"/>
                  </a:cubicBezTo>
                  <a:cubicBezTo>
                    <a:pt x="5052" y="16705"/>
                    <a:pt x="4543" y="17083"/>
                    <a:pt x="4367" y="17630"/>
                  </a:cubicBezTo>
                  <a:lnTo>
                    <a:pt x="216" y="33233"/>
                  </a:lnTo>
                  <a:cubicBezTo>
                    <a:pt x="1" y="33865"/>
                    <a:pt x="294" y="34563"/>
                    <a:pt x="900" y="34850"/>
                  </a:cubicBezTo>
                  <a:cubicBezTo>
                    <a:pt x="1081" y="34935"/>
                    <a:pt x="1273" y="34976"/>
                    <a:pt x="1462" y="34976"/>
                  </a:cubicBezTo>
                  <a:cubicBezTo>
                    <a:pt x="1906" y="34976"/>
                    <a:pt x="2335" y="34752"/>
                    <a:pt x="2582" y="34354"/>
                  </a:cubicBezTo>
                  <a:cubicBezTo>
                    <a:pt x="2652" y="34403"/>
                    <a:pt x="2730" y="34426"/>
                    <a:pt x="2808" y="34426"/>
                  </a:cubicBezTo>
                  <a:cubicBezTo>
                    <a:pt x="2988" y="34426"/>
                    <a:pt x="3162" y="34303"/>
                    <a:pt x="3207" y="34107"/>
                  </a:cubicBezTo>
                  <a:lnTo>
                    <a:pt x="3566" y="32529"/>
                  </a:lnTo>
                  <a:cubicBezTo>
                    <a:pt x="3611" y="32334"/>
                    <a:pt x="3481" y="32034"/>
                    <a:pt x="3305" y="31936"/>
                  </a:cubicBezTo>
                  <a:lnTo>
                    <a:pt x="6336" y="20948"/>
                  </a:lnTo>
                  <a:cubicBezTo>
                    <a:pt x="6336" y="22838"/>
                    <a:pt x="6388" y="26501"/>
                    <a:pt x="6453" y="30561"/>
                  </a:cubicBezTo>
                  <a:lnTo>
                    <a:pt x="6407" y="30561"/>
                  </a:lnTo>
                  <a:lnTo>
                    <a:pt x="6466" y="32353"/>
                  </a:lnTo>
                  <a:lnTo>
                    <a:pt x="6486" y="32353"/>
                  </a:lnTo>
                  <a:cubicBezTo>
                    <a:pt x="6622" y="40181"/>
                    <a:pt x="6805" y="48719"/>
                    <a:pt x="6805" y="48719"/>
                  </a:cubicBezTo>
                  <a:cubicBezTo>
                    <a:pt x="6805" y="48719"/>
                    <a:pt x="4517" y="49084"/>
                    <a:pt x="4517" y="50609"/>
                  </a:cubicBezTo>
                  <a:lnTo>
                    <a:pt x="8936" y="50609"/>
                  </a:lnTo>
                  <a:lnTo>
                    <a:pt x="10631" y="33422"/>
                  </a:lnTo>
                  <a:lnTo>
                    <a:pt x="10670" y="33448"/>
                  </a:lnTo>
                  <a:lnTo>
                    <a:pt x="11035" y="33448"/>
                  </a:lnTo>
                  <a:lnTo>
                    <a:pt x="11041" y="33442"/>
                  </a:lnTo>
                  <a:lnTo>
                    <a:pt x="12892" y="50616"/>
                  </a:lnTo>
                  <a:lnTo>
                    <a:pt x="17311" y="50616"/>
                  </a:lnTo>
                  <a:cubicBezTo>
                    <a:pt x="17311" y="49084"/>
                    <a:pt x="15024" y="48725"/>
                    <a:pt x="15024" y="48725"/>
                  </a:cubicBezTo>
                  <a:cubicBezTo>
                    <a:pt x="15024" y="48725"/>
                    <a:pt x="15193" y="40090"/>
                    <a:pt x="15317" y="32210"/>
                  </a:cubicBezTo>
                  <a:cubicBezTo>
                    <a:pt x="15323" y="31891"/>
                    <a:pt x="15356" y="30561"/>
                    <a:pt x="15356" y="30561"/>
                  </a:cubicBezTo>
                  <a:lnTo>
                    <a:pt x="15343" y="30561"/>
                  </a:lnTo>
                  <a:cubicBezTo>
                    <a:pt x="15408" y="26468"/>
                    <a:pt x="15454" y="22773"/>
                    <a:pt x="15454" y="20856"/>
                  </a:cubicBezTo>
                  <a:lnTo>
                    <a:pt x="18510" y="31917"/>
                  </a:lnTo>
                  <a:cubicBezTo>
                    <a:pt x="18308" y="31982"/>
                    <a:pt x="18159" y="32321"/>
                    <a:pt x="18204" y="32536"/>
                  </a:cubicBezTo>
                  <a:lnTo>
                    <a:pt x="18563" y="34107"/>
                  </a:lnTo>
                  <a:cubicBezTo>
                    <a:pt x="18608" y="34299"/>
                    <a:pt x="18775" y="34422"/>
                    <a:pt x="18959" y="34422"/>
                  </a:cubicBezTo>
                  <a:cubicBezTo>
                    <a:pt x="18987" y="34422"/>
                    <a:pt x="19016" y="34419"/>
                    <a:pt x="19045" y="34413"/>
                  </a:cubicBezTo>
                  <a:cubicBezTo>
                    <a:pt x="19110" y="34400"/>
                    <a:pt x="19169" y="34367"/>
                    <a:pt x="19221" y="34322"/>
                  </a:cubicBezTo>
                  <a:cubicBezTo>
                    <a:pt x="19463" y="34736"/>
                    <a:pt x="19901" y="34974"/>
                    <a:pt x="20355" y="34974"/>
                  </a:cubicBezTo>
                  <a:cubicBezTo>
                    <a:pt x="20537" y="34974"/>
                    <a:pt x="20721" y="34936"/>
                    <a:pt x="20896" y="34856"/>
                  </a:cubicBezTo>
                  <a:cubicBezTo>
                    <a:pt x="21515" y="34582"/>
                    <a:pt x="21815" y="33885"/>
                    <a:pt x="21606" y="33246"/>
                  </a:cubicBezTo>
                  <a:lnTo>
                    <a:pt x="17298" y="17663"/>
                  </a:lnTo>
                  <a:cubicBezTo>
                    <a:pt x="17122" y="17141"/>
                    <a:pt x="16659" y="16744"/>
                    <a:pt x="16145" y="16705"/>
                  </a:cubicBezTo>
                  <a:cubicBezTo>
                    <a:pt x="16132" y="16698"/>
                    <a:pt x="16119" y="16627"/>
                    <a:pt x="16119" y="16627"/>
                  </a:cubicBezTo>
                  <a:lnTo>
                    <a:pt x="12632" y="16627"/>
                  </a:lnTo>
                  <a:lnTo>
                    <a:pt x="12632" y="14704"/>
                  </a:lnTo>
                  <a:cubicBezTo>
                    <a:pt x="12632" y="14704"/>
                    <a:pt x="12651" y="14697"/>
                    <a:pt x="12664" y="14691"/>
                  </a:cubicBezTo>
                  <a:lnTo>
                    <a:pt x="12710" y="14684"/>
                  </a:lnTo>
                  <a:cubicBezTo>
                    <a:pt x="14900" y="14013"/>
                    <a:pt x="16920" y="12201"/>
                    <a:pt x="17702" y="9887"/>
                  </a:cubicBezTo>
                  <a:cubicBezTo>
                    <a:pt x="17781" y="9907"/>
                    <a:pt x="17865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7" y="9920"/>
                    <a:pt x="18973" y="9486"/>
                    <a:pt x="19006" y="8936"/>
                  </a:cubicBezTo>
                  <a:cubicBezTo>
                    <a:pt x="19038" y="8375"/>
                    <a:pt x="18621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8" y="6068"/>
                    <a:pt x="17644" y="4295"/>
                    <a:pt x="16692" y="2998"/>
                  </a:cubicBezTo>
                  <a:cubicBezTo>
                    <a:pt x="17663" y="2464"/>
                    <a:pt x="17781" y="1786"/>
                    <a:pt x="18159" y="1147"/>
                  </a:cubicBezTo>
                  <a:lnTo>
                    <a:pt x="18159" y="1147"/>
                  </a:lnTo>
                  <a:cubicBezTo>
                    <a:pt x="17946" y="1172"/>
                    <a:pt x="17731" y="1183"/>
                    <a:pt x="17515" y="1183"/>
                  </a:cubicBezTo>
                  <a:cubicBezTo>
                    <a:pt x="15275" y="1183"/>
                    <a:pt x="12901" y="0"/>
                    <a:pt x="10696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70" name="Google Shape;7170;p69"/>
            <p:cNvGrpSpPr/>
            <p:nvPr/>
          </p:nvGrpSpPr>
          <p:grpSpPr>
            <a:xfrm>
              <a:off x="7893590" y="3786407"/>
              <a:ext cx="93163" cy="118840"/>
              <a:chOff x="7890614" y="3772237"/>
              <a:chExt cx="93163" cy="118840"/>
            </a:xfrm>
          </p:grpSpPr>
          <p:sp>
            <p:nvSpPr>
              <p:cNvPr id="7171" name="Google Shape;7171;p69"/>
              <p:cNvSpPr/>
              <p:nvPr/>
            </p:nvSpPr>
            <p:spPr>
              <a:xfrm>
                <a:off x="7954717" y="3788017"/>
                <a:ext cx="8988" cy="49637"/>
              </a:xfrm>
              <a:custGeom>
                <a:rect b="b" l="l" r="r" t="t"/>
                <a:pathLst>
                  <a:path extrusionOk="0" h="1966" w="356">
                    <a:moveTo>
                      <a:pt x="278" y="0"/>
                    </a:moveTo>
                    <a:cubicBezTo>
                      <a:pt x="249" y="0"/>
                      <a:pt x="218" y="20"/>
                      <a:pt x="212" y="54"/>
                    </a:cubicBezTo>
                    <a:lnTo>
                      <a:pt x="69" y="692"/>
                    </a:lnTo>
                    <a:cubicBezTo>
                      <a:pt x="30" y="888"/>
                      <a:pt x="4" y="1090"/>
                      <a:pt x="4" y="1292"/>
                    </a:cubicBezTo>
                    <a:lnTo>
                      <a:pt x="4" y="1892"/>
                    </a:lnTo>
                    <a:cubicBezTo>
                      <a:pt x="0" y="1941"/>
                      <a:pt x="38" y="1965"/>
                      <a:pt x="75" y="1965"/>
                    </a:cubicBezTo>
                    <a:cubicBezTo>
                      <a:pt x="113" y="1965"/>
                      <a:pt x="150" y="1941"/>
                      <a:pt x="147" y="1892"/>
                    </a:cubicBezTo>
                    <a:lnTo>
                      <a:pt x="147" y="1292"/>
                    </a:lnTo>
                    <a:cubicBezTo>
                      <a:pt x="147" y="1097"/>
                      <a:pt x="167" y="908"/>
                      <a:pt x="206" y="719"/>
                    </a:cubicBezTo>
                    <a:lnTo>
                      <a:pt x="349" y="86"/>
                    </a:lnTo>
                    <a:cubicBezTo>
                      <a:pt x="356" y="47"/>
                      <a:pt x="330" y="8"/>
                      <a:pt x="291" y="2"/>
                    </a:cubicBezTo>
                    <a:cubicBezTo>
                      <a:pt x="286" y="1"/>
                      <a:pt x="282" y="0"/>
                      <a:pt x="27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2" name="Google Shape;7172;p69"/>
              <p:cNvSpPr/>
              <p:nvPr/>
            </p:nvSpPr>
            <p:spPr>
              <a:xfrm>
                <a:off x="7910862" y="3788017"/>
                <a:ext cx="8736" cy="49409"/>
              </a:xfrm>
              <a:custGeom>
                <a:rect b="b" l="l" r="r" t="t"/>
                <a:pathLst>
                  <a:path extrusionOk="0" h="1957" w="346">
                    <a:moveTo>
                      <a:pt x="74" y="0"/>
                    </a:moveTo>
                    <a:cubicBezTo>
                      <a:pt x="69" y="0"/>
                      <a:pt x="64" y="1"/>
                      <a:pt x="59" y="2"/>
                    </a:cubicBezTo>
                    <a:cubicBezTo>
                      <a:pt x="20" y="8"/>
                      <a:pt x="1" y="47"/>
                      <a:pt x="7" y="86"/>
                    </a:cubicBezTo>
                    <a:lnTo>
                      <a:pt x="144" y="719"/>
                    </a:lnTo>
                    <a:cubicBezTo>
                      <a:pt x="190" y="908"/>
                      <a:pt x="209" y="1097"/>
                      <a:pt x="209" y="1292"/>
                    </a:cubicBezTo>
                    <a:lnTo>
                      <a:pt x="209" y="1892"/>
                    </a:lnTo>
                    <a:cubicBezTo>
                      <a:pt x="209" y="1924"/>
                      <a:pt x="235" y="1957"/>
                      <a:pt x="274" y="1957"/>
                    </a:cubicBezTo>
                    <a:cubicBezTo>
                      <a:pt x="313" y="1957"/>
                      <a:pt x="346" y="1924"/>
                      <a:pt x="346" y="1892"/>
                    </a:cubicBezTo>
                    <a:lnTo>
                      <a:pt x="346" y="1292"/>
                    </a:lnTo>
                    <a:cubicBezTo>
                      <a:pt x="346" y="1090"/>
                      <a:pt x="326" y="888"/>
                      <a:pt x="281" y="692"/>
                    </a:cubicBezTo>
                    <a:lnTo>
                      <a:pt x="137" y="54"/>
                    </a:lnTo>
                    <a:cubicBezTo>
                      <a:pt x="132" y="20"/>
                      <a:pt x="106" y="0"/>
                      <a:pt x="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3" name="Google Shape;7173;p69"/>
              <p:cNvSpPr/>
              <p:nvPr/>
            </p:nvSpPr>
            <p:spPr>
              <a:xfrm>
                <a:off x="7901647" y="3841693"/>
                <a:ext cx="29161" cy="38023"/>
              </a:xfrm>
              <a:custGeom>
                <a:rect b="b" l="l" r="r" t="t"/>
                <a:pathLst>
                  <a:path extrusionOk="0" h="1506" w="1155">
                    <a:moveTo>
                      <a:pt x="574" y="0"/>
                    </a:moveTo>
                    <a:cubicBezTo>
                      <a:pt x="261" y="0"/>
                      <a:pt x="1" y="339"/>
                      <a:pt x="1" y="756"/>
                    </a:cubicBezTo>
                    <a:cubicBezTo>
                      <a:pt x="1" y="1167"/>
                      <a:pt x="261" y="1506"/>
                      <a:pt x="574" y="1506"/>
                    </a:cubicBezTo>
                    <a:cubicBezTo>
                      <a:pt x="893" y="1506"/>
                      <a:pt x="1154" y="1167"/>
                      <a:pt x="1154" y="756"/>
                    </a:cubicBezTo>
                    <a:cubicBezTo>
                      <a:pt x="1154" y="339"/>
                      <a:pt x="893" y="0"/>
                      <a:pt x="5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4" name="Google Shape;7174;p69"/>
              <p:cNvSpPr/>
              <p:nvPr/>
            </p:nvSpPr>
            <p:spPr>
              <a:xfrm>
                <a:off x="7943785" y="3841693"/>
                <a:ext cx="29136" cy="38023"/>
              </a:xfrm>
              <a:custGeom>
                <a:rect b="b" l="l" r="r" t="t"/>
                <a:pathLst>
                  <a:path extrusionOk="0" h="1506" w="1154">
                    <a:moveTo>
                      <a:pt x="580" y="0"/>
                    </a:moveTo>
                    <a:cubicBezTo>
                      <a:pt x="261" y="0"/>
                      <a:pt x="0" y="339"/>
                      <a:pt x="0" y="756"/>
                    </a:cubicBezTo>
                    <a:cubicBezTo>
                      <a:pt x="0" y="1167"/>
                      <a:pt x="261" y="1506"/>
                      <a:pt x="580" y="1506"/>
                    </a:cubicBezTo>
                    <a:cubicBezTo>
                      <a:pt x="899" y="1506"/>
                      <a:pt x="1154" y="1167"/>
                      <a:pt x="1154" y="756"/>
                    </a:cubicBezTo>
                    <a:cubicBezTo>
                      <a:pt x="1154" y="339"/>
                      <a:pt x="899" y="0"/>
                      <a:pt x="58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5" name="Google Shape;7175;p69"/>
              <p:cNvSpPr/>
              <p:nvPr/>
            </p:nvSpPr>
            <p:spPr>
              <a:xfrm>
                <a:off x="7916139" y="3833462"/>
                <a:ext cx="42315" cy="57615"/>
              </a:xfrm>
              <a:custGeom>
                <a:rect b="b" l="l" r="r" t="t"/>
                <a:pathLst>
                  <a:path extrusionOk="0" h="2282" w="1676">
                    <a:moveTo>
                      <a:pt x="33" y="0"/>
                    </a:moveTo>
                    <a:cubicBezTo>
                      <a:pt x="13" y="0"/>
                      <a:pt x="0" y="20"/>
                      <a:pt x="0" y="40"/>
                    </a:cubicBezTo>
                    <a:lnTo>
                      <a:pt x="0" y="274"/>
                    </a:lnTo>
                    <a:cubicBezTo>
                      <a:pt x="0" y="496"/>
                      <a:pt x="72" y="711"/>
                      <a:pt x="202" y="887"/>
                    </a:cubicBezTo>
                    <a:cubicBezTo>
                      <a:pt x="372" y="1102"/>
                      <a:pt x="463" y="1369"/>
                      <a:pt x="463" y="1643"/>
                    </a:cubicBezTo>
                    <a:lnTo>
                      <a:pt x="463" y="2242"/>
                    </a:lnTo>
                    <a:cubicBezTo>
                      <a:pt x="463" y="2262"/>
                      <a:pt x="476" y="2282"/>
                      <a:pt x="495" y="2282"/>
                    </a:cubicBezTo>
                    <a:lnTo>
                      <a:pt x="1173" y="2282"/>
                    </a:lnTo>
                    <a:cubicBezTo>
                      <a:pt x="1193" y="2282"/>
                      <a:pt x="1212" y="2262"/>
                      <a:pt x="1206" y="2242"/>
                    </a:cubicBezTo>
                    <a:lnTo>
                      <a:pt x="1206" y="1643"/>
                    </a:lnTo>
                    <a:cubicBezTo>
                      <a:pt x="1206" y="1369"/>
                      <a:pt x="1297" y="1102"/>
                      <a:pt x="1467" y="887"/>
                    </a:cubicBezTo>
                    <a:cubicBezTo>
                      <a:pt x="1603" y="711"/>
                      <a:pt x="1675" y="496"/>
                      <a:pt x="1675" y="274"/>
                    </a:cubicBezTo>
                    <a:lnTo>
                      <a:pt x="1675" y="40"/>
                    </a:lnTo>
                    <a:cubicBezTo>
                      <a:pt x="1675" y="20"/>
                      <a:pt x="1656" y="0"/>
                      <a:pt x="16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6" name="Google Shape;7176;p69"/>
              <p:cNvSpPr/>
              <p:nvPr/>
            </p:nvSpPr>
            <p:spPr>
              <a:xfrm>
                <a:off x="7890614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7" name="Google Shape;7177;p69"/>
              <p:cNvSpPr/>
              <p:nvPr/>
            </p:nvSpPr>
            <p:spPr>
              <a:xfrm>
                <a:off x="7959893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81" name="Shape 7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2" name="Google Shape;7182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3" name="Google Shape;7183;p70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/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184" name="Google Shape;7184;p70"/>
          <p:cNvGrpSpPr/>
          <p:nvPr/>
        </p:nvGrpSpPr>
        <p:grpSpPr>
          <a:xfrm>
            <a:off x="829359" y="2307635"/>
            <a:ext cx="339235" cy="298186"/>
            <a:chOff x="898875" y="244725"/>
            <a:chExt cx="481800" cy="423500"/>
          </a:xfrm>
        </p:grpSpPr>
        <p:sp>
          <p:nvSpPr>
            <p:cNvPr id="7185" name="Google Shape;7185;p70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6" name="Google Shape;7186;p70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7" name="Google Shape;7187;p70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8" name="Google Shape;7188;p70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9" name="Google Shape;7189;p70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0" name="Google Shape;7190;p70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91" name="Google Shape;7191;p70"/>
          <p:cNvGrpSpPr/>
          <p:nvPr/>
        </p:nvGrpSpPr>
        <p:grpSpPr>
          <a:xfrm>
            <a:off x="1267741" y="2287103"/>
            <a:ext cx="298169" cy="339253"/>
            <a:chOff x="1529350" y="258825"/>
            <a:chExt cx="423475" cy="481825"/>
          </a:xfrm>
        </p:grpSpPr>
        <p:sp>
          <p:nvSpPr>
            <p:cNvPr id="7192" name="Google Shape;7192;p70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3" name="Google Shape;7193;p70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94" name="Google Shape;7194;p70"/>
          <p:cNvGrpSpPr/>
          <p:nvPr/>
        </p:nvGrpSpPr>
        <p:grpSpPr>
          <a:xfrm>
            <a:off x="1660716" y="2367273"/>
            <a:ext cx="340890" cy="178912"/>
            <a:chOff x="2084325" y="363300"/>
            <a:chExt cx="484150" cy="254100"/>
          </a:xfrm>
        </p:grpSpPr>
        <p:sp>
          <p:nvSpPr>
            <p:cNvPr id="7195" name="Google Shape;7195;p70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6" name="Google Shape;7196;p70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97" name="Google Shape;7197;p70"/>
          <p:cNvGrpSpPr/>
          <p:nvPr/>
        </p:nvGrpSpPr>
        <p:grpSpPr>
          <a:xfrm>
            <a:off x="2110011" y="2287102"/>
            <a:ext cx="298169" cy="339253"/>
            <a:chOff x="2707500" y="249400"/>
            <a:chExt cx="423475" cy="481825"/>
          </a:xfrm>
        </p:grpSpPr>
        <p:sp>
          <p:nvSpPr>
            <p:cNvPr id="7198" name="Google Shape;7198;p70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9" name="Google Shape;7199;p70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00" name="Google Shape;7200;p70"/>
          <p:cNvGrpSpPr/>
          <p:nvPr/>
        </p:nvGrpSpPr>
        <p:grpSpPr>
          <a:xfrm>
            <a:off x="2523626" y="2287428"/>
            <a:ext cx="305386" cy="338602"/>
            <a:chOff x="3300325" y="249875"/>
            <a:chExt cx="433725" cy="480900"/>
          </a:xfrm>
        </p:grpSpPr>
        <p:sp>
          <p:nvSpPr>
            <p:cNvPr id="7201" name="Google Shape;7201;p70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2" name="Google Shape;7202;p70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3" name="Google Shape;7203;p70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4" name="Google Shape;7204;p70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5" name="Google Shape;7205;p70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6" name="Google Shape;7206;p70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07" name="Google Shape;7207;p70"/>
          <p:cNvGrpSpPr/>
          <p:nvPr/>
        </p:nvGrpSpPr>
        <p:grpSpPr>
          <a:xfrm>
            <a:off x="2912712" y="2287349"/>
            <a:ext cx="352349" cy="338760"/>
            <a:chOff x="3854700" y="249750"/>
            <a:chExt cx="500425" cy="481125"/>
          </a:xfrm>
        </p:grpSpPr>
        <p:sp>
          <p:nvSpPr>
            <p:cNvPr id="7208" name="Google Shape;7208;p70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9" name="Google Shape;7209;p70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0" name="Google Shape;7210;p70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1" name="Google Shape;7211;p70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2" name="Google Shape;7212;p70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3" name="Google Shape;7213;p70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4" name="Google Shape;7214;p70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5" name="Google Shape;7215;p70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16" name="Google Shape;7216;p70"/>
          <p:cNvGrpSpPr/>
          <p:nvPr/>
        </p:nvGrpSpPr>
        <p:grpSpPr>
          <a:xfrm>
            <a:off x="3330701" y="2287349"/>
            <a:ext cx="352349" cy="338760"/>
            <a:chOff x="4447550" y="249750"/>
            <a:chExt cx="500425" cy="481125"/>
          </a:xfrm>
        </p:grpSpPr>
        <p:sp>
          <p:nvSpPr>
            <p:cNvPr id="7217" name="Google Shape;7217;p70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8" name="Google Shape;7218;p70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19" name="Google Shape;7219;p70"/>
          <p:cNvGrpSpPr/>
          <p:nvPr/>
        </p:nvGrpSpPr>
        <p:grpSpPr>
          <a:xfrm>
            <a:off x="3759902" y="2287102"/>
            <a:ext cx="339253" cy="339253"/>
            <a:chOff x="5049725" y="249400"/>
            <a:chExt cx="481825" cy="481825"/>
          </a:xfrm>
        </p:grpSpPr>
        <p:sp>
          <p:nvSpPr>
            <p:cNvPr id="7220" name="Google Shape;7220;p70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1" name="Google Shape;7221;p70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22" name="Google Shape;7222;p70"/>
          <p:cNvGrpSpPr/>
          <p:nvPr/>
        </p:nvGrpSpPr>
        <p:grpSpPr>
          <a:xfrm>
            <a:off x="4173843" y="2287102"/>
            <a:ext cx="339253" cy="339253"/>
            <a:chOff x="5660400" y="238125"/>
            <a:chExt cx="481825" cy="481825"/>
          </a:xfrm>
        </p:grpSpPr>
        <p:sp>
          <p:nvSpPr>
            <p:cNvPr id="7223" name="Google Shape;7223;p70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4" name="Google Shape;7224;p70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25" name="Google Shape;7225;p70"/>
          <p:cNvGrpSpPr/>
          <p:nvPr/>
        </p:nvGrpSpPr>
        <p:grpSpPr>
          <a:xfrm>
            <a:off x="4590529" y="2287102"/>
            <a:ext cx="339253" cy="339253"/>
            <a:chOff x="6235400" y="249400"/>
            <a:chExt cx="481825" cy="481825"/>
          </a:xfrm>
        </p:grpSpPr>
        <p:sp>
          <p:nvSpPr>
            <p:cNvPr id="7226" name="Google Shape;7226;p70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7" name="Google Shape;7227;p70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8" name="Google Shape;7228;p70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9" name="Google Shape;7229;p70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0" name="Google Shape;7230;p70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31" name="Google Shape;7231;p70"/>
          <p:cNvGrpSpPr/>
          <p:nvPr/>
        </p:nvGrpSpPr>
        <p:grpSpPr>
          <a:xfrm>
            <a:off x="828875" y="2731810"/>
            <a:ext cx="340204" cy="298116"/>
            <a:chOff x="899850" y="871450"/>
            <a:chExt cx="483175" cy="423400"/>
          </a:xfrm>
        </p:grpSpPr>
        <p:sp>
          <p:nvSpPr>
            <p:cNvPr id="7232" name="Google Shape;7232;p70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3" name="Google Shape;7233;p70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4" name="Google Shape;7234;p70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5" name="Google Shape;7235;p70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236" name="Google Shape;7236;p70"/>
          <p:cNvSpPr/>
          <p:nvPr/>
        </p:nvSpPr>
        <p:spPr>
          <a:xfrm>
            <a:off x="1265674" y="2711214"/>
            <a:ext cx="302200" cy="339253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237" name="Google Shape;7237;p70"/>
          <p:cNvGrpSpPr/>
          <p:nvPr/>
        </p:nvGrpSpPr>
        <p:grpSpPr>
          <a:xfrm>
            <a:off x="1660875" y="2711232"/>
            <a:ext cx="340573" cy="339271"/>
            <a:chOff x="2085450" y="842250"/>
            <a:chExt cx="483700" cy="481850"/>
          </a:xfrm>
        </p:grpSpPr>
        <p:sp>
          <p:nvSpPr>
            <p:cNvPr id="7238" name="Google Shape;7238;p70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9" name="Google Shape;7239;p70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40" name="Google Shape;7240;p70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41" name="Google Shape;7241;p70"/>
          <p:cNvGrpSpPr/>
          <p:nvPr/>
        </p:nvGrpSpPr>
        <p:grpSpPr>
          <a:xfrm>
            <a:off x="2089443" y="2711241"/>
            <a:ext cx="339306" cy="339253"/>
            <a:chOff x="2685825" y="840375"/>
            <a:chExt cx="481900" cy="481825"/>
          </a:xfrm>
        </p:grpSpPr>
        <p:sp>
          <p:nvSpPr>
            <p:cNvPr id="7242" name="Google Shape;7242;p70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43" name="Google Shape;7243;p70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44" name="Google Shape;7244;p70"/>
          <p:cNvGrpSpPr/>
          <p:nvPr/>
        </p:nvGrpSpPr>
        <p:grpSpPr>
          <a:xfrm>
            <a:off x="2501104" y="2710924"/>
            <a:ext cx="350431" cy="339887"/>
            <a:chOff x="3270675" y="841800"/>
            <a:chExt cx="497700" cy="482725"/>
          </a:xfrm>
        </p:grpSpPr>
        <p:sp>
          <p:nvSpPr>
            <p:cNvPr id="7245" name="Google Shape;7245;p70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46" name="Google Shape;7246;p70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47" name="Google Shape;7247;p70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248" name="Google Shape;7248;p70"/>
          <p:cNvSpPr/>
          <p:nvPr/>
        </p:nvSpPr>
        <p:spPr>
          <a:xfrm>
            <a:off x="2919129" y="2721811"/>
            <a:ext cx="339253" cy="318060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249" name="Google Shape;7249;p70"/>
          <p:cNvGrpSpPr/>
          <p:nvPr/>
        </p:nvGrpSpPr>
        <p:grpSpPr>
          <a:xfrm>
            <a:off x="3337249" y="2731783"/>
            <a:ext cx="339253" cy="298169"/>
            <a:chOff x="4467200" y="877100"/>
            <a:chExt cx="481825" cy="423475"/>
          </a:xfrm>
        </p:grpSpPr>
        <p:sp>
          <p:nvSpPr>
            <p:cNvPr id="7250" name="Google Shape;7250;p70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51" name="Google Shape;7251;p70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52" name="Google Shape;7252;p70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53" name="Google Shape;7253;p70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54" name="Google Shape;7254;p70"/>
          <p:cNvGrpSpPr/>
          <p:nvPr/>
        </p:nvGrpSpPr>
        <p:grpSpPr>
          <a:xfrm>
            <a:off x="3752140" y="2711232"/>
            <a:ext cx="354778" cy="339271"/>
            <a:chOff x="5045500" y="842250"/>
            <a:chExt cx="503875" cy="481850"/>
          </a:xfrm>
        </p:grpSpPr>
        <p:sp>
          <p:nvSpPr>
            <p:cNvPr id="7255" name="Google Shape;7255;p70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56" name="Google Shape;7256;p70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57" name="Google Shape;7257;p70"/>
          <p:cNvGrpSpPr/>
          <p:nvPr/>
        </p:nvGrpSpPr>
        <p:grpSpPr>
          <a:xfrm>
            <a:off x="4174987" y="2737451"/>
            <a:ext cx="336965" cy="286833"/>
            <a:chOff x="5645200" y="879425"/>
            <a:chExt cx="478575" cy="407375"/>
          </a:xfrm>
        </p:grpSpPr>
        <p:sp>
          <p:nvSpPr>
            <p:cNvPr id="7258" name="Google Shape;7258;p70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59" name="Google Shape;7259;p70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0" name="Google Shape;7260;p70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1" name="Google Shape;7261;p70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2" name="Google Shape;7262;p70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3" name="Google Shape;7263;p70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64" name="Google Shape;7264;p70"/>
          <p:cNvGrpSpPr/>
          <p:nvPr/>
        </p:nvGrpSpPr>
        <p:grpSpPr>
          <a:xfrm>
            <a:off x="4611062" y="2711241"/>
            <a:ext cx="298186" cy="339253"/>
            <a:chOff x="6264525" y="842250"/>
            <a:chExt cx="423500" cy="481825"/>
          </a:xfrm>
        </p:grpSpPr>
        <p:sp>
          <p:nvSpPr>
            <p:cNvPr id="7265" name="Google Shape;7265;p70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6" name="Google Shape;7266;p70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7" name="Google Shape;7267;p70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8" name="Google Shape;7268;p70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9" name="Google Shape;7269;p70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70" name="Google Shape;7270;p70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71" name="Google Shape;7271;p70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72" name="Google Shape;7272;p70"/>
          <p:cNvGrpSpPr/>
          <p:nvPr/>
        </p:nvGrpSpPr>
        <p:grpSpPr>
          <a:xfrm>
            <a:off x="829350" y="3125895"/>
            <a:ext cx="339253" cy="339253"/>
            <a:chOff x="900750" y="1436075"/>
            <a:chExt cx="481825" cy="481825"/>
          </a:xfrm>
        </p:grpSpPr>
        <p:sp>
          <p:nvSpPr>
            <p:cNvPr id="7273" name="Google Shape;7273;p70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74" name="Google Shape;7274;p70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75" name="Google Shape;7275;p70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76" name="Google Shape;7276;p70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77" name="Google Shape;7277;p70"/>
          <p:cNvGrpSpPr/>
          <p:nvPr/>
        </p:nvGrpSpPr>
        <p:grpSpPr>
          <a:xfrm>
            <a:off x="1247198" y="3186183"/>
            <a:ext cx="339253" cy="218676"/>
            <a:chOff x="1492675" y="1520750"/>
            <a:chExt cx="481825" cy="310575"/>
          </a:xfrm>
        </p:grpSpPr>
        <p:sp>
          <p:nvSpPr>
            <p:cNvPr id="7278" name="Google Shape;7278;p70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79" name="Google Shape;7279;p70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80" name="Google Shape;7280;p70"/>
          <p:cNvGrpSpPr/>
          <p:nvPr/>
        </p:nvGrpSpPr>
        <p:grpSpPr>
          <a:xfrm>
            <a:off x="1654995" y="3125877"/>
            <a:ext cx="352332" cy="339288"/>
            <a:chOff x="2071000" y="1435025"/>
            <a:chExt cx="500400" cy="481875"/>
          </a:xfrm>
        </p:grpSpPr>
        <p:sp>
          <p:nvSpPr>
            <p:cNvPr id="7281" name="Google Shape;7281;p70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82" name="Google Shape;7282;p70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83" name="Google Shape;7283;p70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84" name="Google Shape;7284;p70"/>
          <p:cNvGrpSpPr/>
          <p:nvPr/>
        </p:nvGrpSpPr>
        <p:grpSpPr>
          <a:xfrm>
            <a:off x="2083159" y="3146709"/>
            <a:ext cx="351874" cy="297623"/>
            <a:chOff x="2678350" y="1464650"/>
            <a:chExt cx="499750" cy="422700"/>
          </a:xfrm>
        </p:grpSpPr>
        <p:sp>
          <p:nvSpPr>
            <p:cNvPr id="7285" name="Google Shape;7285;p70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86" name="Google Shape;7286;p70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87" name="Google Shape;7287;p70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88" name="Google Shape;7288;p70"/>
          <p:cNvGrpSpPr/>
          <p:nvPr/>
        </p:nvGrpSpPr>
        <p:grpSpPr>
          <a:xfrm>
            <a:off x="2506692" y="3125895"/>
            <a:ext cx="339253" cy="339253"/>
            <a:chOff x="3271200" y="1435075"/>
            <a:chExt cx="481825" cy="481825"/>
          </a:xfrm>
        </p:grpSpPr>
        <p:sp>
          <p:nvSpPr>
            <p:cNvPr id="7289" name="Google Shape;7289;p70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90" name="Google Shape;7290;p70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91" name="Google Shape;7291;p70"/>
          <p:cNvGrpSpPr/>
          <p:nvPr/>
        </p:nvGrpSpPr>
        <p:grpSpPr>
          <a:xfrm>
            <a:off x="2917165" y="3125877"/>
            <a:ext cx="343442" cy="339288"/>
            <a:chOff x="3858100" y="1435075"/>
            <a:chExt cx="487775" cy="481875"/>
          </a:xfrm>
        </p:grpSpPr>
        <p:sp>
          <p:nvSpPr>
            <p:cNvPr id="7292" name="Google Shape;7292;p70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93" name="Google Shape;7293;p70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94" name="Google Shape;7294;p70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95" name="Google Shape;7295;p70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96" name="Google Shape;7296;p70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97" name="Google Shape;7297;p70"/>
          <p:cNvGrpSpPr/>
          <p:nvPr/>
        </p:nvGrpSpPr>
        <p:grpSpPr>
          <a:xfrm>
            <a:off x="3337249" y="3125895"/>
            <a:ext cx="339253" cy="339253"/>
            <a:chOff x="4456875" y="1435075"/>
            <a:chExt cx="481825" cy="481825"/>
          </a:xfrm>
        </p:grpSpPr>
        <p:sp>
          <p:nvSpPr>
            <p:cNvPr id="7298" name="Google Shape;7298;p70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99" name="Google Shape;7299;p70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00" name="Google Shape;7300;p70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01" name="Google Shape;7301;p70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02" name="Google Shape;7302;p70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03" name="Google Shape;7303;p70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04" name="Google Shape;7304;p70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05" name="Google Shape;7305;p70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06" name="Google Shape;7306;p70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07" name="Google Shape;7307;p70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08" name="Google Shape;7308;p70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09" name="Google Shape;7309;p70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10" name="Google Shape;7310;p70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11" name="Google Shape;7311;p70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12" name="Google Shape;7312;p70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13" name="Google Shape;7313;p70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14" name="Google Shape;7314;p70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15" name="Google Shape;7315;p70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16" name="Google Shape;7316;p70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17" name="Google Shape;7317;p70"/>
          <p:cNvGrpSpPr/>
          <p:nvPr/>
        </p:nvGrpSpPr>
        <p:grpSpPr>
          <a:xfrm>
            <a:off x="3758239" y="3125886"/>
            <a:ext cx="342580" cy="339271"/>
            <a:chOff x="5049725" y="1435050"/>
            <a:chExt cx="486550" cy="481850"/>
          </a:xfrm>
        </p:grpSpPr>
        <p:sp>
          <p:nvSpPr>
            <p:cNvPr id="7318" name="Google Shape;7318;p70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19" name="Google Shape;7319;p70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20" name="Google Shape;7320;p70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21" name="Google Shape;7321;p70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22" name="Google Shape;7322;p70"/>
          <p:cNvGrpSpPr/>
          <p:nvPr/>
        </p:nvGrpSpPr>
        <p:grpSpPr>
          <a:xfrm>
            <a:off x="4173790" y="3125895"/>
            <a:ext cx="339359" cy="339253"/>
            <a:chOff x="5642475" y="1435075"/>
            <a:chExt cx="481975" cy="481825"/>
          </a:xfrm>
        </p:grpSpPr>
        <p:sp>
          <p:nvSpPr>
            <p:cNvPr id="7323" name="Google Shape;7323;p70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24" name="Google Shape;7324;p70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25" name="Google Shape;7325;p70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26" name="Google Shape;7326;p70"/>
          <p:cNvGrpSpPr/>
          <p:nvPr/>
        </p:nvGrpSpPr>
        <p:grpSpPr>
          <a:xfrm>
            <a:off x="4588276" y="3125886"/>
            <a:ext cx="343759" cy="339271"/>
            <a:chOff x="6232000" y="1435050"/>
            <a:chExt cx="488225" cy="481850"/>
          </a:xfrm>
        </p:grpSpPr>
        <p:sp>
          <p:nvSpPr>
            <p:cNvPr id="7327" name="Google Shape;7327;p70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28" name="Google Shape;7328;p70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29" name="Google Shape;7329;p70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30" name="Google Shape;7330;p70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31" name="Google Shape;7331;p70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32" name="Google Shape;7332;p70"/>
          <p:cNvGrpSpPr/>
          <p:nvPr/>
        </p:nvGrpSpPr>
        <p:grpSpPr>
          <a:xfrm>
            <a:off x="849012" y="3539545"/>
            <a:ext cx="299929" cy="337792"/>
            <a:chOff x="924450" y="2028975"/>
            <a:chExt cx="425975" cy="479750"/>
          </a:xfrm>
        </p:grpSpPr>
        <p:sp>
          <p:nvSpPr>
            <p:cNvPr id="7333" name="Google Shape;7333;p70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34" name="Google Shape;7334;p70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35" name="Google Shape;7335;p70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36" name="Google Shape;7336;p70"/>
          <p:cNvGrpSpPr/>
          <p:nvPr/>
        </p:nvGrpSpPr>
        <p:grpSpPr>
          <a:xfrm>
            <a:off x="1661509" y="3559347"/>
            <a:ext cx="339306" cy="298186"/>
            <a:chOff x="2085450" y="2057100"/>
            <a:chExt cx="481900" cy="423500"/>
          </a:xfrm>
        </p:grpSpPr>
        <p:sp>
          <p:nvSpPr>
            <p:cNvPr id="7337" name="Google Shape;7337;p70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38" name="Google Shape;7338;p70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39" name="Google Shape;7339;p70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40" name="Google Shape;7340;p70"/>
          <p:cNvGrpSpPr/>
          <p:nvPr/>
        </p:nvGrpSpPr>
        <p:grpSpPr>
          <a:xfrm>
            <a:off x="2089442" y="3582592"/>
            <a:ext cx="339306" cy="251698"/>
            <a:chOff x="2678275" y="2090100"/>
            <a:chExt cx="481900" cy="357475"/>
          </a:xfrm>
        </p:grpSpPr>
        <p:sp>
          <p:nvSpPr>
            <p:cNvPr id="7341" name="Google Shape;7341;p70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42" name="Google Shape;7342;p70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43" name="Google Shape;7343;p70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44" name="Google Shape;7344;p70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45" name="Google Shape;7345;p70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46" name="Google Shape;7346;p70"/>
          <p:cNvGrpSpPr/>
          <p:nvPr/>
        </p:nvGrpSpPr>
        <p:grpSpPr>
          <a:xfrm>
            <a:off x="2566646" y="3594790"/>
            <a:ext cx="219345" cy="227301"/>
            <a:chOff x="3357325" y="2093500"/>
            <a:chExt cx="311525" cy="322825"/>
          </a:xfrm>
        </p:grpSpPr>
        <p:sp>
          <p:nvSpPr>
            <p:cNvPr id="7347" name="Google Shape;7347;p70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48" name="Google Shape;7348;p70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49" name="Google Shape;7349;p70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350" name="Google Shape;7350;p70"/>
          <p:cNvSpPr/>
          <p:nvPr/>
        </p:nvSpPr>
        <p:spPr>
          <a:xfrm>
            <a:off x="2921919" y="3550464"/>
            <a:ext cx="333673" cy="315824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351" name="Google Shape;7351;p70"/>
          <p:cNvGrpSpPr/>
          <p:nvPr/>
        </p:nvGrpSpPr>
        <p:grpSpPr>
          <a:xfrm>
            <a:off x="3360836" y="3538814"/>
            <a:ext cx="292078" cy="339253"/>
            <a:chOff x="4492800" y="2027925"/>
            <a:chExt cx="414825" cy="481825"/>
          </a:xfrm>
        </p:grpSpPr>
        <p:sp>
          <p:nvSpPr>
            <p:cNvPr id="7352" name="Google Shape;7352;p70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53" name="Google Shape;7353;p70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54" name="Google Shape;7354;p70"/>
          <p:cNvGrpSpPr/>
          <p:nvPr/>
        </p:nvGrpSpPr>
        <p:grpSpPr>
          <a:xfrm>
            <a:off x="3759928" y="3538805"/>
            <a:ext cx="339200" cy="339271"/>
            <a:chOff x="5049725" y="2027900"/>
            <a:chExt cx="481750" cy="481850"/>
          </a:xfrm>
        </p:grpSpPr>
        <p:sp>
          <p:nvSpPr>
            <p:cNvPr id="7355" name="Google Shape;7355;p70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56" name="Google Shape;7356;p70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57" name="Google Shape;7357;p70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58" name="Google Shape;7358;p70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59" name="Google Shape;7359;p70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0" name="Google Shape;7360;p70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1" name="Google Shape;7361;p70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2" name="Google Shape;7362;p70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63" name="Google Shape;7363;p70"/>
          <p:cNvGrpSpPr/>
          <p:nvPr/>
        </p:nvGrpSpPr>
        <p:grpSpPr>
          <a:xfrm>
            <a:off x="4233524" y="3538893"/>
            <a:ext cx="219890" cy="339095"/>
            <a:chOff x="5726350" y="2028150"/>
            <a:chExt cx="312300" cy="481600"/>
          </a:xfrm>
        </p:grpSpPr>
        <p:sp>
          <p:nvSpPr>
            <p:cNvPr id="7364" name="Google Shape;7364;p70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5" name="Google Shape;7365;p70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6" name="Google Shape;7366;p70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67" name="Google Shape;7367;p70"/>
          <p:cNvGrpSpPr/>
          <p:nvPr/>
        </p:nvGrpSpPr>
        <p:grpSpPr>
          <a:xfrm>
            <a:off x="4593715" y="3542000"/>
            <a:ext cx="332881" cy="332881"/>
            <a:chOff x="6239925" y="2032450"/>
            <a:chExt cx="472775" cy="472775"/>
          </a:xfrm>
        </p:grpSpPr>
        <p:sp>
          <p:nvSpPr>
            <p:cNvPr id="7368" name="Google Shape;7368;p70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9" name="Google Shape;7369;p70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70" name="Google Shape;7370;p70"/>
          <p:cNvGrpSpPr/>
          <p:nvPr/>
        </p:nvGrpSpPr>
        <p:grpSpPr>
          <a:xfrm>
            <a:off x="5042807" y="2364092"/>
            <a:ext cx="334641" cy="185425"/>
            <a:chOff x="903075" y="2730000"/>
            <a:chExt cx="475275" cy="263350"/>
          </a:xfrm>
        </p:grpSpPr>
        <p:sp>
          <p:nvSpPr>
            <p:cNvPr id="7371" name="Google Shape;7371;p70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2" name="Google Shape;7372;p70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3" name="Google Shape;7373;p70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74" name="Google Shape;7374;p70"/>
          <p:cNvGrpSpPr/>
          <p:nvPr/>
        </p:nvGrpSpPr>
        <p:grpSpPr>
          <a:xfrm>
            <a:off x="1247198" y="3538814"/>
            <a:ext cx="339253" cy="339253"/>
            <a:chOff x="1492675" y="2027925"/>
            <a:chExt cx="481825" cy="481825"/>
          </a:xfrm>
        </p:grpSpPr>
        <p:sp>
          <p:nvSpPr>
            <p:cNvPr id="7375" name="Google Shape;7375;p70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6" name="Google Shape;7376;p70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7" name="Google Shape;7377;p70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8" name="Google Shape;7378;p70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9" name="Google Shape;7379;p70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80" name="Google Shape;7380;p70"/>
          <p:cNvGrpSpPr/>
          <p:nvPr/>
        </p:nvGrpSpPr>
        <p:grpSpPr>
          <a:xfrm>
            <a:off x="5473575" y="2287178"/>
            <a:ext cx="339253" cy="339253"/>
            <a:chOff x="1492675" y="2620775"/>
            <a:chExt cx="481825" cy="481825"/>
          </a:xfrm>
        </p:grpSpPr>
        <p:sp>
          <p:nvSpPr>
            <p:cNvPr id="7381" name="Google Shape;7381;p70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82" name="Google Shape;7382;p70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383" name="Google Shape;7383;p70"/>
          <p:cNvSpPr/>
          <p:nvPr/>
        </p:nvSpPr>
        <p:spPr>
          <a:xfrm>
            <a:off x="5873522" y="2287094"/>
            <a:ext cx="352508" cy="339253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384" name="Google Shape;7384;p70"/>
          <p:cNvGrpSpPr/>
          <p:nvPr/>
        </p:nvGrpSpPr>
        <p:grpSpPr>
          <a:xfrm>
            <a:off x="6297328" y="2303161"/>
            <a:ext cx="333585" cy="307287"/>
            <a:chOff x="2682350" y="2643425"/>
            <a:chExt cx="473775" cy="436425"/>
          </a:xfrm>
        </p:grpSpPr>
        <p:sp>
          <p:nvSpPr>
            <p:cNvPr id="7385" name="Google Shape;7385;p70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86" name="Google Shape;7386;p70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87" name="Google Shape;7387;p70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88" name="Google Shape;7388;p70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89" name="Google Shape;7389;p70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90" name="Google Shape;7390;p70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91" name="Google Shape;7391;p70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92" name="Google Shape;7392;p70"/>
          <p:cNvGrpSpPr/>
          <p:nvPr/>
        </p:nvGrpSpPr>
        <p:grpSpPr>
          <a:xfrm>
            <a:off x="6762818" y="2287178"/>
            <a:ext cx="238531" cy="339253"/>
            <a:chOff x="3342725" y="2620775"/>
            <a:chExt cx="338775" cy="481825"/>
          </a:xfrm>
        </p:grpSpPr>
        <p:sp>
          <p:nvSpPr>
            <p:cNvPr id="7393" name="Google Shape;7393;p70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94" name="Google Shape;7394;p70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95" name="Google Shape;7395;p70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96" name="Google Shape;7396;p70"/>
          <p:cNvGrpSpPr/>
          <p:nvPr/>
        </p:nvGrpSpPr>
        <p:grpSpPr>
          <a:xfrm>
            <a:off x="7156568" y="2287178"/>
            <a:ext cx="278296" cy="339253"/>
            <a:chOff x="3907325" y="2620775"/>
            <a:chExt cx="395250" cy="481825"/>
          </a:xfrm>
        </p:grpSpPr>
        <p:sp>
          <p:nvSpPr>
            <p:cNvPr id="7397" name="Google Shape;7397;p70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98" name="Google Shape;7398;p70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99" name="Google Shape;7399;p70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00" name="Google Shape;7400;p70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01" name="Google Shape;7401;p70"/>
          <p:cNvGrpSpPr/>
          <p:nvPr/>
        </p:nvGrpSpPr>
        <p:grpSpPr>
          <a:xfrm>
            <a:off x="7549755" y="2297783"/>
            <a:ext cx="339253" cy="318042"/>
            <a:chOff x="4456875" y="2635825"/>
            <a:chExt cx="481825" cy="451700"/>
          </a:xfrm>
        </p:grpSpPr>
        <p:sp>
          <p:nvSpPr>
            <p:cNvPr id="7402" name="Google Shape;7402;p70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03" name="Google Shape;7403;p70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04" name="Google Shape;7404;p70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05" name="Google Shape;7405;p70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06" name="Google Shape;7406;p70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07" name="Google Shape;7407;p70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08" name="Google Shape;7408;p70"/>
          <p:cNvGrpSpPr/>
          <p:nvPr/>
        </p:nvGrpSpPr>
        <p:grpSpPr>
          <a:xfrm>
            <a:off x="7974679" y="2297783"/>
            <a:ext cx="339253" cy="318042"/>
            <a:chOff x="5049725" y="2635825"/>
            <a:chExt cx="481825" cy="451700"/>
          </a:xfrm>
        </p:grpSpPr>
        <p:sp>
          <p:nvSpPr>
            <p:cNvPr id="7409" name="Google Shape;7409;p70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0" name="Google Shape;7410;p70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1" name="Google Shape;7411;p70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12" name="Google Shape;7412;p70"/>
          <p:cNvGrpSpPr/>
          <p:nvPr/>
        </p:nvGrpSpPr>
        <p:grpSpPr>
          <a:xfrm>
            <a:off x="2375386" y="3952243"/>
            <a:ext cx="338566" cy="338373"/>
            <a:chOff x="5643000" y="2621375"/>
            <a:chExt cx="480850" cy="480575"/>
          </a:xfrm>
        </p:grpSpPr>
        <p:sp>
          <p:nvSpPr>
            <p:cNvPr id="7413" name="Google Shape;7413;p70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4" name="Google Shape;7414;p70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5" name="Google Shape;7415;p70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6" name="Google Shape;7416;p70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7" name="Google Shape;7417;p70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8" name="Google Shape;7418;p70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9" name="Google Shape;7419;p70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20" name="Google Shape;7420;p70"/>
          <p:cNvGrpSpPr/>
          <p:nvPr/>
        </p:nvGrpSpPr>
        <p:grpSpPr>
          <a:xfrm>
            <a:off x="4192782" y="3951803"/>
            <a:ext cx="339359" cy="339253"/>
            <a:chOff x="6235250" y="2620775"/>
            <a:chExt cx="481975" cy="481825"/>
          </a:xfrm>
        </p:grpSpPr>
        <p:sp>
          <p:nvSpPr>
            <p:cNvPr id="7421" name="Google Shape;7421;p70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22" name="Google Shape;7422;p70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23" name="Google Shape;7423;p70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24" name="Google Shape;7424;p70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25" name="Google Shape;7425;p70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426" name="Google Shape;7426;p70"/>
          <p:cNvSpPr/>
          <p:nvPr/>
        </p:nvSpPr>
        <p:spPr>
          <a:xfrm>
            <a:off x="5037584" y="2720693"/>
            <a:ext cx="345027" cy="320295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427" name="Google Shape;7427;p70"/>
          <p:cNvGrpSpPr/>
          <p:nvPr/>
        </p:nvGrpSpPr>
        <p:grpSpPr>
          <a:xfrm>
            <a:off x="5472652" y="2711317"/>
            <a:ext cx="341101" cy="339253"/>
            <a:chOff x="1535000" y="3223325"/>
            <a:chExt cx="484450" cy="481825"/>
          </a:xfrm>
        </p:grpSpPr>
        <p:sp>
          <p:nvSpPr>
            <p:cNvPr id="7428" name="Google Shape;7428;p70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29" name="Google Shape;7429;p70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30" name="Google Shape;7430;p70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31" name="Google Shape;7431;p70"/>
          <p:cNvGrpSpPr/>
          <p:nvPr/>
        </p:nvGrpSpPr>
        <p:grpSpPr>
          <a:xfrm>
            <a:off x="5880219" y="2746618"/>
            <a:ext cx="339253" cy="268649"/>
            <a:chOff x="2085525" y="3263750"/>
            <a:chExt cx="481825" cy="381550"/>
          </a:xfrm>
        </p:grpSpPr>
        <p:sp>
          <p:nvSpPr>
            <p:cNvPr id="7432" name="Google Shape;7432;p70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33" name="Google Shape;7433;p70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434" name="Google Shape;7434;p70"/>
          <p:cNvSpPr/>
          <p:nvPr/>
        </p:nvSpPr>
        <p:spPr>
          <a:xfrm>
            <a:off x="6294404" y="2778690"/>
            <a:ext cx="339253" cy="204295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435" name="Google Shape;7435;p70"/>
          <p:cNvGrpSpPr/>
          <p:nvPr/>
        </p:nvGrpSpPr>
        <p:grpSpPr>
          <a:xfrm>
            <a:off x="6711982" y="2711308"/>
            <a:ext cx="340204" cy="339271"/>
            <a:chOff x="3270450" y="3213625"/>
            <a:chExt cx="483175" cy="481850"/>
          </a:xfrm>
        </p:grpSpPr>
        <p:sp>
          <p:nvSpPr>
            <p:cNvPr id="7436" name="Google Shape;7436;p70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37" name="Google Shape;7437;p70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38" name="Google Shape;7438;p70"/>
          <p:cNvGrpSpPr/>
          <p:nvPr/>
        </p:nvGrpSpPr>
        <p:grpSpPr>
          <a:xfrm>
            <a:off x="7211250" y="2711317"/>
            <a:ext cx="168931" cy="339253"/>
            <a:chOff x="3984950" y="3213600"/>
            <a:chExt cx="239925" cy="481825"/>
          </a:xfrm>
        </p:grpSpPr>
        <p:sp>
          <p:nvSpPr>
            <p:cNvPr id="7439" name="Google Shape;7439;p70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40" name="Google Shape;7440;p70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441" name="Google Shape;7441;p70"/>
          <p:cNvSpPr/>
          <p:nvPr/>
        </p:nvSpPr>
        <p:spPr>
          <a:xfrm>
            <a:off x="7549578" y="2711214"/>
            <a:ext cx="339306" cy="339253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442" name="Google Shape;7442;p70"/>
          <p:cNvSpPr/>
          <p:nvPr/>
        </p:nvSpPr>
        <p:spPr>
          <a:xfrm>
            <a:off x="7974508" y="2731069"/>
            <a:ext cx="339253" cy="299542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443" name="Google Shape;7443;p70"/>
          <p:cNvGrpSpPr/>
          <p:nvPr/>
        </p:nvGrpSpPr>
        <p:grpSpPr>
          <a:xfrm>
            <a:off x="1874281" y="3981487"/>
            <a:ext cx="355218" cy="279880"/>
            <a:chOff x="5629975" y="3255775"/>
            <a:chExt cx="504500" cy="397500"/>
          </a:xfrm>
        </p:grpSpPr>
        <p:sp>
          <p:nvSpPr>
            <p:cNvPr id="7444" name="Google Shape;7444;p70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45" name="Google Shape;7445;p70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46" name="Google Shape;7446;p70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47" name="Google Shape;7447;p70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48" name="Google Shape;7448;p70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49" name="Google Shape;7449;p70"/>
          <p:cNvGrpSpPr/>
          <p:nvPr/>
        </p:nvGrpSpPr>
        <p:grpSpPr>
          <a:xfrm>
            <a:off x="3755839" y="3981593"/>
            <a:ext cx="340256" cy="279669"/>
            <a:chOff x="6234950" y="3255925"/>
            <a:chExt cx="483250" cy="397200"/>
          </a:xfrm>
        </p:grpSpPr>
        <p:sp>
          <p:nvSpPr>
            <p:cNvPr id="7450" name="Google Shape;7450;p70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1" name="Google Shape;7451;p70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2" name="Google Shape;7452;p70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3" name="Google Shape;7453;p70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4" name="Google Shape;7454;p70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5" name="Google Shape;7455;p70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56" name="Google Shape;7456;p70"/>
          <p:cNvGrpSpPr/>
          <p:nvPr/>
        </p:nvGrpSpPr>
        <p:grpSpPr>
          <a:xfrm>
            <a:off x="5051107" y="3125970"/>
            <a:ext cx="318042" cy="339253"/>
            <a:chOff x="914900" y="3806450"/>
            <a:chExt cx="451700" cy="481825"/>
          </a:xfrm>
        </p:grpSpPr>
        <p:sp>
          <p:nvSpPr>
            <p:cNvPr id="7457" name="Google Shape;7457;p70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8" name="Google Shape;7458;p70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9" name="Google Shape;7459;p70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0" name="Google Shape;7460;p70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1" name="Google Shape;7461;p70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62" name="Google Shape;7462;p70"/>
          <p:cNvGrpSpPr/>
          <p:nvPr/>
        </p:nvGrpSpPr>
        <p:grpSpPr>
          <a:xfrm>
            <a:off x="5470028" y="3125785"/>
            <a:ext cx="346347" cy="339623"/>
            <a:chOff x="1490050" y="3805975"/>
            <a:chExt cx="491900" cy="482350"/>
          </a:xfrm>
        </p:grpSpPr>
        <p:sp>
          <p:nvSpPr>
            <p:cNvPr id="7463" name="Google Shape;7463;p70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4" name="Google Shape;7464;p70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5" name="Google Shape;7465;p70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6" name="Google Shape;7466;p70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67" name="Google Shape;7467;p70"/>
          <p:cNvGrpSpPr/>
          <p:nvPr/>
        </p:nvGrpSpPr>
        <p:grpSpPr>
          <a:xfrm>
            <a:off x="5893896" y="3125970"/>
            <a:ext cx="311899" cy="339253"/>
            <a:chOff x="2104275" y="3806450"/>
            <a:chExt cx="442975" cy="481825"/>
          </a:xfrm>
        </p:grpSpPr>
        <p:sp>
          <p:nvSpPr>
            <p:cNvPr id="7468" name="Google Shape;7468;p70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9" name="Google Shape;7469;p70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70" name="Google Shape;7470;p70"/>
          <p:cNvGrpSpPr/>
          <p:nvPr/>
        </p:nvGrpSpPr>
        <p:grpSpPr>
          <a:xfrm>
            <a:off x="6317413" y="3125970"/>
            <a:ext cx="293416" cy="339253"/>
            <a:chOff x="2710875" y="3806450"/>
            <a:chExt cx="416725" cy="481825"/>
          </a:xfrm>
        </p:grpSpPr>
        <p:sp>
          <p:nvSpPr>
            <p:cNvPr id="7471" name="Google Shape;7471;p70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72" name="Google Shape;7472;p70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73" name="Google Shape;7473;p70"/>
          <p:cNvGrpSpPr/>
          <p:nvPr/>
        </p:nvGrpSpPr>
        <p:grpSpPr>
          <a:xfrm>
            <a:off x="6712457" y="3166412"/>
            <a:ext cx="339253" cy="258369"/>
            <a:chOff x="3271200" y="3863875"/>
            <a:chExt cx="481825" cy="366950"/>
          </a:xfrm>
        </p:grpSpPr>
        <p:sp>
          <p:nvSpPr>
            <p:cNvPr id="7474" name="Google Shape;7474;p70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75" name="Google Shape;7475;p70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76" name="Google Shape;7476;p70"/>
          <p:cNvGrpSpPr/>
          <p:nvPr/>
        </p:nvGrpSpPr>
        <p:grpSpPr>
          <a:xfrm>
            <a:off x="7147952" y="3126199"/>
            <a:ext cx="295528" cy="338795"/>
            <a:chOff x="3895050" y="3806775"/>
            <a:chExt cx="419725" cy="481175"/>
          </a:xfrm>
        </p:grpSpPr>
        <p:sp>
          <p:nvSpPr>
            <p:cNvPr id="7477" name="Google Shape;7477;p70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78" name="Google Shape;7478;p70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79" name="Google Shape;7479;p70"/>
          <p:cNvGrpSpPr/>
          <p:nvPr/>
        </p:nvGrpSpPr>
        <p:grpSpPr>
          <a:xfrm>
            <a:off x="7551234" y="3125979"/>
            <a:ext cx="336296" cy="339235"/>
            <a:chOff x="4464775" y="3806475"/>
            <a:chExt cx="477625" cy="481800"/>
          </a:xfrm>
        </p:grpSpPr>
        <p:sp>
          <p:nvSpPr>
            <p:cNvPr id="7480" name="Google Shape;7480;p70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1" name="Google Shape;7481;p70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2" name="Google Shape;7482;p70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3" name="Google Shape;7483;p70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4" name="Google Shape;7484;p70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5" name="Google Shape;7485;p70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86" name="Google Shape;7486;p70"/>
          <p:cNvGrpSpPr/>
          <p:nvPr/>
        </p:nvGrpSpPr>
        <p:grpSpPr>
          <a:xfrm>
            <a:off x="7974679" y="3125970"/>
            <a:ext cx="339253" cy="339253"/>
            <a:chOff x="5049725" y="3806450"/>
            <a:chExt cx="481825" cy="481825"/>
          </a:xfrm>
        </p:grpSpPr>
        <p:sp>
          <p:nvSpPr>
            <p:cNvPr id="7487" name="Google Shape;7487;p70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8" name="Google Shape;7488;p70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9" name="Google Shape;7489;p70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90" name="Google Shape;7490;p70"/>
          <p:cNvGrpSpPr/>
          <p:nvPr/>
        </p:nvGrpSpPr>
        <p:grpSpPr>
          <a:xfrm>
            <a:off x="1461983" y="3951798"/>
            <a:ext cx="339253" cy="339253"/>
            <a:chOff x="5651375" y="3806450"/>
            <a:chExt cx="481825" cy="481825"/>
          </a:xfrm>
        </p:grpSpPr>
        <p:sp>
          <p:nvSpPr>
            <p:cNvPr id="7491" name="Google Shape;7491;p70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92" name="Google Shape;7492;p70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93" name="Google Shape;7493;p70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94" name="Google Shape;7494;p70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95" name="Google Shape;7495;p70"/>
          <p:cNvGrpSpPr/>
          <p:nvPr/>
        </p:nvGrpSpPr>
        <p:grpSpPr>
          <a:xfrm>
            <a:off x="3360663" y="3953787"/>
            <a:ext cx="298503" cy="335275"/>
            <a:chOff x="6264300" y="3809300"/>
            <a:chExt cx="423950" cy="476175"/>
          </a:xfrm>
        </p:grpSpPr>
        <p:sp>
          <p:nvSpPr>
            <p:cNvPr id="7496" name="Google Shape;7496;p70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97" name="Google Shape;7497;p70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98" name="Google Shape;7498;p70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99" name="Google Shape;7499;p70"/>
          <p:cNvGrpSpPr/>
          <p:nvPr/>
        </p:nvGrpSpPr>
        <p:grpSpPr>
          <a:xfrm>
            <a:off x="5039841" y="3538881"/>
            <a:ext cx="340573" cy="339271"/>
            <a:chOff x="898875" y="4399275"/>
            <a:chExt cx="483700" cy="481850"/>
          </a:xfrm>
        </p:grpSpPr>
        <p:sp>
          <p:nvSpPr>
            <p:cNvPr id="7500" name="Google Shape;7500;p70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1" name="Google Shape;7501;p70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2" name="Google Shape;7502;p70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3" name="Google Shape;7503;p70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4" name="Google Shape;7504;p70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5" name="Google Shape;7505;p70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6" name="Google Shape;7506;p70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7" name="Google Shape;7507;p70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08" name="Google Shape;7508;p70"/>
          <p:cNvGrpSpPr/>
          <p:nvPr/>
        </p:nvGrpSpPr>
        <p:grpSpPr>
          <a:xfrm>
            <a:off x="5473575" y="3554133"/>
            <a:ext cx="339253" cy="308765"/>
            <a:chOff x="1492675" y="4420975"/>
            <a:chExt cx="481825" cy="438525"/>
          </a:xfrm>
        </p:grpSpPr>
        <p:sp>
          <p:nvSpPr>
            <p:cNvPr id="7509" name="Google Shape;7509;p70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0" name="Google Shape;7510;p70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1" name="Google Shape;7511;p70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2" name="Google Shape;7512;p70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3" name="Google Shape;7513;p70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14" name="Google Shape;7514;p70"/>
          <p:cNvGrpSpPr/>
          <p:nvPr/>
        </p:nvGrpSpPr>
        <p:grpSpPr>
          <a:xfrm>
            <a:off x="5878556" y="3539558"/>
            <a:ext cx="342580" cy="337915"/>
            <a:chOff x="2084100" y="4400250"/>
            <a:chExt cx="486550" cy="479925"/>
          </a:xfrm>
        </p:grpSpPr>
        <p:sp>
          <p:nvSpPr>
            <p:cNvPr id="7515" name="Google Shape;7515;p70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6" name="Google Shape;7516;p70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7" name="Google Shape;7517;p70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8" name="Google Shape;7518;p70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9" name="Google Shape;7519;p70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0" name="Google Shape;7520;p70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21" name="Google Shape;7521;p70"/>
          <p:cNvGrpSpPr/>
          <p:nvPr/>
        </p:nvGrpSpPr>
        <p:grpSpPr>
          <a:xfrm>
            <a:off x="6315036" y="3538907"/>
            <a:ext cx="298169" cy="339218"/>
            <a:chOff x="2707950" y="4399325"/>
            <a:chExt cx="423475" cy="481775"/>
          </a:xfrm>
        </p:grpSpPr>
        <p:sp>
          <p:nvSpPr>
            <p:cNvPr id="7522" name="Google Shape;7522;p70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3" name="Google Shape;7523;p70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4" name="Google Shape;7524;p70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5" name="Google Shape;7525;p70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6" name="Google Shape;7526;p70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7" name="Google Shape;7527;p70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8" name="Google Shape;7528;p70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9" name="Google Shape;7529;p70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0" name="Google Shape;7530;p70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1" name="Google Shape;7531;p70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2" name="Google Shape;7532;p70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3" name="Google Shape;7533;p70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34" name="Google Shape;7534;p70"/>
          <p:cNvGrpSpPr/>
          <p:nvPr/>
        </p:nvGrpSpPr>
        <p:grpSpPr>
          <a:xfrm>
            <a:off x="6744555" y="3538881"/>
            <a:ext cx="275057" cy="339271"/>
            <a:chOff x="3330525" y="4399275"/>
            <a:chExt cx="390650" cy="481850"/>
          </a:xfrm>
        </p:grpSpPr>
        <p:sp>
          <p:nvSpPr>
            <p:cNvPr id="7535" name="Google Shape;7535;p70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6" name="Google Shape;7536;p70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7" name="Google Shape;7537;p70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8" name="Google Shape;7538;p70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9" name="Google Shape;7539;p70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0" name="Google Shape;7540;p70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1" name="Google Shape;7541;p70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42" name="Google Shape;7542;p70"/>
          <p:cNvGrpSpPr/>
          <p:nvPr/>
        </p:nvGrpSpPr>
        <p:grpSpPr>
          <a:xfrm>
            <a:off x="7169084" y="3538890"/>
            <a:ext cx="253265" cy="339253"/>
            <a:chOff x="3938800" y="4399275"/>
            <a:chExt cx="359700" cy="481825"/>
          </a:xfrm>
        </p:grpSpPr>
        <p:sp>
          <p:nvSpPr>
            <p:cNvPr id="7543" name="Google Shape;7543;p70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4" name="Google Shape;7544;p70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5" name="Google Shape;7545;p70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6" name="Google Shape;7546;p70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7" name="Google Shape;7547;p70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48" name="Google Shape;7548;p70"/>
          <p:cNvGrpSpPr/>
          <p:nvPr/>
        </p:nvGrpSpPr>
        <p:grpSpPr>
          <a:xfrm>
            <a:off x="7639862" y="3538890"/>
            <a:ext cx="159039" cy="339253"/>
            <a:chOff x="4584850" y="4399275"/>
            <a:chExt cx="225875" cy="481825"/>
          </a:xfrm>
        </p:grpSpPr>
        <p:sp>
          <p:nvSpPr>
            <p:cNvPr id="7549" name="Google Shape;7549;p70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0" name="Google Shape;7550;p70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551" name="Google Shape;7551;p70"/>
          <p:cNvSpPr/>
          <p:nvPr/>
        </p:nvSpPr>
        <p:spPr>
          <a:xfrm>
            <a:off x="7957998" y="3538820"/>
            <a:ext cx="372275" cy="33911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552" name="Google Shape;7552;p70"/>
          <p:cNvGrpSpPr/>
          <p:nvPr/>
        </p:nvGrpSpPr>
        <p:grpSpPr>
          <a:xfrm>
            <a:off x="1049680" y="3951795"/>
            <a:ext cx="339253" cy="339253"/>
            <a:chOff x="5642550" y="4399275"/>
            <a:chExt cx="481825" cy="481825"/>
          </a:xfrm>
        </p:grpSpPr>
        <p:sp>
          <p:nvSpPr>
            <p:cNvPr id="7553" name="Google Shape;7553;p70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4" name="Google Shape;7554;p70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55" name="Google Shape;7555;p70"/>
          <p:cNvGrpSpPr/>
          <p:nvPr/>
        </p:nvGrpSpPr>
        <p:grpSpPr>
          <a:xfrm>
            <a:off x="2859815" y="3963703"/>
            <a:ext cx="363316" cy="315437"/>
            <a:chOff x="6218300" y="4416175"/>
            <a:chExt cx="516000" cy="448000"/>
          </a:xfrm>
        </p:grpSpPr>
        <p:sp>
          <p:nvSpPr>
            <p:cNvPr id="7556" name="Google Shape;7556;p70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7" name="Google Shape;7557;p70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8" name="Google Shape;7558;p70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59" name="Google Shape;7559;p70"/>
          <p:cNvGrpSpPr/>
          <p:nvPr/>
        </p:nvGrpSpPr>
        <p:grpSpPr>
          <a:xfrm>
            <a:off x="5918879" y="3951792"/>
            <a:ext cx="339253" cy="339253"/>
            <a:chOff x="899850" y="4992125"/>
            <a:chExt cx="481825" cy="481825"/>
          </a:xfrm>
        </p:grpSpPr>
        <p:sp>
          <p:nvSpPr>
            <p:cNvPr id="7560" name="Google Shape;7560;p70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1" name="Google Shape;7561;p70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2" name="Google Shape;7562;p70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63" name="Google Shape;7563;p70"/>
          <p:cNvGrpSpPr/>
          <p:nvPr/>
        </p:nvGrpSpPr>
        <p:grpSpPr>
          <a:xfrm>
            <a:off x="5461708" y="3951792"/>
            <a:ext cx="339253" cy="339253"/>
            <a:chOff x="1492675" y="4992125"/>
            <a:chExt cx="481825" cy="481825"/>
          </a:xfrm>
        </p:grpSpPr>
        <p:sp>
          <p:nvSpPr>
            <p:cNvPr id="7564" name="Google Shape;7564;p70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5" name="Google Shape;7565;p70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66" name="Google Shape;7566;p70"/>
          <p:cNvGrpSpPr/>
          <p:nvPr/>
        </p:nvGrpSpPr>
        <p:grpSpPr>
          <a:xfrm>
            <a:off x="5004462" y="3951792"/>
            <a:ext cx="339253" cy="339253"/>
            <a:chOff x="2085525" y="4992125"/>
            <a:chExt cx="481825" cy="481825"/>
          </a:xfrm>
        </p:grpSpPr>
        <p:sp>
          <p:nvSpPr>
            <p:cNvPr id="7567" name="Google Shape;7567;p70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8" name="Google Shape;7568;p70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69" name="Google Shape;7569;p70"/>
          <p:cNvGrpSpPr/>
          <p:nvPr/>
        </p:nvGrpSpPr>
        <p:grpSpPr>
          <a:xfrm>
            <a:off x="6833221" y="3951792"/>
            <a:ext cx="339253" cy="339253"/>
            <a:chOff x="2678350" y="4992125"/>
            <a:chExt cx="481825" cy="481825"/>
          </a:xfrm>
        </p:grpSpPr>
        <p:sp>
          <p:nvSpPr>
            <p:cNvPr id="7570" name="Google Shape;7570;p70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1" name="Google Shape;7571;p70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2" name="Google Shape;7572;p70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73" name="Google Shape;7573;p70"/>
          <p:cNvGrpSpPr/>
          <p:nvPr/>
        </p:nvGrpSpPr>
        <p:grpSpPr>
          <a:xfrm>
            <a:off x="4628816" y="3951792"/>
            <a:ext cx="339253" cy="339253"/>
            <a:chOff x="3271200" y="4992125"/>
            <a:chExt cx="481825" cy="481825"/>
          </a:xfrm>
        </p:grpSpPr>
        <p:sp>
          <p:nvSpPr>
            <p:cNvPr id="7574" name="Google Shape;7574;p70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5" name="Google Shape;7575;p70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6" name="Google Shape;7576;p70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77" name="Google Shape;7577;p70"/>
          <p:cNvGrpSpPr/>
          <p:nvPr/>
        </p:nvGrpSpPr>
        <p:grpSpPr>
          <a:xfrm>
            <a:off x="7290263" y="3952822"/>
            <a:ext cx="339411" cy="337193"/>
            <a:chOff x="3863900" y="4993625"/>
            <a:chExt cx="482050" cy="478900"/>
          </a:xfrm>
        </p:grpSpPr>
        <p:sp>
          <p:nvSpPr>
            <p:cNvPr id="7578" name="Google Shape;7578;p70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9" name="Google Shape;7579;p70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0" name="Google Shape;7580;p70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1" name="Google Shape;7581;p70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82" name="Google Shape;7582;p70"/>
          <p:cNvGrpSpPr/>
          <p:nvPr/>
        </p:nvGrpSpPr>
        <p:grpSpPr>
          <a:xfrm>
            <a:off x="7747437" y="3952822"/>
            <a:ext cx="339411" cy="337193"/>
            <a:chOff x="4456725" y="4993625"/>
            <a:chExt cx="482050" cy="478900"/>
          </a:xfrm>
        </p:grpSpPr>
        <p:sp>
          <p:nvSpPr>
            <p:cNvPr id="7583" name="Google Shape;7583;p70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4" name="Google Shape;7584;p70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5" name="Google Shape;7585;p70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6" name="Google Shape;7586;p70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87" name="Google Shape;7587;p70"/>
          <p:cNvGrpSpPr/>
          <p:nvPr/>
        </p:nvGrpSpPr>
        <p:grpSpPr>
          <a:xfrm>
            <a:off x="6376030" y="3952813"/>
            <a:ext cx="339411" cy="337211"/>
            <a:chOff x="5049575" y="4993600"/>
            <a:chExt cx="482050" cy="478925"/>
          </a:xfrm>
        </p:grpSpPr>
        <p:sp>
          <p:nvSpPr>
            <p:cNvPr id="7588" name="Google Shape;7588;p70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9" name="Google Shape;7589;p70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0" name="Google Shape;7590;p70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1" name="Google Shape;7591;p70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95" name="Shape 7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6" name="Google Shape;7596;p71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7" name="Google Shape;7597;p71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598" name="Google Shape;7598;p71"/>
          <p:cNvGrpSpPr/>
          <p:nvPr/>
        </p:nvGrpSpPr>
        <p:grpSpPr>
          <a:xfrm>
            <a:off x="876361" y="1533504"/>
            <a:ext cx="322099" cy="370529"/>
            <a:chOff x="-42971725" y="3217825"/>
            <a:chExt cx="275675" cy="317125"/>
          </a:xfrm>
        </p:grpSpPr>
        <p:sp>
          <p:nvSpPr>
            <p:cNvPr id="7599" name="Google Shape;7599;p71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1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1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2" name="Google Shape;7602;p71"/>
          <p:cNvGrpSpPr/>
          <p:nvPr/>
        </p:nvGrpSpPr>
        <p:grpSpPr>
          <a:xfrm>
            <a:off x="848276" y="2002160"/>
            <a:ext cx="378270" cy="337551"/>
            <a:chOff x="-42996150" y="3612600"/>
            <a:chExt cx="323750" cy="288900"/>
          </a:xfrm>
        </p:grpSpPr>
        <p:sp>
          <p:nvSpPr>
            <p:cNvPr id="7603" name="Google Shape;7603;p71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1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1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71"/>
          <p:cNvGrpSpPr/>
          <p:nvPr/>
        </p:nvGrpSpPr>
        <p:grpSpPr>
          <a:xfrm>
            <a:off x="851036" y="2411530"/>
            <a:ext cx="372749" cy="370909"/>
            <a:chOff x="-42994575" y="3950300"/>
            <a:chExt cx="319025" cy="317450"/>
          </a:xfrm>
        </p:grpSpPr>
        <p:sp>
          <p:nvSpPr>
            <p:cNvPr id="7607" name="Google Shape;7607;p71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1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71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71"/>
          <p:cNvGrpSpPr/>
          <p:nvPr/>
        </p:nvGrpSpPr>
        <p:grpSpPr>
          <a:xfrm>
            <a:off x="3004431" y="1558362"/>
            <a:ext cx="371785" cy="370879"/>
            <a:chOff x="-41111350" y="3239100"/>
            <a:chExt cx="318200" cy="317425"/>
          </a:xfrm>
        </p:grpSpPr>
        <p:sp>
          <p:nvSpPr>
            <p:cNvPr id="7611" name="Google Shape;7611;p71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1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1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1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5" name="Google Shape;7615;p71"/>
          <p:cNvGrpSpPr/>
          <p:nvPr/>
        </p:nvGrpSpPr>
        <p:grpSpPr>
          <a:xfrm>
            <a:off x="3000751" y="1993894"/>
            <a:ext cx="379146" cy="370967"/>
            <a:chOff x="-41117650" y="3605525"/>
            <a:chExt cx="324500" cy="317500"/>
          </a:xfrm>
        </p:grpSpPr>
        <p:sp>
          <p:nvSpPr>
            <p:cNvPr id="7616" name="Google Shape;7616;p71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1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1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9" name="Google Shape;7619;p71"/>
          <p:cNvSpPr/>
          <p:nvPr/>
        </p:nvSpPr>
        <p:spPr>
          <a:xfrm>
            <a:off x="3006881" y="2443479"/>
            <a:ext cx="372720" cy="361678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0" name="Google Shape;7620;p71"/>
          <p:cNvGrpSpPr/>
          <p:nvPr/>
        </p:nvGrpSpPr>
        <p:grpSpPr>
          <a:xfrm>
            <a:off x="1827005" y="2885417"/>
            <a:ext cx="216271" cy="371814"/>
            <a:chOff x="-39205300" y="3220175"/>
            <a:chExt cx="185100" cy="318225"/>
          </a:xfrm>
        </p:grpSpPr>
        <p:sp>
          <p:nvSpPr>
            <p:cNvPr id="7621" name="Google Shape;7621;p71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1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71"/>
          <p:cNvGrpSpPr/>
          <p:nvPr/>
        </p:nvGrpSpPr>
        <p:grpSpPr>
          <a:xfrm>
            <a:off x="1792533" y="3345488"/>
            <a:ext cx="300016" cy="369273"/>
            <a:chOff x="-39248625" y="3588600"/>
            <a:chExt cx="256775" cy="316050"/>
          </a:xfrm>
        </p:grpSpPr>
        <p:sp>
          <p:nvSpPr>
            <p:cNvPr id="7624" name="Google Shape;7624;p71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1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6" name="Google Shape;7626;p71"/>
          <p:cNvSpPr/>
          <p:nvPr/>
        </p:nvSpPr>
        <p:spPr>
          <a:xfrm>
            <a:off x="1763554" y="3801114"/>
            <a:ext cx="363548" cy="370909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7" name="Google Shape;7627;p71"/>
          <p:cNvSpPr/>
          <p:nvPr/>
        </p:nvSpPr>
        <p:spPr>
          <a:xfrm>
            <a:off x="3953101" y="2872552"/>
            <a:ext cx="369974" cy="368601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8" name="Google Shape;7628;p71"/>
          <p:cNvGrpSpPr/>
          <p:nvPr/>
        </p:nvGrpSpPr>
        <p:grpSpPr>
          <a:xfrm>
            <a:off x="1243246" y="1533504"/>
            <a:ext cx="429504" cy="370879"/>
            <a:chOff x="-42651700" y="3217825"/>
            <a:chExt cx="367600" cy="317425"/>
          </a:xfrm>
        </p:grpSpPr>
        <p:sp>
          <p:nvSpPr>
            <p:cNvPr id="7629" name="Google Shape;7629;p71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1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1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1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71"/>
          <p:cNvGrpSpPr/>
          <p:nvPr/>
        </p:nvGrpSpPr>
        <p:grpSpPr>
          <a:xfrm>
            <a:off x="1278678" y="1973154"/>
            <a:ext cx="358640" cy="363226"/>
            <a:chOff x="-42617300" y="3587775"/>
            <a:chExt cx="306950" cy="310875"/>
          </a:xfrm>
        </p:grpSpPr>
        <p:sp>
          <p:nvSpPr>
            <p:cNvPr id="7634" name="Google Shape;7634;p71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1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6" name="Google Shape;7636;p71"/>
          <p:cNvSpPr/>
          <p:nvPr/>
        </p:nvSpPr>
        <p:spPr>
          <a:xfrm>
            <a:off x="1275131" y="2412197"/>
            <a:ext cx="371785" cy="369974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7" name="Google Shape;7637;p71"/>
          <p:cNvGrpSpPr/>
          <p:nvPr/>
        </p:nvGrpSpPr>
        <p:grpSpPr>
          <a:xfrm>
            <a:off x="3450506" y="1557895"/>
            <a:ext cx="376926" cy="370324"/>
            <a:chOff x="-40748275" y="3238700"/>
            <a:chExt cx="322600" cy="316950"/>
          </a:xfrm>
        </p:grpSpPr>
        <p:sp>
          <p:nvSpPr>
            <p:cNvPr id="7638" name="Google Shape;7638;p71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1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1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1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1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1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71"/>
          <p:cNvGrpSpPr/>
          <p:nvPr/>
        </p:nvGrpSpPr>
        <p:grpSpPr>
          <a:xfrm>
            <a:off x="3453062" y="2025879"/>
            <a:ext cx="371814" cy="338690"/>
            <a:chOff x="-40745125" y="3632900"/>
            <a:chExt cx="318225" cy="289875"/>
          </a:xfrm>
        </p:grpSpPr>
        <p:sp>
          <p:nvSpPr>
            <p:cNvPr id="7645" name="Google Shape;7645;p71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1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1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1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1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1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1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2" name="Google Shape;7652;p71"/>
          <p:cNvGrpSpPr/>
          <p:nvPr/>
        </p:nvGrpSpPr>
        <p:grpSpPr>
          <a:xfrm>
            <a:off x="3457209" y="2437089"/>
            <a:ext cx="363518" cy="370178"/>
            <a:chOff x="-40742750" y="3972175"/>
            <a:chExt cx="311125" cy="316825"/>
          </a:xfrm>
        </p:grpSpPr>
        <p:sp>
          <p:nvSpPr>
            <p:cNvPr id="7653" name="Google Shape;7653;p71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1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71"/>
          <p:cNvGrpSpPr/>
          <p:nvPr/>
        </p:nvGrpSpPr>
        <p:grpSpPr>
          <a:xfrm>
            <a:off x="2239871" y="2887257"/>
            <a:ext cx="266892" cy="369974"/>
            <a:chOff x="-38860325" y="3221750"/>
            <a:chExt cx="228425" cy="316650"/>
          </a:xfrm>
        </p:grpSpPr>
        <p:sp>
          <p:nvSpPr>
            <p:cNvPr id="7656" name="Google Shape;7656;p71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1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1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1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71"/>
          <p:cNvGrpSpPr/>
          <p:nvPr/>
        </p:nvGrpSpPr>
        <p:grpSpPr>
          <a:xfrm>
            <a:off x="2190678" y="3349314"/>
            <a:ext cx="380081" cy="367111"/>
            <a:chOff x="-38905225" y="3591875"/>
            <a:chExt cx="325300" cy="314200"/>
          </a:xfrm>
        </p:grpSpPr>
        <p:sp>
          <p:nvSpPr>
            <p:cNvPr id="7661" name="Google Shape;7661;p71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1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1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4" name="Google Shape;7664;p71"/>
          <p:cNvSpPr/>
          <p:nvPr/>
        </p:nvSpPr>
        <p:spPr>
          <a:xfrm>
            <a:off x="2198491" y="3859092"/>
            <a:ext cx="369974" cy="312927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5" name="Google Shape;7665;p71"/>
          <p:cNvGrpSpPr/>
          <p:nvPr/>
        </p:nvGrpSpPr>
        <p:grpSpPr>
          <a:xfrm>
            <a:off x="3997427" y="3334394"/>
            <a:ext cx="290815" cy="369740"/>
            <a:chOff x="-37370925" y="3579105"/>
            <a:chExt cx="248900" cy="316450"/>
          </a:xfrm>
        </p:grpSpPr>
        <p:sp>
          <p:nvSpPr>
            <p:cNvPr id="7666" name="Google Shape;7666;p71"/>
            <p:cNvSpPr/>
            <p:nvPr/>
          </p:nvSpPr>
          <p:spPr>
            <a:xfrm>
              <a:off x="-37268550" y="367105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1"/>
            <p:cNvSpPr/>
            <p:nvPr/>
          </p:nvSpPr>
          <p:spPr>
            <a:xfrm>
              <a:off x="-37370925" y="357910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8" name="Google Shape;7668;p71"/>
          <p:cNvSpPr/>
          <p:nvPr/>
        </p:nvSpPr>
        <p:spPr>
          <a:xfrm>
            <a:off x="1697481" y="1534192"/>
            <a:ext cx="364453" cy="369419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9" name="Google Shape;7669;p71"/>
          <p:cNvSpPr/>
          <p:nvPr/>
        </p:nvSpPr>
        <p:spPr>
          <a:xfrm>
            <a:off x="1722323" y="1969494"/>
            <a:ext cx="314767" cy="371814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0" name="Google Shape;7670;p71"/>
          <p:cNvGrpSpPr/>
          <p:nvPr/>
        </p:nvGrpSpPr>
        <p:grpSpPr>
          <a:xfrm>
            <a:off x="1690803" y="2412465"/>
            <a:ext cx="371814" cy="369974"/>
            <a:chOff x="-42259725" y="3951100"/>
            <a:chExt cx="318225" cy="316650"/>
          </a:xfrm>
        </p:grpSpPr>
        <p:sp>
          <p:nvSpPr>
            <p:cNvPr id="7671" name="Google Shape;7671;p71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1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71"/>
          <p:cNvGrpSpPr/>
          <p:nvPr/>
        </p:nvGrpSpPr>
        <p:grpSpPr>
          <a:xfrm>
            <a:off x="3889164" y="1591486"/>
            <a:ext cx="370879" cy="337755"/>
            <a:chOff x="-40378075" y="3267450"/>
            <a:chExt cx="317425" cy="289075"/>
          </a:xfrm>
        </p:grpSpPr>
        <p:sp>
          <p:nvSpPr>
            <p:cNvPr id="7674" name="Google Shape;7674;p71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1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1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1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8" name="Google Shape;7678;p71"/>
          <p:cNvGrpSpPr/>
          <p:nvPr/>
        </p:nvGrpSpPr>
        <p:grpSpPr>
          <a:xfrm>
            <a:off x="3892830" y="1992754"/>
            <a:ext cx="363548" cy="369974"/>
            <a:chOff x="-40372575" y="3604550"/>
            <a:chExt cx="311150" cy="316650"/>
          </a:xfrm>
        </p:grpSpPr>
        <p:sp>
          <p:nvSpPr>
            <p:cNvPr id="7679" name="Google Shape;7679;p71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1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1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2" name="Google Shape;7682;p71"/>
          <p:cNvSpPr/>
          <p:nvPr/>
        </p:nvSpPr>
        <p:spPr>
          <a:xfrm>
            <a:off x="3896162" y="2436031"/>
            <a:ext cx="362613" cy="371902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3" name="Google Shape;7683;p71"/>
          <p:cNvGrpSpPr/>
          <p:nvPr/>
        </p:nvGrpSpPr>
        <p:grpSpPr>
          <a:xfrm>
            <a:off x="2616780" y="2885417"/>
            <a:ext cx="399038" cy="372165"/>
            <a:chOff x="-38542250" y="3220175"/>
            <a:chExt cx="341525" cy="318525"/>
          </a:xfrm>
        </p:grpSpPr>
        <p:sp>
          <p:nvSpPr>
            <p:cNvPr id="7684" name="Google Shape;7684;p71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1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1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7" name="Google Shape;7687;p71"/>
          <p:cNvGrpSpPr/>
          <p:nvPr/>
        </p:nvGrpSpPr>
        <p:grpSpPr>
          <a:xfrm>
            <a:off x="2638712" y="3344787"/>
            <a:ext cx="369974" cy="369068"/>
            <a:chOff x="-38537400" y="3588000"/>
            <a:chExt cx="316650" cy="315875"/>
          </a:xfrm>
        </p:grpSpPr>
        <p:sp>
          <p:nvSpPr>
            <p:cNvPr id="7688" name="Google Shape;7688;p71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1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1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1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71"/>
          <p:cNvGrpSpPr/>
          <p:nvPr/>
        </p:nvGrpSpPr>
        <p:grpSpPr>
          <a:xfrm>
            <a:off x="2637792" y="3802316"/>
            <a:ext cx="371814" cy="369974"/>
            <a:chOff x="-38538975" y="3954250"/>
            <a:chExt cx="318225" cy="316650"/>
          </a:xfrm>
        </p:grpSpPr>
        <p:sp>
          <p:nvSpPr>
            <p:cNvPr id="7693" name="Google Shape;7693;p71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1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71"/>
          <p:cNvGrpSpPr/>
          <p:nvPr/>
        </p:nvGrpSpPr>
        <p:grpSpPr>
          <a:xfrm>
            <a:off x="3955104" y="3797243"/>
            <a:ext cx="375465" cy="371814"/>
            <a:chOff x="-37385100" y="3949908"/>
            <a:chExt cx="321350" cy="318225"/>
          </a:xfrm>
        </p:grpSpPr>
        <p:sp>
          <p:nvSpPr>
            <p:cNvPr id="7696" name="Google Shape;7696;p71"/>
            <p:cNvSpPr/>
            <p:nvPr/>
          </p:nvSpPr>
          <p:spPr>
            <a:xfrm>
              <a:off x="-37190575" y="4145233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1"/>
            <p:cNvSpPr/>
            <p:nvPr/>
          </p:nvSpPr>
          <p:spPr>
            <a:xfrm>
              <a:off x="-37385100" y="3949908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71"/>
          <p:cNvGrpSpPr/>
          <p:nvPr/>
        </p:nvGrpSpPr>
        <p:grpSpPr>
          <a:xfrm>
            <a:off x="2130763" y="1532803"/>
            <a:ext cx="370909" cy="370675"/>
            <a:chOff x="-41895050" y="3217225"/>
            <a:chExt cx="317450" cy="317250"/>
          </a:xfrm>
        </p:grpSpPr>
        <p:sp>
          <p:nvSpPr>
            <p:cNvPr id="7699" name="Google Shape;7699;p71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1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1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1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1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71"/>
          <p:cNvGrpSpPr/>
          <p:nvPr/>
        </p:nvGrpSpPr>
        <p:grpSpPr>
          <a:xfrm>
            <a:off x="2130310" y="1969737"/>
            <a:ext cx="371814" cy="369974"/>
            <a:chOff x="-41893475" y="3584850"/>
            <a:chExt cx="318225" cy="316650"/>
          </a:xfrm>
        </p:grpSpPr>
        <p:sp>
          <p:nvSpPr>
            <p:cNvPr id="7705" name="Google Shape;7705;p71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1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1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1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9" name="Google Shape;7709;p71"/>
          <p:cNvSpPr/>
          <p:nvPr/>
        </p:nvSpPr>
        <p:spPr>
          <a:xfrm>
            <a:off x="2133283" y="2414037"/>
            <a:ext cx="371814" cy="36930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0" name="Google Shape;7710;p71"/>
          <p:cNvSpPr/>
          <p:nvPr/>
        </p:nvSpPr>
        <p:spPr>
          <a:xfrm>
            <a:off x="845041" y="2906375"/>
            <a:ext cx="438997" cy="36903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1" name="Google Shape;7711;p71"/>
          <p:cNvGrpSpPr/>
          <p:nvPr/>
        </p:nvGrpSpPr>
        <p:grpSpPr>
          <a:xfrm>
            <a:off x="900338" y="3365029"/>
            <a:ext cx="337522" cy="370909"/>
            <a:chOff x="-39998250" y="3605325"/>
            <a:chExt cx="288875" cy="317450"/>
          </a:xfrm>
        </p:grpSpPr>
        <p:sp>
          <p:nvSpPr>
            <p:cNvPr id="7712" name="Google Shape;7712;p71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1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4" name="Google Shape;7714;p71"/>
          <p:cNvGrpSpPr/>
          <p:nvPr/>
        </p:nvGrpSpPr>
        <p:grpSpPr>
          <a:xfrm>
            <a:off x="884112" y="3823493"/>
            <a:ext cx="369974" cy="369945"/>
            <a:chOff x="-40011050" y="3972375"/>
            <a:chExt cx="316650" cy="316625"/>
          </a:xfrm>
        </p:grpSpPr>
        <p:sp>
          <p:nvSpPr>
            <p:cNvPr id="7715" name="Google Shape;7715;p71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1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7" name="Google Shape;7717;p71"/>
          <p:cNvGrpSpPr/>
          <p:nvPr/>
        </p:nvGrpSpPr>
        <p:grpSpPr>
          <a:xfrm>
            <a:off x="3116043" y="2888192"/>
            <a:ext cx="266921" cy="369039"/>
            <a:chOff x="-38129425" y="3222550"/>
            <a:chExt cx="228450" cy="315850"/>
          </a:xfrm>
        </p:grpSpPr>
        <p:sp>
          <p:nvSpPr>
            <p:cNvPr id="7718" name="Google Shape;7718;p71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1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0" name="Google Shape;7720;p71"/>
          <p:cNvGrpSpPr/>
          <p:nvPr/>
        </p:nvGrpSpPr>
        <p:grpSpPr>
          <a:xfrm>
            <a:off x="3071012" y="3344787"/>
            <a:ext cx="371785" cy="369974"/>
            <a:chOff x="-38172725" y="3588000"/>
            <a:chExt cx="318200" cy="316650"/>
          </a:xfrm>
        </p:grpSpPr>
        <p:sp>
          <p:nvSpPr>
            <p:cNvPr id="7721" name="Google Shape;7721;p71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1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1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1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1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1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1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1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71"/>
          <p:cNvGrpSpPr/>
          <p:nvPr/>
        </p:nvGrpSpPr>
        <p:grpSpPr>
          <a:xfrm>
            <a:off x="3146914" y="3803222"/>
            <a:ext cx="219981" cy="369974"/>
            <a:chOff x="-38109725" y="3955025"/>
            <a:chExt cx="188275" cy="316650"/>
          </a:xfrm>
        </p:grpSpPr>
        <p:sp>
          <p:nvSpPr>
            <p:cNvPr id="7730" name="Google Shape;7730;p71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1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2" name="Google Shape;7732;p71"/>
          <p:cNvSpPr/>
          <p:nvPr/>
        </p:nvSpPr>
        <p:spPr>
          <a:xfrm>
            <a:off x="2248517" y="4262983"/>
            <a:ext cx="383790" cy="370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3" name="Google Shape;7733;p71"/>
          <p:cNvGrpSpPr/>
          <p:nvPr/>
        </p:nvGrpSpPr>
        <p:grpSpPr>
          <a:xfrm>
            <a:off x="2562313" y="1534643"/>
            <a:ext cx="373654" cy="369068"/>
            <a:chOff x="-41530375" y="3218800"/>
            <a:chExt cx="319800" cy="315875"/>
          </a:xfrm>
        </p:grpSpPr>
        <p:sp>
          <p:nvSpPr>
            <p:cNvPr id="7734" name="Google Shape;7734;p71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1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6" name="Google Shape;7736;p71"/>
          <p:cNvGrpSpPr/>
          <p:nvPr/>
        </p:nvGrpSpPr>
        <p:grpSpPr>
          <a:xfrm>
            <a:off x="2564607" y="2049801"/>
            <a:ext cx="369068" cy="289004"/>
            <a:chOff x="-41526450" y="3653375"/>
            <a:chExt cx="315875" cy="247350"/>
          </a:xfrm>
        </p:grpSpPr>
        <p:sp>
          <p:nvSpPr>
            <p:cNvPr id="7737" name="Google Shape;7737;p71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1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71"/>
          <p:cNvGrpSpPr/>
          <p:nvPr/>
        </p:nvGrpSpPr>
        <p:grpSpPr>
          <a:xfrm>
            <a:off x="2565994" y="2412465"/>
            <a:ext cx="366293" cy="369974"/>
            <a:chOff x="-41526450" y="3951100"/>
            <a:chExt cx="313500" cy="316650"/>
          </a:xfrm>
        </p:grpSpPr>
        <p:sp>
          <p:nvSpPr>
            <p:cNvPr id="7740" name="Google Shape;7740;p71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1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1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3" name="Google Shape;7743;p71"/>
          <p:cNvGrpSpPr/>
          <p:nvPr/>
        </p:nvGrpSpPr>
        <p:grpSpPr>
          <a:xfrm>
            <a:off x="1331249" y="2906594"/>
            <a:ext cx="339595" cy="371814"/>
            <a:chOff x="-39625900" y="3238300"/>
            <a:chExt cx="290650" cy="318225"/>
          </a:xfrm>
        </p:grpSpPr>
        <p:sp>
          <p:nvSpPr>
            <p:cNvPr id="7744" name="Google Shape;7744;p71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1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6" name="Google Shape;7746;p71"/>
          <p:cNvSpPr/>
          <p:nvPr/>
        </p:nvSpPr>
        <p:spPr>
          <a:xfrm>
            <a:off x="1353422" y="3365720"/>
            <a:ext cx="315672" cy="369974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7" name="Google Shape;7747;p71"/>
          <p:cNvGrpSpPr/>
          <p:nvPr/>
        </p:nvGrpSpPr>
        <p:grpSpPr>
          <a:xfrm>
            <a:off x="1325300" y="3823055"/>
            <a:ext cx="366293" cy="370441"/>
            <a:chOff x="-39647175" y="3972000"/>
            <a:chExt cx="313500" cy="317050"/>
          </a:xfrm>
        </p:grpSpPr>
        <p:sp>
          <p:nvSpPr>
            <p:cNvPr id="7748" name="Google Shape;7748;p71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1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1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1" name="Google Shape;7751;p71"/>
          <p:cNvGrpSpPr/>
          <p:nvPr/>
        </p:nvGrpSpPr>
        <p:grpSpPr>
          <a:xfrm>
            <a:off x="3494427" y="2887053"/>
            <a:ext cx="375495" cy="370879"/>
            <a:chOff x="-37808850" y="3221575"/>
            <a:chExt cx="321375" cy="317425"/>
          </a:xfrm>
        </p:grpSpPr>
        <p:sp>
          <p:nvSpPr>
            <p:cNvPr id="7752" name="Google Shape;7752;p71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1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4" name="Google Shape;7754;p71"/>
          <p:cNvGrpSpPr/>
          <p:nvPr/>
        </p:nvGrpSpPr>
        <p:grpSpPr>
          <a:xfrm>
            <a:off x="3503201" y="3409084"/>
            <a:ext cx="372749" cy="241158"/>
            <a:chOff x="-37806500" y="3643030"/>
            <a:chExt cx="319025" cy="206400"/>
          </a:xfrm>
        </p:grpSpPr>
        <p:sp>
          <p:nvSpPr>
            <p:cNvPr id="7755" name="Google Shape;7755;p71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1"/>
            <p:cNvSpPr/>
            <p:nvPr/>
          </p:nvSpPr>
          <p:spPr>
            <a:xfrm>
              <a:off x="-37806500" y="364303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7" name="Google Shape;7757;p71"/>
          <p:cNvGrpSpPr/>
          <p:nvPr/>
        </p:nvGrpSpPr>
        <p:grpSpPr>
          <a:xfrm>
            <a:off x="3505508" y="3801381"/>
            <a:ext cx="368134" cy="371814"/>
            <a:chOff x="-37804925" y="3953450"/>
            <a:chExt cx="315075" cy="318225"/>
          </a:xfrm>
        </p:grpSpPr>
        <p:sp>
          <p:nvSpPr>
            <p:cNvPr id="7758" name="Google Shape;7758;p71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1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1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1" name="Google Shape;7761;p71"/>
          <p:cNvSpPr/>
          <p:nvPr/>
        </p:nvSpPr>
        <p:spPr>
          <a:xfrm>
            <a:off x="2754452" y="4266125"/>
            <a:ext cx="265986" cy="36903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2" name="Google Shape;7762;p71"/>
          <p:cNvGrpSpPr/>
          <p:nvPr/>
        </p:nvGrpSpPr>
        <p:grpSpPr>
          <a:xfrm>
            <a:off x="4860977" y="1553988"/>
            <a:ext cx="355663" cy="308725"/>
            <a:chOff x="-28462125" y="3199700"/>
            <a:chExt cx="298550" cy="259150"/>
          </a:xfrm>
        </p:grpSpPr>
        <p:sp>
          <p:nvSpPr>
            <p:cNvPr id="7763" name="Google Shape;7763;p71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1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1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71"/>
          <p:cNvGrpSpPr/>
          <p:nvPr/>
        </p:nvGrpSpPr>
        <p:grpSpPr>
          <a:xfrm>
            <a:off x="4861930" y="1988678"/>
            <a:ext cx="353757" cy="352833"/>
            <a:chOff x="-28461325" y="3545475"/>
            <a:chExt cx="296950" cy="296175"/>
          </a:xfrm>
        </p:grpSpPr>
        <p:sp>
          <p:nvSpPr>
            <p:cNvPr id="7767" name="Google Shape;7767;p71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1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1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1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1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1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71"/>
          <p:cNvGrpSpPr/>
          <p:nvPr/>
        </p:nvGrpSpPr>
        <p:grpSpPr>
          <a:xfrm>
            <a:off x="4858162" y="2438722"/>
            <a:ext cx="361292" cy="352803"/>
            <a:chOff x="-28463700" y="3914875"/>
            <a:chExt cx="303275" cy="296150"/>
          </a:xfrm>
        </p:grpSpPr>
        <p:sp>
          <p:nvSpPr>
            <p:cNvPr id="7774" name="Google Shape;7774;p71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1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6" name="Google Shape;7776;p71"/>
          <p:cNvGrpSpPr/>
          <p:nvPr/>
        </p:nvGrpSpPr>
        <p:grpSpPr>
          <a:xfrm>
            <a:off x="7092947" y="1594805"/>
            <a:ext cx="351880" cy="227092"/>
            <a:chOff x="-26573400" y="3224125"/>
            <a:chExt cx="295375" cy="190625"/>
          </a:xfrm>
        </p:grpSpPr>
        <p:sp>
          <p:nvSpPr>
            <p:cNvPr id="7777" name="Google Shape;7777;p71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1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71"/>
          <p:cNvGrpSpPr/>
          <p:nvPr/>
        </p:nvGrpSpPr>
        <p:grpSpPr>
          <a:xfrm>
            <a:off x="7092947" y="1989140"/>
            <a:ext cx="351880" cy="351910"/>
            <a:chOff x="-26573400" y="3546250"/>
            <a:chExt cx="295375" cy="295400"/>
          </a:xfrm>
        </p:grpSpPr>
        <p:sp>
          <p:nvSpPr>
            <p:cNvPr id="7780" name="Google Shape;7780;p71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1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1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1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1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5" name="Google Shape;7785;p71"/>
          <p:cNvGrpSpPr/>
          <p:nvPr/>
        </p:nvGrpSpPr>
        <p:grpSpPr>
          <a:xfrm>
            <a:off x="7081228" y="2439049"/>
            <a:ext cx="375319" cy="352148"/>
            <a:chOff x="-26583625" y="3917025"/>
            <a:chExt cx="315050" cy="295600"/>
          </a:xfrm>
        </p:grpSpPr>
        <p:sp>
          <p:nvSpPr>
            <p:cNvPr id="7786" name="Google Shape;7786;p71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1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1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1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0" name="Google Shape;7790;p71"/>
          <p:cNvSpPr/>
          <p:nvPr/>
        </p:nvSpPr>
        <p:spPr>
          <a:xfrm>
            <a:off x="5748315" y="2919564"/>
            <a:ext cx="352833" cy="35188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1" name="Google Shape;7791;p71"/>
          <p:cNvGrpSpPr/>
          <p:nvPr/>
        </p:nvGrpSpPr>
        <p:grpSpPr>
          <a:xfrm>
            <a:off x="5779742" y="3398079"/>
            <a:ext cx="289039" cy="352833"/>
            <a:chOff x="-24694925" y="3518700"/>
            <a:chExt cx="242625" cy="296175"/>
          </a:xfrm>
        </p:grpSpPr>
        <p:sp>
          <p:nvSpPr>
            <p:cNvPr id="7792" name="Google Shape;7792;p71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1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1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1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71"/>
          <p:cNvGrpSpPr/>
          <p:nvPr/>
        </p:nvGrpSpPr>
        <p:grpSpPr>
          <a:xfrm>
            <a:off x="5779280" y="3848107"/>
            <a:ext cx="289962" cy="352833"/>
            <a:chOff x="-24709100" y="3888875"/>
            <a:chExt cx="243400" cy="296175"/>
          </a:xfrm>
        </p:grpSpPr>
        <p:sp>
          <p:nvSpPr>
            <p:cNvPr id="7797" name="Google Shape;7797;p71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1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1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71"/>
          <p:cNvGrpSpPr/>
          <p:nvPr/>
        </p:nvGrpSpPr>
        <p:grpSpPr>
          <a:xfrm>
            <a:off x="7979280" y="2920770"/>
            <a:ext cx="356556" cy="349557"/>
            <a:chOff x="-22863675" y="3131775"/>
            <a:chExt cx="299300" cy="293425"/>
          </a:xfrm>
        </p:grpSpPr>
        <p:sp>
          <p:nvSpPr>
            <p:cNvPr id="7801" name="Google Shape;7801;p71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1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1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4" name="Google Shape;7804;p71"/>
          <p:cNvGrpSpPr/>
          <p:nvPr/>
        </p:nvGrpSpPr>
        <p:grpSpPr>
          <a:xfrm>
            <a:off x="5322144" y="1531949"/>
            <a:ext cx="310602" cy="352803"/>
            <a:chOff x="-28069875" y="3175300"/>
            <a:chExt cx="260725" cy="296150"/>
          </a:xfrm>
        </p:grpSpPr>
        <p:sp>
          <p:nvSpPr>
            <p:cNvPr id="7805" name="Google Shape;7805;p71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1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1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1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1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1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1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1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1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4" name="Google Shape;7814;p71"/>
          <p:cNvSpPr/>
          <p:nvPr/>
        </p:nvSpPr>
        <p:spPr>
          <a:xfrm>
            <a:off x="5301578" y="1989685"/>
            <a:ext cx="352803" cy="350719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5" name="Google Shape;7815;p71"/>
          <p:cNvGrpSpPr/>
          <p:nvPr/>
        </p:nvGrpSpPr>
        <p:grpSpPr>
          <a:xfrm>
            <a:off x="5363423" y="2439183"/>
            <a:ext cx="228045" cy="351880"/>
            <a:chOff x="-28032075" y="3916450"/>
            <a:chExt cx="191425" cy="295375"/>
          </a:xfrm>
        </p:grpSpPr>
        <p:sp>
          <p:nvSpPr>
            <p:cNvPr id="7816" name="Google Shape;7816;p71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1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1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71"/>
          <p:cNvGrpSpPr/>
          <p:nvPr/>
        </p:nvGrpSpPr>
        <p:grpSpPr>
          <a:xfrm>
            <a:off x="7528769" y="1531934"/>
            <a:ext cx="352833" cy="352833"/>
            <a:chOff x="-26201650" y="3176075"/>
            <a:chExt cx="296175" cy="296175"/>
          </a:xfrm>
        </p:grpSpPr>
        <p:sp>
          <p:nvSpPr>
            <p:cNvPr id="7820" name="Google Shape;7820;p71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1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71"/>
          <p:cNvGrpSpPr/>
          <p:nvPr/>
        </p:nvGrpSpPr>
        <p:grpSpPr>
          <a:xfrm>
            <a:off x="7528293" y="1989155"/>
            <a:ext cx="353786" cy="351880"/>
            <a:chOff x="-26204800" y="3547050"/>
            <a:chExt cx="296975" cy="295375"/>
          </a:xfrm>
        </p:grpSpPr>
        <p:sp>
          <p:nvSpPr>
            <p:cNvPr id="7823" name="Google Shape;7823;p71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1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5" name="Google Shape;7825;p71"/>
          <p:cNvSpPr/>
          <p:nvPr/>
        </p:nvSpPr>
        <p:spPr>
          <a:xfrm>
            <a:off x="7561179" y="2438650"/>
            <a:ext cx="289009" cy="352833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6" name="Google Shape;7826;p71"/>
          <p:cNvGrpSpPr/>
          <p:nvPr/>
        </p:nvGrpSpPr>
        <p:grpSpPr>
          <a:xfrm>
            <a:off x="6199548" y="2919133"/>
            <a:ext cx="345328" cy="352833"/>
            <a:chOff x="-24353875" y="3147725"/>
            <a:chExt cx="289875" cy="296175"/>
          </a:xfrm>
        </p:grpSpPr>
        <p:sp>
          <p:nvSpPr>
            <p:cNvPr id="7827" name="Google Shape;7827;p71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1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71"/>
          <p:cNvGrpSpPr/>
          <p:nvPr/>
        </p:nvGrpSpPr>
        <p:grpSpPr>
          <a:xfrm>
            <a:off x="6207530" y="3398540"/>
            <a:ext cx="329365" cy="351910"/>
            <a:chOff x="-24344425" y="3519475"/>
            <a:chExt cx="276475" cy="295400"/>
          </a:xfrm>
        </p:grpSpPr>
        <p:sp>
          <p:nvSpPr>
            <p:cNvPr id="7830" name="Google Shape;7830;p71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1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71"/>
          <p:cNvGrpSpPr/>
          <p:nvPr/>
        </p:nvGrpSpPr>
        <p:grpSpPr>
          <a:xfrm>
            <a:off x="6197210" y="3850460"/>
            <a:ext cx="350004" cy="348128"/>
            <a:chOff x="-24353075" y="3891250"/>
            <a:chExt cx="293800" cy="292225"/>
          </a:xfrm>
        </p:grpSpPr>
        <p:sp>
          <p:nvSpPr>
            <p:cNvPr id="7833" name="Google Shape;7833;p71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1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5" name="Google Shape;7835;p71"/>
          <p:cNvGrpSpPr/>
          <p:nvPr/>
        </p:nvGrpSpPr>
        <p:grpSpPr>
          <a:xfrm>
            <a:off x="7980681" y="3398763"/>
            <a:ext cx="353757" cy="351463"/>
            <a:chOff x="-22845575" y="3504075"/>
            <a:chExt cx="296950" cy="295025"/>
          </a:xfrm>
        </p:grpSpPr>
        <p:sp>
          <p:nvSpPr>
            <p:cNvPr id="7836" name="Google Shape;7836;p71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1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71"/>
          <p:cNvGrpSpPr/>
          <p:nvPr/>
        </p:nvGrpSpPr>
        <p:grpSpPr>
          <a:xfrm>
            <a:off x="5773862" y="1532411"/>
            <a:ext cx="299344" cy="351880"/>
            <a:chOff x="-27691025" y="3175300"/>
            <a:chExt cx="251275" cy="295375"/>
          </a:xfrm>
        </p:grpSpPr>
        <p:sp>
          <p:nvSpPr>
            <p:cNvPr id="7839" name="Google Shape;7839;p71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1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1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1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71"/>
          <p:cNvGrpSpPr/>
          <p:nvPr/>
        </p:nvGrpSpPr>
        <p:grpSpPr>
          <a:xfrm>
            <a:off x="5746179" y="2051087"/>
            <a:ext cx="354710" cy="228015"/>
            <a:chOff x="-27721750" y="3598250"/>
            <a:chExt cx="297750" cy="191400"/>
          </a:xfrm>
        </p:grpSpPr>
        <p:sp>
          <p:nvSpPr>
            <p:cNvPr id="7844" name="Google Shape;7844;p71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1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6" name="Google Shape;7846;p71"/>
          <p:cNvGrpSpPr/>
          <p:nvPr/>
        </p:nvGrpSpPr>
        <p:grpSpPr>
          <a:xfrm>
            <a:off x="5747579" y="2444633"/>
            <a:ext cx="351910" cy="340980"/>
            <a:chOff x="-27719400" y="3925600"/>
            <a:chExt cx="295400" cy="286225"/>
          </a:xfrm>
        </p:grpSpPr>
        <p:sp>
          <p:nvSpPr>
            <p:cNvPr id="7847" name="Google Shape;7847;p71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1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71"/>
          <p:cNvGrpSpPr/>
          <p:nvPr/>
        </p:nvGrpSpPr>
        <p:grpSpPr>
          <a:xfrm>
            <a:off x="7968851" y="1531473"/>
            <a:ext cx="353757" cy="353757"/>
            <a:chOff x="-25834600" y="3176875"/>
            <a:chExt cx="296950" cy="296950"/>
          </a:xfrm>
        </p:grpSpPr>
        <p:sp>
          <p:nvSpPr>
            <p:cNvPr id="7850" name="Google Shape;7850;p71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1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1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1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1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5" name="Google Shape;7855;p71"/>
          <p:cNvGrpSpPr/>
          <p:nvPr/>
        </p:nvGrpSpPr>
        <p:grpSpPr>
          <a:xfrm>
            <a:off x="7968851" y="1999474"/>
            <a:ext cx="353757" cy="331241"/>
            <a:chOff x="-25834600" y="3564375"/>
            <a:chExt cx="296950" cy="278050"/>
          </a:xfrm>
        </p:grpSpPr>
        <p:sp>
          <p:nvSpPr>
            <p:cNvPr id="7856" name="Google Shape;7856;p71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1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1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1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1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1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1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1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71"/>
          <p:cNvGrpSpPr/>
          <p:nvPr/>
        </p:nvGrpSpPr>
        <p:grpSpPr>
          <a:xfrm>
            <a:off x="7966974" y="2438826"/>
            <a:ext cx="357509" cy="352595"/>
            <a:chOff x="-25834600" y="3915850"/>
            <a:chExt cx="300100" cy="295975"/>
          </a:xfrm>
        </p:grpSpPr>
        <p:sp>
          <p:nvSpPr>
            <p:cNvPr id="7865" name="Google Shape;7865;p71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1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1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8" name="Google Shape;7868;p71"/>
          <p:cNvGrpSpPr/>
          <p:nvPr/>
        </p:nvGrpSpPr>
        <p:grpSpPr>
          <a:xfrm>
            <a:off x="6702402" y="2920056"/>
            <a:ext cx="228968" cy="350987"/>
            <a:chOff x="-23930925" y="3149300"/>
            <a:chExt cx="192200" cy="294625"/>
          </a:xfrm>
        </p:grpSpPr>
        <p:sp>
          <p:nvSpPr>
            <p:cNvPr id="7869" name="Google Shape;7869;p71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1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1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1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71"/>
          <p:cNvGrpSpPr/>
          <p:nvPr/>
        </p:nvGrpSpPr>
        <p:grpSpPr>
          <a:xfrm>
            <a:off x="6659232" y="3398540"/>
            <a:ext cx="315307" cy="351910"/>
            <a:chOff x="-23962425" y="3519475"/>
            <a:chExt cx="264675" cy="295400"/>
          </a:xfrm>
        </p:grpSpPr>
        <p:sp>
          <p:nvSpPr>
            <p:cNvPr id="7874" name="Google Shape;7874;p71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1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6" name="Google Shape;7876;p71"/>
          <p:cNvSpPr/>
          <p:nvPr/>
        </p:nvSpPr>
        <p:spPr>
          <a:xfrm>
            <a:off x="6629668" y="3852251"/>
            <a:ext cx="375349" cy="344435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7" name="Google Shape;7877;p71"/>
          <p:cNvGrpSpPr/>
          <p:nvPr/>
        </p:nvGrpSpPr>
        <p:grpSpPr>
          <a:xfrm>
            <a:off x="8037908" y="3848584"/>
            <a:ext cx="239302" cy="351880"/>
            <a:chOff x="-22788075" y="3904625"/>
            <a:chExt cx="200875" cy="295375"/>
          </a:xfrm>
        </p:grpSpPr>
        <p:sp>
          <p:nvSpPr>
            <p:cNvPr id="7878" name="Google Shape;7878;p71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1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1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1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2" name="Google Shape;7882;p71"/>
          <p:cNvGrpSpPr/>
          <p:nvPr/>
        </p:nvGrpSpPr>
        <p:grpSpPr>
          <a:xfrm>
            <a:off x="6193206" y="1531949"/>
            <a:ext cx="354710" cy="352803"/>
            <a:chOff x="-27351575" y="3175300"/>
            <a:chExt cx="297750" cy="296150"/>
          </a:xfrm>
        </p:grpSpPr>
        <p:sp>
          <p:nvSpPr>
            <p:cNvPr id="7883" name="Google Shape;7883;p71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1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1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1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7" name="Google Shape;7887;p71"/>
          <p:cNvGrpSpPr/>
          <p:nvPr/>
        </p:nvGrpSpPr>
        <p:grpSpPr>
          <a:xfrm>
            <a:off x="6235914" y="1988559"/>
            <a:ext cx="269293" cy="353072"/>
            <a:chOff x="-27313750" y="3545275"/>
            <a:chExt cx="226050" cy="296375"/>
          </a:xfrm>
        </p:grpSpPr>
        <p:sp>
          <p:nvSpPr>
            <p:cNvPr id="7888" name="Google Shape;7888;p71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1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1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1" name="Google Shape;7891;p71"/>
          <p:cNvGrpSpPr/>
          <p:nvPr/>
        </p:nvGrpSpPr>
        <p:grpSpPr>
          <a:xfrm>
            <a:off x="6193206" y="2436830"/>
            <a:ext cx="354710" cy="356586"/>
            <a:chOff x="-27351575" y="3915650"/>
            <a:chExt cx="297750" cy="299325"/>
          </a:xfrm>
        </p:grpSpPr>
        <p:sp>
          <p:nvSpPr>
            <p:cNvPr id="7892" name="Google Shape;7892;p71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1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4" name="Google Shape;7894;p71"/>
          <p:cNvGrpSpPr/>
          <p:nvPr/>
        </p:nvGrpSpPr>
        <p:grpSpPr>
          <a:xfrm>
            <a:off x="4880696" y="2919029"/>
            <a:ext cx="319060" cy="353042"/>
            <a:chOff x="-25445525" y="3175900"/>
            <a:chExt cx="267825" cy="296350"/>
          </a:xfrm>
        </p:grpSpPr>
        <p:sp>
          <p:nvSpPr>
            <p:cNvPr id="7895" name="Google Shape;7895;p71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1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1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71"/>
          <p:cNvGrpSpPr/>
          <p:nvPr/>
        </p:nvGrpSpPr>
        <p:grpSpPr>
          <a:xfrm>
            <a:off x="4862410" y="3409352"/>
            <a:ext cx="355633" cy="330288"/>
            <a:chOff x="-25465200" y="3565175"/>
            <a:chExt cx="298525" cy="277250"/>
          </a:xfrm>
        </p:grpSpPr>
        <p:sp>
          <p:nvSpPr>
            <p:cNvPr id="7899" name="Google Shape;7899;p71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1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71"/>
          <p:cNvGrpSpPr/>
          <p:nvPr/>
        </p:nvGrpSpPr>
        <p:grpSpPr>
          <a:xfrm>
            <a:off x="4861948" y="3848882"/>
            <a:ext cx="356556" cy="351285"/>
            <a:chOff x="-25465200" y="3916150"/>
            <a:chExt cx="299300" cy="294875"/>
          </a:xfrm>
        </p:grpSpPr>
        <p:sp>
          <p:nvSpPr>
            <p:cNvPr id="7902" name="Google Shape;7902;p71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1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4" name="Google Shape;7904;p71"/>
          <p:cNvGrpSpPr/>
          <p:nvPr/>
        </p:nvGrpSpPr>
        <p:grpSpPr>
          <a:xfrm>
            <a:off x="7089388" y="2919148"/>
            <a:ext cx="351880" cy="352803"/>
            <a:chOff x="-23615075" y="3148525"/>
            <a:chExt cx="295375" cy="296150"/>
          </a:xfrm>
        </p:grpSpPr>
        <p:sp>
          <p:nvSpPr>
            <p:cNvPr id="7905" name="Google Shape;7905;p71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1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1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1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9" name="Google Shape;7909;p71"/>
          <p:cNvSpPr/>
          <p:nvPr/>
        </p:nvSpPr>
        <p:spPr>
          <a:xfrm>
            <a:off x="7087484" y="3397507"/>
            <a:ext cx="356586" cy="353876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0" name="Google Shape;7910;p71"/>
          <p:cNvGrpSpPr/>
          <p:nvPr/>
        </p:nvGrpSpPr>
        <p:grpSpPr>
          <a:xfrm>
            <a:off x="7088911" y="3858427"/>
            <a:ext cx="352833" cy="332194"/>
            <a:chOff x="-23615075" y="3906200"/>
            <a:chExt cx="296175" cy="278850"/>
          </a:xfrm>
        </p:grpSpPr>
        <p:sp>
          <p:nvSpPr>
            <p:cNvPr id="7911" name="Google Shape;7911;p71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1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1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4" name="Google Shape;7914;p71"/>
          <p:cNvSpPr/>
          <p:nvPr/>
        </p:nvSpPr>
        <p:spPr>
          <a:xfrm>
            <a:off x="6207743" y="4290395"/>
            <a:ext cx="351880" cy="350957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5" name="Google Shape;7915;p71"/>
          <p:cNvGrpSpPr/>
          <p:nvPr/>
        </p:nvGrpSpPr>
        <p:grpSpPr>
          <a:xfrm>
            <a:off x="6637880" y="1532068"/>
            <a:ext cx="353757" cy="352565"/>
            <a:chOff x="-26980600" y="3175500"/>
            <a:chExt cx="296950" cy="295950"/>
          </a:xfrm>
        </p:grpSpPr>
        <p:sp>
          <p:nvSpPr>
            <p:cNvPr id="7916" name="Google Shape;7916;p71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1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1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9" name="Google Shape;7919;p71"/>
          <p:cNvSpPr/>
          <p:nvPr/>
        </p:nvSpPr>
        <p:spPr>
          <a:xfrm>
            <a:off x="6660447" y="1989089"/>
            <a:ext cx="309649" cy="351910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0" name="Google Shape;7920;p71"/>
          <p:cNvGrpSpPr/>
          <p:nvPr/>
        </p:nvGrpSpPr>
        <p:grpSpPr>
          <a:xfrm>
            <a:off x="6638357" y="2470604"/>
            <a:ext cx="352803" cy="289039"/>
            <a:chOff x="-26981375" y="3951875"/>
            <a:chExt cx="296150" cy="242625"/>
          </a:xfrm>
        </p:grpSpPr>
        <p:sp>
          <p:nvSpPr>
            <p:cNvPr id="7921" name="Google Shape;7921;p71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1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1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71"/>
          <p:cNvGrpSpPr/>
          <p:nvPr/>
        </p:nvGrpSpPr>
        <p:grpSpPr>
          <a:xfrm>
            <a:off x="5303399" y="2918195"/>
            <a:ext cx="351910" cy="354710"/>
            <a:chOff x="-25094250" y="3176075"/>
            <a:chExt cx="295400" cy="297750"/>
          </a:xfrm>
        </p:grpSpPr>
        <p:sp>
          <p:nvSpPr>
            <p:cNvPr id="7925" name="Google Shape;7925;p71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1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1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71"/>
          <p:cNvGrpSpPr/>
          <p:nvPr/>
        </p:nvGrpSpPr>
        <p:grpSpPr>
          <a:xfrm>
            <a:off x="5303399" y="3398556"/>
            <a:ext cx="351910" cy="351880"/>
            <a:chOff x="-25094250" y="3547050"/>
            <a:chExt cx="295400" cy="295375"/>
          </a:xfrm>
        </p:grpSpPr>
        <p:sp>
          <p:nvSpPr>
            <p:cNvPr id="7929" name="Google Shape;7929;p71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1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1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1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1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4" name="Google Shape;7934;p71"/>
          <p:cNvSpPr/>
          <p:nvPr/>
        </p:nvSpPr>
        <p:spPr>
          <a:xfrm>
            <a:off x="5303415" y="3903536"/>
            <a:ext cx="352833" cy="241864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5" name="Google Shape;7935;p71"/>
          <p:cNvGrpSpPr/>
          <p:nvPr/>
        </p:nvGrpSpPr>
        <p:grpSpPr>
          <a:xfrm>
            <a:off x="7535476" y="2919148"/>
            <a:ext cx="352803" cy="352803"/>
            <a:chOff x="-23245675" y="3148525"/>
            <a:chExt cx="296150" cy="296150"/>
          </a:xfrm>
        </p:grpSpPr>
        <p:sp>
          <p:nvSpPr>
            <p:cNvPr id="7936" name="Google Shape;7936;p71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1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1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9" name="Google Shape;7939;p71"/>
          <p:cNvSpPr/>
          <p:nvPr/>
        </p:nvSpPr>
        <p:spPr>
          <a:xfrm>
            <a:off x="7577658" y="3398490"/>
            <a:ext cx="269323" cy="351910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0" name="Google Shape;7940;p71"/>
          <p:cNvGrpSpPr/>
          <p:nvPr/>
        </p:nvGrpSpPr>
        <p:grpSpPr>
          <a:xfrm>
            <a:off x="7535938" y="3848122"/>
            <a:ext cx="351880" cy="352803"/>
            <a:chOff x="-23244900" y="3888100"/>
            <a:chExt cx="295375" cy="296150"/>
          </a:xfrm>
        </p:grpSpPr>
        <p:sp>
          <p:nvSpPr>
            <p:cNvPr id="7941" name="Google Shape;7941;p71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1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1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1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1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1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1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1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1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1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1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2" name="Google Shape;7952;p71"/>
          <p:cNvSpPr/>
          <p:nvPr/>
        </p:nvSpPr>
        <p:spPr>
          <a:xfrm>
            <a:off x="6612202" y="4288988"/>
            <a:ext cx="353786" cy="353757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56" name="Shape 7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7" name="Google Shape;7957;p72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8" name="Google Shape;7958;p72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9" name="Google Shape;7959;p72"/>
          <p:cNvSpPr/>
          <p:nvPr/>
        </p:nvSpPr>
        <p:spPr>
          <a:xfrm>
            <a:off x="849879" y="1532849"/>
            <a:ext cx="367261" cy="366364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0" name="Google Shape;7960;p72"/>
          <p:cNvGrpSpPr/>
          <p:nvPr/>
        </p:nvGrpSpPr>
        <p:grpSpPr>
          <a:xfrm>
            <a:off x="850004" y="1975418"/>
            <a:ext cx="367261" cy="367261"/>
            <a:chOff x="-65145700" y="3727425"/>
            <a:chExt cx="317425" cy="317425"/>
          </a:xfrm>
        </p:grpSpPr>
        <p:sp>
          <p:nvSpPr>
            <p:cNvPr id="7961" name="Google Shape;7961;p7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3" name="Google Shape;7963;p72"/>
          <p:cNvGrpSpPr/>
          <p:nvPr/>
        </p:nvGrpSpPr>
        <p:grpSpPr>
          <a:xfrm>
            <a:off x="853201" y="2404333"/>
            <a:ext cx="360868" cy="367261"/>
            <a:chOff x="-65144125" y="4094450"/>
            <a:chExt cx="311900" cy="317425"/>
          </a:xfrm>
        </p:grpSpPr>
        <p:sp>
          <p:nvSpPr>
            <p:cNvPr id="7964" name="Google Shape;7964;p7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7" name="Google Shape;7967;p72"/>
          <p:cNvSpPr/>
          <p:nvPr/>
        </p:nvSpPr>
        <p:spPr>
          <a:xfrm>
            <a:off x="3057429" y="1531476"/>
            <a:ext cx="369083" cy="369112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8" name="Google Shape;7968;p72"/>
          <p:cNvGrpSpPr/>
          <p:nvPr/>
        </p:nvGrpSpPr>
        <p:grpSpPr>
          <a:xfrm>
            <a:off x="3056770" y="1975028"/>
            <a:ext cx="370645" cy="368042"/>
            <a:chOff x="-63250675" y="3744075"/>
            <a:chExt cx="320350" cy="318100"/>
          </a:xfrm>
        </p:grpSpPr>
        <p:sp>
          <p:nvSpPr>
            <p:cNvPr id="7969" name="Google Shape;7969;p7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2" name="Google Shape;7972;p72"/>
          <p:cNvGrpSpPr/>
          <p:nvPr/>
        </p:nvGrpSpPr>
        <p:grpSpPr>
          <a:xfrm>
            <a:off x="3058462" y="2404333"/>
            <a:ext cx="367261" cy="367261"/>
            <a:chOff x="-63250675" y="4110200"/>
            <a:chExt cx="317425" cy="317425"/>
          </a:xfrm>
        </p:grpSpPr>
        <p:sp>
          <p:nvSpPr>
            <p:cNvPr id="7973" name="Google Shape;7973;p7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72"/>
          <p:cNvGrpSpPr/>
          <p:nvPr/>
        </p:nvGrpSpPr>
        <p:grpSpPr>
          <a:xfrm>
            <a:off x="1737509" y="2901428"/>
            <a:ext cx="359075" cy="358844"/>
            <a:chOff x="-61351725" y="3372400"/>
            <a:chExt cx="310350" cy="310150"/>
          </a:xfrm>
        </p:grpSpPr>
        <p:sp>
          <p:nvSpPr>
            <p:cNvPr id="7983" name="Google Shape;7983;p7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72"/>
          <p:cNvGrpSpPr/>
          <p:nvPr/>
        </p:nvGrpSpPr>
        <p:grpSpPr>
          <a:xfrm>
            <a:off x="1733864" y="3364484"/>
            <a:ext cx="366364" cy="333534"/>
            <a:chOff x="-61354875" y="3751050"/>
            <a:chExt cx="316650" cy="288275"/>
          </a:xfrm>
        </p:grpSpPr>
        <p:sp>
          <p:nvSpPr>
            <p:cNvPr id="7987" name="Google Shape;7987;p7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72"/>
          <p:cNvGrpSpPr/>
          <p:nvPr/>
        </p:nvGrpSpPr>
        <p:grpSpPr>
          <a:xfrm>
            <a:off x="1733864" y="3806124"/>
            <a:ext cx="366364" cy="367290"/>
            <a:chOff x="-61354875" y="4101525"/>
            <a:chExt cx="316650" cy="317450"/>
          </a:xfrm>
        </p:grpSpPr>
        <p:sp>
          <p:nvSpPr>
            <p:cNvPr id="7991" name="Google Shape;7991;p7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3" name="Google Shape;7993;p72"/>
          <p:cNvGrpSpPr/>
          <p:nvPr/>
        </p:nvGrpSpPr>
        <p:grpSpPr>
          <a:xfrm>
            <a:off x="3950299" y="2898000"/>
            <a:ext cx="368157" cy="365699"/>
            <a:chOff x="-59470075" y="3308975"/>
            <a:chExt cx="318200" cy="316075"/>
          </a:xfrm>
        </p:grpSpPr>
        <p:sp>
          <p:nvSpPr>
            <p:cNvPr id="7994" name="Google Shape;7994;p7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72"/>
          <p:cNvGrpSpPr/>
          <p:nvPr/>
        </p:nvGrpSpPr>
        <p:grpSpPr>
          <a:xfrm>
            <a:off x="1295729" y="1533705"/>
            <a:ext cx="367261" cy="364686"/>
            <a:chOff x="-64781025" y="3361050"/>
            <a:chExt cx="317425" cy="315200"/>
          </a:xfrm>
        </p:grpSpPr>
        <p:sp>
          <p:nvSpPr>
            <p:cNvPr id="8004" name="Google Shape;8004;p7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8" name="Google Shape;8008;p72"/>
          <p:cNvSpPr/>
          <p:nvPr/>
        </p:nvSpPr>
        <p:spPr>
          <a:xfrm>
            <a:off x="1295604" y="1976311"/>
            <a:ext cx="367261" cy="36543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9" name="Google Shape;8009;p72"/>
          <p:cNvSpPr/>
          <p:nvPr/>
        </p:nvSpPr>
        <p:spPr>
          <a:xfrm>
            <a:off x="1322938" y="2404313"/>
            <a:ext cx="312592" cy="36726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0" name="Google Shape;8010;p72"/>
          <p:cNvSpPr/>
          <p:nvPr/>
        </p:nvSpPr>
        <p:spPr>
          <a:xfrm>
            <a:off x="3508223" y="1572954"/>
            <a:ext cx="366335" cy="2861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1" name="Google Shape;8011;p72"/>
          <p:cNvGrpSpPr/>
          <p:nvPr/>
        </p:nvGrpSpPr>
        <p:grpSpPr>
          <a:xfrm>
            <a:off x="3500129" y="1975144"/>
            <a:ext cx="382765" cy="367810"/>
            <a:chOff x="-62890750" y="3747425"/>
            <a:chExt cx="330825" cy="317900"/>
          </a:xfrm>
        </p:grpSpPr>
        <p:sp>
          <p:nvSpPr>
            <p:cNvPr id="8012" name="Google Shape;8012;p7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6" name="Google Shape;8026;p72"/>
          <p:cNvGrpSpPr/>
          <p:nvPr/>
        </p:nvGrpSpPr>
        <p:grpSpPr>
          <a:xfrm>
            <a:off x="3507881" y="2404781"/>
            <a:ext cx="367261" cy="366364"/>
            <a:chOff x="-62884425" y="4111775"/>
            <a:chExt cx="317425" cy="316650"/>
          </a:xfrm>
        </p:grpSpPr>
        <p:sp>
          <p:nvSpPr>
            <p:cNvPr id="8027" name="Google Shape;8027;p7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72"/>
          <p:cNvGrpSpPr/>
          <p:nvPr/>
        </p:nvGrpSpPr>
        <p:grpSpPr>
          <a:xfrm>
            <a:off x="2180515" y="2900850"/>
            <a:ext cx="365438" cy="360001"/>
            <a:chOff x="-60991775" y="3376900"/>
            <a:chExt cx="315850" cy="311150"/>
          </a:xfrm>
        </p:grpSpPr>
        <p:sp>
          <p:nvSpPr>
            <p:cNvPr id="8030" name="Google Shape;8030;p7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3" name="Google Shape;8033;p72"/>
          <p:cNvGrpSpPr/>
          <p:nvPr/>
        </p:nvGrpSpPr>
        <p:grpSpPr>
          <a:xfrm>
            <a:off x="2180052" y="3351714"/>
            <a:ext cx="366364" cy="359075"/>
            <a:chOff x="-60988625" y="3740800"/>
            <a:chExt cx="316650" cy="310350"/>
          </a:xfrm>
        </p:grpSpPr>
        <p:sp>
          <p:nvSpPr>
            <p:cNvPr id="8034" name="Google Shape;8034;p7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72"/>
          <p:cNvGrpSpPr/>
          <p:nvPr/>
        </p:nvGrpSpPr>
        <p:grpSpPr>
          <a:xfrm>
            <a:off x="2180052" y="3807165"/>
            <a:ext cx="366364" cy="365207"/>
            <a:chOff x="-60987850" y="4100950"/>
            <a:chExt cx="316650" cy="315650"/>
          </a:xfrm>
        </p:grpSpPr>
        <p:sp>
          <p:nvSpPr>
            <p:cNvPr id="8038" name="Google Shape;8038;p7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3" name="Google Shape;8043;p72"/>
          <p:cNvGrpSpPr/>
          <p:nvPr/>
        </p:nvGrpSpPr>
        <p:grpSpPr>
          <a:xfrm>
            <a:off x="3949836" y="3352625"/>
            <a:ext cx="369083" cy="357253"/>
            <a:chOff x="-59447250" y="3706150"/>
            <a:chExt cx="319000" cy="308775"/>
          </a:xfrm>
        </p:grpSpPr>
        <p:sp>
          <p:nvSpPr>
            <p:cNvPr id="8044" name="Google Shape;8044;p7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72"/>
          <p:cNvGrpSpPr/>
          <p:nvPr/>
        </p:nvGrpSpPr>
        <p:grpSpPr>
          <a:xfrm>
            <a:off x="1738564" y="1533936"/>
            <a:ext cx="368186" cy="364224"/>
            <a:chOff x="-64406125" y="3362225"/>
            <a:chExt cx="318225" cy="314800"/>
          </a:xfrm>
        </p:grpSpPr>
        <p:sp>
          <p:nvSpPr>
            <p:cNvPr id="8049" name="Google Shape;8049;p7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1" name="Google Shape;8051;p72"/>
          <p:cNvSpPr/>
          <p:nvPr/>
        </p:nvSpPr>
        <p:spPr>
          <a:xfrm>
            <a:off x="1801771" y="1975400"/>
            <a:ext cx="241524" cy="36726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2" name="Google Shape;8052;p72"/>
          <p:cNvGrpSpPr/>
          <p:nvPr/>
        </p:nvGrpSpPr>
        <p:grpSpPr>
          <a:xfrm>
            <a:off x="1739027" y="2404781"/>
            <a:ext cx="367261" cy="366364"/>
            <a:chOff x="-64410850" y="4094450"/>
            <a:chExt cx="317425" cy="316650"/>
          </a:xfrm>
        </p:grpSpPr>
        <p:sp>
          <p:nvSpPr>
            <p:cNvPr id="8053" name="Google Shape;8053;p7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6" name="Google Shape;8056;p72"/>
          <p:cNvSpPr/>
          <p:nvPr/>
        </p:nvSpPr>
        <p:spPr>
          <a:xfrm>
            <a:off x="3983247" y="1532300"/>
            <a:ext cx="319882" cy="367463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7" name="Google Shape;8057;p72"/>
          <p:cNvGrpSpPr/>
          <p:nvPr/>
        </p:nvGrpSpPr>
        <p:grpSpPr>
          <a:xfrm>
            <a:off x="3960575" y="1974854"/>
            <a:ext cx="365467" cy="368389"/>
            <a:chOff x="-62516625" y="3743175"/>
            <a:chExt cx="315875" cy="318400"/>
          </a:xfrm>
        </p:grpSpPr>
        <p:sp>
          <p:nvSpPr>
            <p:cNvPr id="8058" name="Google Shape;8058;p7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72"/>
          <p:cNvGrpSpPr/>
          <p:nvPr/>
        </p:nvGrpSpPr>
        <p:grpSpPr>
          <a:xfrm>
            <a:off x="3967415" y="2424826"/>
            <a:ext cx="351786" cy="326274"/>
            <a:chOff x="-62511900" y="4129100"/>
            <a:chExt cx="304050" cy="282000"/>
          </a:xfrm>
        </p:grpSpPr>
        <p:sp>
          <p:nvSpPr>
            <p:cNvPr id="8061" name="Google Shape;8061;p7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6" name="Google Shape;8066;p72"/>
          <p:cNvGrpSpPr/>
          <p:nvPr/>
        </p:nvGrpSpPr>
        <p:grpSpPr>
          <a:xfrm>
            <a:off x="2645537" y="2897220"/>
            <a:ext cx="310770" cy="367261"/>
            <a:chOff x="-60597975" y="3367475"/>
            <a:chExt cx="268600" cy="317425"/>
          </a:xfrm>
        </p:grpSpPr>
        <p:sp>
          <p:nvSpPr>
            <p:cNvPr id="8067" name="Google Shape;8067;p7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2" name="Google Shape;8072;p72"/>
          <p:cNvSpPr/>
          <p:nvPr/>
        </p:nvSpPr>
        <p:spPr>
          <a:xfrm>
            <a:off x="2616264" y="3348731"/>
            <a:ext cx="369083" cy="36500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3" name="Google Shape;8073;p72"/>
          <p:cNvGrpSpPr/>
          <p:nvPr/>
        </p:nvGrpSpPr>
        <p:grpSpPr>
          <a:xfrm>
            <a:off x="2617740" y="3858536"/>
            <a:ext cx="366364" cy="262465"/>
            <a:chOff x="-60621600" y="4145650"/>
            <a:chExt cx="316650" cy="226850"/>
          </a:xfrm>
        </p:grpSpPr>
        <p:sp>
          <p:nvSpPr>
            <p:cNvPr id="8074" name="Google Shape;8074;p7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72"/>
          <p:cNvGrpSpPr/>
          <p:nvPr/>
        </p:nvGrpSpPr>
        <p:grpSpPr>
          <a:xfrm>
            <a:off x="3954392" y="3807035"/>
            <a:ext cx="359972" cy="365467"/>
            <a:chOff x="-59400775" y="4084200"/>
            <a:chExt cx="311125" cy="315875"/>
          </a:xfrm>
        </p:grpSpPr>
        <p:sp>
          <p:nvSpPr>
            <p:cNvPr id="8078" name="Google Shape;8078;p7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72"/>
          <p:cNvGrpSpPr/>
          <p:nvPr/>
        </p:nvGrpSpPr>
        <p:grpSpPr>
          <a:xfrm>
            <a:off x="2178486" y="1532866"/>
            <a:ext cx="365438" cy="366364"/>
            <a:chOff x="-64044600" y="3360375"/>
            <a:chExt cx="315850" cy="316650"/>
          </a:xfrm>
        </p:grpSpPr>
        <p:sp>
          <p:nvSpPr>
            <p:cNvPr id="8085" name="Google Shape;8085;p7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8" name="Google Shape;8088;p72"/>
          <p:cNvGrpSpPr/>
          <p:nvPr/>
        </p:nvGrpSpPr>
        <p:grpSpPr>
          <a:xfrm>
            <a:off x="2204909" y="1975418"/>
            <a:ext cx="312592" cy="367261"/>
            <a:chOff x="-64022550" y="3727425"/>
            <a:chExt cx="270175" cy="317425"/>
          </a:xfrm>
        </p:grpSpPr>
        <p:sp>
          <p:nvSpPr>
            <p:cNvPr id="8089" name="Google Shape;8089;p7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72"/>
          <p:cNvGrpSpPr/>
          <p:nvPr/>
        </p:nvGrpSpPr>
        <p:grpSpPr>
          <a:xfrm>
            <a:off x="2229047" y="2404318"/>
            <a:ext cx="264317" cy="367290"/>
            <a:chOff x="-64001300" y="4093650"/>
            <a:chExt cx="228450" cy="317450"/>
          </a:xfrm>
        </p:grpSpPr>
        <p:sp>
          <p:nvSpPr>
            <p:cNvPr id="8093" name="Google Shape;8093;p7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7" name="Google Shape;8097;p72"/>
          <p:cNvGrpSpPr/>
          <p:nvPr/>
        </p:nvGrpSpPr>
        <p:grpSpPr>
          <a:xfrm>
            <a:off x="848051" y="2897610"/>
            <a:ext cx="359972" cy="366480"/>
            <a:chOff x="-62148800" y="3377700"/>
            <a:chExt cx="311125" cy="316750"/>
          </a:xfrm>
        </p:grpSpPr>
        <p:sp>
          <p:nvSpPr>
            <p:cNvPr id="8098" name="Google Shape;8098;p7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0" name="Google Shape;8100;p72"/>
          <p:cNvGrpSpPr/>
          <p:nvPr/>
        </p:nvGrpSpPr>
        <p:grpSpPr>
          <a:xfrm>
            <a:off x="843958" y="3347607"/>
            <a:ext cx="368157" cy="367290"/>
            <a:chOff x="-62154300" y="3743950"/>
            <a:chExt cx="318200" cy="317450"/>
          </a:xfrm>
        </p:grpSpPr>
        <p:sp>
          <p:nvSpPr>
            <p:cNvPr id="8101" name="Google Shape;8101;p7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72"/>
          <p:cNvGrpSpPr/>
          <p:nvPr/>
        </p:nvGrpSpPr>
        <p:grpSpPr>
          <a:xfrm>
            <a:off x="843944" y="3806587"/>
            <a:ext cx="368186" cy="366364"/>
            <a:chOff x="-62151950" y="4111775"/>
            <a:chExt cx="318225" cy="316650"/>
          </a:xfrm>
        </p:grpSpPr>
        <p:sp>
          <p:nvSpPr>
            <p:cNvPr id="8104" name="Google Shape;8104;p7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72"/>
          <p:cNvGrpSpPr/>
          <p:nvPr/>
        </p:nvGrpSpPr>
        <p:grpSpPr>
          <a:xfrm>
            <a:off x="3062568" y="2897133"/>
            <a:ext cx="368157" cy="367434"/>
            <a:chOff x="-60254550" y="3367325"/>
            <a:chExt cx="318200" cy="317575"/>
          </a:xfrm>
        </p:grpSpPr>
        <p:sp>
          <p:nvSpPr>
            <p:cNvPr id="8109" name="Google Shape;8109;p7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3" name="Google Shape;8113;p72"/>
          <p:cNvGrpSpPr/>
          <p:nvPr/>
        </p:nvGrpSpPr>
        <p:grpSpPr>
          <a:xfrm>
            <a:off x="3063465" y="3348127"/>
            <a:ext cx="366364" cy="366248"/>
            <a:chOff x="-60255350" y="3733825"/>
            <a:chExt cx="316650" cy="316550"/>
          </a:xfrm>
        </p:grpSpPr>
        <p:sp>
          <p:nvSpPr>
            <p:cNvPr id="8114" name="Google Shape;8114;p7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1" name="Google Shape;8121;p72"/>
          <p:cNvGrpSpPr/>
          <p:nvPr/>
        </p:nvGrpSpPr>
        <p:grpSpPr>
          <a:xfrm>
            <a:off x="3091262" y="3807035"/>
            <a:ext cx="310770" cy="365467"/>
            <a:chOff x="-60232500" y="4101525"/>
            <a:chExt cx="268600" cy="315875"/>
          </a:xfrm>
        </p:grpSpPr>
        <p:sp>
          <p:nvSpPr>
            <p:cNvPr id="8122" name="Google Shape;8122;p7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4" name="Google Shape;8124;p72"/>
          <p:cNvSpPr/>
          <p:nvPr/>
        </p:nvSpPr>
        <p:spPr>
          <a:xfrm>
            <a:off x="2179036" y="4275969"/>
            <a:ext cx="366335" cy="367290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5" name="Google Shape;8125;p72"/>
          <p:cNvGrpSpPr/>
          <p:nvPr/>
        </p:nvGrpSpPr>
        <p:grpSpPr>
          <a:xfrm>
            <a:off x="2624262" y="1532866"/>
            <a:ext cx="368186" cy="366364"/>
            <a:chOff x="-63679950" y="3360375"/>
            <a:chExt cx="318225" cy="316650"/>
          </a:xfrm>
        </p:grpSpPr>
        <p:sp>
          <p:nvSpPr>
            <p:cNvPr id="8126" name="Google Shape;8126;p7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0" name="Google Shape;8130;p72"/>
          <p:cNvSpPr/>
          <p:nvPr/>
        </p:nvSpPr>
        <p:spPr>
          <a:xfrm>
            <a:off x="2623229" y="1975169"/>
            <a:ext cx="370009" cy="367724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1" name="Google Shape;8131;p72"/>
          <p:cNvGrpSpPr/>
          <p:nvPr/>
        </p:nvGrpSpPr>
        <p:grpSpPr>
          <a:xfrm>
            <a:off x="2622889" y="2404203"/>
            <a:ext cx="370934" cy="367521"/>
            <a:chOff x="-63679950" y="4093450"/>
            <a:chExt cx="320600" cy="317650"/>
          </a:xfrm>
        </p:grpSpPr>
        <p:sp>
          <p:nvSpPr>
            <p:cNvPr id="8132" name="Google Shape;8132;p7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72"/>
          <p:cNvGrpSpPr/>
          <p:nvPr/>
        </p:nvGrpSpPr>
        <p:grpSpPr>
          <a:xfrm>
            <a:off x="1283006" y="2897205"/>
            <a:ext cx="366364" cy="367290"/>
            <a:chOff x="-61784125" y="3377700"/>
            <a:chExt cx="316650" cy="317450"/>
          </a:xfrm>
        </p:grpSpPr>
        <p:sp>
          <p:nvSpPr>
            <p:cNvPr id="8136" name="Google Shape;8136;p7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72"/>
          <p:cNvGrpSpPr/>
          <p:nvPr/>
        </p:nvGrpSpPr>
        <p:grpSpPr>
          <a:xfrm>
            <a:off x="1283006" y="3347607"/>
            <a:ext cx="366364" cy="367290"/>
            <a:chOff x="-61783350" y="3743950"/>
            <a:chExt cx="316650" cy="317450"/>
          </a:xfrm>
        </p:grpSpPr>
        <p:sp>
          <p:nvSpPr>
            <p:cNvPr id="8144" name="Google Shape;8144;p7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6" name="Google Shape;8146;p72"/>
          <p:cNvSpPr/>
          <p:nvPr/>
        </p:nvSpPr>
        <p:spPr>
          <a:xfrm>
            <a:off x="1282887" y="3806407"/>
            <a:ext cx="366364" cy="366682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7" name="Google Shape;8147;p72"/>
          <p:cNvSpPr/>
          <p:nvPr/>
        </p:nvSpPr>
        <p:spPr>
          <a:xfrm>
            <a:off x="3505689" y="2907052"/>
            <a:ext cx="366364" cy="347563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8" name="Google Shape;8148;p72"/>
          <p:cNvSpPr/>
          <p:nvPr/>
        </p:nvSpPr>
        <p:spPr>
          <a:xfrm>
            <a:off x="3504778" y="3387693"/>
            <a:ext cx="368186" cy="287081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9" name="Google Shape;8149;p72"/>
          <p:cNvGrpSpPr/>
          <p:nvPr/>
        </p:nvGrpSpPr>
        <p:grpSpPr>
          <a:xfrm>
            <a:off x="3504430" y="3807440"/>
            <a:ext cx="369112" cy="364657"/>
            <a:chOff x="-59869425" y="4102225"/>
            <a:chExt cx="319025" cy="315175"/>
          </a:xfrm>
        </p:grpSpPr>
        <p:sp>
          <p:nvSpPr>
            <p:cNvPr id="8150" name="Google Shape;8150;p7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72"/>
          <p:cNvGrpSpPr/>
          <p:nvPr/>
        </p:nvGrpSpPr>
        <p:grpSpPr>
          <a:xfrm>
            <a:off x="2623233" y="4276262"/>
            <a:ext cx="366364" cy="365467"/>
            <a:chOff x="-59029025" y="3711650"/>
            <a:chExt cx="316650" cy="315875"/>
          </a:xfrm>
        </p:grpSpPr>
        <p:sp>
          <p:nvSpPr>
            <p:cNvPr id="8155" name="Google Shape;8155;p7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2" name="Google Shape;8162;p72"/>
          <p:cNvGrpSpPr/>
          <p:nvPr/>
        </p:nvGrpSpPr>
        <p:grpSpPr>
          <a:xfrm>
            <a:off x="4859311" y="1532317"/>
            <a:ext cx="351940" cy="348188"/>
            <a:chOff x="581525" y="3254850"/>
            <a:chExt cx="297750" cy="294575"/>
          </a:xfrm>
        </p:grpSpPr>
        <p:sp>
          <p:nvSpPr>
            <p:cNvPr id="8163" name="Google Shape;8163;p72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2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2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72"/>
          <p:cNvGrpSpPr/>
          <p:nvPr/>
        </p:nvGrpSpPr>
        <p:grpSpPr>
          <a:xfrm>
            <a:off x="4858380" y="1971253"/>
            <a:ext cx="353802" cy="351497"/>
            <a:chOff x="580725" y="3617925"/>
            <a:chExt cx="299325" cy="297375"/>
          </a:xfrm>
        </p:grpSpPr>
        <p:sp>
          <p:nvSpPr>
            <p:cNvPr id="8167" name="Google Shape;8167;p72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2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2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2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2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72"/>
          <p:cNvGrpSpPr/>
          <p:nvPr/>
        </p:nvGrpSpPr>
        <p:grpSpPr>
          <a:xfrm>
            <a:off x="4860242" y="2418443"/>
            <a:ext cx="350079" cy="350079"/>
            <a:chOff x="583100" y="3982600"/>
            <a:chExt cx="296175" cy="296175"/>
          </a:xfrm>
        </p:grpSpPr>
        <p:sp>
          <p:nvSpPr>
            <p:cNvPr id="8173" name="Google Shape;8173;p72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2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2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2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2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2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2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72"/>
          <p:cNvGrpSpPr/>
          <p:nvPr/>
        </p:nvGrpSpPr>
        <p:grpSpPr>
          <a:xfrm>
            <a:off x="7092856" y="1532067"/>
            <a:ext cx="307231" cy="348690"/>
            <a:chOff x="2423775" y="3226875"/>
            <a:chExt cx="259925" cy="295000"/>
          </a:xfrm>
        </p:grpSpPr>
        <p:sp>
          <p:nvSpPr>
            <p:cNvPr id="8181" name="Google Shape;8181;p72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2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2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4" name="Google Shape;8184;p72"/>
          <p:cNvGrpSpPr/>
          <p:nvPr/>
        </p:nvGrpSpPr>
        <p:grpSpPr>
          <a:xfrm>
            <a:off x="7070043" y="1973352"/>
            <a:ext cx="352857" cy="347301"/>
            <a:chOff x="2404875" y="3592725"/>
            <a:chExt cx="298525" cy="293825"/>
          </a:xfrm>
        </p:grpSpPr>
        <p:sp>
          <p:nvSpPr>
            <p:cNvPr id="8185" name="Google Shape;8185;p72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2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2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72"/>
          <p:cNvGrpSpPr/>
          <p:nvPr/>
        </p:nvGrpSpPr>
        <p:grpSpPr>
          <a:xfrm>
            <a:off x="7070974" y="2418917"/>
            <a:ext cx="350995" cy="349133"/>
            <a:chOff x="2404875" y="3955825"/>
            <a:chExt cx="296950" cy="295375"/>
          </a:xfrm>
        </p:grpSpPr>
        <p:sp>
          <p:nvSpPr>
            <p:cNvPr id="8189" name="Google Shape;8189;p72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2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2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2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72"/>
          <p:cNvGrpSpPr/>
          <p:nvPr/>
        </p:nvGrpSpPr>
        <p:grpSpPr>
          <a:xfrm>
            <a:off x="5764954" y="2883111"/>
            <a:ext cx="349163" cy="350079"/>
            <a:chOff x="4263650" y="3235150"/>
            <a:chExt cx="295400" cy="296175"/>
          </a:xfrm>
        </p:grpSpPr>
        <p:sp>
          <p:nvSpPr>
            <p:cNvPr id="8194" name="Google Shape;8194;p72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2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2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2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2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72"/>
          <p:cNvGrpSpPr/>
          <p:nvPr/>
        </p:nvGrpSpPr>
        <p:grpSpPr>
          <a:xfrm>
            <a:off x="5762634" y="3342272"/>
            <a:ext cx="353802" cy="327739"/>
            <a:chOff x="4266025" y="3609275"/>
            <a:chExt cx="299325" cy="277275"/>
          </a:xfrm>
        </p:grpSpPr>
        <p:sp>
          <p:nvSpPr>
            <p:cNvPr id="8200" name="Google Shape;8200;p72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2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72"/>
          <p:cNvGrpSpPr/>
          <p:nvPr/>
        </p:nvGrpSpPr>
        <p:grpSpPr>
          <a:xfrm>
            <a:off x="5763092" y="3807659"/>
            <a:ext cx="352886" cy="349133"/>
            <a:chOff x="4263650" y="3963700"/>
            <a:chExt cx="298550" cy="295375"/>
          </a:xfrm>
        </p:grpSpPr>
        <p:sp>
          <p:nvSpPr>
            <p:cNvPr id="8203" name="Google Shape;8203;p72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2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2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2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2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2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2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72"/>
          <p:cNvGrpSpPr/>
          <p:nvPr/>
        </p:nvGrpSpPr>
        <p:grpSpPr>
          <a:xfrm>
            <a:off x="8041429" y="2883111"/>
            <a:ext cx="226264" cy="350079"/>
            <a:chOff x="6164975" y="3211525"/>
            <a:chExt cx="191425" cy="296175"/>
          </a:xfrm>
        </p:grpSpPr>
        <p:sp>
          <p:nvSpPr>
            <p:cNvPr id="8211" name="Google Shape;8211;p72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2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2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2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2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2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2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72"/>
          <p:cNvGrpSpPr/>
          <p:nvPr/>
        </p:nvGrpSpPr>
        <p:grpSpPr>
          <a:xfrm>
            <a:off x="5303466" y="1531387"/>
            <a:ext cx="352886" cy="350049"/>
            <a:chOff x="946175" y="3253275"/>
            <a:chExt cx="298550" cy="296150"/>
          </a:xfrm>
        </p:grpSpPr>
        <p:sp>
          <p:nvSpPr>
            <p:cNvPr id="8219" name="Google Shape;8219;p72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2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2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2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2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4" name="Google Shape;8224;p72"/>
          <p:cNvGrpSpPr/>
          <p:nvPr/>
        </p:nvGrpSpPr>
        <p:grpSpPr>
          <a:xfrm>
            <a:off x="5304397" y="1973351"/>
            <a:ext cx="351024" cy="347301"/>
            <a:chOff x="946175" y="3619500"/>
            <a:chExt cx="296975" cy="293825"/>
          </a:xfrm>
        </p:grpSpPr>
        <p:sp>
          <p:nvSpPr>
            <p:cNvPr id="8225" name="Google Shape;8225;p72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2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2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2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2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2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72"/>
          <p:cNvGrpSpPr/>
          <p:nvPr/>
        </p:nvGrpSpPr>
        <p:grpSpPr>
          <a:xfrm>
            <a:off x="5303939" y="2417985"/>
            <a:ext cx="351940" cy="350995"/>
            <a:chOff x="944600" y="3981825"/>
            <a:chExt cx="297750" cy="296950"/>
          </a:xfrm>
        </p:grpSpPr>
        <p:sp>
          <p:nvSpPr>
            <p:cNvPr id="8232" name="Google Shape;8232;p72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2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2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2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6" name="Google Shape;8236;p72"/>
          <p:cNvGrpSpPr/>
          <p:nvPr/>
        </p:nvGrpSpPr>
        <p:grpSpPr>
          <a:xfrm>
            <a:off x="7520875" y="1531845"/>
            <a:ext cx="350079" cy="349133"/>
            <a:chOff x="2768750" y="3227275"/>
            <a:chExt cx="296175" cy="295375"/>
          </a:xfrm>
        </p:grpSpPr>
        <p:sp>
          <p:nvSpPr>
            <p:cNvPr id="8237" name="Google Shape;8237;p72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2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2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2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2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2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2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2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72"/>
          <p:cNvGrpSpPr/>
          <p:nvPr/>
        </p:nvGrpSpPr>
        <p:grpSpPr>
          <a:xfrm>
            <a:off x="7541826" y="1972717"/>
            <a:ext cx="308177" cy="348572"/>
            <a:chOff x="2786075" y="3591800"/>
            <a:chExt cx="260725" cy="294900"/>
          </a:xfrm>
        </p:grpSpPr>
        <p:sp>
          <p:nvSpPr>
            <p:cNvPr id="8246" name="Google Shape;8246;p72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2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2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2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2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72"/>
          <p:cNvGrpSpPr/>
          <p:nvPr/>
        </p:nvGrpSpPr>
        <p:grpSpPr>
          <a:xfrm>
            <a:off x="7582324" y="2418444"/>
            <a:ext cx="227180" cy="350079"/>
            <a:chOff x="2819150" y="3955025"/>
            <a:chExt cx="192200" cy="296175"/>
          </a:xfrm>
        </p:grpSpPr>
        <p:sp>
          <p:nvSpPr>
            <p:cNvPr id="8252" name="Google Shape;8252;p72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2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2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2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72"/>
          <p:cNvGrpSpPr/>
          <p:nvPr/>
        </p:nvGrpSpPr>
        <p:grpSpPr>
          <a:xfrm>
            <a:off x="6206097" y="2884042"/>
            <a:ext cx="349133" cy="348217"/>
            <a:chOff x="4629125" y="3235150"/>
            <a:chExt cx="295375" cy="294600"/>
          </a:xfrm>
        </p:grpSpPr>
        <p:sp>
          <p:nvSpPr>
            <p:cNvPr id="8257" name="Google Shape;8257;p72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2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2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2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2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72"/>
          <p:cNvGrpSpPr/>
          <p:nvPr/>
        </p:nvGrpSpPr>
        <p:grpSpPr>
          <a:xfrm>
            <a:off x="6206082" y="3331575"/>
            <a:ext cx="349163" cy="349133"/>
            <a:chOff x="4628325" y="3599825"/>
            <a:chExt cx="295400" cy="295375"/>
          </a:xfrm>
        </p:grpSpPr>
        <p:sp>
          <p:nvSpPr>
            <p:cNvPr id="8263" name="Google Shape;8263;p72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2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2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2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2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2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2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2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2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2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2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2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72"/>
          <p:cNvGrpSpPr/>
          <p:nvPr/>
        </p:nvGrpSpPr>
        <p:grpSpPr>
          <a:xfrm>
            <a:off x="6227033" y="3807186"/>
            <a:ext cx="307261" cy="350079"/>
            <a:chOff x="4645650" y="3962900"/>
            <a:chExt cx="259950" cy="296175"/>
          </a:xfrm>
        </p:grpSpPr>
        <p:sp>
          <p:nvSpPr>
            <p:cNvPr id="8276" name="Google Shape;8276;p72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2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2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2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2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2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72"/>
          <p:cNvGrpSpPr/>
          <p:nvPr/>
        </p:nvGrpSpPr>
        <p:grpSpPr>
          <a:xfrm>
            <a:off x="7979994" y="3332048"/>
            <a:ext cx="349133" cy="348188"/>
            <a:chOff x="6143725" y="3582500"/>
            <a:chExt cx="295375" cy="294575"/>
          </a:xfrm>
        </p:grpSpPr>
        <p:sp>
          <p:nvSpPr>
            <p:cNvPr id="8283" name="Google Shape;8283;p72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2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2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2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2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2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2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72"/>
          <p:cNvGrpSpPr/>
          <p:nvPr/>
        </p:nvGrpSpPr>
        <p:grpSpPr>
          <a:xfrm>
            <a:off x="5748820" y="1531387"/>
            <a:ext cx="350995" cy="350049"/>
            <a:chOff x="1310075" y="3253275"/>
            <a:chExt cx="296950" cy="296150"/>
          </a:xfrm>
        </p:grpSpPr>
        <p:sp>
          <p:nvSpPr>
            <p:cNvPr id="8291" name="Google Shape;8291;p72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2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2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4" name="Google Shape;8294;p72"/>
          <p:cNvSpPr/>
          <p:nvPr/>
        </p:nvSpPr>
        <p:spPr>
          <a:xfrm>
            <a:off x="5750241" y="1973475"/>
            <a:ext cx="348217" cy="347272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5" name="Google Shape;8295;p72"/>
          <p:cNvGrpSpPr/>
          <p:nvPr/>
        </p:nvGrpSpPr>
        <p:grpSpPr>
          <a:xfrm>
            <a:off x="5748347" y="2417646"/>
            <a:ext cx="351941" cy="351675"/>
            <a:chOff x="1310075" y="3980250"/>
            <a:chExt cx="297750" cy="297525"/>
          </a:xfrm>
        </p:grpSpPr>
        <p:sp>
          <p:nvSpPr>
            <p:cNvPr id="8296" name="Google Shape;8296;p72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2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2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2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0" name="Google Shape;8300;p72"/>
          <p:cNvGrpSpPr/>
          <p:nvPr/>
        </p:nvGrpSpPr>
        <p:grpSpPr>
          <a:xfrm>
            <a:off x="8013136" y="1531845"/>
            <a:ext cx="266305" cy="349133"/>
            <a:chOff x="3167275" y="3227275"/>
            <a:chExt cx="225300" cy="295375"/>
          </a:xfrm>
        </p:grpSpPr>
        <p:sp>
          <p:nvSpPr>
            <p:cNvPr id="8301" name="Google Shape;8301;p72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2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2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2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2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6" name="Google Shape;8306;p72"/>
          <p:cNvSpPr/>
          <p:nvPr/>
        </p:nvSpPr>
        <p:spPr>
          <a:xfrm>
            <a:off x="7962474" y="1971731"/>
            <a:ext cx="367779" cy="350758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7" name="Google Shape;8307;p72"/>
          <p:cNvGrpSpPr/>
          <p:nvPr/>
        </p:nvGrpSpPr>
        <p:grpSpPr>
          <a:xfrm>
            <a:off x="7970318" y="2418902"/>
            <a:ext cx="351940" cy="349163"/>
            <a:chOff x="3133425" y="3955025"/>
            <a:chExt cx="297750" cy="295400"/>
          </a:xfrm>
        </p:grpSpPr>
        <p:sp>
          <p:nvSpPr>
            <p:cNvPr id="8308" name="Google Shape;8308;p72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2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2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72"/>
          <p:cNvGrpSpPr/>
          <p:nvPr/>
        </p:nvGrpSpPr>
        <p:grpSpPr>
          <a:xfrm>
            <a:off x="6650491" y="2882490"/>
            <a:ext cx="350079" cy="351320"/>
            <a:chOff x="4991425" y="3234750"/>
            <a:chExt cx="296175" cy="297225"/>
          </a:xfrm>
        </p:grpSpPr>
        <p:sp>
          <p:nvSpPr>
            <p:cNvPr id="8312" name="Google Shape;8312;p72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2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2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2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2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2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72"/>
          <p:cNvGrpSpPr/>
          <p:nvPr/>
        </p:nvGrpSpPr>
        <p:grpSpPr>
          <a:xfrm>
            <a:off x="6650491" y="3352053"/>
            <a:ext cx="350079" cy="308177"/>
            <a:chOff x="4991425" y="3617150"/>
            <a:chExt cx="296175" cy="260725"/>
          </a:xfrm>
        </p:grpSpPr>
        <p:sp>
          <p:nvSpPr>
            <p:cNvPr id="8319" name="Google Shape;8319;p72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2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2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2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2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2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2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72"/>
          <p:cNvGrpSpPr/>
          <p:nvPr/>
        </p:nvGrpSpPr>
        <p:grpSpPr>
          <a:xfrm>
            <a:off x="6727764" y="3807644"/>
            <a:ext cx="195532" cy="349163"/>
            <a:chOff x="5056800" y="3962900"/>
            <a:chExt cx="165425" cy="295400"/>
          </a:xfrm>
        </p:grpSpPr>
        <p:sp>
          <p:nvSpPr>
            <p:cNvPr id="8327" name="Google Shape;8327;p72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2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2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72"/>
          <p:cNvGrpSpPr/>
          <p:nvPr/>
        </p:nvGrpSpPr>
        <p:grpSpPr>
          <a:xfrm>
            <a:off x="7979062" y="3807660"/>
            <a:ext cx="350995" cy="349133"/>
            <a:chOff x="6168925" y="3936925"/>
            <a:chExt cx="296950" cy="295375"/>
          </a:xfrm>
        </p:grpSpPr>
        <p:sp>
          <p:nvSpPr>
            <p:cNvPr id="8331" name="Google Shape;8331;p72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2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2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2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2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2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72"/>
          <p:cNvGrpSpPr/>
          <p:nvPr/>
        </p:nvGrpSpPr>
        <p:grpSpPr>
          <a:xfrm>
            <a:off x="6192756" y="1531845"/>
            <a:ext cx="348188" cy="349133"/>
            <a:chOff x="1674750" y="3254050"/>
            <a:chExt cx="294575" cy="295375"/>
          </a:xfrm>
        </p:grpSpPr>
        <p:sp>
          <p:nvSpPr>
            <p:cNvPr id="8338" name="Google Shape;8338;p72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2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2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72"/>
          <p:cNvGrpSpPr/>
          <p:nvPr/>
        </p:nvGrpSpPr>
        <p:grpSpPr>
          <a:xfrm>
            <a:off x="6207177" y="1972435"/>
            <a:ext cx="319347" cy="349133"/>
            <a:chOff x="1687350" y="3618725"/>
            <a:chExt cx="270175" cy="295375"/>
          </a:xfrm>
        </p:grpSpPr>
        <p:sp>
          <p:nvSpPr>
            <p:cNvPr id="8342" name="Google Shape;8342;p72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2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2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72"/>
          <p:cNvGrpSpPr/>
          <p:nvPr/>
        </p:nvGrpSpPr>
        <p:grpSpPr>
          <a:xfrm>
            <a:off x="6190880" y="2418916"/>
            <a:ext cx="351940" cy="349133"/>
            <a:chOff x="1672375" y="3982600"/>
            <a:chExt cx="297750" cy="295375"/>
          </a:xfrm>
        </p:grpSpPr>
        <p:sp>
          <p:nvSpPr>
            <p:cNvPr id="8346" name="Google Shape;8346;p72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2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2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72"/>
          <p:cNvGrpSpPr/>
          <p:nvPr/>
        </p:nvGrpSpPr>
        <p:grpSpPr>
          <a:xfrm>
            <a:off x="4882872" y="2883111"/>
            <a:ext cx="350079" cy="350079"/>
            <a:chOff x="3497300" y="3227275"/>
            <a:chExt cx="296175" cy="296175"/>
          </a:xfrm>
        </p:grpSpPr>
        <p:sp>
          <p:nvSpPr>
            <p:cNvPr id="8350" name="Google Shape;8350;p72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2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2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2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2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2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2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2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72"/>
          <p:cNvGrpSpPr/>
          <p:nvPr/>
        </p:nvGrpSpPr>
        <p:grpSpPr>
          <a:xfrm>
            <a:off x="4883345" y="3332506"/>
            <a:ext cx="349133" cy="347272"/>
            <a:chOff x="3497300" y="3591950"/>
            <a:chExt cx="295375" cy="293800"/>
          </a:xfrm>
        </p:grpSpPr>
        <p:sp>
          <p:nvSpPr>
            <p:cNvPr id="8359" name="Google Shape;8359;p72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2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2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2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2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2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2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2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7" name="Google Shape;8367;p72"/>
          <p:cNvGrpSpPr/>
          <p:nvPr/>
        </p:nvGrpSpPr>
        <p:grpSpPr>
          <a:xfrm>
            <a:off x="4883345" y="3807644"/>
            <a:ext cx="349133" cy="349163"/>
            <a:chOff x="3497300" y="3955025"/>
            <a:chExt cx="295375" cy="295400"/>
          </a:xfrm>
        </p:grpSpPr>
        <p:sp>
          <p:nvSpPr>
            <p:cNvPr id="8368" name="Google Shape;8368;p72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2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2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1" name="Google Shape;8371;p72"/>
          <p:cNvGrpSpPr/>
          <p:nvPr/>
        </p:nvGrpSpPr>
        <p:grpSpPr>
          <a:xfrm>
            <a:off x="7107917" y="2883835"/>
            <a:ext cx="327739" cy="348631"/>
            <a:chOff x="5364750" y="3235150"/>
            <a:chExt cx="277275" cy="294950"/>
          </a:xfrm>
        </p:grpSpPr>
        <p:sp>
          <p:nvSpPr>
            <p:cNvPr id="8372" name="Google Shape;8372;p72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2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2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2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2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2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2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2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72"/>
          <p:cNvGrpSpPr/>
          <p:nvPr/>
        </p:nvGrpSpPr>
        <p:grpSpPr>
          <a:xfrm>
            <a:off x="7096274" y="3330171"/>
            <a:ext cx="351024" cy="351940"/>
            <a:chOff x="5355300" y="3598250"/>
            <a:chExt cx="296975" cy="297750"/>
          </a:xfrm>
        </p:grpSpPr>
        <p:sp>
          <p:nvSpPr>
            <p:cNvPr id="8381" name="Google Shape;8381;p72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2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2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2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2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2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2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2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9" name="Google Shape;8389;p72"/>
          <p:cNvGrpSpPr/>
          <p:nvPr/>
        </p:nvGrpSpPr>
        <p:grpSpPr>
          <a:xfrm>
            <a:off x="7100470" y="3869093"/>
            <a:ext cx="342632" cy="226264"/>
            <a:chOff x="5358450" y="4015675"/>
            <a:chExt cx="289875" cy="191425"/>
          </a:xfrm>
        </p:grpSpPr>
        <p:sp>
          <p:nvSpPr>
            <p:cNvPr id="8390" name="Google Shape;8390;p72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2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2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2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72"/>
          <p:cNvGrpSpPr/>
          <p:nvPr/>
        </p:nvGrpSpPr>
        <p:grpSpPr>
          <a:xfrm>
            <a:off x="6226953" y="4251624"/>
            <a:ext cx="351024" cy="325464"/>
            <a:chOff x="6543825" y="3202075"/>
            <a:chExt cx="296975" cy="275350"/>
          </a:xfrm>
        </p:grpSpPr>
        <p:sp>
          <p:nvSpPr>
            <p:cNvPr id="8395" name="Google Shape;8395;p72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2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2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2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2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2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2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2" name="Google Shape;8402;p72"/>
          <p:cNvGrpSpPr/>
          <p:nvPr/>
        </p:nvGrpSpPr>
        <p:grpSpPr>
          <a:xfrm>
            <a:off x="6633934" y="1531372"/>
            <a:ext cx="350079" cy="350079"/>
            <a:chOff x="2037825" y="3254050"/>
            <a:chExt cx="296175" cy="296175"/>
          </a:xfrm>
        </p:grpSpPr>
        <p:sp>
          <p:nvSpPr>
            <p:cNvPr id="8403" name="Google Shape;8403;p72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2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2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2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2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2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72"/>
          <p:cNvGrpSpPr/>
          <p:nvPr/>
        </p:nvGrpSpPr>
        <p:grpSpPr>
          <a:xfrm>
            <a:off x="6632072" y="1972539"/>
            <a:ext cx="353802" cy="348926"/>
            <a:chOff x="2034675" y="3617925"/>
            <a:chExt cx="299325" cy="295200"/>
          </a:xfrm>
        </p:grpSpPr>
        <p:sp>
          <p:nvSpPr>
            <p:cNvPr id="8410" name="Google Shape;8410;p72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2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2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2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2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72"/>
          <p:cNvGrpSpPr/>
          <p:nvPr/>
        </p:nvGrpSpPr>
        <p:grpSpPr>
          <a:xfrm>
            <a:off x="6633934" y="2418916"/>
            <a:ext cx="350079" cy="349133"/>
            <a:chOff x="2037825" y="3981825"/>
            <a:chExt cx="296175" cy="295375"/>
          </a:xfrm>
        </p:grpSpPr>
        <p:sp>
          <p:nvSpPr>
            <p:cNvPr id="8416" name="Google Shape;8416;p72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2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2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72"/>
          <p:cNvGrpSpPr/>
          <p:nvPr/>
        </p:nvGrpSpPr>
        <p:grpSpPr>
          <a:xfrm>
            <a:off x="5318952" y="2915232"/>
            <a:ext cx="350079" cy="285837"/>
            <a:chOff x="3860400" y="3254050"/>
            <a:chExt cx="296175" cy="241825"/>
          </a:xfrm>
        </p:grpSpPr>
        <p:sp>
          <p:nvSpPr>
            <p:cNvPr id="8420" name="Google Shape;8420;p72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2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2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2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2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2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2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72"/>
          <p:cNvGrpSpPr/>
          <p:nvPr/>
        </p:nvGrpSpPr>
        <p:grpSpPr>
          <a:xfrm>
            <a:off x="5318479" y="3331102"/>
            <a:ext cx="351024" cy="350079"/>
            <a:chOff x="3859600" y="3591950"/>
            <a:chExt cx="296975" cy="296175"/>
          </a:xfrm>
        </p:grpSpPr>
        <p:sp>
          <p:nvSpPr>
            <p:cNvPr id="8428" name="Google Shape;8428;p72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2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2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72"/>
          <p:cNvGrpSpPr/>
          <p:nvPr/>
        </p:nvGrpSpPr>
        <p:grpSpPr>
          <a:xfrm>
            <a:off x="5318952" y="3807186"/>
            <a:ext cx="350079" cy="350079"/>
            <a:chOff x="3860400" y="3955025"/>
            <a:chExt cx="296175" cy="296175"/>
          </a:xfrm>
        </p:grpSpPr>
        <p:sp>
          <p:nvSpPr>
            <p:cNvPr id="8432" name="Google Shape;8432;p72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2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2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2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2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7" name="Google Shape;8437;p72"/>
          <p:cNvGrpSpPr/>
          <p:nvPr/>
        </p:nvGrpSpPr>
        <p:grpSpPr>
          <a:xfrm>
            <a:off x="7534167" y="2883584"/>
            <a:ext cx="355664" cy="349133"/>
            <a:chOff x="5716825" y="3235950"/>
            <a:chExt cx="300900" cy="295375"/>
          </a:xfrm>
        </p:grpSpPr>
        <p:sp>
          <p:nvSpPr>
            <p:cNvPr id="8438" name="Google Shape;8438;p72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2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2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2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72"/>
          <p:cNvGrpSpPr/>
          <p:nvPr/>
        </p:nvGrpSpPr>
        <p:grpSpPr>
          <a:xfrm>
            <a:off x="7547199" y="3342272"/>
            <a:ext cx="329601" cy="327739"/>
            <a:chOff x="5727850" y="3609275"/>
            <a:chExt cx="278850" cy="277275"/>
          </a:xfrm>
        </p:grpSpPr>
        <p:sp>
          <p:nvSpPr>
            <p:cNvPr id="8443" name="Google Shape;8443;p72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2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2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2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2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72"/>
          <p:cNvGrpSpPr/>
          <p:nvPr/>
        </p:nvGrpSpPr>
        <p:grpSpPr>
          <a:xfrm>
            <a:off x="7558383" y="3807659"/>
            <a:ext cx="307231" cy="349133"/>
            <a:chOff x="5736525" y="3963700"/>
            <a:chExt cx="259925" cy="295375"/>
          </a:xfrm>
        </p:grpSpPr>
        <p:sp>
          <p:nvSpPr>
            <p:cNvPr id="8449" name="Google Shape;8449;p72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2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2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2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2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2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2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72"/>
          <p:cNvGrpSpPr/>
          <p:nvPr/>
        </p:nvGrpSpPr>
        <p:grpSpPr>
          <a:xfrm>
            <a:off x="6649963" y="4256985"/>
            <a:ext cx="351024" cy="350079"/>
            <a:chOff x="6553275" y="3604550"/>
            <a:chExt cx="296975" cy="296175"/>
          </a:xfrm>
        </p:grpSpPr>
        <p:sp>
          <p:nvSpPr>
            <p:cNvPr id="8457" name="Google Shape;8457;p72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2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2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2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2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2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66" name="Shape 8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7" name="Google Shape;8467;p73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68" name="Google Shape;8468;p73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469" name="Google Shape;8469;p73"/>
          <p:cNvGrpSpPr/>
          <p:nvPr/>
        </p:nvGrpSpPr>
        <p:grpSpPr>
          <a:xfrm>
            <a:off x="877057" y="1532946"/>
            <a:ext cx="294401" cy="353645"/>
            <a:chOff x="-35814600" y="3202075"/>
            <a:chExt cx="242625" cy="291450"/>
          </a:xfrm>
        </p:grpSpPr>
        <p:sp>
          <p:nvSpPr>
            <p:cNvPr id="8470" name="Google Shape;8470;p7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7" name="Google Shape;8477;p73"/>
          <p:cNvGrpSpPr/>
          <p:nvPr/>
        </p:nvGrpSpPr>
        <p:grpSpPr>
          <a:xfrm>
            <a:off x="847435" y="1973866"/>
            <a:ext cx="353645" cy="353888"/>
            <a:chOff x="-35839800" y="3561025"/>
            <a:chExt cx="291450" cy="291650"/>
          </a:xfrm>
        </p:grpSpPr>
        <p:sp>
          <p:nvSpPr>
            <p:cNvPr id="8478" name="Google Shape;8478;p7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5" name="Google Shape;8485;p73"/>
          <p:cNvSpPr/>
          <p:nvPr/>
        </p:nvSpPr>
        <p:spPr>
          <a:xfrm>
            <a:off x="845859" y="2409404"/>
            <a:ext cx="355557" cy="353645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6" name="Google Shape;8486;p73"/>
          <p:cNvGrpSpPr/>
          <p:nvPr/>
        </p:nvGrpSpPr>
        <p:grpSpPr>
          <a:xfrm>
            <a:off x="3084980" y="1532946"/>
            <a:ext cx="353645" cy="353645"/>
            <a:chOff x="-34003850" y="3227275"/>
            <a:chExt cx="291450" cy="291450"/>
          </a:xfrm>
        </p:grpSpPr>
        <p:sp>
          <p:nvSpPr>
            <p:cNvPr id="8487" name="Google Shape;8487;p7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73"/>
          <p:cNvGrpSpPr/>
          <p:nvPr/>
        </p:nvGrpSpPr>
        <p:grpSpPr>
          <a:xfrm>
            <a:off x="3084510" y="1973638"/>
            <a:ext cx="354586" cy="354343"/>
            <a:chOff x="-34004625" y="3585850"/>
            <a:chExt cx="292225" cy="292025"/>
          </a:xfrm>
        </p:grpSpPr>
        <p:sp>
          <p:nvSpPr>
            <p:cNvPr id="8493" name="Google Shape;8493;p7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73"/>
          <p:cNvGrpSpPr/>
          <p:nvPr/>
        </p:nvGrpSpPr>
        <p:grpSpPr>
          <a:xfrm>
            <a:off x="3084025" y="2408839"/>
            <a:ext cx="355557" cy="354616"/>
            <a:chOff x="-34005425" y="3945575"/>
            <a:chExt cx="293025" cy="292250"/>
          </a:xfrm>
        </p:grpSpPr>
        <p:sp>
          <p:nvSpPr>
            <p:cNvPr id="8499" name="Google Shape;8499;p7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73"/>
          <p:cNvGrpSpPr/>
          <p:nvPr/>
        </p:nvGrpSpPr>
        <p:grpSpPr>
          <a:xfrm>
            <a:off x="1731124" y="2882015"/>
            <a:ext cx="358408" cy="355557"/>
            <a:chOff x="-32174975" y="3192625"/>
            <a:chExt cx="295375" cy="293025"/>
          </a:xfrm>
        </p:grpSpPr>
        <p:sp>
          <p:nvSpPr>
            <p:cNvPr id="8503" name="Google Shape;8503;p7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7" name="Google Shape;8507;p73"/>
          <p:cNvSpPr/>
          <p:nvPr/>
        </p:nvSpPr>
        <p:spPr>
          <a:xfrm>
            <a:off x="1728170" y="3353079"/>
            <a:ext cx="363201" cy="354859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8" name="Google Shape;8508;p73"/>
          <p:cNvSpPr/>
          <p:nvPr/>
        </p:nvSpPr>
        <p:spPr>
          <a:xfrm>
            <a:off x="1732948" y="3818164"/>
            <a:ext cx="353645" cy="354586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9" name="Google Shape;8509;p73"/>
          <p:cNvGrpSpPr/>
          <p:nvPr/>
        </p:nvGrpSpPr>
        <p:grpSpPr>
          <a:xfrm>
            <a:off x="3970274" y="2882970"/>
            <a:ext cx="354586" cy="353645"/>
            <a:chOff x="-30345325" y="3184750"/>
            <a:chExt cx="292225" cy="291450"/>
          </a:xfrm>
        </p:grpSpPr>
        <p:sp>
          <p:nvSpPr>
            <p:cNvPr id="8510" name="Google Shape;8510;p7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73"/>
          <p:cNvGrpSpPr/>
          <p:nvPr/>
        </p:nvGrpSpPr>
        <p:grpSpPr>
          <a:xfrm>
            <a:off x="1295026" y="1532946"/>
            <a:ext cx="353645" cy="353645"/>
            <a:chOff x="-35481425" y="3202075"/>
            <a:chExt cx="291450" cy="291450"/>
          </a:xfrm>
        </p:grpSpPr>
        <p:sp>
          <p:nvSpPr>
            <p:cNvPr id="8516" name="Google Shape;8516;p7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73"/>
          <p:cNvGrpSpPr/>
          <p:nvPr/>
        </p:nvGrpSpPr>
        <p:grpSpPr>
          <a:xfrm>
            <a:off x="1294556" y="1974472"/>
            <a:ext cx="354586" cy="352675"/>
            <a:chOff x="-35482200" y="3561225"/>
            <a:chExt cx="292225" cy="290650"/>
          </a:xfrm>
        </p:grpSpPr>
        <p:sp>
          <p:nvSpPr>
            <p:cNvPr id="8524" name="Google Shape;8524;p7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73"/>
          <p:cNvGrpSpPr/>
          <p:nvPr/>
        </p:nvGrpSpPr>
        <p:grpSpPr>
          <a:xfrm>
            <a:off x="1295026" y="2409340"/>
            <a:ext cx="353645" cy="353615"/>
            <a:chOff x="-35481425" y="3919600"/>
            <a:chExt cx="291450" cy="291425"/>
          </a:xfrm>
        </p:grpSpPr>
        <p:sp>
          <p:nvSpPr>
            <p:cNvPr id="8528" name="Google Shape;8528;p7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6" name="Google Shape;8536;p73"/>
          <p:cNvGrpSpPr/>
          <p:nvPr/>
        </p:nvGrpSpPr>
        <p:grpSpPr>
          <a:xfrm>
            <a:off x="3530661" y="1533431"/>
            <a:ext cx="357468" cy="352675"/>
            <a:chOff x="-33645475" y="3228075"/>
            <a:chExt cx="294600" cy="290650"/>
          </a:xfrm>
        </p:grpSpPr>
        <p:sp>
          <p:nvSpPr>
            <p:cNvPr id="8537" name="Google Shape;8537;p7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73"/>
          <p:cNvGrpSpPr/>
          <p:nvPr/>
        </p:nvGrpSpPr>
        <p:grpSpPr>
          <a:xfrm>
            <a:off x="3531631" y="1973516"/>
            <a:ext cx="355526" cy="354586"/>
            <a:chOff x="-33646250" y="3586425"/>
            <a:chExt cx="293000" cy="292225"/>
          </a:xfrm>
        </p:grpSpPr>
        <p:sp>
          <p:nvSpPr>
            <p:cNvPr id="8545" name="Google Shape;8545;p7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73"/>
          <p:cNvGrpSpPr/>
          <p:nvPr/>
        </p:nvGrpSpPr>
        <p:grpSpPr>
          <a:xfrm>
            <a:off x="3532101" y="2408369"/>
            <a:ext cx="354586" cy="355557"/>
            <a:chOff x="-33645475" y="3944800"/>
            <a:chExt cx="292225" cy="293025"/>
          </a:xfrm>
        </p:grpSpPr>
        <p:sp>
          <p:nvSpPr>
            <p:cNvPr id="8548" name="Google Shape;8548;p7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73"/>
          <p:cNvGrpSpPr/>
          <p:nvPr/>
        </p:nvGrpSpPr>
        <p:grpSpPr>
          <a:xfrm>
            <a:off x="2185320" y="2882106"/>
            <a:ext cx="352675" cy="355375"/>
            <a:chOff x="-31809525" y="3192625"/>
            <a:chExt cx="290650" cy="292875"/>
          </a:xfrm>
        </p:grpSpPr>
        <p:sp>
          <p:nvSpPr>
            <p:cNvPr id="8559" name="Google Shape;8559;p7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73"/>
          <p:cNvGrpSpPr/>
          <p:nvPr/>
        </p:nvGrpSpPr>
        <p:grpSpPr>
          <a:xfrm>
            <a:off x="2184835" y="3352658"/>
            <a:ext cx="353645" cy="355557"/>
            <a:chOff x="-31811100" y="3550975"/>
            <a:chExt cx="291450" cy="293025"/>
          </a:xfrm>
        </p:grpSpPr>
        <p:sp>
          <p:nvSpPr>
            <p:cNvPr id="8564" name="Google Shape;8564;p7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73"/>
          <p:cNvGrpSpPr/>
          <p:nvPr/>
        </p:nvGrpSpPr>
        <p:grpSpPr>
          <a:xfrm>
            <a:off x="2178631" y="3816962"/>
            <a:ext cx="366052" cy="356831"/>
            <a:chOff x="-31817400" y="3910025"/>
            <a:chExt cx="301675" cy="294075"/>
          </a:xfrm>
        </p:grpSpPr>
        <p:sp>
          <p:nvSpPr>
            <p:cNvPr id="8572" name="Google Shape;8572;p7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5" name="Google Shape;8575;p73"/>
          <p:cNvGrpSpPr/>
          <p:nvPr/>
        </p:nvGrpSpPr>
        <p:grpSpPr>
          <a:xfrm>
            <a:off x="3970259" y="3353143"/>
            <a:ext cx="354616" cy="354586"/>
            <a:chOff x="-30354000" y="3569100"/>
            <a:chExt cx="292250" cy="292225"/>
          </a:xfrm>
        </p:grpSpPr>
        <p:sp>
          <p:nvSpPr>
            <p:cNvPr id="8576" name="Google Shape;8576;p7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73"/>
          <p:cNvGrpSpPr/>
          <p:nvPr/>
        </p:nvGrpSpPr>
        <p:grpSpPr>
          <a:xfrm>
            <a:off x="1748837" y="1532946"/>
            <a:ext cx="342148" cy="353645"/>
            <a:chOff x="-35118325" y="3202075"/>
            <a:chExt cx="281975" cy="291450"/>
          </a:xfrm>
        </p:grpSpPr>
        <p:sp>
          <p:nvSpPr>
            <p:cNvPr id="8583" name="Google Shape;8583;p7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73"/>
          <p:cNvGrpSpPr/>
          <p:nvPr/>
        </p:nvGrpSpPr>
        <p:grpSpPr>
          <a:xfrm>
            <a:off x="1742618" y="1974199"/>
            <a:ext cx="354586" cy="353221"/>
            <a:chOff x="-35123050" y="3561225"/>
            <a:chExt cx="292225" cy="291100"/>
          </a:xfrm>
        </p:grpSpPr>
        <p:sp>
          <p:nvSpPr>
            <p:cNvPr id="8588" name="Google Shape;8588;p7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73"/>
          <p:cNvGrpSpPr/>
          <p:nvPr/>
        </p:nvGrpSpPr>
        <p:grpSpPr>
          <a:xfrm>
            <a:off x="1784677" y="2409340"/>
            <a:ext cx="270467" cy="353615"/>
            <a:chOff x="-35089175" y="3919600"/>
            <a:chExt cx="222900" cy="291425"/>
          </a:xfrm>
        </p:grpSpPr>
        <p:sp>
          <p:nvSpPr>
            <p:cNvPr id="8591" name="Google Shape;8591;p7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3" name="Google Shape;8593;p73"/>
          <p:cNvGrpSpPr/>
          <p:nvPr/>
        </p:nvGrpSpPr>
        <p:grpSpPr>
          <a:xfrm>
            <a:off x="3981673" y="1532703"/>
            <a:ext cx="336445" cy="354131"/>
            <a:chOff x="-33277650" y="3226875"/>
            <a:chExt cx="277275" cy="291850"/>
          </a:xfrm>
        </p:grpSpPr>
        <p:sp>
          <p:nvSpPr>
            <p:cNvPr id="8594" name="Google Shape;8594;p7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73"/>
          <p:cNvGrpSpPr/>
          <p:nvPr/>
        </p:nvGrpSpPr>
        <p:grpSpPr>
          <a:xfrm>
            <a:off x="3973073" y="1973987"/>
            <a:ext cx="353645" cy="353645"/>
            <a:chOff x="-33286325" y="3586425"/>
            <a:chExt cx="291450" cy="291450"/>
          </a:xfrm>
        </p:grpSpPr>
        <p:sp>
          <p:nvSpPr>
            <p:cNvPr id="8602" name="Google Shape;8602;p7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73"/>
          <p:cNvGrpSpPr/>
          <p:nvPr/>
        </p:nvGrpSpPr>
        <p:grpSpPr>
          <a:xfrm>
            <a:off x="3973073" y="2408369"/>
            <a:ext cx="353645" cy="355557"/>
            <a:chOff x="-33286325" y="3944800"/>
            <a:chExt cx="291450" cy="293025"/>
          </a:xfrm>
        </p:grpSpPr>
        <p:sp>
          <p:nvSpPr>
            <p:cNvPr id="8608" name="Google Shape;8608;p7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73"/>
          <p:cNvGrpSpPr/>
          <p:nvPr/>
        </p:nvGrpSpPr>
        <p:grpSpPr>
          <a:xfrm>
            <a:off x="2631470" y="2881529"/>
            <a:ext cx="353645" cy="356527"/>
            <a:chOff x="-31452725" y="3191825"/>
            <a:chExt cx="291450" cy="293825"/>
          </a:xfrm>
        </p:grpSpPr>
        <p:sp>
          <p:nvSpPr>
            <p:cNvPr id="8613" name="Google Shape;8613;p7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73"/>
          <p:cNvGrpSpPr/>
          <p:nvPr/>
        </p:nvGrpSpPr>
        <p:grpSpPr>
          <a:xfrm>
            <a:off x="2631000" y="3353144"/>
            <a:ext cx="354586" cy="354586"/>
            <a:chOff x="-31452725" y="3551775"/>
            <a:chExt cx="292225" cy="292225"/>
          </a:xfrm>
        </p:grpSpPr>
        <p:sp>
          <p:nvSpPr>
            <p:cNvPr id="8618" name="Google Shape;8618;p7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73"/>
          <p:cNvGrpSpPr/>
          <p:nvPr/>
        </p:nvGrpSpPr>
        <p:grpSpPr>
          <a:xfrm>
            <a:off x="2629559" y="3817129"/>
            <a:ext cx="357468" cy="356497"/>
            <a:chOff x="-31455100" y="3909350"/>
            <a:chExt cx="294600" cy="293800"/>
          </a:xfrm>
        </p:grpSpPr>
        <p:sp>
          <p:nvSpPr>
            <p:cNvPr id="8623" name="Google Shape;8623;p7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73"/>
          <p:cNvGrpSpPr/>
          <p:nvPr/>
        </p:nvGrpSpPr>
        <p:grpSpPr>
          <a:xfrm>
            <a:off x="3970744" y="3818084"/>
            <a:ext cx="353645" cy="354586"/>
            <a:chOff x="-30345325" y="3918800"/>
            <a:chExt cx="291450" cy="292225"/>
          </a:xfrm>
        </p:grpSpPr>
        <p:sp>
          <p:nvSpPr>
            <p:cNvPr id="8626" name="Google Shape;8626;p7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73"/>
          <p:cNvGrpSpPr/>
          <p:nvPr/>
        </p:nvGrpSpPr>
        <p:grpSpPr>
          <a:xfrm>
            <a:off x="2200736" y="1532946"/>
            <a:ext cx="332593" cy="353645"/>
            <a:chOff x="-34755225" y="3202075"/>
            <a:chExt cx="274100" cy="291450"/>
          </a:xfrm>
        </p:grpSpPr>
        <p:sp>
          <p:nvSpPr>
            <p:cNvPr id="8632" name="Google Shape;8632;p7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73"/>
          <p:cNvGrpSpPr/>
          <p:nvPr/>
        </p:nvGrpSpPr>
        <p:grpSpPr>
          <a:xfrm>
            <a:off x="2190209" y="1973987"/>
            <a:ext cx="353645" cy="353645"/>
            <a:chOff x="-34763900" y="3561225"/>
            <a:chExt cx="291450" cy="291450"/>
          </a:xfrm>
        </p:grpSpPr>
        <p:sp>
          <p:nvSpPr>
            <p:cNvPr id="8640" name="Google Shape;8640;p7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3" name="Google Shape;8643;p73"/>
          <p:cNvSpPr/>
          <p:nvPr/>
        </p:nvSpPr>
        <p:spPr>
          <a:xfrm>
            <a:off x="2189608" y="2409419"/>
            <a:ext cx="353645" cy="353615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4" name="Google Shape;8644;p73"/>
          <p:cNvGrpSpPr/>
          <p:nvPr/>
        </p:nvGrpSpPr>
        <p:grpSpPr>
          <a:xfrm>
            <a:off x="845106" y="2882499"/>
            <a:ext cx="354586" cy="354586"/>
            <a:chOff x="-32927950" y="3227275"/>
            <a:chExt cx="292225" cy="292225"/>
          </a:xfrm>
        </p:grpSpPr>
        <p:sp>
          <p:nvSpPr>
            <p:cNvPr id="8645" name="Google Shape;8645;p7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73"/>
          <p:cNvGrpSpPr/>
          <p:nvPr/>
        </p:nvGrpSpPr>
        <p:grpSpPr>
          <a:xfrm>
            <a:off x="844621" y="3353613"/>
            <a:ext cx="355557" cy="353645"/>
            <a:chOff x="-32927950" y="3586425"/>
            <a:chExt cx="293025" cy="291450"/>
          </a:xfrm>
        </p:grpSpPr>
        <p:sp>
          <p:nvSpPr>
            <p:cNvPr id="8651" name="Google Shape;8651;p7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73"/>
          <p:cNvGrpSpPr/>
          <p:nvPr/>
        </p:nvGrpSpPr>
        <p:grpSpPr>
          <a:xfrm>
            <a:off x="845106" y="3817598"/>
            <a:ext cx="354586" cy="355557"/>
            <a:chOff x="-32927950" y="3944800"/>
            <a:chExt cx="292225" cy="293025"/>
          </a:xfrm>
        </p:grpSpPr>
        <p:sp>
          <p:nvSpPr>
            <p:cNvPr id="8657" name="Google Shape;8657;p7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6" name="Google Shape;8666;p73"/>
          <p:cNvGrpSpPr/>
          <p:nvPr/>
        </p:nvGrpSpPr>
        <p:grpSpPr>
          <a:xfrm>
            <a:off x="3073898" y="2882849"/>
            <a:ext cx="354586" cy="353888"/>
            <a:chOff x="-31094350" y="3194000"/>
            <a:chExt cx="292225" cy="291650"/>
          </a:xfrm>
        </p:grpSpPr>
        <p:sp>
          <p:nvSpPr>
            <p:cNvPr id="8667" name="Google Shape;8667;p7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73"/>
          <p:cNvGrpSpPr/>
          <p:nvPr/>
        </p:nvGrpSpPr>
        <p:grpSpPr>
          <a:xfrm>
            <a:off x="3074368" y="3353341"/>
            <a:ext cx="353645" cy="354191"/>
            <a:chOff x="-31093575" y="3552550"/>
            <a:chExt cx="291450" cy="291900"/>
          </a:xfrm>
        </p:grpSpPr>
        <p:sp>
          <p:nvSpPr>
            <p:cNvPr id="8676" name="Google Shape;8676;p7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73"/>
          <p:cNvGrpSpPr/>
          <p:nvPr/>
        </p:nvGrpSpPr>
        <p:grpSpPr>
          <a:xfrm>
            <a:off x="3074368" y="3818569"/>
            <a:ext cx="353645" cy="353615"/>
            <a:chOff x="-31093575" y="3911725"/>
            <a:chExt cx="291450" cy="291425"/>
          </a:xfrm>
        </p:grpSpPr>
        <p:sp>
          <p:nvSpPr>
            <p:cNvPr id="8681" name="Google Shape;8681;p7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73"/>
          <p:cNvGrpSpPr/>
          <p:nvPr/>
        </p:nvGrpSpPr>
        <p:grpSpPr>
          <a:xfrm>
            <a:off x="2183798" y="4275536"/>
            <a:ext cx="356497" cy="354586"/>
            <a:chOff x="-29946000" y="3183175"/>
            <a:chExt cx="293800" cy="292225"/>
          </a:xfrm>
        </p:grpSpPr>
        <p:sp>
          <p:nvSpPr>
            <p:cNvPr id="8684" name="Google Shape;8684;p7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73"/>
          <p:cNvGrpSpPr/>
          <p:nvPr/>
        </p:nvGrpSpPr>
        <p:grpSpPr>
          <a:xfrm>
            <a:off x="2628330" y="1532689"/>
            <a:ext cx="358408" cy="354161"/>
            <a:chOff x="-34408675" y="3202075"/>
            <a:chExt cx="295375" cy="291875"/>
          </a:xfrm>
        </p:grpSpPr>
        <p:sp>
          <p:nvSpPr>
            <p:cNvPr id="8691" name="Google Shape;8691;p7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73"/>
          <p:cNvGrpSpPr/>
          <p:nvPr/>
        </p:nvGrpSpPr>
        <p:grpSpPr>
          <a:xfrm>
            <a:off x="2630241" y="1972683"/>
            <a:ext cx="354586" cy="356254"/>
            <a:chOff x="-34405525" y="3558075"/>
            <a:chExt cx="292225" cy="293600"/>
          </a:xfrm>
        </p:grpSpPr>
        <p:sp>
          <p:nvSpPr>
            <p:cNvPr id="8696" name="Google Shape;8696;p7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73"/>
          <p:cNvGrpSpPr/>
          <p:nvPr/>
        </p:nvGrpSpPr>
        <p:grpSpPr>
          <a:xfrm>
            <a:off x="2629755" y="2409340"/>
            <a:ext cx="355557" cy="353615"/>
            <a:chOff x="-34406325" y="3919600"/>
            <a:chExt cx="293025" cy="291425"/>
          </a:xfrm>
        </p:grpSpPr>
        <p:sp>
          <p:nvSpPr>
            <p:cNvPr id="8700" name="Google Shape;8700;p7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73"/>
          <p:cNvGrpSpPr/>
          <p:nvPr/>
        </p:nvGrpSpPr>
        <p:grpSpPr>
          <a:xfrm>
            <a:off x="1293653" y="2888703"/>
            <a:ext cx="353645" cy="342179"/>
            <a:chOff x="-32568800" y="3232000"/>
            <a:chExt cx="291450" cy="282000"/>
          </a:xfrm>
        </p:grpSpPr>
        <p:sp>
          <p:nvSpPr>
            <p:cNvPr id="8708" name="Google Shape;8708;p7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0" name="Google Shape;8710;p73"/>
          <p:cNvGrpSpPr/>
          <p:nvPr/>
        </p:nvGrpSpPr>
        <p:grpSpPr>
          <a:xfrm>
            <a:off x="1293183" y="3353613"/>
            <a:ext cx="354586" cy="353645"/>
            <a:chOff x="-32569575" y="3586425"/>
            <a:chExt cx="292225" cy="291450"/>
          </a:xfrm>
        </p:grpSpPr>
        <p:sp>
          <p:nvSpPr>
            <p:cNvPr id="8711" name="Google Shape;8711;p7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73"/>
          <p:cNvGrpSpPr/>
          <p:nvPr/>
        </p:nvGrpSpPr>
        <p:grpSpPr>
          <a:xfrm>
            <a:off x="1284098" y="3818205"/>
            <a:ext cx="372756" cy="354343"/>
            <a:chOff x="-32576675" y="3944600"/>
            <a:chExt cx="307200" cy="292025"/>
          </a:xfrm>
        </p:grpSpPr>
        <p:sp>
          <p:nvSpPr>
            <p:cNvPr id="8714" name="Google Shape;8714;p7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73"/>
          <p:cNvGrpSpPr/>
          <p:nvPr/>
        </p:nvGrpSpPr>
        <p:grpSpPr>
          <a:xfrm>
            <a:off x="3529065" y="2882500"/>
            <a:ext cx="354586" cy="354586"/>
            <a:chOff x="-30735200" y="3192625"/>
            <a:chExt cx="292225" cy="292225"/>
          </a:xfrm>
        </p:grpSpPr>
        <p:sp>
          <p:nvSpPr>
            <p:cNvPr id="8717" name="Google Shape;8717;p7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73"/>
          <p:cNvGrpSpPr/>
          <p:nvPr/>
        </p:nvGrpSpPr>
        <p:grpSpPr>
          <a:xfrm>
            <a:off x="3529065" y="3353932"/>
            <a:ext cx="354586" cy="353008"/>
            <a:chOff x="-30735200" y="3552550"/>
            <a:chExt cx="292225" cy="290925"/>
          </a:xfrm>
        </p:grpSpPr>
        <p:sp>
          <p:nvSpPr>
            <p:cNvPr id="8725" name="Google Shape;8725;p7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7" name="Google Shape;8727;p73"/>
          <p:cNvGrpSpPr/>
          <p:nvPr/>
        </p:nvGrpSpPr>
        <p:grpSpPr>
          <a:xfrm>
            <a:off x="3529065" y="3818554"/>
            <a:ext cx="354586" cy="353645"/>
            <a:chOff x="-30735200" y="3910925"/>
            <a:chExt cx="292225" cy="291450"/>
          </a:xfrm>
        </p:grpSpPr>
        <p:sp>
          <p:nvSpPr>
            <p:cNvPr id="8728" name="Google Shape;8728;p7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0" name="Google Shape;8730;p73"/>
          <p:cNvSpPr/>
          <p:nvPr/>
        </p:nvSpPr>
        <p:spPr>
          <a:xfrm>
            <a:off x="2632180" y="4275642"/>
            <a:ext cx="354586" cy="353645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1" name="Google Shape;8731;p73"/>
          <p:cNvGrpSpPr/>
          <p:nvPr/>
        </p:nvGrpSpPr>
        <p:grpSpPr>
          <a:xfrm>
            <a:off x="4882910" y="1531421"/>
            <a:ext cx="358971" cy="359224"/>
            <a:chOff x="-57956275" y="3197925"/>
            <a:chExt cx="319000" cy="319225"/>
          </a:xfrm>
        </p:grpSpPr>
        <p:sp>
          <p:nvSpPr>
            <p:cNvPr id="8732" name="Google Shape;8732;p7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73"/>
          <p:cNvGrpSpPr/>
          <p:nvPr/>
        </p:nvGrpSpPr>
        <p:grpSpPr>
          <a:xfrm>
            <a:off x="4905064" y="1987846"/>
            <a:ext cx="314662" cy="358971"/>
            <a:chOff x="-57940525" y="3590375"/>
            <a:chExt cx="279625" cy="319000"/>
          </a:xfrm>
        </p:grpSpPr>
        <p:sp>
          <p:nvSpPr>
            <p:cNvPr id="8740" name="Google Shape;8740;p7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5" name="Google Shape;8745;p73"/>
          <p:cNvGrpSpPr/>
          <p:nvPr/>
        </p:nvGrpSpPr>
        <p:grpSpPr>
          <a:xfrm>
            <a:off x="4875945" y="2429217"/>
            <a:ext cx="358099" cy="358999"/>
            <a:chOff x="-57959425" y="3982600"/>
            <a:chExt cx="318225" cy="319025"/>
          </a:xfrm>
        </p:grpSpPr>
        <p:sp>
          <p:nvSpPr>
            <p:cNvPr id="8746" name="Google Shape;8746;p7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0" name="Google Shape;8750;p73"/>
          <p:cNvGrpSpPr/>
          <p:nvPr/>
        </p:nvGrpSpPr>
        <p:grpSpPr>
          <a:xfrm>
            <a:off x="7076112" y="1532546"/>
            <a:ext cx="357226" cy="357226"/>
            <a:chOff x="-55987225" y="3198925"/>
            <a:chExt cx="317450" cy="317450"/>
          </a:xfrm>
        </p:grpSpPr>
        <p:sp>
          <p:nvSpPr>
            <p:cNvPr id="8751" name="Google Shape;8751;p7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73"/>
          <p:cNvGrpSpPr/>
          <p:nvPr/>
        </p:nvGrpSpPr>
        <p:grpSpPr>
          <a:xfrm>
            <a:off x="7076112" y="1988578"/>
            <a:ext cx="357226" cy="357367"/>
            <a:chOff x="-55987225" y="3591025"/>
            <a:chExt cx="317450" cy="317575"/>
          </a:xfrm>
        </p:grpSpPr>
        <p:sp>
          <p:nvSpPr>
            <p:cNvPr id="8756" name="Google Shape;8756;p7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73"/>
          <p:cNvGrpSpPr/>
          <p:nvPr/>
        </p:nvGrpSpPr>
        <p:grpSpPr>
          <a:xfrm>
            <a:off x="7090027" y="2429217"/>
            <a:ext cx="358999" cy="358999"/>
            <a:chOff x="-55988800" y="3982600"/>
            <a:chExt cx="319025" cy="319025"/>
          </a:xfrm>
        </p:grpSpPr>
        <p:sp>
          <p:nvSpPr>
            <p:cNvPr id="8762" name="Google Shape;8762;p7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73"/>
          <p:cNvGrpSpPr/>
          <p:nvPr/>
        </p:nvGrpSpPr>
        <p:grpSpPr>
          <a:xfrm>
            <a:off x="5748546" y="2887174"/>
            <a:ext cx="356326" cy="358971"/>
            <a:chOff x="-54026025" y="3192625"/>
            <a:chExt cx="316650" cy="319000"/>
          </a:xfrm>
        </p:grpSpPr>
        <p:sp>
          <p:nvSpPr>
            <p:cNvPr id="8768" name="Google Shape;8768;p7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6" name="Google Shape;8776;p73"/>
          <p:cNvGrpSpPr/>
          <p:nvPr/>
        </p:nvGrpSpPr>
        <p:grpSpPr>
          <a:xfrm>
            <a:off x="5768492" y="3358148"/>
            <a:ext cx="316434" cy="358099"/>
            <a:chOff x="-54007925" y="3584850"/>
            <a:chExt cx="281200" cy="318225"/>
          </a:xfrm>
        </p:grpSpPr>
        <p:sp>
          <p:nvSpPr>
            <p:cNvPr id="8777" name="Google Shape;8777;p7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73"/>
          <p:cNvGrpSpPr/>
          <p:nvPr/>
        </p:nvGrpSpPr>
        <p:grpSpPr>
          <a:xfrm>
            <a:off x="5768492" y="3820033"/>
            <a:ext cx="316434" cy="358914"/>
            <a:chOff x="-54007925" y="3975575"/>
            <a:chExt cx="281200" cy="318950"/>
          </a:xfrm>
        </p:grpSpPr>
        <p:sp>
          <p:nvSpPr>
            <p:cNvPr id="8784" name="Google Shape;8784;p7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8" name="Google Shape;8788;p73"/>
          <p:cNvGrpSpPr/>
          <p:nvPr/>
        </p:nvGrpSpPr>
        <p:grpSpPr>
          <a:xfrm>
            <a:off x="8003359" y="2904504"/>
            <a:ext cx="274770" cy="358492"/>
            <a:chOff x="-52005775" y="3208025"/>
            <a:chExt cx="244175" cy="318575"/>
          </a:xfrm>
        </p:grpSpPr>
        <p:sp>
          <p:nvSpPr>
            <p:cNvPr id="8789" name="Google Shape;8789;p7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73"/>
          <p:cNvGrpSpPr/>
          <p:nvPr/>
        </p:nvGrpSpPr>
        <p:grpSpPr>
          <a:xfrm>
            <a:off x="5309825" y="1532546"/>
            <a:ext cx="358099" cy="358099"/>
            <a:chOff x="-57568775" y="3198925"/>
            <a:chExt cx="318225" cy="318225"/>
          </a:xfrm>
        </p:grpSpPr>
        <p:sp>
          <p:nvSpPr>
            <p:cNvPr id="8801" name="Google Shape;8801;p7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73"/>
          <p:cNvGrpSpPr/>
          <p:nvPr/>
        </p:nvGrpSpPr>
        <p:grpSpPr>
          <a:xfrm>
            <a:off x="5331543" y="1987846"/>
            <a:ext cx="314662" cy="358099"/>
            <a:chOff x="-57549075" y="3590375"/>
            <a:chExt cx="279625" cy="318225"/>
          </a:xfrm>
        </p:grpSpPr>
        <p:sp>
          <p:nvSpPr>
            <p:cNvPr id="8808" name="Google Shape;8808;p7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2" name="Google Shape;8812;p73"/>
          <p:cNvGrpSpPr/>
          <p:nvPr/>
        </p:nvGrpSpPr>
        <p:grpSpPr>
          <a:xfrm>
            <a:off x="5323740" y="2429217"/>
            <a:ext cx="359871" cy="359871"/>
            <a:chOff x="-57570350" y="3982600"/>
            <a:chExt cx="319800" cy="319800"/>
          </a:xfrm>
        </p:grpSpPr>
        <p:sp>
          <p:nvSpPr>
            <p:cNvPr id="8813" name="Google Shape;8813;p7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73"/>
          <p:cNvGrpSpPr/>
          <p:nvPr/>
        </p:nvGrpSpPr>
        <p:grpSpPr>
          <a:xfrm>
            <a:off x="7538779" y="1531646"/>
            <a:ext cx="314662" cy="358999"/>
            <a:chOff x="-55576850" y="3198125"/>
            <a:chExt cx="279625" cy="319025"/>
          </a:xfrm>
        </p:grpSpPr>
        <p:sp>
          <p:nvSpPr>
            <p:cNvPr id="8818" name="Google Shape;8818;p7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2" name="Google Shape;8822;p73"/>
          <p:cNvGrpSpPr/>
          <p:nvPr/>
        </p:nvGrpSpPr>
        <p:grpSpPr>
          <a:xfrm>
            <a:off x="7516174" y="1987621"/>
            <a:ext cx="359871" cy="358324"/>
            <a:chOff x="-55596550" y="3590175"/>
            <a:chExt cx="319800" cy="318425"/>
          </a:xfrm>
        </p:grpSpPr>
        <p:sp>
          <p:nvSpPr>
            <p:cNvPr id="8823" name="Google Shape;8823;p7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73"/>
          <p:cNvGrpSpPr/>
          <p:nvPr/>
        </p:nvGrpSpPr>
        <p:grpSpPr>
          <a:xfrm>
            <a:off x="7531412" y="2428964"/>
            <a:ext cx="358999" cy="359252"/>
            <a:chOff x="-55595775" y="3982375"/>
            <a:chExt cx="319025" cy="319250"/>
          </a:xfrm>
        </p:grpSpPr>
        <p:sp>
          <p:nvSpPr>
            <p:cNvPr id="8828" name="Google Shape;8828;p7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73"/>
          <p:cNvGrpSpPr/>
          <p:nvPr/>
        </p:nvGrpSpPr>
        <p:grpSpPr>
          <a:xfrm>
            <a:off x="6188595" y="2887174"/>
            <a:ext cx="358999" cy="358099"/>
            <a:chOff x="-53635375" y="3192625"/>
            <a:chExt cx="319025" cy="318225"/>
          </a:xfrm>
        </p:grpSpPr>
        <p:sp>
          <p:nvSpPr>
            <p:cNvPr id="8835" name="Google Shape;8835;p7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73"/>
          <p:cNvGrpSpPr/>
          <p:nvPr/>
        </p:nvGrpSpPr>
        <p:grpSpPr>
          <a:xfrm>
            <a:off x="6210763" y="3358148"/>
            <a:ext cx="314662" cy="358999"/>
            <a:chOff x="-53615675" y="3584850"/>
            <a:chExt cx="279625" cy="319025"/>
          </a:xfrm>
        </p:grpSpPr>
        <p:sp>
          <p:nvSpPr>
            <p:cNvPr id="8839" name="Google Shape;8839;p7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73"/>
          <p:cNvGrpSpPr/>
          <p:nvPr/>
        </p:nvGrpSpPr>
        <p:grpSpPr>
          <a:xfrm>
            <a:off x="6188609" y="3821074"/>
            <a:ext cx="358971" cy="357874"/>
            <a:chOff x="-53634575" y="3976500"/>
            <a:chExt cx="319000" cy="318025"/>
          </a:xfrm>
        </p:grpSpPr>
        <p:sp>
          <p:nvSpPr>
            <p:cNvPr id="8843" name="Google Shape;8843;p7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73"/>
          <p:cNvGrpSpPr/>
          <p:nvPr/>
        </p:nvGrpSpPr>
        <p:grpSpPr>
          <a:xfrm>
            <a:off x="7983413" y="3364028"/>
            <a:ext cx="314662" cy="358436"/>
            <a:chOff x="-52023900" y="3590075"/>
            <a:chExt cx="279625" cy="318525"/>
          </a:xfrm>
        </p:grpSpPr>
        <p:sp>
          <p:nvSpPr>
            <p:cNvPr id="8852" name="Google Shape;8852;p7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9" name="Google Shape;8859;p73"/>
          <p:cNvGrpSpPr/>
          <p:nvPr/>
        </p:nvGrpSpPr>
        <p:grpSpPr>
          <a:xfrm>
            <a:off x="5746654" y="1532546"/>
            <a:ext cx="358971" cy="358971"/>
            <a:chOff x="-57173375" y="3198925"/>
            <a:chExt cx="319000" cy="319000"/>
          </a:xfrm>
        </p:grpSpPr>
        <p:sp>
          <p:nvSpPr>
            <p:cNvPr id="8860" name="Google Shape;8860;p7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73"/>
          <p:cNvGrpSpPr/>
          <p:nvPr/>
        </p:nvGrpSpPr>
        <p:grpSpPr>
          <a:xfrm>
            <a:off x="5747541" y="2009987"/>
            <a:ext cx="357198" cy="314690"/>
            <a:chOff x="-57176525" y="3610050"/>
            <a:chExt cx="317425" cy="279650"/>
          </a:xfrm>
        </p:grpSpPr>
        <p:sp>
          <p:nvSpPr>
            <p:cNvPr id="8865" name="Google Shape;8865;p7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0" name="Google Shape;8870;p73"/>
          <p:cNvGrpSpPr/>
          <p:nvPr/>
        </p:nvGrpSpPr>
        <p:grpSpPr>
          <a:xfrm>
            <a:off x="5779179" y="2428542"/>
            <a:ext cx="323524" cy="358774"/>
            <a:chOff x="-57162350" y="3982000"/>
            <a:chExt cx="287500" cy="318825"/>
          </a:xfrm>
        </p:grpSpPr>
        <p:sp>
          <p:nvSpPr>
            <p:cNvPr id="8871" name="Google Shape;8871;p7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73"/>
          <p:cNvGrpSpPr/>
          <p:nvPr/>
        </p:nvGrpSpPr>
        <p:grpSpPr>
          <a:xfrm>
            <a:off x="7957995" y="1532546"/>
            <a:ext cx="358099" cy="356326"/>
            <a:chOff x="-55202750" y="3198925"/>
            <a:chExt cx="318225" cy="316650"/>
          </a:xfrm>
        </p:grpSpPr>
        <p:sp>
          <p:nvSpPr>
            <p:cNvPr id="8880" name="Google Shape;8880;p7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2" name="Google Shape;8882;p73"/>
          <p:cNvGrpSpPr/>
          <p:nvPr/>
        </p:nvGrpSpPr>
        <p:grpSpPr>
          <a:xfrm>
            <a:off x="7968629" y="1987846"/>
            <a:ext cx="336830" cy="358099"/>
            <a:chOff x="-55194875" y="3590375"/>
            <a:chExt cx="299325" cy="318225"/>
          </a:xfrm>
        </p:grpSpPr>
        <p:sp>
          <p:nvSpPr>
            <p:cNvPr id="8883" name="Google Shape;8883;p7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8" name="Google Shape;8888;p73"/>
          <p:cNvGrpSpPr/>
          <p:nvPr/>
        </p:nvGrpSpPr>
        <p:grpSpPr>
          <a:xfrm>
            <a:off x="7973247" y="2430117"/>
            <a:ext cx="357198" cy="357198"/>
            <a:chOff x="-55203525" y="3983400"/>
            <a:chExt cx="317425" cy="317425"/>
          </a:xfrm>
        </p:grpSpPr>
        <p:sp>
          <p:nvSpPr>
            <p:cNvPr id="8889" name="Google Shape;8889;p7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2" name="Google Shape;8892;p73"/>
          <p:cNvGrpSpPr/>
          <p:nvPr/>
        </p:nvGrpSpPr>
        <p:grpSpPr>
          <a:xfrm>
            <a:off x="6639727" y="2887174"/>
            <a:ext cx="335930" cy="358971"/>
            <a:chOff x="-53232900" y="3192625"/>
            <a:chExt cx="298525" cy="319000"/>
          </a:xfrm>
        </p:grpSpPr>
        <p:sp>
          <p:nvSpPr>
            <p:cNvPr id="8893" name="Google Shape;8893;p7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1" name="Google Shape;8901;p73"/>
          <p:cNvGrpSpPr/>
          <p:nvPr/>
        </p:nvGrpSpPr>
        <p:grpSpPr>
          <a:xfrm>
            <a:off x="6629093" y="3358148"/>
            <a:ext cx="357198" cy="356326"/>
            <a:chOff x="-53242350" y="3584850"/>
            <a:chExt cx="317425" cy="316650"/>
          </a:xfrm>
        </p:grpSpPr>
        <p:sp>
          <p:nvSpPr>
            <p:cNvPr id="8902" name="Google Shape;8902;p7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73"/>
          <p:cNvGrpSpPr/>
          <p:nvPr/>
        </p:nvGrpSpPr>
        <p:grpSpPr>
          <a:xfrm>
            <a:off x="6650362" y="3820849"/>
            <a:ext cx="314662" cy="358999"/>
            <a:chOff x="-53224225" y="3976300"/>
            <a:chExt cx="279625" cy="319025"/>
          </a:xfrm>
        </p:grpSpPr>
        <p:sp>
          <p:nvSpPr>
            <p:cNvPr id="8908" name="Google Shape;8908;p7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5" name="Google Shape;8915;p73"/>
          <p:cNvGrpSpPr/>
          <p:nvPr/>
        </p:nvGrpSpPr>
        <p:grpSpPr>
          <a:xfrm>
            <a:off x="7961258" y="3828529"/>
            <a:ext cx="358971" cy="358408"/>
            <a:chOff x="-52043575" y="3983125"/>
            <a:chExt cx="319000" cy="318500"/>
          </a:xfrm>
        </p:grpSpPr>
        <p:sp>
          <p:nvSpPr>
            <p:cNvPr id="8916" name="Google Shape;8916;p7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73"/>
          <p:cNvGrpSpPr/>
          <p:nvPr/>
        </p:nvGrpSpPr>
        <p:grpSpPr>
          <a:xfrm>
            <a:off x="6215199" y="1532546"/>
            <a:ext cx="314662" cy="358971"/>
            <a:chOff x="-56766175" y="3198925"/>
            <a:chExt cx="279625" cy="319000"/>
          </a:xfrm>
        </p:grpSpPr>
        <p:sp>
          <p:nvSpPr>
            <p:cNvPr id="8926" name="Google Shape;8926;p7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73"/>
          <p:cNvGrpSpPr/>
          <p:nvPr/>
        </p:nvGrpSpPr>
        <p:grpSpPr>
          <a:xfrm>
            <a:off x="6214313" y="1987846"/>
            <a:ext cx="316434" cy="358099"/>
            <a:chOff x="-56766175" y="3590375"/>
            <a:chExt cx="281200" cy="318225"/>
          </a:xfrm>
        </p:grpSpPr>
        <p:sp>
          <p:nvSpPr>
            <p:cNvPr id="8934" name="Google Shape;8934;p7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73"/>
          <p:cNvGrpSpPr/>
          <p:nvPr/>
        </p:nvGrpSpPr>
        <p:grpSpPr>
          <a:xfrm>
            <a:off x="6251269" y="2429217"/>
            <a:ext cx="272126" cy="358099"/>
            <a:chOff x="-56747275" y="3982600"/>
            <a:chExt cx="241825" cy="318225"/>
          </a:xfrm>
        </p:grpSpPr>
        <p:sp>
          <p:nvSpPr>
            <p:cNvPr id="8939" name="Google Shape;8939;p7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73"/>
          <p:cNvGrpSpPr/>
          <p:nvPr/>
        </p:nvGrpSpPr>
        <p:grpSpPr>
          <a:xfrm>
            <a:off x="4881188" y="2894264"/>
            <a:ext cx="314662" cy="358971"/>
            <a:chOff x="-54793175" y="3198925"/>
            <a:chExt cx="279625" cy="319000"/>
          </a:xfrm>
        </p:grpSpPr>
        <p:sp>
          <p:nvSpPr>
            <p:cNvPr id="8947" name="Google Shape;8947;p7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4" name="Google Shape;8954;p73"/>
          <p:cNvGrpSpPr/>
          <p:nvPr/>
        </p:nvGrpSpPr>
        <p:grpSpPr>
          <a:xfrm>
            <a:off x="4859020" y="3371455"/>
            <a:ext cx="358999" cy="342991"/>
            <a:chOff x="-54812875" y="3596675"/>
            <a:chExt cx="319025" cy="304800"/>
          </a:xfrm>
        </p:grpSpPr>
        <p:sp>
          <p:nvSpPr>
            <p:cNvPr id="8955" name="Google Shape;8955;p7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2" name="Google Shape;8962;p73"/>
          <p:cNvSpPr/>
          <p:nvPr/>
        </p:nvSpPr>
        <p:spPr>
          <a:xfrm>
            <a:off x="5033910" y="3745725"/>
            <a:ext cx="8018" cy="900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3" name="Google Shape;8963;p73"/>
          <p:cNvSpPr/>
          <p:nvPr/>
        </p:nvSpPr>
        <p:spPr>
          <a:xfrm>
            <a:off x="5034361" y="3746598"/>
            <a:ext cx="7118" cy="928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4" name="Google Shape;8964;p73"/>
          <p:cNvGrpSpPr/>
          <p:nvPr/>
        </p:nvGrpSpPr>
        <p:grpSpPr>
          <a:xfrm>
            <a:off x="4881188" y="3827938"/>
            <a:ext cx="314662" cy="358099"/>
            <a:chOff x="-54793175" y="3982600"/>
            <a:chExt cx="279625" cy="318225"/>
          </a:xfrm>
        </p:grpSpPr>
        <p:sp>
          <p:nvSpPr>
            <p:cNvPr id="8965" name="Google Shape;8965;p7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73"/>
          <p:cNvGrpSpPr/>
          <p:nvPr/>
        </p:nvGrpSpPr>
        <p:grpSpPr>
          <a:xfrm>
            <a:off x="7092647" y="2887174"/>
            <a:ext cx="314662" cy="358099"/>
            <a:chOff x="-52832000" y="3192625"/>
            <a:chExt cx="279625" cy="318225"/>
          </a:xfrm>
        </p:grpSpPr>
        <p:sp>
          <p:nvSpPr>
            <p:cNvPr id="8973" name="Google Shape;8973;p7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73"/>
          <p:cNvGrpSpPr/>
          <p:nvPr/>
        </p:nvGrpSpPr>
        <p:grpSpPr>
          <a:xfrm>
            <a:off x="7070492" y="3359048"/>
            <a:ext cx="358971" cy="357198"/>
            <a:chOff x="-52851675" y="3585650"/>
            <a:chExt cx="319000" cy="317425"/>
          </a:xfrm>
        </p:grpSpPr>
        <p:sp>
          <p:nvSpPr>
            <p:cNvPr id="8982" name="Google Shape;8982;p7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73"/>
          <p:cNvGrpSpPr/>
          <p:nvPr/>
        </p:nvGrpSpPr>
        <p:grpSpPr>
          <a:xfrm>
            <a:off x="7092647" y="3820849"/>
            <a:ext cx="314662" cy="358999"/>
            <a:chOff x="-52832000" y="3976300"/>
            <a:chExt cx="279625" cy="319025"/>
          </a:xfrm>
        </p:grpSpPr>
        <p:sp>
          <p:nvSpPr>
            <p:cNvPr id="8989" name="Google Shape;8989;p7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73"/>
          <p:cNvGrpSpPr/>
          <p:nvPr/>
        </p:nvGrpSpPr>
        <p:grpSpPr>
          <a:xfrm>
            <a:off x="6209853" y="4275497"/>
            <a:ext cx="316434" cy="358099"/>
            <a:chOff x="-51633225" y="3198925"/>
            <a:chExt cx="281200" cy="318225"/>
          </a:xfrm>
        </p:grpSpPr>
        <p:sp>
          <p:nvSpPr>
            <p:cNvPr id="8995" name="Google Shape;8995;p7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2" name="Google Shape;9002;p73"/>
          <p:cNvGrpSpPr/>
          <p:nvPr/>
        </p:nvGrpSpPr>
        <p:grpSpPr>
          <a:xfrm>
            <a:off x="6628676" y="1533418"/>
            <a:ext cx="365188" cy="357226"/>
            <a:chOff x="-56396775" y="3199700"/>
            <a:chExt cx="324525" cy="317450"/>
          </a:xfrm>
        </p:grpSpPr>
        <p:sp>
          <p:nvSpPr>
            <p:cNvPr id="9003" name="Google Shape;9003;p7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73"/>
          <p:cNvGrpSpPr/>
          <p:nvPr/>
        </p:nvGrpSpPr>
        <p:grpSpPr>
          <a:xfrm>
            <a:off x="6631771" y="1999353"/>
            <a:ext cx="358999" cy="335958"/>
            <a:chOff x="-56394425" y="3600600"/>
            <a:chExt cx="319025" cy="298550"/>
          </a:xfrm>
        </p:grpSpPr>
        <p:sp>
          <p:nvSpPr>
            <p:cNvPr id="9010" name="Google Shape;9010;p7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3" name="Google Shape;9013;p73"/>
          <p:cNvGrpSpPr/>
          <p:nvPr/>
        </p:nvGrpSpPr>
        <p:grpSpPr>
          <a:xfrm>
            <a:off x="6662538" y="2430117"/>
            <a:ext cx="327068" cy="357198"/>
            <a:chOff x="-56379450" y="3983400"/>
            <a:chExt cx="290650" cy="317425"/>
          </a:xfrm>
        </p:grpSpPr>
        <p:sp>
          <p:nvSpPr>
            <p:cNvPr id="9014" name="Google Shape;9014;p7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73"/>
          <p:cNvGrpSpPr/>
          <p:nvPr/>
        </p:nvGrpSpPr>
        <p:grpSpPr>
          <a:xfrm>
            <a:off x="5326242" y="2894264"/>
            <a:ext cx="316434" cy="358971"/>
            <a:chOff x="-54401725" y="3198925"/>
            <a:chExt cx="281200" cy="319000"/>
          </a:xfrm>
        </p:grpSpPr>
        <p:sp>
          <p:nvSpPr>
            <p:cNvPr id="9023" name="Google Shape;9023;p7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73"/>
          <p:cNvGrpSpPr/>
          <p:nvPr/>
        </p:nvGrpSpPr>
        <p:grpSpPr>
          <a:xfrm>
            <a:off x="5327128" y="3364365"/>
            <a:ext cx="314662" cy="358099"/>
            <a:chOff x="-54401725" y="3590375"/>
            <a:chExt cx="279625" cy="318225"/>
          </a:xfrm>
        </p:grpSpPr>
        <p:sp>
          <p:nvSpPr>
            <p:cNvPr id="9035" name="Google Shape;9035;p7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73"/>
          <p:cNvGrpSpPr/>
          <p:nvPr/>
        </p:nvGrpSpPr>
        <p:grpSpPr>
          <a:xfrm>
            <a:off x="5324920" y="3827938"/>
            <a:ext cx="319079" cy="358099"/>
            <a:chOff x="-54403300" y="3982600"/>
            <a:chExt cx="283550" cy="318225"/>
          </a:xfrm>
        </p:grpSpPr>
        <p:sp>
          <p:nvSpPr>
            <p:cNvPr id="9042" name="Google Shape;9042;p7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7" name="Google Shape;9047;p73"/>
          <p:cNvGrpSpPr/>
          <p:nvPr/>
        </p:nvGrpSpPr>
        <p:grpSpPr>
          <a:xfrm>
            <a:off x="7512313" y="2889172"/>
            <a:ext cx="356298" cy="356973"/>
            <a:chOff x="-52458650" y="3194400"/>
            <a:chExt cx="316625" cy="317225"/>
          </a:xfrm>
        </p:grpSpPr>
        <p:sp>
          <p:nvSpPr>
            <p:cNvPr id="9048" name="Google Shape;9048;p7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73"/>
          <p:cNvGrpSpPr/>
          <p:nvPr/>
        </p:nvGrpSpPr>
        <p:grpSpPr>
          <a:xfrm>
            <a:off x="7521611" y="3358148"/>
            <a:ext cx="337703" cy="357845"/>
            <a:chOff x="-52450000" y="3584850"/>
            <a:chExt cx="300100" cy="318000"/>
          </a:xfrm>
        </p:grpSpPr>
        <p:sp>
          <p:nvSpPr>
            <p:cNvPr id="9057" name="Google Shape;9057;p7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73"/>
          <p:cNvGrpSpPr/>
          <p:nvPr/>
        </p:nvGrpSpPr>
        <p:grpSpPr>
          <a:xfrm>
            <a:off x="7533131" y="3822621"/>
            <a:ext cx="314662" cy="357226"/>
            <a:chOff x="-52440550" y="3977875"/>
            <a:chExt cx="279625" cy="317450"/>
          </a:xfrm>
        </p:grpSpPr>
        <p:sp>
          <p:nvSpPr>
            <p:cNvPr id="9065" name="Google Shape;9065;p7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3" name="Google Shape;9073;p73"/>
          <p:cNvGrpSpPr/>
          <p:nvPr/>
        </p:nvGrpSpPr>
        <p:grpSpPr>
          <a:xfrm>
            <a:off x="6645066" y="4278827"/>
            <a:ext cx="314662" cy="358999"/>
            <a:chOff x="-51623775" y="3584850"/>
            <a:chExt cx="279625" cy="319025"/>
          </a:xfrm>
        </p:grpSpPr>
        <p:sp>
          <p:nvSpPr>
            <p:cNvPr id="9074" name="Google Shape;9074;p7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86" name="Shape 9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7" name="Google Shape;9087;p74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88" name="Google Shape;9088;p74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089" name="Google Shape;9089;p74"/>
          <p:cNvGrpSpPr/>
          <p:nvPr/>
        </p:nvGrpSpPr>
        <p:grpSpPr>
          <a:xfrm>
            <a:off x="885675" y="1539249"/>
            <a:ext cx="276003" cy="357300"/>
            <a:chOff x="-50469125" y="3183175"/>
            <a:chExt cx="233150" cy="301825"/>
          </a:xfrm>
        </p:grpSpPr>
        <p:sp>
          <p:nvSpPr>
            <p:cNvPr id="9090" name="Google Shape;9090;p7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74"/>
          <p:cNvGrpSpPr/>
          <p:nvPr/>
        </p:nvGrpSpPr>
        <p:grpSpPr>
          <a:xfrm>
            <a:off x="845574" y="1974651"/>
            <a:ext cx="356205" cy="355288"/>
            <a:chOff x="-50504575" y="3550975"/>
            <a:chExt cx="300900" cy="300125"/>
          </a:xfrm>
        </p:grpSpPr>
        <p:sp>
          <p:nvSpPr>
            <p:cNvPr id="9094" name="Google Shape;9094;p7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8" name="Google Shape;9098;p74"/>
          <p:cNvGrpSpPr/>
          <p:nvPr/>
        </p:nvGrpSpPr>
        <p:grpSpPr>
          <a:xfrm>
            <a:off x="845574" y="2412893"/>
            <a:ext cx="356205" cy="354341"/>
            <a:chOff x="-50503000" y="3921175"/>
            <a:chExt cx="300900" cy="299325"/>
          </a:xfrm>
        </p:grpSpPr>
        <p:sp>
          <p:nvSpPr>
            <p:cNvPr id="9099" name="Google Shape;9099;p7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74"/>
          <p:cNvGrpSpPr/>
          <p:nvPr/>
        </p:nvGrpSpPr>
        <p:grpSpPr>
          <a:xfrm>
            <a:off x="3049627" y="1558811"/>
            <a:ext cx="355258" cy="356205"/>
            <a:chOff x="-48630025" y="3199700"/>
            <a:chExt cx="300100" cy="300900"/>
          </a:xfrm>
        </p:grpSpPr>
        <p:sp>
          <p:nvSpPr>
            <p:cNvPr id="9105" name="Google Shape;9105;p7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8" name="Google Shape;9108;p74"/>
          <p:cNvGrpSpPr/>
          <p:nvPr/>
        </p:nvGrpSpPr>
        <p:grpSpPr>
          <a:xfrm>
            <a:off x="3049627" y="1996107"/>
            <a:ext cx="355258" cy="355258"/>
            <a:chOff x="-48630025" y="3569100"/>
            <a:chExt cx="300100" cy="300100"/>
          </a:xfrm>
        </p:grpSpPr>
        <p:sp>
          <p:nvSpPr>
            <p:cNvPr id="9109" name="Google Shape;9109;p7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9" name="Google Shape;9119;p74"/>
          <p:cNvGrpSpPr/>
          <p:nvPr/>
        </p:nvGrpSpPr>
        <p:grpSpPr>
          <a:xfrm>
            <a:off x="3050101" y="2433403"/>
            <a:ext cx="354311" cy="353394"/>
            <a:chOff x="-48629225" y="3938500"/>
            <a:chExt cx="299300" cy="298525"/>
          </a:xfrm>
        </p:grpSpPr>
        <p:sp>
          <p:nvSpPr>
            <p:cNvPr id="9120" name="Google Shape;9120;p7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4" name="Google Shape;9124;p74"/>
          <p:cNvGrpSpPr/>
          <p:nvPr/>
        </p:nvGrpSpPr>
        <p:grpSpPr>
          <a:xfrm>
            <a:off x="1785504" y="2904744"/>
            <a:ext cx="311458" cy="354341"/>
            <a:chOff x="-46762575" y="3200500"/>
            <a:chExt cx="263100" cy="299325"/>
          </a:xfrm>
        </p:grpSpPr>
        <p:sp>
          <p:nvSpPr>
            <p:cNvPr id="9125" name="Google Shape;9125;p7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0" name="Google Shape;9130;p74"/>
          <p:cNvGrpSpPr/>
          <p:nvPr/>
        </p:nvGrpSpPr>
        <p:grpSpPr>
          <a:xfrm>
            <a:off x="1763589" y="3363466"/>
            <a:ext cx="355288" cy="312375"/>
            <a:chOff x="-46779900" y="3588000"/>
            <a:chExt cx="300125" cy="263875"/>
          </a:xfrm>
        </p:grpSpPr>
        <p:sp>
          <p:nvSpPr>
            <p:cNvPr id="9131" name="Google Shape;9131;p7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5" name="Google Shape;9135;p74"/>
          <p:cNvGrpSpPr/>
          <p:nvPr/>
        </p:nvGrpSpPr>
        <p:grpSpPr>
          <a:xfrm>
            <a:off x="1764062" y="3778388"/>
            <a:ext cx="354341" cy="353394"/>
            <a:chOff x="-46779100" y="3938500"/>
            <a:chExt cx="299325" cy="298525"/>
          </a:xfrm>
        </p:grpSpPr>
        <p:sp>
          <p:nvSpPr>
            <p:cNvPr id="9136" name="Google Shape;9136;p7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8" name="Google Shape;9138;p74"/>
          <p:cNvGrpSpPr/>
          <p:nvPr/>
        </p:nvGrpSpPr>
        <p:grpSpPr>
          <a:xfrm>
            <a:off x="3971800" y="2911255"/>
            <a:ext cx="355258" cy="355288"/>
            <a:chOff x="-44924250" y="3206000"/>
            <a:chExt cx="300100" cy="300125"/>
          </a:xfrm>
        </p:grpSpPr>
        <p:sp>
          <p:nvSpPr>
            <p:cNvPr id="9139" name="Google Shape;9139;p7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4" name="Google Shape;9144;p74"/>
          <p:cNvGrpSpPr/>
          <p:nvPr/>
        </p:nvGrpSpPr>
        <p:grpSpPr>
          <a:xfrm>
            <a:off x="1286286" y="1539249"/>
            <a:ext cx="355258" cy="355258"/>
            <a:chOff x="-50134375" y="3183175"/>
            <a:chExt cx="300100" cy="300100"/>
          </a:xfrm>
        </p:grpSpPr>
        <p:sp>
          <p:nvSpPr>
            <p:cNvPr id="9145" name="Google Shape;9145;p7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5" name="Google Shape;9155;p74"/>
          <p:cNvGrpSpPr/>
          <p:nvPr/>
        </p:nvGrpSpPr>
        <p:grpSpPr>
          <a:xfrm>
            <a:off x="1286286" y="1974651"/>
            <a:ext cx="355258" cy="355288"/>
            <a:chOff x="-50134375" y="3550975"/>
            <a:chExt cx="300100" cy="300125"/>
          </a:xfrm>
        </p:grpSpPr>
        <p:sp>
          <p:nvSpPr>
            <p:cNvPr id="9156" name="Google Shape;9156;p7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8" name="Google Shape;9158;p74"/>
          <p:cNvGrpSpPr/>
          <p:nvPr/>
        </p:nvGrpSpPr>
        <p:grpSpPr>
          <a:xfrm>
            <a:off x="1286286" y="2412183"/>
            <a:ext cx="355258" cy="355051"/>
            <a:chOff x="-50134375" y="3920575"/>
            <a:chExt cx="300100" cy="299925"/>
          </a:xfrm>
        </p:grpSpPr>
        <p:sp>
          <p:nvSpPr>
            <p:cNvPr id="9159" name="Google Shape;9159;p7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2" name="Google Shape;9162;p74"/>
          <p:cNvGrpSpPr/>
          <p:nvPr/>
        </p:nvGrpSpPr>
        <p:grpSpPr>
          <a:xfrm>
            <a:off x="3497010" y="1559758"/>
            <a:ext cx="357123" cy="355258"/>
            <a:chOff x="-48262200" y="3200500"/>
            <a:chExt cx="301675" cy="300100"/>
          </a:xfrm>
        </p:grpSpPr>
        <p:sp>
          <p:nvSpPr>
            <p:cNvPr id="9163" name="Google Shape;9163;p7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2" name="Google Shape;9172;p74"/>
          <p:cNvGrpSpPr/>
          <p:nvPr/>
        </p:nvGrpSpPr>
        <p:grpSpPr>
          <a:xfrm>
            <a:off x="3526383" y="1996847"/>
            <a:ext cx="298377" cy="354519"/>
            <a:chOff x="-48233050" y="3569725"/>
            <a:chExt cx="252050" cy="299475"/>
          </a:xfrm>
        </p:grpSpPr>
        <p:sp>
          <p:nvSpPr>
            <p:cNvPr id="9173" name="Google Shape;9173;p7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74"/>
          <p:cNvGrpSpPr/>
          <p:nvPr/>
        </p:nvGrpSpPr>
        <p:grpSpPr>
          <a:xfrm>
            <a:off x="3550148" y="2430591"/>
            <a:ext cx="250847" cy="358070"/>
            <a:chOff x="-48216525" y="3936125"/>
            <a:chExt cx="211900" cy="302475"/>
          </a:xfrm>
        </p:grpSpPr>
        <p:sp>
          <p:nvSpPr>
            <p:cNvPr id="9177" name="Google Shape;9177;p7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74"/>
          <p:cNvGrpSpPr/>
          <p:nvPr/>
        </p:nvGrpSpPr>
        <p:grpSpPr>
          <a:xfrm>
            <a:off x="2205866" y="2905661"/>
            <a:ext cx="355258" cy="355288"/>
            <a:chOff x="-46410500" y="3201275"/>
            <a:chExt cx="300100" cy="300125"/>
          </a:xfrm>
        </p:grpSpPr>
        <p:sp>
          <p:nvSpPr>
            <p:cNvPr id="9182" name="Google Shape;9182;p7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74"/>
          <p:cNvGrpSpPr/>
          <p:nvPr/>
        </p:nvGrpSpPr>
        <p:grpSpPr>
          <a:xfrm>
            <a:off x="2205866" y="3341092"/>
            <a:ext cx="355258" cy="356205"/>
            <a:chOff x="-46409700" y="3569100"/>
            <a:chExt cx="300100" cy="300900"/>
          </a:xfrm>
        </p:grpSpPr>
        <p:sp>
          <p:nvSpPr>
            <p:cNvPr id="9188" name="Google Shape;9188;p7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3" name="Google Shape;9193;p74"/>
          <p:cNvGrpSpPr/>
          <p:nvPr/>
        </p:nvGrpSpPr>
        <p:grpSpPr>
          <a:xfrm>
            <a:off x="2193747" y="3776524"/>
            <a:ext cx="379497" cy="358070"/>
            <a:chOff x="-46422300" y="3936925"/>
            <a:chExt cx="320575" cy="302475"/>
          </a:xfrm>
        </p:grpSpPr>
        <p:sp>
          <p:nvSpPr>
            <p:cNvPr id="9194" name="Google Shape;9194;p7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6" name="Google Shape;9196;p74"/>
          <p:cNvGrpSpPr/>
          <p:nvPr/>
        </p:nvGrpSpPr>
        <p:grpSpPr>
          <a:xfrm>
            <a:off x="3971326" y="3330852"/>
            <a:ext cx="356205" cy="355258"/>
            <a:chOff x="-44914800" y="3560450"/>
            <a:chExt cx="300900" cy="300100"/>
          </a:xfrm>
        </p:grpSpPr>
        <p:sp>
          <p:nvSpPr>
            <p:cNvPr id="9197" name="Google Shape;9197;p7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74"/>
          <p:cNvGrpSpPr/>
          <p:nvPr/>
        </p:nvGrpSpPr>
        <p:grpSpPr>
          <a:xfrm>
            <a:off x="1726378" y="1539486"/>
            <a:ext cx="354311" cy="354104"/>
            <a:chOff x="-49764975" y="3183375"/>
            <a:chExt cx="299300" cy="299125"/>
          </a:xfrm>
        </p:grpSpPr>
        <p:sp>
          <p:nvSpPr>
            <p:cNvPr id="9203" name="Google Shape;9203;p7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2" name="Google Shape;9212;p74"/>
          <p:cNvGrpSpPr/>
          <p:nvPr/>
        </p:nvGrpSpPr>
        <p:grpSpPr>
          <a:xfrm>
            <a:off x="1726378" y="1974947"/>
            <a:ext cx="354311" cy="355909"/>
            <a:chOff x="-49764975" y="3551225"/>
            <a:chExt cx="299300" cy="300650"/>
          </a:xfrm>
        </p:grpSpPr>
        <p:sp>
          <p:nvSpPr>
            <p:cNvPr id="9213" name="Google Shape;9213;p7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4" name="Google Shape;9224;p74"/>
          <p:cNvGrpSpPr/>
          <p:nvPr/>
        </p:nvGrpSpPr>
        <p:grpSpPr>
          <a:xfrm>
            <a:off x="1724040" y="2411710"/>
            <a:ext cx="358987" cy="355525"/>
            <a:chOff x="-49766550" y="3920175"/>
            <a:chExt cx="303250" cy="300325"/>
          </a:xfrm>
        </p:grpSpPr>
        <p:sp>
          <p:nvSpPr>
            <p:cNvPr id="9225" name="Google Shape;9225;p7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9" name="Google Shape;9229;p74"/>
          <p:cNvGrpSpPr/>
          <p:nvPr/>
        </p:nvGrpSpPr>
        <p:grpSpPr>
          <a:xfrm>
            <a:off x="3939571" y="1559758"/>
            <a:ext cx="357123" cy="354341"/>
            <a:chOff x="-47892800" y="3200500"/>
            <a:chExt cx="301675" cy="299325"/>
          </a:xfrm>
        </p:grpSpPr>
        <p:sp>
          <p:nvSpPr>
            <p:cNvPr id="9230" name="Google Shape;9230;p7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74"/>
          <p:cNvGrpSpPr/>
          <p:nvPr/>
        </p:nvGrpSpPr>
        <p:grpSpPr>
          <a:xfrm>
            <a:off x="4003437" y="1996107"/>
            <a:ext cx="229391" cy="355258"/>
            <a:chOff x="-47839250" y="3569100"/>
            <a:chExt cx="193775" cy="300100"/>
          </a:xfrm>
        </p:grpSpPr>
        <p:sp>
          <p:nvSpPr>
            <p:cNvPr id="9237" name="Google Shape;9237;p7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3" name="Google Shape;9243;p74"/>
          <p:cNvGrpSpPr/>
          <p:nvPr/>
        </p:nvGrpSpPr>
        <p:grpSpPr>
          <a:xfrm>
            <a:off x="3940503" y="2432456"/>
            <a:ext cx="355258" cy="356205"/>
            <a:chOff x="-47892800" y="3937700"/>
            <a:chExt cx="300100" cy="300900"/>
          </a:xfrm>
        </p:grpSpPr>
        <p:sp>
          <p:nvSpPr>
            <p:cNvPr id="9244" name="Google Shape;9244;p7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2" name="Google Shape;9252;p74"/>
          <p:cNvGrpSpPr/>
          <p:nvPr/>
        </p:nvGrpSpPr>
        <p:grpSpPr>
          <a:xfrm>
            <a:off x="2645798" y="2926170"/>
            <a:ext cx="355258" cy="311458"/>
            <a:chOff x="-46042675" y="3218600"/>
            <a:chExt cx="300100" cy="263100"/>
          </a:xfrm>
        </p:grpSpPr>
        <p:sp>
          <p:nvSpPr>
            <p:cNvPr id="9253" name="Google Shape;9253;p7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9" name="Google Shape;9259;p74"/>
          <p:cNvGrpSpPr/>
          <p:nvPr/>
        </p:nvGrpSpPr>
        <p:grpSpPr>
          <a:xfrm>
            <a:off x="2645798" y="3340619"/>
            <a:ext cx="355258" cy="323118"/>
            <a:chOff x="-46042675" y="3568700"/>
            <a:chExt cx="300100" cy="272950"/>
          </a:xfrm>
        </p:grpSpPr>
        <p:sp>
          <p:nvSpPr>
            <p:cNvPr id="9260" name="Google Shape;9260;p7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4" name="Google Shape;9264;p74"/>
          <p:cNvGrpSpPr/>
          <p:nvPr/>
        </p:nvGrpSpPr>
        <p:grpSpPr>
          <a:xfrm>
            <a:off x="2687749" y="3777589"/>
            <a:ext cx="271357" cy="356057"/>
            <a:chOff x="-46007225" y="3937825"/>
            <a:chExt cx="229225" cy="300775"/>
          </a:xfrm>
        </p:grpSpPr>
        <p:sp>
          <p:nvSpPr>
            <p:cNvPr id="9265" name="Google Shape;9265;p7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5" name="Google Shape;9275;p74"/>
          <p:cNvGrpSpPr/>
          <p:nvPr/>
        </p:nvGrpSpPr>
        <p:grpSpPr>
          <a:xfrm>
            <a:off x="3993241" y="3767675"/>
            <a:ext cx="312375" cy="357596"/>
            <a:chOff x="-44895900" y="3929450"/>
            <a:chExt cx="263875" cy="302075"/>
          </a:xfrm>
        </p:grpSpPr>
        <p:sp>
          <p:nvSpPr>
            <p:cNvPr id="9276" name="Google Shape;9276;p7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2" name="Google Shape;9282;p74"/>
          <p:cNvGrpSpPr/>
          <p:nvPr/>
        </p:nvGrpSpPr>
        <p:grpSpPr>
          <a:xfrm>
            <a:off x="2167060" y="1550436"/>
            <a:ext cx="356205" cy="332885"/>
            <a:chOff x="-49397175" y="3192625"/>
            <a:chExt cx="300900" cy="281200"/>
          </a:xfrm>
        </p:grpSpPr>
        <p:sp>
          <p:nvSpPr>
            <p:cNvPr id="9283" name="Google Shape;9283;p7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0" name="Google Shape;9290;p74"/>
          <p:cNvGrpSpPr/>
          <p:nvPr/>
        </p:nvGrpSpPr>
        <p:grpSpPr>
          <a:xfrm>
            <a:off x="2193163" y="1974651"/>
            <a:ext cx="304000" cy="356205"/>
            <a:chOff x="-49375900" y="3550975"/>
            <a:chExt cx="256800" cy="300900"/>
          </a:xfrm>
        </p:grpSpPr>
        <p:sp>
          <p:nvSpPr>
            <p:cNvPr id="9291" name="Google Shape;9291;p7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2" name="Google Shape;9302;p74"/>
          <p:cNvGrpSpPr/>
          <p:nvPr/>
        </p:nvGrpSpPr>
        <p:grpSpPr>
          <a:xfrm>
            <a:off x="2188516" y="2411946"/>
            <a:ext cx="313293" cy="356205"/>
            <a:chOff x="-49378250" y="3920375"/>
            <a:chExt cx="264650" cy="300900"/>
          </a:xfrm>
        </p:grpSpPr>
        <p:sp>
          <p:nvSpPr>
            <p:cNvPr id="9303" name="Google Shape;9303;p7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0" name="Google Shape;9310;p74"/>
          <p:cNvGrpSpPr/>
          <p:nvPr/>
        </p:nvGrpSpPr>
        <p:grpSpPr>
          <a:xfrm>
            <a:off x="907504" y="2904744"/>
            <a:ext cx="312375" cy="357123"/>
            <a:chOff x="-47505300" y="3200500"/>
            <a:chExt cx="263875" cy="301675"/>
          </a:xfrm>
        </p:grpSpPr>
        <p:sp>
          <p:nvSpPr>
            <p:cNvPr id="9311" name="Google Shape;9311;p7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4" name="Google Shape;9324;p74"/>
          <p:cNvGrpSpPr/>
          <p:nvPr/>
        </p:nvGrpSpPr>
        <p:grpSpPr>
          <a:xfrm>
            <a:off x="885604" y="3341092"/>
            <a:ext cx="356176" cy="355051"/>
            <a:chOff x="-47524975" y="3569100"/>
            <a:chExt cx="300875" cy="299925"/>
          </a:xfrm>
        </p:grpSpPr>
        <p:sp>
          <p:nvSpPr>
            <p:cNvPr id="9325" name="Google Shape;9325;p7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0" name="Google Shape;9330;p74"/>
          <p:cNvGrpSpPr/>
          <p:nvPr/>
        </p:nvGrpSpPr>
        <p:grpSpPr>
          <a:xfrm>
            <a:off x="886062" y="3820354"/>
            <a:ext cx="355258" cy="270410"/>
            <a:chOff x="-47523400" y="3973950"/>
            <a:chExt cx="300100" cy="228425"/>
          </a:xfrm>
        </p:grpSpPr>
        <p:sp>
          <p:nvSpPr>
            <p:cNvPr id="9331" name="Google Shape;9331;p7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6" name="Google Shape;9336;p74"/>
          <p:cNvGrpSpPr/>
          <p:nvPr/>
        </p:nvGrpSpPr>
        <p:grpSpPr>
          <a:xfrm>
            <a:off x="3091183" y="2903353"/>
            <a:ext cx="354341" cy="357596"/>
            <a:chOff x="-45673275" y="3199325"/>
            <a:chExt cx="299325" cy="302075"/>
          </a:xfrm>
        </p:grpSpPr>
        <p:sp>
          <p:nvSpPr>
            <p:cNvPr id="9337" name="Google Shape;9337;p7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0" name="Google Shape;9340;p74"/>
          <p:cNvGrpSpPr/>
          <p:nvPr/>
        </p:nvGrpSpPr>
        <p:grpSpPr>
          <a:xfrm>
            <a:off x="3090251" y="3361602"/>
            <a:ext cx="356205" cy="314240"/>
            <a:chOff x="-45674075" y="3586425"/>
            <a:chExt cx="300900" cy="265450"/>
          </a:xfrm>
        </p:grpSpPr>
        <p:sp>
          <p:nvSpPr>
            <p:cNvPr id="9341" name="Google Shape;9341;p7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74"/>
          <p:cNvGrpSpPr/>
          <p:nvPr/>
        </p:nvGrpSpPr>
        <p:grpSpPr>
          <a:xfrm>
            <a:off x="3091183" y="3777441"/>
            <a:ext cx="354341" cy="356205"/>
            <a:chOff x="-45673275" y="3937700"/>
            <a:chExt cx="299325" cy="300900"/>
          </a:xfrm>
        </p:grpSpPr>
        <p:sp>
          <p:nvSpPr>
            <p:cNvPr id="9344" name="Google Shape;9344;p7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0" name="Google Shape;9350;p74"/>
          <p:cNvGrpSpPr/>
          <p:nvPr/>
        </p:nvGrpSpPr>
        <p:grpSpPr>
          <a:xfrm>
            <a:off x="2205349" y="4270225"/>
            <a:ext cx="356205" cy="356205"/>
            <a:chOff x="-44512325" y="3176075"/>
            <a:chExt cx="300900" cy="300900"/>
          </a:xfrm>
        </p:grpSpPr>
        <p:sp>
          <p:nvSpPr>
            <p:cNvPr id="9351" name="Google Shape;9351;p7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4" name="Google Shape;9354;p74"/>
          <p:cNvGrpSpPr/>
          <p:nvPr/>
        </p:nvGrpSpPr>
        <p:grpSpPr>
          <a:xfrm>
            <a:off x="2608689" y="1539249"/>
            <a:ext cx="354341" cy="354341"/>
            <a:chOff x="-49027775" y="3183175"/>
            <a:chExt cx="299325" cy="299325"/>
          </a:xfrm>
        </p:grpSpPr>
        <p:sp>
          <p:nvSpPr>
            <p:cNvPr id="9355" name="Google Shape;9355;p7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9" name="Google Shape;9359;p74"/>
          <p:cNvGrpSpPr/>
          <p:nvPr/>
        </p:nvGrpSpPr>
        <p:grpSpPr>
          <a:xfrm>
            <a:off x="2608230" y="1974651"/>
            <a:ext cx="355258" cy="357152"/>
            <a:chOff x="-49027775" y="3550975"/>
            <a:chExt cx="300100" cy="301700"/>
          </a:xfrm>
        </p:grpSpPr>
        <p:sp>
          <p:nvSpPr>
            <p:cNvPr id="9360" name="Google Shape;9360;p7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0" name="Google Shape;9370;p74"/>
          <p:cNvGrpSpPr/>
          <p:nvPr/>
        </p:nvGrpSpPr>
        <p:grpSpPr>
          <a:xfrm>
            <a:off x="2606306" y="2411710"/>
            <a:ext cx="359106" cy="355525"/>
            <a:chOff x="-49031025" y="3920175"/>
            <a:chExt cx="303350" cy="300325"/>
          </a:xfrm>
        </p:grpSpPr>
        <p:sp>
          <p:nvSpPr>
            <p:cNvPr id="9371" name="Google Shape;9371;p7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7" name="Google Shape;9377;p74"/>
          <p:cNvGrpSpPr/>
          <p:nvPr/>
        </p:nvGrpSpPr>
        <p:grpSpPr>
          <a:xfrm>
            <a:off x="1322411" y="2904744"/>
            <a:ext cx="356176" cy="354341"/>
            <a:chOff x="-47155575" y="3200500"/>
            <a:chExt cx="300875" cy="299325"/>
          </a:xfrm>
        </p:grpSpPr>
        <p:sp>
          <p:nvSpPr>
            <p:cNvPr id="9378" name="Google Shape;9378;p7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4" name="Google Shape;9384;p74"/>
          <p:cNvGrpSpPr/>
          <p:nvPr/>
        </p:nvGrpSpPr>
        <p:grpSpPr>
          <a:xfrm>
            <a:off x="1322870" y="3341092"/>
            <a:ext cx="355258" cy="355258"/>
            <a:chOff x="-47154800" y="3569100"/>
            <a:chExt cx="300100" cy="300100"/>
          </a:xfrm>
        </p:grpSpPr>
        <p:sp>
          <p:nvSpPr>
            <p:cNvPr id="9385" name="Google Shape;9385;p7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1" name="Google Shape;9391;p74"/>
          <p:cNvGrpSpPr/>
          <p:nvPr/>
        </p:nvGrpSpPr>
        <p:grpSpPr>
          <a:xfrm>
            <a:off x="1323343" y="3779305"/>
            <a:ext cx="354311" cy="353423"/>
            <a:chOff x="-47154000" y="3939275"/>
            <a:chExt cx="299300" cy="298550"/>
          </a:xfrm>
        </p:grpSpPr>
        <p:sp>
          <p:nvSpPr>
            <p:cNvPr id="9392" name="Google Shape;9392;p7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6" name="Google Shape;9396;p74"/>
          <p:cNvGrpSpPr/>
          <p:nvPr/>
        </p:nvGrpSpPr>
        <p:grpSpPr>
          <a:xfrm>
            <a:off x="3548633" y="2904744"/>
            <a:ext cx="312375" cy="354341"/>
            <a:chOff x="-45286550" y="3200500"/>
            <a:chExt cx="263875" cy="299325"/>
          </a:xfrm>
        </p:grpSpPr>
        <p:sp>
          <p:nvSpPr>
            <p:cNvPr id="9397" name="Google Shape;9397;p7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0" name="Google Shape;9400;p74"/>
          <p:cNvGrpSpPr/>
          <p:nvPr/>
        </p:nvGrpSpPr>
        <p:grpSpPr>
          <a:xfrm>
            <a:off x="3548633" y="3342039"/>
            <a:ext cx="312375" cy="354311"/>
            <a:chOff x="-45286550" y="3569900"/>
            <a:chExt cx="263875" cy="299300"/>
          </a:xfrm>
        </p:grpSpPr>
        <p:sp>
          <p:nvSpPr>
            <p:cNvPr id="9401" name="Google Shape;9401;p7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7" name="Google Shape;9407;p74"/>
          <p:cNvGrpSpPr/>
          <p:nvPr/>
        </p:nvGrpSpPr>
        <p:grpSpPr>
          <a:xfrm>
            <a:off x="3559820" y="3778388"/>
            <a:ext cx="290001" cy="355258"/>
            <a:chOff x="-45277900" y="3938500"/>
            <a:chExt cx="244975" cy="300100"/>
          </a:xfrm>
        </p:grpSpPr>
        <p:sp>
          <p:nvSpPr>
            <p:cNvPr id="9408" name="Google Shape;9408;p7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2" name="Google Shape;9412;p74"/>
          <p:cNvGrpSpPr/>
          <p:nvPr/>
        </p:nvGrpSpPr>
        <p:grpSpPr>
          <a:xfrm>
            <a:off x="2645769" y="4247490"/>
            <a:ext cx="355258" cy="355258"/>
            <a:chOff x="-44502875" y="3576975"/>
            <a:chExt cx="300100" cy="300100"/>
          </a:xfrm>
        </p:grpSpPr>
        <p:sp>
          <p:nvSpPr>
            <p:cNvPr id="9413" name="Google Shape;9413;p7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6" name="Google Shape;9416;p74"/>
          <p:cNvGrpSpPr/>
          <p:nvPr/>
        </p:nvGrpSpPr>
        <p:grpSpPr>
          <a:xfrm>
            <a:off x="4858968" y="1532275"/>
            <a:ext cx="356221" cy="354973"/>
            <a:chOff x="-13947000" y="3212800"/>
            <a:chExt cx="353675" cy="352400"/>
          </a:xfrm>
        </p:grpSpPr>
        <p:sp>
          <p:nvSpPr>
            <p:cNvPr id="9417" name="Google Shape;9417;p7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9" name="Google Shape;9419;p74"/>
          <p:cNvGrpSpPr/>
          <p:nvPr/>
        </p:nvGrpSpPr>
        <p:grpSpPr>
          <a:xfrm>
            <a:off x="4858981" y="1973145"/>
            <a:ext cx="356196" cy="354670"/>
            <a:chOff x="-13946200" y="3647075"/>
            <a:chExt cx="353650" cy="352100"/>
          </a:xfrm>
        </p:grpSpPr>
        <p:sp>
          <p:nvSpPr>
            <p:cNvPr id="9420" name="Google Shape;9420;p7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6" name="Google Shape;9426;p74"/>
          <p:cNvSpPr/>
          <p:nvPr/>
        </p:nvSpPr>
        <p:spPr>
          <a:xfrm>
            <a:off x="4902088" y="2417809"/>
            <a:ext cx="271340" cy="353864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7" name="Google Shape;9427;p74"/>
          <p:cNvGrpSpPr/>
          <p:nvPr/>
        </p:nvGrpSpPr>
        <p:grpSpPr>
          <a:xfrm>
            <a:off x="6642374" y="1532628"/>
            <a:ext cx="357002" cy="354267"/>
            <a:chOff x="-12163025" y="3214275"/>
            <a:chExt cx="354450" cy="351700"/>
          </a:xfrm>
        </p:grpSpPr>
        <p:sp>
          <p:nvSpPr>
            <p:cNvPr id="9428" name="Google Shape;9428;p7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1" name="Google Shape;9431;p74"/>
          <p:cNvGrpSpPr/>
          <p:nvPr/>
        </p:nvGrpSpPr>
        <p:grpSpPr>
          <a:xfrm>
            <a:off x="6643154" y="1972365"/>
            <a:ext cx="355441" cy="356232"/>
            <a:chOff x="-12160675" y="3647875"/>
            <a:chExt cx="352900" cy="353650"/>
          </a:xfrm>
        </p:grpSpPr>
        <p:sp>
          <p:nvSpPr>
            <p:cNvPr id="9432" name="Google Shape;9432;p7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9" name="Google Shape;9439;p74"/>
          <p:cNvGrpSpPr/>
          <p:nvPr/>
        </p:nvGrpSpPr>
        <p:grpSpPr>
          <a:xfrm>
            <a:off x="6653870" y="2416821"/>
            <a:ext cx="354635" cy="356232"/>
            <a:chOff x="-12160675" y="4081850"/>
            <a:chExt cx="352100" cy="353650"/>
          </a:xfrm>
        </p:grpSpPr>
        <p:sp>
          <p:nvSpPr>
            <p:cNvPr id="9440" name="Google Shape;9440;p7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6" name="Google Shape;9446;p74"/>
          <p:cNvGrpSpPr/>
          <p:nvPr/>
        </p:nvGrpSpPr>
        <p:grpSpPr>
          <a:xfrm>
            <a:off x="4858836" y="2891264"/>
            <a:ext cx="355416" cy="355652"/>
            <a:chOff x="-10391650" y="3180600"/>
            <a:chExt cx="352875" cy="353075"/>
          </a:xfrm>
        </p:grpSpPr>
        <p:sp>
          <p:nvSpPr>
            <p:cNvPr id="9447" name="Google Shape;9447;p7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3" name="Google Shape;9453;p74"/>
          <p:cNvGrpSpPr/>
          <p:nvPr/>
        </p:nvGrpSpPr>
        <p:grpSpPr>
          <a:xfrm>
            <a:off x="4858835" y="3368062"/>
            <a:ext cx="354635" cy="353890"/>
            <a:chOff x="-10390875" y="3616350"/>
            <a:chExt cx="352100" cy="351325"/>
          </a:xfrm>
        </p:grpSpPr>
        <p:sp>
          <p:nvSpPr>
            <p:cNvPr id="9454" name="Google Shape;9454;p7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7" name="Google Shape;9457;p74"/>
          <p:cNvGrpSpPr/>
          <p:nvPr/>
        </p:nvGrpSpPr>
        <p:grpSpPr>
          <a:xfrm>
            <a:off x="7525810" y="2892727"/>
            <a:ext cx="312585" cy="354670"/>
            <a:chOff x="-10370400" y="4049550"/>
            <a:chExt cx="310350" cy="352100"/>
          </a:xfrm>
        </p:grpSpPr>
        <p:sp>
          <p:nvSpPr>
            <p:cNvPr id="9458" name="Google Shape;9458;p7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3" name="Google Shape;9463;p74"/>
          <p:cNvGrpSpPr/>
          <p:nvPr/>
        </p:nvGrpSpPr>
        <p:grpSpPr>
          <a:xfrm>
            <a:off x="6630066" y="2891668"/>
            <a:ext cx="379236" cy="354847"/>
            <a:chOff x="-8674650" y="3210975"/>
            <a:chExt cx="376525" cy="352275"/>
          </a:xfrm>
        </p:grpSpPr>
        <p:sp>
          <p:nvSpPr>
            <p:cNvPr id="9464" name="Google Shape;9464;p7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0" name="Google Shape;9470;p74"/>
          <p:cNvGrpSpPr/>
          <p:nvPr/>
        </p:nvGrpSpPr>
        <p:grpSpPr>
          <a:xfrm>
            <a:off x="5301563" y="1531633"/>
            <a:ext cx="356221" cy="356257"/>
            <a:chOff x="-13512225" y="3211525"/>
            <a:chExt cx="353675" cy="353675"/>
          </a:xfrm>
        </p:grpSpPr>
        <p:sp>
          <p:nvSpPr>
            <p:cNvPr id="9471" name="Google Shape;9471;p7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6" name="Google Shape;9476;p74"/>
          <p:cNvGrpSpPr/>
          <p:nvPr/>
        </p:nvGrpSpPr>
        <p:grpSpPr>
          <a:xfrm>
            <a:off x="5301563" y="1973145"/>
            <a:ext cx="356221" cy="354670"/>
            <a:chOff x="-13512225" y="3647075"/>
            <a:chExt cx="353675" cy="352100"/>
          </a:xfrm>
        </p:grpSpPr>
        <p:sp>
          <p:nvSpPr>
            <p:cNvPr id="9477" name="Google Shape;9477;p7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7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7" name="Google Shape;9487;p74"/>
          <p:cNvGrpSpPr/>
          <p:nvPr/>
        </p:nvGrpSpPr>
        <p:grpSpPr>
          <a:xfrm>
            <a:off x="5311876" y="2417211"/>
            <a:ext cx="356221" cy="355451"/>
            <a:chOff x="-13512225" y="4080275"/>
            <a:chExt cx="353675" cy="352875"/>
          </a:xfrm>
        </p:grpSpPr>
        <p:sp>
          <p:nvSpPr>
            <p:cNvPr id="9488" name="Google Shape;9488;p7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7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9" name="Google Shape;9499;p74"/>
          <p:cNvGrpSpPr/>
          <p:nvPr/>
        </p:nvGrpSpPr>
        <p:grpSpPr>
          <a:xfrm>
            <a:off x="7084956" y="1564572"/>
            <a:ext cx="356196" cy="290379"/>
            <a:chOff x="-11728250" y="3245400"/>
            <a:chExt cx="353650" cy="288275"/>
          </a:xfrm>
        </p:grpSpPr>
        <p:sp>
          <p:nvSpPr>
            <p:cNvPr id="9500" name="Google Shape;9500;p7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05" name="Google Shape;9505;p74"/>
          <p:cNvSpPr/>
          <p:nvPr/>
        </p:nvSpPr>
        <p:spPr>
          <a:xfrm>
            <a:off x="7242366" y="2108233"/>
            <a:ext cx="40464" cy="84135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6" name="Google Shape;9506;p74"/>
          <p:cNvGrpSpPr/>
          <p:nvPr/>
        </p:nvGrpSpPr>
        <p:grpSpPr>
          <a:xfrm>
            <a:off x="7083760" y="1971660"/>
            <a:ext cx="358588" cy="357642"/>
            <a:chOff x="-11729050" y="3646475"/>
            <a:chExt cx="356025" cy="355050"/>
          </a:xfrm>
        </p:grpSpPr>
        <p:sp>
          <p:nvSpPr>
            <p:cNvPr id="9507" name="Google Shape;9507;p7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8" name="Google Shape;9518;p74"/>
          <p:cNvGrpSpPr/>
          <p:nvPr/>
        </p:nvGrpSpPr>
        <p:grpSpPr>
          <a:xfrm>
            <a:off x="7117464" y="2417211"/>
            <a:ext cx="311804" cy="355451"/>
            <a:chOff x="-11703850" y="4081850"/>
            <a:chExt cx="309575" cy="352875"/>
          </a:xfrm>
        </p:grpSpPr>
        <p:sp>
          <p:nvSpPr>
            <p:cNvPr id="9519" name="Google Shape;9519;p7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7" name="Google Shape;9527;p74"/>
          <p:cNvGrpSpPr/>
          <p:nvPr/>
        </p:nvGrpSpPr>
        <p:grpSpPr>
          <a:xfrm>
            <a:off x="5306120" y="2891364"/>
            <a:ext cx="357002" cy="355451"/>
            <a:chOff x="-9958475" y="3180025"/>
            <a:chExt cx="354450" cy="352875"/>
          </a:xfrm>
        </p:grpSpPr>
        <p:sp>
          <p:nvSpPr>
            <p:cNvPr id="9528" name="Google Shape;9528;p7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1" name="Google Shape;9531;p74"/>
          <p:cNvGrpSpPr/>
          <p:nvPr/>
        </p:nvGrpSpPr>
        <p:grpSpPr>
          <a:xfrm>
            <a:off x="5315247" y="3367345"/>
            <a:ext cx="337966" cy="355325"/>
            <a:chOff x="-9949025" y="3615575"/>
            <a:chExt cx="335550" cy="352750"/>
          </a:xfrm>
        </p:grpSpPr>
        <p:sp>
          <p:nvSpPr>
            <p:cNvPr id="9532" name="Google Shape;9532;p7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5" name="Google Shape;9535;p74"/>
          <p:cNvGrpSpPr/>
          <p:nvPr/>
        </p:nvGrpSpPr>
        <p:grpSpPr>
          <a:xfrm>
            <a:off x="7950093" y="2890851"/>
            <a:ext cx="360175" cy="358423"/>
            <a:chOff x="-9961625" y="4048175"/>
            <a:chExt cx="357600" cy="355825"/>
          </a:xfrm>
        </p:grpSpPr>
        <p:sp>
          <p:nvSpPr>
            <p:cNvPr id="9536" name="Google Shape;9536;p7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2" name="Google Shape;9542;p74"/>
          <p:cNvGrpSpPr/>
          <p:nvPr/>
        </p:nvGrpSpPr>
        <p:grpSpPr>
          <a:xfrm>
            <a:off x="6636814" y="3366363"/>
            <a:ext cx="364959" cy="357289"/>
            <a:chOff x="-8680950" y="3624225"/>
            <a:chExt cx="362350" cy="354700"/>
          </a:xfrm>
        </p:grpSpPr>
        <p:sp>
          <p:nvSpPr>
            <p:cNvPr id="9543" name="Google Shape;9543;p7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7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9" name="Google Shape;9549;p74"/>
          <p:cNvGrpSpPr/>
          <p:nvPr/>
        </p:nvGrpSpPr>
        <p:grpSpPr>
          <a:xfrm>
            <a:off x="5773058" y="1532024"/>
            <a:ext cx="313365" cy="355476"/>
            <a:chOff x="-13056975" y="3212300"/>
            <a:chExt cx="311125" cy="352900"/>
          </a:xfrm>
        </p:grpSpPr>
        <p:sp>
          <p:nvSpPr>
            <p:cNvPr id="9550" name="Google Shape;9550;p7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7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4" name="Google Shape;9554;p74"/>
          <p:cNvGrpSpPr/>
          <p:nvPr/>
        </p:nvGrpSpPr>
        <p:grpSpPr>
          <a:xfrm>
            <a:off x="5750446" y="1972818"/>
            <a:ext cx="358588" cy="355325"/>
            <a:chOff x="-13077450" y="3647075"/>
            <a:chExt cx="356025" cy="352750"/>
          </a:xfrm>
        </p:grpSpPr>
        <p:sp>
          <p:nvSpPr>
            <p:cNvPr id="9555" name="Google Shape;9555;p7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8" name="Google Shape;9558;p74"/>
          <p:cNvGrpSpPr/>
          <p:nvPr/>
        </p:nvGrpSpPr>
        <p:grpSpPr>
          <a:xfrm>
            <a:off x="5761552" y="2416418"/>
            <a:ext cx="357002" cy="357037"/>
            <a:chOff x="-13079025" y="4079475"/>
            <a:chExt cx="354450" cy="354450"/>
          </a:xfrm>
        </p:grpSpPr>
        <p:sp>
          <p:nvSpPr>
            <p:cNvPr id="9559" name="Google Shape;9559;p7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3" name="Google Shape;9563;p74"/>
          <p:cNvGrpSpPr/>
          <p:nvPr/>
        </p:nvGrpSpPr>
        <p:grpSpPr>
          <a:xfrm>
            <a:off x="7534619" y="1532427"/>
            <a:ext cx="356221" cy="354670"/>
            <a:chOff x="-11292700" y="3213875"/>
            <a:chExt cx="353675" cy="352100"/>
          </a:xfrm>
        </p:grpSpPr>
        <p:sp>
          <p:nvSpPr>
            <p:cNvPr id="9564" name="Google Shape;9564;p7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7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1" name="Google Shape;9571;p74"/>
          <p:cNvGrpSpPr/>
          <p:nvPr/>
        </p:nvGrpSpPr>
        <p:grpSpPr>
          <a:xfrm>
            <a:off x="7528677" y="1972365"/>
            <a:ext cx="368106" cy="356232"/>
            <a:chOff x="-11299000" y="3647875"/>
            <a:chExt cx="365475" cy="353650"/>
          </a:xfrm>
        </p:grpSpPr>
        <p:sp>
          <p:nvSpPr>
            <p:cNvPr id="9572" name="Google Shape;9572;p7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8" name="Google Shape;9578;p74"/>
          <p:cNvGrpSpPr/>
          <p:nvPr/>
        </p:nvGrpSpPr>
        <p:grpSpPr>
          <a:xfrm>
            <a:off x="7544139" y="2428316"/>
            <a:ext cx="357808" cy="333240"/>
            <a:chOff x="-11295075" y="4092875"/>
            <a:chExt cx="355250" cy="330825"/>
          </a:xfrm>
        </p:grpSpPr>
        <p:sp>
          <p:nvSpPr>
            <p:cNvPr id="9579" name="Google Shape;9579;p7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4" name="Google Shape;9584;p74"/>
          <p:cNvGrpSpPr/>
          <p:nvPr/>
        </p:nvGrpSpPr>
        <p:grpSpPr>
          <a:xfrm>
            <a:off x="5769739" y="2891364"/>
            <a:ext cx="312585" cy="355451"/>
            <a:chOff x="-9500075" y="3180800"/>
            <a:chExt cx="310350" cy="352875"/>
          </a:xfrm>
        </p:grpSpPr>
        <p:sp>
          <p:nvSpPr>
            <p:cNvPr id="9585" name="Google Shape;9585;p7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4" name="Google Shape;9594;p74"/>
          <p:cNvGrpSpPr/>
          <p:nvPr/>
        </p:nvGrpSpPr>
        <p:grpSpPr>
          <a:xfrm>
            <a:off x="5747530" y="3366879"/>
            <a:ext cx="356221" cy="356257"/>
            <a:chOff x="-9523700" y="3614000"/>
            <a:chExt cx="353675" cy="353675"/>
          </a:xfrm>
        </p:grpSpPr>
        <p:sp>
          <p:nvSpPr>
            <p:cNvPr id="9595" name="Google Shape;9595;p7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4" name="Google Shape;9604;p74"/>
          <p:cNvGrpSpPr/>
          <p:nvPr/>
        </p:nvGrpSpPr>
        <p:grpSpPr>
          <a:xfrm>
            <a:off x="7532481" y="3389521"/>
            <a:ext cx="356221" cy="354670"/>
            <a:chOff x="-9523700" y="4049550"/>
            <a:chExt cx="353675" cy="352100"/>
          </a:xfrm>
        </p:grpSpPr>
        <p:sp>
          <p:nvSpPr>
            <p:cNvPr id="9605" name="Google Shape;9605;p7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2" name="Google Shape;9612;p74"/>
          <p:cNvGrpSpPr/>
          <p:nvPr/>
        </p:nvGrpSpPr>
        <p:grpSpPr>
          <a:xfrm>
            <a:off x="7088596" y="3389494"/>
            <a:ext cx="357002" cy="311029"/>
            <a:chOff x="-8209150" y="3659675"/>
            <a:chExt cx="354450" cy="308775"/>
          </a:xfrm>
        </p:grpSpPr>
        <p:sp>
          <p:nvSpPr>
            <p:cNvPr id="9613" name="Google Shape;9613;p7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9" name="Google Shape;9619;p74"/>
          <p:cNvGrpSpPr/>
          <p:nvPr/>
        </p:nvGrpSpPr>
        <p:grpSpPr>
          <a:xfrm>
            <a:off x="6191845" y="1532024"/>
            <a:ext cx="356221" cy="355476"/>
            <a:chOff x="-12643475" y="3212300"/>
            <a:chExt cx="353675" cy="352900"/>
          </a:xfrm>
        </p:grpSpPr>
        <p:sp>
          <p:nvSpPr>
            <p:cNvPr id="9620" name="Google Shape;9620;p7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7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9" name="Google Shape;9629;p74"/>
          <p:cNvGrpSpPr/>
          <p:nvPr/>
        </p:nvGrpSpPr>
        <p:grpSpPr>
          <a:xfrm>
            <a:off x="6191845" y="1983798"/>
            <a:ext cx="356221" cy="333366"/>
            <a:chOff x="-12643475" y="3657325"/>
            <a:chExt cx="353675" cy="330950"/>
          </a:xfrm>
        </p:grpSpPr>
        <p:sp>
          <p:nvSpPr>
            <p:cNvPr id="9630" name="Google Shape;9630;p7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7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6" name="Google Shape;9636;p74"/>
          <p:cNvGrpSpPr/>
          <p:nvPr/>
        </p:nvGrpSpPr>
        <p:grpSpPr>
          <a:xfrm>
            <a:off x="6202157" y="2418407"/>
            <a:ext cx="356221" cy="353059"/>
            <a:chOff x="-12643475" y="4081850"/>
            <a:chExt cx="353675" cy="350500"/>
          </a:xfrm>
        </p:grpSpPr>
        <p:sp>
          <p:nvSpPr>
            <p:cNvPr id="9637" name="Google Shape;9637;p7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7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1" name="Google Shape;9641;p74"/>
          <p:cNvGrpSpPr/>
          <p:nvPr/>
        </p:nvGrpSpPr>
        <p:grpSpPr>
          <a:xfrm>
            <a:off x="7974847" y="1532427"/>
            <a:ext cx="355416" cy="354670"/>
            <a:chOff x="-10857925" y="3213875"/>
            <a:chExt cx="352875" cy="352100"/>
          </a:xfrm>
        </p:grpSpPr>
        <p:sp>
          <p:nvSpPr>
            <p:cNvPr id="9642" name="Google Shape;9642;p7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2" name="Google Shape;9652;p74"/>
          <p:cNvSpPr/>
          <p:nvPr/>
        </p:nvSpPr>
        <p:spPr>
          <a:xfrm>
            <a:off x="8015262" y="1973047"/>
            <a:ext cx="273732" cy="354519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3" name="Google Shape;9653;p74"/>
          <p:cNvGrpSpPr/>
          <p:nvPr/>
        </p:nvGrpSpPr>
        <p:grpSpPr>
          <a:xfrm>
            <a:off x="7984757" y="2428316"/>
            <a:ext cx="356221" cy="333240"/>
            <a:chOff x="-10858725" y="4092875"/>
            <a:chExt cx="353675" cy="330825"/>
          </a:xfrm>
        </p:grpSpPr>
        <p:sp>
          <p:nvSpPr>
            <p:cNvPr id="9654" name="Google Shape;9654;p7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0" name="Google Shape;9660;p74"/>
          <p:cNvGrpSpPr/>
          <p:nvPr/>
        </p:nvGrpSpPr>
        <p:grpSpPr>
          <a:xfrm>
            <a:off x="6191762" y="2891855"/>
            <a:ext cx="356096" cy="354469"/>
            <a:chOff x="-9089725" y="3180200"/>
            <a:chExt cx="353550" cy="351900"/>
          </a:xfrm>
        </p:grpSpPr>
        <p:sp>
          <p:nvSpPr>
            <p:cNvPr id="9661" name="Google Shape;9661;p7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3" name="Google Shape;9663;p74"/>
          <p:cNvGrpSpPr/>
          <p:nvPr/>
        </p:nvGrpSpPr>
        <p:grpSpPr>
          <a:xfrm>
            <a:off x="6243280" y="3367282"/>
            <a:ext cx="252278" cy="355451"/>
            <a:chOff x="-9039300" y="3614000"/>
            <a:chExt cx="250475" cy="352875"/>
          </a:xfrm>
        </p:grpSpPr>
        <p:sp>
          <p:nvSpPr>
            <p:cNvPr id="9664" name="Google Shape;9664;p7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6" name="Google Shape;9666;p74"/>
          <p:cNvGrpSpPr/>
          <p:nvPr/>
        </p:nvGrpSpPr>
        <p:grpSpPr>
          <a:xfrm>
            <a:off x="7975246" y="3389521"/>
            <a:ext cx="354635" cy="354670"/>
            <a:chOff x="-9088150" y="4049550"/>
            <a:chExt cx="352100" cy="352100"/>
          </a:xfrm>
        </p:grpSpPr>
        <p:sp>
          <p:nvSpPr>
            <p:cNvPr id="9667" name="Google Shape;9667;p7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3" name="Google Shape;9673;p74"/>
          <p:cNvGrpSpPr/>
          <p:nvPr/>
        </p:nvGrpSpPr>
        <p:grpSpPr>
          <a:xfrm>
            <a:off x="7109610" y="2891754"/>
            <a:ext cx="315757" cy="354670"/>
            <a:chOff x="-8191825" y="3174500"/>
            <a:chExt cx="313500" cy="352100"/>
          </a:xfrm>
        </p:grpSpPr>
        <p:sp>
          <p:nvSpPr>
            <p:cNvPr id="9674" name="Google Shape;9674;p7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680" name="Shape 9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1" name="Google Shape;9681;p7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82" name="Google Shape;9682;p75"/>
          <p:cNvSpPr/>
          <p:nvPr/>
        </p:nvSpPr>
        <p:spPr>
          <a:xfrm>
            <a:off x="801940" y="1691070"/>
            <a:ext cx="343404" cy="446998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3" name="Google Shape;9683;p75"/>
          <p:cNvGrpSpPr/>
          <p:nvPr/>
        </p:nvGrpSpPr>
        <p:grpSpPr>
          <a:xfrm>
            <a:off x="748855" y="2243507"/>
            <a:ext cx="452798" cy="449473"/>
            <a:chOff x="-21322300" y="3693325"/>
            <a:chExt cx="306400" cy="304150"/>
          </a:xfrm>
        </p:grpSpPr>
        <p:sp>
          <p:nvSpPr>
            <p:cNvPr id="9684" name="Google Shape;9684;p7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8" name="Google Shape;9688;p75"/>
          <p:cNvGrpSpPr/>
          <p:nvPr/>
        </p:nvGrpSpPr>
        <p:grpSpPr>
          <a:xfrm>
            <a:off x="748263" y="2810244"/>
            <a:ext cx="453980" cy="422540"/>
            <a:chOff x="-21322300" y="4077125"/>
            <a:chExt cx="307200" cy="285925"/>
          </a:xfrm>
        </p:grpSpPr>
        <p:sp>
          <p:nvSpPr>
            <p:cNvPr id="9689" name="Google Shape;9689;p7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7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7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7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1" name="Google Shape;9701;p75"/>
          <p:cNvGrpSpPr/>
          <p:nvPr/>
        </p:nvGrpSpPr>
        <p:grpSpPr>
          <a:xfrm>
            <a:off x="3525440" y="1689128"/>
            <a:ext cx="451653" cy="450212"/>
            <a:chOff x="-19394200" y="3333800"/>
            <a:chExt cx="305625" cy="304650"/>
          </a:xfrm>
        </p:grpSpPr>
        <p:sp>
          <p:nvSpPr>
            <p:cNvPr id="9702" name="Google Shape;9702;p7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1" name="Google Shape;9711;p75"/>
          <p:cNvGrpSpPr/>
          <p:nvPr/>
        </p:nvGrpSpPr>
        <p:grpSpPr>
          <a:xfrm>
            <a:off x="3524276" y="2243580"/>
            <a:ext cx="453980" cy="449325"/>
            <a:chOff x="-19396575" y="3708500"/>
            <a:chExt cx="307200" cy="304050"/>
          </a:xfrm>
        </p:grpSpPr>
        <p:sp>
          <p:nvSpPr>
            <p:cNvPr id="9712" name="Google Shape;9712;p7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7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5" name="Google Shape;9715;p75"/>
          <p:cNvGrpSpPr/>
          <p:nvPr/>
        </p:nvGrpSpPr>
        <p:grpSpPr>
          <a:xfrm>
            <a:off x="3518457" y="2796461"/>
            <a:ext cx="465618" cy="450101"/>
            <a:chOff x="-19394200" y="4084200"/>
            <a:chExt cx="315075" cy="304575"/>
          </a:xfrm>
        </p:grpSpPr>
        <p:sp>
          <p:nvSpPr>
            <p:cNvPr id="9716" name="Google Shape;9716;p7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2" name="Google Shape;9722;p75"/>
          <p:cNvGrpSpPr/>
          <p:nvPr/>
        </p:nvGrpSpPr>
        <p:grpSpPr>
          <a:xfrm>
            <a:off x="6324167" y="1689001"/>
            <a:ext cx="400447" cy="450470"/>
            <a:chOff x="-17526750" y="3309200"/>
            <a:chExt cx="270975" cy="304825"/>
          </a:xfrm>
        </p:grpSpPr>
        <p:sp>
          <p:nvSpPr>
            <p:cNvPr id="9723" name="Google Shape;9723;p7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7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8" name="Google Shape;9728;p75"/>
          <p:cNvGrpSpPr/>
          <p:nvPr/>
        </p:nvGrpSpPr>
        <p:grpSpPr>
          <a:xfrm>
            <a:off x="6300319" y="2244173"/>
            <a:ext cx="448143" cy="448143"/>
            <a:chOff x="-17542500" y="3684100"/>
            <a:chExt cx="303250" cy="303250"/>
          </a:xfrm>
        </p:grpSpPr>
        <p:sp>
          <p:nvSpPr>
            <p:cNvPr id="9729" name="Google Shape;9729;p7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7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7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6" name="Google Shape;9736;p75"/>
          <p:cNvGrpSpPr/>
          <p:nvPr/>
        </p:nvGrpSpPr>
        <p:grpSpPr>
          <a:xfrm>
            <a:off x="6299728" y="2810817"/>
            <a:ext cx="449325" cy="421395"/>
            <a:chOff x="-17542500" y="4068450"/>
            <a:chExt cx="304050" cy="285150"/>
          </a:xfrm>
        </p:grpSpPr>
        <p:sp>
          <p:nvSpPr>
            <p:cNvPr id="9737" name="Google Shape;9737;p7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7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3" name="Google Shape;9743;p75"/>
          <p:cNvGrpSpPr/>
          <p:nvPr/>
        </p:nvGrpSpPr>
        <p:grpSpPr>
          <a:xfrm>
            <a:off x="3530150" y="3342211"/>
            <a:ext cx="343404" cy="449325"/>
            <a:chOff x="-15652200" y="3335975"/>
            <a:chExt cx="232375" cy="304050"/>
          </a:xfrm>
        </p:grpSpPr>
        <p:sp>
          <p:nvSpPr>
            <p:cNvPr id="9744" name="Google Shape;9744;p7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3" name="Google Shape;9753;p75"/>
          <p:cNvGrpSpPr/>
          <p:nvPr/>
        </p:nvGrpSpPr>
        <p:grpSpPr>
          <a:xfrm>
            <a:off x="1303491" y="1689573"/>
            <a:ext cx="450470" cy="449325"/>
            <a:chOff x="-20946600" y="3317850"/>
            <a:chExt cx="304825" cy="304050"/>
          </a:xfrm>
        </p:grpSpPr>
        <p:sp>
          <p:nvSpPr>
            <p:cNvPr id="9754" name="Google Shape;9754;p7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7" name="Google Shape;9757;p75"/>
          <p:cNvGrpSpPr/>
          <p:nvPr/>
        </p:nvGrpSpPr>
        <p:grpSpPr>
          <a:xfrm>
            <a:off x="1304064" y="2243729"/>
            <a:ext cx="449325" cy="449030"/>
            <a:chOff x="-20945825" y="3692175"/>
            <a:chExt cx="304050" cy="303850"/>
          </a:xfrm>
        </p:grpSpPr>
        <p:sp>
          <p:nvSpPr>
            <p:cNvPr id="9758" name="Google Shape;9758;p7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2" name="Google Shape;9762;p75"/>
          <p:cNvGrpSpPr/>
          <p:nvPr/>
        </p:nvGrpSpPr>
        <p:grpSpPr>
          <a:xfrm>
            <a:off x="1329667" y="2797442"/>
            <a:ext cx="398119" cy="448143"/>
            <a:chOff x="-20930075" y="4066100"/>
            <a:chExt cx="269400" cy="303250"/>
          </a:xfrm>
        </p:grpSpPr>
        <p:sp>
          <p:nvSpPr>
            <p:cNvPr id="9763" name="Google Shape;9763;p7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7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5" name="Google Shape;9765;p75"/>
          <p:cNvGrpSpPr/>
          <p:nvPr/>
        </p:nvGrpSpPr>
        <p:grpSpPr>
          <a:xfrm>
            <a:off x="4110888" y="1689848"/>
            <a:ext cx="372516" cy="448771"/>
            <a:chOff x="-18994100" y="3334775"/>
            <a:chExt cx="252075" cy="303675"/>
          </a:xfrm>
        </p:grpSpPr>
        <p:sp>
          <p:nvSpPr>
            <p:cNvPr id="9766" name="Google Shape;9766;p7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0" name="Google Shape;9770;p75"/>
          <p:cNvGrpSpPr/>
          <p:nvPr/>
        </p:nvGrpSpPr>
        <p:grpSpPr>
          <a:xfrm>
            <a:off x="4125445" y="2244743"/>
            <a:ext cx="343404" cy="446998"/>
            <a:chOff x="-18983850" y="3710075"/>
            <a:chExt cx="232375" cy="302475"/>
          </a:xfrm>
        </p:grpSpPr>
        <p:sp>
          <p:nvSpPr>
            <p:cNvPr id="9771" name="Google Shape;9771;p7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5" name="Google Shape;9775;p75"/>
          <p:cNvGrpSpPr/>
          <p:nvPr/>
        </p:nvGrpSpPr>
        <p:grpSpPr>
          <a:xfrm>
            <a:off x="4071911" y="2797422"/>
            <a:ext cx="450470" cy="448180"/>
            <a:chOff x="-19020075" y="4084200"/>
            <a:chExt cx="304825" cy="303275"/>
          </a:xfrm>
        </p:grpSpPr>
        <p:sp>
          <p:nvSpPr>
            <p:cNvPr id="9776" name="Google Shape;9776;p7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7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7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5" name="Google Shape;9785;p75"/>
          <p:cNvGrpSpPr/>
          <p:nvPr/>
        </p:nvGrpSpPr>
        <p:grpSpPr>
          <a:xfrm>
            <a:off x="6889176" y="1689001"/>
            <a:ext cx="396937" cy="450470"/>
            <a:chOff x="-17149475" y="3309200"/>
            <a:chExt cx="268600" cy="304825"/>
          </a:xfrm>
        </p:grpSpPr>
        <p:sp>
          <p:nvSpPr>
            <p:cNvPr id="9786" name="Google Shape;9786;p7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8" name="Google Shape;9788;p75"/>
          <p:cNvGrpSpPr/>
          <p:nvPr/>
        </p:nvGrpSpPr>
        <p:grpSpPr>
          <a:xfrm>
            <a:off x="6862982" y="2258120"/>
            <a:ext cx="449325" cy="420249"/>
            <a:chOff x="-17168375" y="3692750"/>
            <a:chExt cx="304050" cy="284375"/>
          </a:xfrm>
        </p:grpSpPr>
        <p:sp>
          <p:nvSpPr>
            <p:cNvPr id="9789" name="Google Shape;9789;p7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6" name="Google Shape;9796;p75"/>
          <p:cNvGrpSpPr/>
          <p:nvPr/>
        </p:nvGrpSpPr>
        <p:grpSpPr>
          <a:xfrm>
            <a:off x="6859491" y="2796852"/>
            <a:ext cx="456308" cy="449325"/>
            <a:chOff x="-17170750" y="4058800"/>
            <a:chExt cx="308775" cy="304050"/>
          </a:xfrm>
        </p:grpSpPr>
        <p:sp>
          <p:nvSpPr>
            <p:cNvPr id="9797" name="Google Shape;9797;p7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7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75"/>
          <p:cNvGrpSpPr/>
          <p:nvPr/>
        </p:nvGrpSpPr>
        <p:grpSpPr>
          <a:xfrm>
            <a:off x="5721388" y="3343358"/>
            <a:ext cx="450470" cy="446998"/>
            <a:chOff x="-15688425" y="3707725"/>
            <a:chExt cx="304825" cy="302475"/>
          </a:xfrm>
        </p:grpSpPr>
        <p:sp>
          <p:nvSpPr>
            <p:cNvPr id="9815" name="Google Shape;9815;p7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7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1" name="Google Shape;9821;p75"/>
          <p:cNvGrpSpPr/>
          <p:nvPr/>
        </p:nvGrpSpPr>
        <p:grpSpPr>
          <a:xfrm>
            <a:off x="1865544" y="1690441"/>
            <a:ext cx="451653" cy="447589"/>
            <a:chOff x="-20572500" y="3319025"/>
            <a:chExt cx="305625" cy="302875"/>
          </a:xfrm>
        </p:grpSpPr>
        <p:sp>
          <p:nvSpPr>
            <p:cNvPr id="9822" name="Google Shape;9822;p7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7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4" name="Google Shape;9824;p75"/>
          <p:cNvGrpSpPr/>
          <p:nvPr/>
        </p:nvGrpSpPr>
        <p:grpSpPr>
          <a:xfrm>
            <a:off x="1866708" y="2305410"/>
            <a:ext cx="449325" cy="325670"/>
            <a:chOff x="-20571700" y="3722875"/>
            <a:chExt cx="304050" cy="220375"/>
          </a:xfrm>
        </p:grpSpPr>
        <p:sp>
          <p:nvSpPr>
            <p:cNvPr id="9825" name="Google Shape;9825;p7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7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2" name="Google Shape;9832;p75"/>
          <p:cNvGrpSpPr/>
          <p:nvPr/>
        </p:nvGrpSpPr>
        <p:grpSpPr>
          <a:xfrm>
            <a:off x="1866135" y="2796278"/>
            <a:ext cx="450470" cy="450470"/>
            <a:chOff x="-20571700" y="4066875"/>
            <a:chExt cx="304825" cy="304825"/>
          </a:xfrm>
        </p:grpSpPr>
        <p:sp>
          <p:nvSpPr>
            <p:cNvPr id="9833" name="Google Shape;9833;p7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7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9" name="Google Shape;9839;p75"/>
          <p:cNvGrpSpPr/>
          <p:nvPr/>
        </p:nvGrpSpPr>
        <p:grpSpPr>
          <a:xfrm>
            <a:off x="4632837" y="1688259"/>
            <a:ext cx="453980" cy="451948"/>
            <a:chOff x="-18645175" y="3334200"/>
            <a:chExt cx="307200" cy="305825"/>
          </a:xfrm>
        </p:grpSpPr>
        <p:sp>
          <p:nvSpPr>
            <p:cNvPr id="9840" name="Google Shape;9840;p7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5" name="Google Shape;9845;p75"/>
          <p:cNvGrpSpPr/>
          <p:nvPr/>
        </p:nvGrpSpPr>
        <p:grpSpPr>
          <a:xfrm>
            <a:off x="4633429" y="2242989"/>
            <a:ext cx="452798" cy="450507"/>
            <a:chOff x="-18645175" y="3708500"/>
            <a:chExt cx="306400" cy="304850"/>
          </a:xfrm>
        </p:grpSpPr>
        <p:sp>
          <p:nvSpPr>
            <p:cNvPr id="9846" name="Google Shape;9846;p7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7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7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3" name="Google Shape;9853;p75"/>
          <p:cNvGrpSpPr/>
          <p:nvPr/>
        </p:nvGrpSpPr>
        <p:grpSpPr>
          <a:xfrm>
            <a:off x="4631101" y="2795630"/>
            <a:ext cx="457453" cy="451763"/>
            <a:chOff x="-18647525" y="4082625"/>
            <a:chExt cx="309550" cy="305700"/>
          </a:xfrm>
        </p:grpSpPr>
        <p:sp>
          <p:nvSpPr>
            <p:cNvPr id="9854" name="Google Shape;9854;p7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8" name="Google Shape;9858;p75"/>
          <p:cNvGrpSpPr/>
          <p:nvPr/>
        </p:nvGrpSpPr>
        <p:grpSpPr>
          <a:xfrm>
            <a:off x="7441485" y="1689592"/>
            <a:ext cx="395755" cy="449288"/>
            <a:chOff x="-16775350" y="3309200"/>
            <a:chExt cx="267800" cy="304025"/>
          </a:xfrm>
        </p:grpSpPr>
        <p:sp>
          <p:nvSpPr>
            <p:cNvPr id="9859" name="Google Shape;9859;p7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2" name="Google Shape;9862;p75"/>
          <p:cNvGrpSpPr/>
          <p:nvPr/>
        </p:nvGrpSpPr>
        <p:grpSpPr>
          <a:xfrm>
            <a:off x="7441485" y="2241827"/>
            <a:ext cx="395755" cy="452835"/>
            <a:chOff x="-16775350" y="3683300"/>
            <a:chExt cx="267800" cy="306425"/>
          </a:xfrm>
        </p:grpSpPr>
        <p:sp>
          <p:nvSpPr>
            <p:cNvPr id="9863" name="Google Shape;9863;p7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7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6" name="Google Shape;9866;p75"/>
          <p:cNvGrpSpPr/>
          <p:nvPr/>
        </p:nvGrpSpPr>
        <p:grpSpPr>
          <a:xfrm>
            <a:off x="7413536" y="2796870"/>
            <a:ext cx="451653" cy="449288"/>
            <a:chOff x="-16794250" y="4058225"/>
            <a:chExt cx="305625" cy="304025"/>
          </a:xfrm>
        </p:grpSpPr>
        <p:sp>
          <p:nvSpPr>
            <p:cNvPr id="9867" name="Google Shape;9867;p7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7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6" name="Google Shape;9876;p75"/>
          <p:cNvSpPr/>
          <p:nvPr/>
        </p:nvSpPr>
        <p:spPr>
          <a:xfrm>
            <a:off x="7992205" y="1689084"/>
            <a:ext cx="452798" cy="450470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7" name="Google Shape;9877;p75"/>
          <p:cNvGrpSpPr/>
          <p:nvPr/>
        </p:nvGrpSpPr>
        <p:grpSpPr>
          <a:xfrm>
            <a:off x="2414953" y="1689573"/>
            <a:ext cx="457453" cy="449325"/>
            <a:chOff x="-20199150" y="3317850"/>
            <a:chExt cx="309550" cy="304050"/>
          </a:xfrm>
        </p:grpSpPr>
        <p:sp>
          <p:nvSpPr>
            <p:cNvPr id="9878" name="Google Shape;9878;p7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5" name="Google Shape;9885;p75"/>
          <p:cNvGrpSpPr/>
          <p:nvPr/>
        </p:nvGrpSpPr>
        <p:grpSpPr>
          <a:xfrm>
            <a:off x="2417281" y="2242861"/>
            <a:ext cx="452798" cy="450766"/>
            <a:chOff x="-20199150" y="3693150"/>
            <a:chExt cx="306400" cy="305025"/>
          </a:xfrm>
        </p:grpSpPr>
        <p:sp>
          <p:nvSpPr>
            <p:cNvPr id="9886" name="Google Shape;9886;p7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7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2" name="Google Shape;9892;p75"/>
          <p:cNvGrpSpPr/>
          <p:nvPr/>
        </p:nvGrpSpPr>
        <p:grpSpPr>
          <a:xfrm>
            <a:off x="2417854" y="2795687"/>
            <a:ext cx="451653" cy="451653"/>
            <a:chOff x="-20197575" y="4066875"/>
            <a:chExt cx="305625" cy="305625"/>
          </a:xfrm>
        </p:grpSpPr>
        <p:sp>
          <p:nvSpPr>
            <p:cNvPr id="9893" name="Google Shape;9893;p7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1" name="Google Shape;9901;p75"/>
          <p:cNvGrpSpPr/>
          <p:nvPr/>
        </p:nvGrpSpPr>
        <p:grpSpPr>
          <a:xfrm>
            <a:off x="5200071" y="1687520"/>
            <a:ext cx="449325" cy="453426"/>
            <a:chOff x="-18271050" y="3333200"/>
            <a:chExt cx="304050" cy="306825"/>
          </a:xfrm>
        </p:grpSpPr>
        <p:sp>
          <p:nvSpPr>
            <p:cNvPr id="9902" name="Google Shape;9902;p7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7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7" name="Google Shape;9907;p75"/>
          <p:cNvGrpSpPr/>
          <p:nvPr/>
        </p:nvGrpSpPr>
        <p:grpSpPr>
          <a:xfrm>
            <a:off x="5200644" y="2244171"/>
            <a:ext cx="448180" cy="448143"/>
            <a:chOff x="-18270275" y="3710875"/>
            <a:chExt cx="303275" cy="303250"/>
          </a:xfrm>
        </p:grpSpPr>
        <p:sp>
          <p:nvSpPr>
            <p:cNvPr id="9908" name="Google Shape;9908;p7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4" name="Google Shape;9914;p75"/>
          <p:cNvGrpSpPr/>
          <p:nvPr/>
        </p:nvGrpSpPr>
        <p:grpSpPr>
          <a:xfrm>
            <a:off x="5254196" y="2797422"/>
            <a:ext cx="341076" cy="448180"/>
            <a:chOff x="-18234025" y="4084200"/>
            <a:chExt cx="230800" cy="303275"/>
          </a:xfrm>
        </p:grpSpPr>
        <p:sp>
          <p:nvSpPr>
            <p:cNvPr id="9915" name="Google Shape;9915;p7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8" name="Google Shape;9918;p75"/>
          <p:cNvGrpSpPr/>
          <p:nvPr/>
        </p:nvGrpSpPr>
        <p:grpSpPr>
          <a:xfrm>
            <a:off x="2366751" y="3341641"/>
            <a:ext cx="449325" cy="450470"/>
            <a:chOff x="-16419350" y="3308400"/>
            <a:chExt cx="304050" cy="304825"/>
          </a:xfrm>
        </p:grpSpPr>
        <p:sp>
          <p:nvSpPr>
            <p:cNvPr id="9919" name="Google Shape;9919;p7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6" name="Google Shape;9926;p75"/>
          <p:cNvGrpSpPr/>
          <p:nvPr/>
        </p:nvGrpSpPr>
        <p:grpSpPr>
          <a:xfrm>
            <a:off x="4638306" y="3340423"/>
            <a:ext cx="395755" cy="452872"/>
            <a:chOff x="-16401225" y="3683275"/>
            <a:chExt cx="267800" cy="306450"/>
          </a:xfrm>
        </p:grpSpPr>
        <p:sp>
          <p:nvSpPr>
            <p:cNvPr id="9927" name="Google Shape;9927;p7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4" name="Google Shape;9934;p75"/>
          <p:cNvGrpSpPr/>
          <p:nvPr/>
        </p:nvGrpSpPr>
        <p:grpSpPr>
          <a:xfrm>
            <a:off x="8003755" y="2797062"/>
            <a:ext cx="450470" cy="448180"/>
            <a:chOff x="-16419350" y="4058200"/>
            <a:chExt cx="304825" cy="303275"/>
          </a:xfrm>
        </p:grpSpPr>
        <p:sp>
          <p:nvSpPr>
            <p:cNvPr id="9935" name="Google Shape;9935;p7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7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7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2" name="Google Shape;9942;p75"/>
          <p:cNvGrpSpPr/>
          <p:nvPr/>
        </p:nvGrpSpPr>
        <p:grpSpPr>
          <a:xfrm>
            <a:off x="4030643" y="3343080"/>
            <a:ext cx="450507" cy="447589"/>
            <a:chOff x="-15296200" y="3326900"/>
            <a:chExt cx="304850" cy="302875"/>
          </a:xfrm>
        </p:grpSpPr>
        <p:sp>
          <p:nvSpPr>
            <p:cNvPr id="9943" name="Google Shape;9943;p7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7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7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7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7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8" name="Google Shape;9948;p75"/>
          <p:cNvGrpSpPr/>
          <p:nvPr/>
        </p:nvGrpSpPr>
        <p:grpSpPr>
          <a:xfrm>
            <a:off x="2946296" y="1706881"/>
            <a:ext cx="486566" cy="414708"/>
            <a:chOff x="-19835275" y="3330250"/>
            <a:chExt cx="329250" cy="280625"/>
          </a:xfrm>
        </p:grpSpPr>
        <p:sp>
          <p:nvSpPr>
            <p:cNvPr id="9949" name="Google Shape;9949;p7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7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7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2" name="Google Shape;9952;p75"/>
          <p:cNvGrpSpPr/>
          <p:nvPr/>
        </p:nvGrpSpPr>
        <p:grpSpPr>
          <a:xfrm>
            <a:off x="2964325" y="2243470"/>
            <a:ext cx="450507" cy="449547"/>
            <a:chOff x="-19822675" y="3692750"/>
            <a:chExt cx="304850" cy="304200"/>
          </a:xfrm>
        </p:grpSpPr>
        <p:sp>
          <p:nvSpPr>
            <p:cNvPr id="9953" name="Google Shape;9953;p7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7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8" name="Google Shape;9958;p75"/>
          <p:cNvGrpSpPr/>
          <p:nvPr/>
        </p:nvGrpSpPr>
        <p:grpSpPr>
          <a:xfrm>
            <a:off x="2964916" y="2796278"/>
            <a:ext cx="449325" cy="450470"/>
            <a:chOff x="-19822675" y="4066875"/>
            <a:chExt cx="304050" cy="304825"/>
          </a:xfrm>
        </p:grpSpPr>
        <p:sp>
          <p:nvSpPr>
            <p:cNvPr id="9959" name="Google Shape;9959;p7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7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5" name="Google Shape;9965;p75"/>
          <p:cNvGrpSpPr/>
          <p:nvPr/>
        </p:nvGrpSpPr>
        <p:grpSpPr>
          <a:xfrm>
            <a:off x="5773985" y="1689571"/>
            <a:ext cx="399302" cy="449325"/>
            <a:chOff x="-17878825" y="3334400"/>
            <a:chExt cx="270200" cy="304050"/>
          </a:xfrm>
        </p:grpSpPr>
        <p:sp>
          <p:nvSpPr>
            <p:cNvPr id="9966" name="Google Shape;9966;p7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7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7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7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3" name="Google Shape;9973;p75"/>
          <p:cNvGrpSpPr/>
          <p:nvPr/>
        </p:nvGrpSpPr>
        <p:grpSpPr>
          <a:xfrm>
            <a:off x="5747809" y="2242416"/>
            <a:ext cx="451653" cy="451653"/>
            <a:chOff x="-17896150" y="3709300"/>
            <a:chExt cx="305625" cy="305625"/>
          </a:xfrm>
        </p:grpSpPr>
        <p:sp>
          <p:nvSpPr>
            <p:cNvPr id="9974" name="Google Shape;9974;p7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7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8" name="Google Shape;9978;p75"/>
          <p:cNvGrpSpPr/>
          <p:nvPr/>
        </p:nvGrpSpPr>
        <p:grpSpPr>
          <a:xfrm>
            <a:off x="5775740" y="2795686"/>
            <a:ext cx="395792" cy="451653"/>
            <a:chOff x="-17878025" y="4082625"/>
            <a:chExt cx="267825" cy="305625"/>
          </a:xfrm>
        </p:grpSpPr>
        <p:sp>
          <p:nvSpPr>
            <p:cNvPr id="9979" name="Google Shape;9979;p7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7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7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7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6" name="Google Shape;9986;p75"/>
          <p:cNvGrpSpPr/>
          <p:nvPr/>
        </p:nvGrpSpPr>
        <p:grpSpPr>
          <a:xfrm>
            <a:off x="2919632" y="3355015"/>
            <a:ext cx="450507" cy="423722"/>
            <a:chOff x="-16044450" y="3317850"/>
            <a:chExt cx="304850" cy="286725"/>
          </a:xfrm>
        </p:grpSpPr>
        <p:sp>
          <p:nvSpPr>
            <p:cNvPr id="9987" name="Google Shape;9987;p7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7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7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7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91" name="Google Shape;9991;p75"/>
          <p:cNvSpPr/>
          <p:nvPr/>
        </p:nvSpPr>
        <p:spPr>
          <a:xfrm>
            <a:off x="5164353" y="3341975"/>
            <a:ext cx="448180" cy="450507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92" name="Google Shape;9992;p75"/>
          <p:cNvGrpSpPr/>
          <p:nvPr/>
        </p:nvGrpSpPr>
        <p:grpSpPr>
          <a:xfrm>
            <a:off x="8042149" y="2243724"/>
            <a:ext cx="373662" cy="449030"/>
            <a:chOff x="-16018450" y="4058400"/>
            <a:chExt cx="252850" cy="303850"/>
          </a:xfrm>
        </p:grpSpPr>
        <p:sp>
          <p:nvSpPr>
            <p:cNvPr id="9993" name="Google Shape;9993;p7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7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7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97" name="Google Shape;9997;p75"/>
          <p:cNvSpPr/>
          <p:nvPr/>
        </p:nvSpPr>
        <p:spPr>
          <a:xfrm>
            <a:off x="6274865" y="3343157"/>
            <a:ext cx="449288" cy="448143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001" name="Shape 10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2" name="Google Shape;10002;p7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03" name="Google Shape;10003;p76"/>
          <p:cNvGrpSpPr/>
          <p:nvPr/>
        </p:nvGrpSpPr>
        <p:grpSpPr>
          <a:xfrm>
            <a:off x="845901" y="1689241"/>
            <a:ext cx="442337" cy="419623"/>
            <a:chOff x="-6696925" y="3272575"/>
            <a:chExt cx="307200" cy="291425"/>
          </a:xfrm>
        </p:grpSpPr>
        <p:sp>
          <p:nvSpPr>
            <p:cNvPr id="10004" name="Google Shape;10004;p76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76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6" name="Google Shape;10006;p76"/>
          <p:cNvGrpSpPr/>
          <p:nvPr/>
        </p:nvGrpSpPr>
        <p:grpSpPr>
          <a:xfrm>
            <a:off x="845884" y="2204636"/>
            <a:ext cx="442373" cy="420775"/>
            <a:chOff x="-6690625" y="3631325"/>
            <a:chExt cx="307225" cy="292225"/>
          </a:xfrm>
        </p:grpSpPr>
        <p:sp>
          <p:nvSpPr>
            <p:cNvPr id="10007" name="Google Shape;10007;p76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76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76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6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6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2" name="Google Shape;10012;p76"/>
          <p:cNvGrpSpPr/>
          <p:nvPr/>
        </p:nvGrpSpPr>
        <p:grpSpPr>
          <a:xfrm>
            <a:off x="868005" y="2756972"/>
            <a:ext cx="421927" cy="419371"/>
            <a:chOff x="-6689825" y="3992050"/>
            <a:chExt cx="293025" cy="291250"/>
          </a:xfrm>
        </p:grpSpPr>
        <p:sp>
          <p:nvSpPr>
            <p:cNvPr id="10013" name="Google Shape;10013;p76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76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76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76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76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76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76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76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6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6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6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76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25" name="Google Shape;10025;p76"/>
          <p:cNvSpPr/>
          <p:nvPr/>
        </p:nvSpPr>
        <p:spPr>
          <a:xfrm>
            <a:off x="3545854" y="1689199"/>
            <a:ext cx="434634" cy="419227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26" name="Google Shape;10026;p76"/>
          <p:cNvGrpSpPr/>
          <p:nvPr/>
        </p:nvGrpSpPr>
        <p:grpSpPr>
          <a:xfrm>
            <a:off x="3551317" y="2205192"/>
            <a:ext cx="423043" cy="419659"/>
            <a:chOff x="-4837325" y="3612425"/>
            <a:chExt cx="293800" cy="291450"/>
          </a:xfrm>
        </p:grpSpPr>
        <p:sp>
          <p:nvSpPr>
            <p:cNvPr id="10027" name="Google Shape;10027;p76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76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76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0" name="Google Shape;10030;p76"/>
          <p:cNvGrpSpPr/>
          <p:nvPr/>
        </p:nvGrpSpPr>
        <p:grpSpPr>
          <a:xfrm>
            <a:off x="3564349" y="2756826"/>
            <a:ext cx="420775" cy="419659"/>
            <a:chOff x="-4837325" y="3971575"/>
            <a:chExt cx="292225" cy="291450"/>
          </a:xfrm>
        </p:grpSpPr>
        <p:sp>
          <p:nvSpPr>
            <p:cNvPr id="10031" name="Google Shape;10031;p76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76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76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76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76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76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7" name="Google Shape;10037;p76"/>
          <p:cNvGrpSpPr/>
          <p:nvPr/>
        </p:nvGrpSpPr>
        <p:grpSpPr>
          <a:xfrm>
            <a:off x="6256364" y="1714185"/>
            <a:ext cx="430998" cy="369730"/>
            <a:chOff x="-3037625" y="3254850"/>
            <a:chExt cx="299325" cy="256775"/>
          </a:xfrm>
        </p:grpSpPr>
        <p:sp>
          <p:nvSpPr>
            <p:cNvPr id="10038" name="Google Shape;10038;p76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6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6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76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2" name="Google Shape;10042;p76"/>
          <p:cNvGrpSpPr/>
          <p:nvPr/>
        </p:nvGrpSpPr>
        <p:grpSpPr>
          <a:xfrm>
            <a:off x="6260324" y="2204615"/>
            <a:ext cx="423079" cy="420811"/>
            <a:chOff x="-3031325" y="3597450"/>
            <a:chExt cx="293825" cy="292250"/>
          </a:xfrm>
        </p:grpSpPr>
        <p:sp>
          <p:nvSpPr>
            <p:cNvPr id="10043" name="Google Shape;10043;p76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76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76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76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7" name="Google Shape;10047;p76"/>
          <p:cNvGrpSpPr/>
          <p:nvPr/>
        </p:nvGrpSpPr>
        <p:grpSpPr>
          <a:xfrm>
            <a:off x="6272798" y="2781214"/>
            <a:ext cx="421927" cy="370882"/>
            <a:chOff x="-3030525" y="3973150"/>
            <a:chExt cx="293025" cy="257575"/>
          </a:xfrm>
        </p:grpSpPr>
        <p:sp>
          <p:nvSpPr>
            <p:cNvPr id="10048" name="Google Shape;10048;p76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76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0" name="Google Shape;10050;p76"/>
          <p:cNvGrpSpPr/>
          <p:nvPr/>
        </p:nvGrpSpPr>
        <p:grpSpPr>
          <a:xfrm>
            <a:off x="1374391" y="3369426"/>
            <a:ext cx="421927" cy="297195"/>
            <a:chOff x="-1199300" y="3279250"/>
            <a:chExt cx="293025" cy="206400"/>
          </a:xfrm>
        </p:grpSpPr>
        <p:sp>
          <p:nvSpPr>
            <p:cNvPr id="10051" name="Google Shape;10051;p76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76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76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76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5" name="Google Shape;10055;p76"/>
          <p:cNvGrpSpPr/>
          <p:nvPr/>
        </p:nvGrpSpPr>
        <p:grpSpPr>
          <a:xfrm>
            <a:off x="1381477" y="1688773"/>
            <a:ext cx="444605" cy="420559"/>
            <a:chOff x="-6338550" y="3272950"/>
            <a:chExt cx="308775" cy="292075"/>
          </a:xfrm>
        </p:grpSpPr>
        <p:sp>
          <p:nvSpPr>
            <p:cNvPr id="10056" name="Google Shape;10056;p76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76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76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9" name="Google Shape;10059;p76"/>
          <p:cNvGrpSpPr/>
          <p:nvPr/>
        </p:nvGrpSpPr>
        <p:grpSpPr>
          <a:xfrm>
            <a:off x="1392817" y="2205194"/>
            <a:ext cx="421927" cy="419659"/>
            <a:chOff x="-6329100" y="3632100"/>
            <a:chExt cx="293025" cy="291450"/>
          </a:xfrm>
        </p:grpSpPr>
        <p:sp>
          <p:nvSpPr>
            <p:cNvPr id="10060" name="Google Shape;10060;p76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76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76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3" name="Google Shape;10063;p76"/>
          <p:cNvGrpSpPr/>
          <p:nvPr/>
        </p:nvGrpSpPr>
        <p:grpSpPr>
          <a:xfrm>
            <a:off x="1405867" y="2756828"/>
            <a:ext cx="419623" cy="419659"/>
            <a:chOff x="-6329875" y="3992050"/>
            <a:chExt cx="291425" cy="291450"/>
          </a:xfrm>
        </p:grpSpPr>
        <p:sp>
          <p:nvSpPr>
            <p:cNvPr id="10064" name="Google Shape;10064;p76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76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76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76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8" name="Google Shape;10068;p76"/>
          <p:cNvGrpSpPr/>
          <p:nvPr/>
        </p:nvGrpSpPr>
        <p:grpSpPr>
          <a:xfrm>
            <a:off x="4092004" y="1687530"/>
            <a:ext cx="423079" cy="423043"/>
            <a:chOff x="-4478975" y="3251700"/>
            <a:chExt cx="293825" cy="293800"/>
          </a:xfrm>
        </p:grpSpPr>
        <p:sp>
          <p:nvSpPr>
            <p:cNvPr id="10069" name="Google Shape;10069;p76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76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76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2" name="Google Shape;10072;p76"/>
          <p:cNvGrpSpPr/>
          <p:nvPr/>
        </p:nvGrpSpPr>
        <p:grpSpPr>
          <a:xfrm>
            <a:off x="4092004" y="2205192"/>
            <a:ext cx="423079" cy="419659"/>
            <a:chOff x="-4475825" y="3612425"/>
            <a:chExt cx="293825" cy="291450"/>
          </a:xfrm>
        </p:grpSpPr>
        <p:sp>
          <p:nvSpPr>
            <p:cNvPr id="10073" name="Google Shape;10073;p76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76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76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6" name="Google Shape;10076;p76"/>
          <p:cNvGrpSpPr/>
          <p:nvPr/>
        </p:nvGrpSpPr>
        <p:grpSpPr>
          <a:xfrm>
            <a:off x="4101077" y="2756844"/>
            <a:ext cx="428730" cy="419623"/>
            <a:chOff x="-4480550" y="3970800"/>
            <a:chExt cx="297750" cy="291425"/>
          </a:xfrm>
        </p:grpSpPr>
        <p:sp>
          <p:nvSpPr>
            <p:cNvPr id="10077" name="Google Shape;10077;p76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76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9" name="Google Shape;10079;p76"/>
          <p:cNvGrpSpPr/>
          <p:nvPr/>
        </p:nvGrpSpPr>
        <p:grpSpPr>
          <a:xfrm>
            <a:off x="6804910" y="1689221"/>
            <a:ext cx="415123" cy="419659"/>
            <a:chOff x="-2668225" y="3239075"/>
            <a:chExt cx="288300" cy="291450"/>
          </a:xfrm>
        </p:grpSpPr>
        <p:sp>
          <p:nvSpPr>
            <p:cNvPr id="10080" name="Google Shape;10080;p76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76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76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76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76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5" name="Google Shape;10085;p76"/>
          <p:cNvGrpSpPr/>
          <p:nvPr/>
        </p:nvGrpSpPr>
        <p:grpSpPr>
          <a:xfrm>
            <a:off x="6802066" y="2205191"/>
            <a:ext cx="420811" cy="419659"/>
            <a:chOff x="-2671375" y="3597450"/>
            <a:chExt cx="292250" cy="291450"/>
          </a:xfrm>
        </p:grpSpPr>
        <p:sp>
          <p:nvSpPr>
            <p:cNvPr id="10086" name="Google Shape;10086;p76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76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8" name="Google Shape;10088;p76"/>
          <p:cNvGrpSpPr/>
          <p:nvPr/>
        </p:nvGrpSpPr>
        <p:grpSpPr>
          <a:xfrm>
            <a:off x="6812849" y="2755691"/>
            <a:ext cx="423043" cy="421927"/>
            <a:chOff x="-2670575" y="3956600"/>
            <a:chExt cx="293800" cy="293025"/>
          </a:xfrm>
        </p:grpSpPr>
        <p:sp>
          <p:nvSpPr>
            <p:cNvPr id="10089" name="Google Shape;10089;p76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76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76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76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3" name="Google Shape;10093;p76"/>
          <p:cNvGrpSpPr/>
          <p:nvPr/>
        </p:nvGrpSpPr>
        <p:grpSpPr>
          <a:xfrm>
            <a:off x="3070370" y="3311947"/>
            <a:ext cx="426462" cy="418363"/>
            <a:chOff x="-1183550" y="3586525"/>
            <a:chExt cx="296175" cy="290550"/>
          </a:xfrm>
        </p:grpSpPr>
        <p:sp>
          <p:nvSpPr>
            <p:cNvPr id="10094" name="Google Shape;10094;p76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76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76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76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76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76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76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76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76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3" name="Google Shape;10103;p76"/>
          <p:cNvGrpSpPr/>
          <p:nvPr/>
        </p:nvGrpSpPr>
        <p:grpSpPr>
          <a:xfrm>
            <a:off x="1933980" y="1689799"/>
            <a:ext cx="420811" cy="418507"/>
            <a:chOff x="-5971525" y="3273750"/>
            <a:chExt cx="292250" cy="290650"/>
          </a:xfrm>
        </p:grpSpPr>
        <p:sp>
          <p:nvSpPr>
            <p:cNvPr id="10104" name="Google Shape;10104;p76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76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6" name="Google Shape;10106;p76"/>
          <p:cNvGrpSpPr/>
          <p:nvPr/>
        </p:nvGrpSpPr>
        <p:grpSpPr>
          <a:xfrm>
            <a:off x="1928310" y="2203826"/>
            <a:ext cx="432150" cy="422395"/>
            <a:chOff x="-5974675" y="3632100"/>
            <a:chExt cx="300125" cy="293350"/>
          </a:xfrm>
        </p:grpSpPr>
        <p:sp>
          <p:nvSpPr>
            <p:cNvPr id="10107" name="Google Shape;10107;p76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76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76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0" name="Google Shape;10110;p76"/>
          <p:cNvGrpSpPr/>
          <p:nvPr/>
        </p:nvGrpSpPr>
        <p:grpSpPr>
          <a:xfrm>
            <a:off x="1958351" y="2755694"/>
            <a:ext cx="395865" cy="421927"/>
            <a:chOff x="-5971525" y="3990475"/>
            <a:chExt cx="274925" cy="293025"/>
          </a:xfrm>
        </p:grpSpPr>
        <p:sp>
          <p:nvSpPr>
            <p:cNvPr id="10111" name="Google Shape;10111;p76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76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76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76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5" name="Google Shape;10115;p76"/>
          <p:cNvGrpSpPr/>
          <p:nvPr/>
        </p:nvGrpSpPr>
        <p:grpSpPr>
          <a:xfrm>
            <a:off x="4631558" y="1689798"/>
            <a:ext cx="420775" cy="418507"/>
            <a:chOff x="-4118225" y="3253275"/>
            <a:chExt cx="292225" cy="290650"/>
          </a:xfrm>
        </p:grpSpPr>
        <p:sp>
          <p:nvSpPr>
            <p:cNvPr id="10116" name="Google Shape;10116;p76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6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8" name="Google Shape;10118;p76"/>
          <p:cNvGrpSpPr/>
          <p:nvPr/>
        </p:nvGrpSpPr>
        <p:grpSpPr>
          <a:xfrm>
            <a:off x="4682008" y="2204922"/>
            <a:ext cx="319874" cy="420199"/>
            <a:chOff x="-4082800" y="3612425"/>
            <a:chExt cx="222150" cy="291825"/>
          </a:xfrm>
        </p:grpSpPr>
        <p:sp>
          <p:nvSpPr>
            <p:cNvPr id="10119" name="Google Shape;10119;p76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76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76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2" name="Google Shape;10122;p76"/>
          <p:cNvGrpSpPr/>
          <p:nvPr/>
        </p:nvGrpSpPr>
        <p:grpSpPr>
          <a:xfrm>
            <a:off x="4643456" y="2769876"/>
            <a:ext cx="420775" cy="393561"/>
            <a:chOff x="-4118225" y="3990475"/>
            <a:chExt cx="292225" cy="273325"/>
          </a:xfrm>
        </p:grpSpPr>
        <p:sp>
          <p:nvSpPr>
            <p:cNvPr id="10123" name="Google Shape;10123;p76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76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76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6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7" name="Google Shape;10127;p76"/>
          <p:cNvGrpSpPr/>
          <p:nvPr/>
        </p:nvGrpSpPr>
        <p:grpSpPr>
          <a:xfrm>
            <a:off x="7354110" y="1688087"/>
            <a:ext cx="394713" cy="421927"/>
            <a:chOff x="-2312225" y="3238300"/>
            <a:chExt cx="274125" cy="293025"/>
          </a:xfrm>
        </p:grpSpPr>
        <p:sp>
          <p:nvSpPr>
            <p:cNvPr id="10128" name="Google Shape;10128;p76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76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0" name="Google Shape;10130;p76"/>
          <p:cNvGrpSpPr/>
          <p:nvPr/>
        </p:nvGrpSpPr>
        <p:grpSpPr>
          <a:xfrm>
            <a:off x="7341062" y="2153586"/>
            <a:ext cx="420811" cy="522864"/>
            <a:chOff x="-2310650" y="3525775"/>
            <a:chExt cx="292250" cy="363125"/>
          </a:xfrm>
        </p:grpSpPr>
        <p:sp>
          <p:nvSpPr>
            <p:cNvPr id="10131" name="Google Shape;10131;p76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6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76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76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5" name="Google Shape;10135;p76"/>
          <p:cNvGrpSpPr/>
          <p:nvPr/>
        </p:nvGrpSpPr>
        <p:grpSpPr>
          <a:xfrm>
            <a:off x="7351827" y="2756825"/>
            <a:ext cx="423079" cy="419659"/>
            <a:chOff x="-2310650" y="3958175"/>
            <a:chExt cx="293825" cy="291450"/>
          </a:xfrm>
        </p:grpSpPr>
        <p:sp>
          <p:nvSpPr>
            <p:cNvPr id="10136" name="Google Shape;10136;p76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76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8" name="Google Shape;10138;p76"/>
          <p:cNvGrpSpPr/>
          <p:nvPr/>
        </p:nvGrpSpPr>
        <p:grpSpPr>
          <a:xfrm>
            <a:off x="4718688" y="3308459"/>
            <a:ext cx="424159" cy="419659"/>
            <a:chOff x="-1182750" y="3962900"/>
            <a:chExt cx="294575" cy="291450"/>
          </a:xfrm>
        </p:grpSpPr>
        <p:sp>
          <p:nvSpPr>
            <p:cNvPr id="10139" name="Google Shape;10139;p76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6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76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76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76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76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6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6" name="Google Shape;10146;p76"/>
          <p:cNvGrpSpPr/>
          <p:nvPr/>
        </p:nvGrpSpPr>
        <p:grpSpPr>
          <a:xfrm>
            <a:off x="2471824" y="1689223"/>
            <a:ext cx="424195" cy="419659"/>
            <a:chOff x="-5611575" y="3272950"/>
            <a:chExt cx="294600" cy="291450"/>
          </a:xfrm>
        </p:grpSpPr>
        <p:sp>
          <p:nvSpPr>
            <p:cNvPr id="10147" name="Google Shape;10147;p76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76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76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76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76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2" name="Google Shape;10152;p76"/>
          <p:cNvGrpSpPr/>
          <p:nvPr/>
        </p:nvGrpSpPr>
        <p:grpSpPr>
          <a:xfrm>
            <a:off x="2471824" y="2205770"/>
            <a:ext cx="424195" cy="418507"/>
            <a:chOff x="-5613150" y="3632900"/>
            <a:chExt cx="294600" cy="290650"/>
          </a:xfrm>
        </p:grpSpPr>
        <p:sp>
          <p:nvSpPr>
            <p:cNvPr id="10153" name="Google Shape;10153;p76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76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5" name="Google Shape;10155;p76"/>
          <p:cNvGrpSpPr/>
          <p:nvPr/>
        </p:nvGrpSpPr>
        <p:grpSpPr>
          <a:xfrm>
            <a:off x="2483722" y="2756270"/>
            <a:ext cx="424195" cy="420775"/>
            <a:chOff x="-5613150" y="3991275"/>
            <a:chExt cx="294600" cy="292225"/>
          </a:xfrm>
        </p:grpSpPr>
        <p:sp>
          <p:nvSpPr>
            <p:cNvPr id="10156" name="Google Shape;10156;p76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76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76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76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76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76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76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76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76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5" name="Google Shape;10165;p76"/>
          <p:cNvGrpSpPr/>
          <p:nvPr/>
        </p:nvGrpSpPr>
        <p:grpSpPr>
          <a:xfrm>
            <a:off x="5155210" y="1689438"/>
            <a:ext cx="434634" cy="419227"/>
            <a:chOff x="-3768700" y="3253275"/>
            <a:chExt cx="301850" cy="291150"/>
          </a:xfrm>
        </p:grpSpPr>
        <p:sp>
          <p:nvSpPr>
            <p:cNvPr id="10166" name="Google Shape;10166;p76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76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76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9" name="Google Shape;10169;p76"/>
          <p:cNvGrpSpPr/>
          <p:nvPr/>
        </p:nvGrpSpPr>
        <p:grpSpPr>
          <a:xfrm>
            <a:off x="5159293" y="2217090"/>
            <a:ext cx="426462" cy="395865"/>
            <a:chOff x="-3808700" y="3628950"/>
            <a:chExt cx="296175" cy="274925"/>
          </a:xfrm>
        </p:grpSpPr>
        <p:sp>
          <p:nvSpPr>
            <p:cNvPr id="10170" name="Google Shape;10170;p76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76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76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3" name="Google Shape;10173;p76"/>
          <p:cNvGrpSpPr/>
          <p:nvPr/>
        </p:nvGrpSpPr>
        <p:grpSpPr>
          <a:xfrm>
            <a:off x="5224504" y="2756412"/>
            <a:ext cx="419443" cy="420487"/>
            <a:chOff x="-3771675" y="3971775"/>
            <a:chExt cx="291300" cy="292025"/>
          </a:xfrm>
        </p:grpSpPr>
        <p:sp>
          <p:nvSpPr>
            <p:cNvPr id="10174" name="Google Shape;10174;p76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76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76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76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76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9" name="Google Shape;10179;p76"/>
          <p:cNvGrpSpPr/>
          <p:nvPr/>
        </p:nvGrpSpPr>
        <p:grpSpPr>
          <a:xfrm>
            <a:off x="7885948" y="1716461"/>
            <a:ext cx="420271" cy="320774"/>
            <a:chOff x="-1951475" y="3273100"/>
            <a:chExt cx="291875" cy="222775"/>
          </a:xfrm>
        </p:grpSpPr>
        <p:sp>
          <p:nvSpPr>
            <p:cNvPr id="10180" name="Google Shape;10180;p76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76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76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3" name="Google Shape;10183;p76"/>
          <p:cNvGrpSpPr/>
          <p:nvPr/>
        </p:nvGrpSpPr>
        <p:grpSpPr>
          <a:xfrm>
            <a:off x="7883429" y="2205191"/>
            <a:ext cx="425310" cy="419659"/>
            <a:chOff x="-1951475" y="3597450"/>
            <a:chExt cx="295375" cy="291450"/>
          </a:xfrm>
        </p:grpSpPr>
        <p:sp>
          <p:nvSpPr>
            <p:cNvPr id="10184" name="Google Shape;10184;p76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76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76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6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8" name="Google Shape;10188;p76"/>
          <p:cNvGrpSpPr/>
          <p:nvPr/>
        </p:nvGrpSpPr>
        <p:grpSpPr>
          <a:xfrm>
            <a:off x="7885680" y="2756825"/>
            <a:ext cx="444605" cy="419659"/>
            <a:chOff x="-1960150" y="3956600"/>
            <a:chExt cx="308775" cy="291450"/>
          </a:xfrm>
        </p:grpSpPr>
        <p:sp>
          <p:nvSpPr>
            <p:cNvPr id="10189" name="Google Shape;10189;p76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76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1" name="Google Shape;10191;p76"/>
          <p:cNvGrpSpPr/>
          <p:nvPr/>
        </p:nvGrpSpPr>
        <p:grpSpPr>
          <a:xfrm>
            <a:off x="1939718" y="3307636"/>
            <a:ext cx="420775" cy="420775"/>
            <a:chOff x="-804700" y="3226500"/>
            <a:chExt cx="292225" cy="292225"/>
          </a:xfrm>
        </p:grpSpPr>
        <p:sp>
          <p:nvSpPr>
            <p:cNvPr id="10192" name="Google Shape;10192;p76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6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6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76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76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6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76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9" name="Google Shape;10199;p76"/>
          <p:cNvGrpSpPr/>
          <p:nvPr/>
        </p:nvGrpSpPr>
        <p:grpSpPr>
          <a:xfrm>
            <a:off x="3019809" y="1688647"/>
            <a:ext cx="420775" cy="420811"/>
            <a:chOff x="-5251625" y="3272950"/>
            <a:chExt cx="292225" cy="292250"/>
          </a:xfrm>
        </p:grpSpPr>
        <p:sp>
          <p:nvSpPr>
            <p:cNvPr id="10200" name="Google Shape;10200;p76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76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6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3" name="Google Shape;10203;p76"/>
          <p:cNvGrpSpPr/>
          <p:nvPr/>
        </p:nvGrpSpPr>
        <p:grpSpPr>
          <a:xfrm>
            <a:off x="3016407" y="2204348"/>
            <a:ext cx="427578" cy="421351"/>
            <a:chOff x="-5254775" y="3631325"/>
            <a:chExt cx="296950" cy="292625"/>
          </a:xfrm>
        </p:grpSpPr>
        <p:sp>
          <p:nvSpPr>
            <p:cNvPr id="10204" name="Google Shape;10204;p76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76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76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76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76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6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76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1" name="Google Shape;10211;p76"/>
          <p:cNvGrpSpPr/>
          <p:nvPr/>
        </p:nvGrpSpPr>
        <p:grpSpPr>
          <a:xfrm>
            <a:off x="3032265" y="2756270"/>
            <a:ext cx="419659" cy="420775"/>
            <a:chOff x="-5251625" y="3991275"/>
            <a:chExt cx="291450" cy="292225"/>
          </a:xfrm>
        </p:grpSpPr>
        <p:sp>
          <p:nvSpPr>
            <p:cNvPr id="10212" name="Google Shape;10212;p76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6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6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6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76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7" name="Google Shape;10217;p76"/>
          <p:cNvGrpSpPr/>
          <p:nvPr/>
        </p:nvGrpSpPr>
        <p:grpSpPr>
          <a:xfrm>
            <a:off x="5772848" y="1689240"/>
            <a:ext cx="319874" cy="419623"/>
            <a:chOff x="-3365275" y="3253275"/>
            <a:chExt cx="222150" cy="291425"/>
          </a:xfrm>
        </p:grpSpPr>
        <p:sp>
          <p:nvSpPr>
            <p:cNvPr id="10218" name="Google Shape;10218;p76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76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0" name="Google Shape;10220;p76"/>
          <p:cNvGrpSpPr/>
          <p:nvPr/>
        </p:nvGrpSpPr>
        <p:grpSpPr>
          <a:xfrm>
            <a:off x="5746786" y="2204058"/>
            <a:ext cx="371998" cy="421927"/>
            <a:chOff x="-3383375" y="3611625"/>
            <a:chExt cx="258350" cy="293025"/>
          </a:xfrm>
        </p:grpSpPr>
        <p:sp>
          <p:nvSpPr>
            <p:cNvPr id="10221" name="Google Shape;10221;p76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76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3" name="Google Shape;10223;p76"/>
          <p:cNvGrpSpPr/>
          <p:nvPr/>
        </p:nvGrpSpPr>
        <p:grpSpPr>
          <a:xfrm>
            <a:off x="5809135" y="2756826"/>
            <a:ext cx="271097" cy="419659"/>
            <a:chOff x="-3347950" y="3971575"/>
            <a:chExt cx="188275" cy="291450"/>
          </a:xfrm>
        </p:grpSpPr>
        <p:sp>
          <p:nvSpPr>
            <p:cNvPr id="10224" name="Google Shape;10224;p76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76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76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7" name="Google Shape;10227;p76"/>
          <p:cNvGrpSpPr/>
          <p:nvPr/>
        </p:nvGrpSpPr>
        <p:grpSpPr>
          <a:xfrm>
            <a:off x="858994" y="3307061"/>
            <a:ext cx="371998" cy="421927"/>
            <a:chOff x="-1575775" y="3238300"/>
            <a:chExt cx="258350" cy="293025"/>
          </a:xfrm>
        </p:grpSpPr>
        <p:sp>
          <p:nvSpPr>
            <p:cNvPr id="10228" name="Google Shape;10228;p76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6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76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76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76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3" name="Google Shape;10233;p76"/>
          <p:cNvGrpSpPr/>
          <p:nvPr/>
        </p:nvGrpSpPr>
        <p:grpSpPr>
          <a:xfrm>
            <a:off x="2503892" y="3309051"/>
            <a:ext cx="423079" cy="424159"/>
            <a:chOff x="-1591550" y="3597475"/>
            <a:chExt cx="293825" cy="294575"/>
          </a:xfrm>
        </p:grpSpPr>
        <p:sp>
          <p:nvSpPr>
            <p:cNvPr id="10234" name="Google Shape;10234;p76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76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76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7" name="Google Shape;10237;p76"/>
          <p:cNvGrpSpPr/>
          <p:nvPr/>
        </p:nvGrpSpPr>
        <p:grpSpPr>
          <a:xfrm>
            <a:off x="4153362" y="3318663"/>
            <a:ext cx="421927" cy="399248"/>
            <a:chOff x="-1592325" y="3957400"/>
            <a:chExt cx="293025" cy="277275"/>
          </a:xfrm>
        </p:grpSpPr>
        <p:sp>
          <p:nvSpPr>
            <p:cNvPr id="10238" name="Google Shape;10238;p76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76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76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76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2" name="Google Shape;10242;p76"/>
          <p:cNvGrpSpPr/>
          <p:nvPr/>
        </p:nvGrpSpPr>
        <p:grpSpPr>
          <a:xfrm>
            <a:off x="3640232" y="3310744"/>
            <a:ext cx="369730" cy="420775"/>
            <a:chOff x="-778700" y="3612425"/>
            <a:chExt cx="256775" cy="292225"/>
          </a:xfrm>
        </p:grpSpPr>
        <p:sp>
          <p:nvSpPr>
            <p:cNvPr id="10243" name="Google Shape;10243;p76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76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76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76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76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76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9" name="Google Shape;10249;p76"/>
          <p:cNvGrpSpPr/>
          <p:nvPr/>
        </p:nvGrpSpPr>
        <p:grpSpPr>
          <a:xfrm>
            <a:off x="6111733" y="3828305"/>
            <a:ext cx="340731" cy="387641"/>
            <a:chOff x="7728464" y="1561258"/>
            <a:chExt cx="349719" cy="397866"/>
          </a:xfrm>
        </p:grpSpPr>
        <p:sp>
          <p:nvSpPr>
            <p:cNvPr id="10250" name="Google Shape;10250;p76"/>
            <p:cNvSpPr/>
            <p:nvPr/>
          </p:nvSpPr>
          <p:spPr>
            <a:xfrm>
              <a:off x="7891642" y="1678585"/>
              <a:ext cx="23354" cy="23333"/>
            </a:xfrm>
            <a:custGeom>
              <a:rect b="b" l="l" r="r" t="t"/>
              <a:pathLst>
                <a:path extrusionOk="0" h="1118" w="1119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76"/>
            <p:cNvSpPr/>
            <p:nvPr/>
          </p:nvSpPr>
          <p:spPr>
            <a:xfrm>
              <a:off x="7728464" y="1561258"/>
              <a:ext cx="349719" cy="397866"/>
            </a:xfrm>
            <a:custGeom>
              <a:rect b="b" l="l" r="r" t="t"/>
              <a:pathLst>
                <a:path extrusionOk="0" h="19064" w="16757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2" name="Google Shape;10252;p76"/>
          <p:cNvGrpSpPr/>
          <p:nvPr/>
        </p:nvGrpSpPr>
        <p:grpSpPr>
          <a:xfrm>
            <a:off x="4034702" y="3828305"/>
            <a:ext cx="387681" cy="387641"/>
            <a:chOff x="5611350" y="1561258"/>
            <a:chExt cx="397907" cy="397866"/>
          </a:xfrm>
        </p:grpSpPr>
        <p:sp>
          <p:nvSpPr>
            <p:cNvPr id="10253" name="Google Shape;10253;p76"/>
            <p:cNvSpPr/>
            <p:nvPr/>
          </p:nvSpPr>
          <p:spPr>
            <a:xfrm>
              <a:off x="5713589" y="1812337"/>
              <a:ext cx="38443" cy="39653"/>
            </a:xfrm>
            <a:custGeom>
              <a:rect b="b" l="l" r="r" t="t"/>
              <a:pathLst>
                <a:path extrusionOk="0" h="1900" w="1842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76"/>
            <p:cNvSpPr/>
            <p:nvPr/>
          </p:nvSpPr>
          <p:spPr>
            <a:xfrm>
              <a:off x="5830124" y="1789047"/>
              <a:ext cx="38505" cy="39653"/>
            </a:xfrm>
            <a:custGeom>
              <a:rect b="b" l="l" r="r" t="t"/>
              <a:pathLst>
                <a:path extrusionOk="0" h="1900" w="1845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76"/>
            <p:cNvSpPr/>
            <p:nvPr/>
          </p:nvSpPr>
          <p:spPr>
            <a:xfrm>
              <a:off x="5611350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76"/>
            <p:cNvSpPr/>
            <p:nvPr/>
          </p:nvSpPr>
          <p:spPr>
            <a:xfrm>
              <a:off x="5775341" y="1669507"/>
              <a:ext cx="93247" cy="41531"/>
            </a:xfrm>
            <a:custGeom>
              <a:rect b="b" l="l" r="r" t="t"/>
              <a:pathLst>
                <a:path extrusionOk="0" h="1990" w="4468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7" name="Google Shape;10257;p76"/>
          <p:cNvGrpSpPr/>
          <p:nvPr/>
        </p:nvGrpSpPr>
        <p:grpSpPr>
          <a:xfrm>
            <a:off x="4553987" y="3925571"/>
            <a:ext cx="387610" cy="193109"/>
            <a:chOff x="6140660" y="1661097"/>
            <a:chExt cx="397835" cy="198202"/>
          </a:xfrm>
        </p:grpSpPr>
        <p:sp>
          <p:nvSpPr>
            <p:cNvPr id="10258" name="Google Shape;10258;p76"/>
            <p:cNvSpPr/>
            <p:nvPr/>
          </p:nvSpPr>
          <p:spPr>
            <a:xfrm>
              <a:off x="6281298" y="1707719"/>
              <a:ext cx="58290" cy="151579"/>
            </a:xfrm>
            <a:custGeom>
              <a:rect b="b" l="l" r="r" t="t"/>
              <a:pathLst>
                <a:path extrusionOk="0" h="7263" w="2793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76"/>
            <p:cNvSpPr/>
            <p:nvPr/>
          </p:nvSpPr>
          <p:spPr>
            <a:xfrm>
              <a:off x="6480225" y="1742675"/>
              <a:ext cx="58269" cy="58332"/>
            </a:xfrm>
            <a:custGeom>
              <a:rect b="b" l="l" r="r" t="t"/>
              <a:pathLst>
                <a:path extrusionOk="0" h="2795" w="2792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76"/>
            <p:cNvSpPr/>
            <p:nvPr/>
          </p:nvSpPr>
          <p:spPr>
            <a:xfrm>
              <a:off x="6352004" y="1661097"/>
              <a:ext cx="129206" cy="198202"/>
            </a:xfrm>
            <a:custGeom>
              <a:rect b="b" l="l" r="r" t="t"/>
              <a:pathLst>
                <a:path extrusionOk="0" h="9497" w="6191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76"/>
            <p:cNvSpPr/>
            <p:nvPr/>
          </p:nvSpPr>
          <p:spPr>
            <a:xfrm>
              <a:off x="6140660" y="1661097"/>
              <a:ext cx="129185" cy="198202"/>
            </a:xfrm>
            <a:custGeom>
              <a:rect b="b" l="l" r="r" t="t"/>
              <a:pathLst>
                <a:path extrusionOk="0" h="9497" w="619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2" name="Google Shape;10262;p76"/>
          <p:cNvGrpSpPr/>
          <p:nvPr/>
        </p:nvGrpSpPr>
        <p:grpSpPr>
          <a:xfrm>
            <a:off x="5073202" y="3828305"/>
            <a:ext cx="387681" cy="387641"/>
            <a:chOff x="6669907" y="1561258"/>
            <a:chExt cx="397907" cy="397866"/>
          </a:xfrm>
        </p:grpSpPr>
        <p:sp>
          <p:nvSpPr>
            <p:cNvPr id="10263" name="Google Shape;10263;p76"/>
            <p:cNvSpPr/>
            <p:nvPr/>
          </p:nvSpPr>
          <p:spPr>
            <a:xfrm>
              <a:off x="6950454" y="1655253"/>
              <a:ext cx="23312" cy="23354"/>
            </a:xfrm>
            <a:custGeom>
              <a:rect b="b" l="l" r="r" t="t"/>
              <a:pathLst>
                <a:path extrusionOk="0" h="1119" w="1117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76"/>
            <p:cNvSpPr/>
            <p:nvPr/>
          </p:nvSpPr>
          <p:spPr>
            <a:xfrm>
              <a:off x="6740633" y="1725228"/>
              <a:ext cx="36919" cy="39632"/>
            </a:xfrm>
            <a:custGeom>
              <a:rect b="b" l="l" r="r" t="t"/>
              <a:pathLst>
                <a:path extrusionOk="0" h="1899" w="1769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6"/>
            <p:cNvSpPr/>
            <p:nvPr/>
          </p:nvSpPr>
          <p:spPr>
            <a:xfrm>
              <a:off x="6763944" y="1725228"/>
              <a:ext cx="209827" cy="139892"/>
            </a:xfrm>
            <a:custGeom>
              <a:rect b="b" l="l" r="r" t="t"/>
              <a:pathLst>
                <a:path extrusionOk="0" h="6703" w="10054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6"/>
            <p:cNvSpPr/>
            <p:nvPr/>
          </p:nvSpPr>
          <p:spPr>
            <a:xfrm>
              <a:off x="6669907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76"/>
            <p:cNvSpPr/>
            <p:nvPr/>
          </p:nvSpPr>
          <p:spPr>
            <a:xfrm>
              <a:off x="6960158" y="1725228"/>
              <a:ext cx="36940" cy="39632"/>
            </a:xfrm>
            <a:custGeom>
              <a:rect b="b" l="l" r="r" t="t"/>
              <a:pathLst>
                <a:path extrusionOk="0" h="1899" w="177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8" name="Google Shape;10268;p76"/>
          <p:cNvGrpSpPr/>
          <p:nvPr/>
        </p:nvGrpSpPr>
        <p:grpSpPr>
          <a:xfrm>
            <a:off x="5592488" y="3828305"/>
            <a:ext cx="387641" cy="387641"/>
            <a:chOff x="7199196" y="1561258"/>
            <a:chExt cx="397866" cy="397866"/>
          </a:xfrm>
        </p:grpSpPr>
        <p:sp>
          <p:nvSpPr>
            <p:cNvPr id="10269" name="Google Shape;10269;p76"/>
            <p:cNvSpPr/>
            <p:nvPr/>
          </p:nvSpPr>
          <p:spPr>
            <a:xfrm>
              <a:off x="7363167" y="1701896"/>
              <a:ext cx="69935" cy="69977"/>
            </a:xfrm>
            <a:custGeom>
              <a:rect b="b" l="l" r="r" t="t"/>
              <a:pathLst>
                <a:path extrusionOk="0" h="3353" w="3351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76"/>
            <p:cNvSpPr/>
            <p:nvPr/>
          </p:nvSpPr>
          <p:spPr>
            <a:xfrm>
              <a:off x="7316523" y="1655253"/>
              <a:ext cx="163203" cy="209869"/>
            </a:xfrm>
            <a:custGeom>
              <a:rect b="b" l="l" r="r" t="t"/>
              <a:pathLst>
                <a:path extrusionOk="0" h="10056" w="782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76"/>
            <p:cNvSpPr/>
            <p:nvPr/>
          </p:nvSpPr>
          <p:spPr>
            <a:xfrm>
              <a:off x="7199196" y="1561258"/>
              <a:ext cx="397866" cy="397866"/>
            </a:xfrm>
            <a:custGeom>
              <a:rect b="b" l="l" r="r" t="t"/>
              <a:pathLst>
                <a:path extrusionOk="0" h="19064" w="19064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2" name="Google Shape;10272;p76"/>
          <p:cNvGrpSpPr/>
          <p:nvPr/>
        </p:nvGrpSpPr>
        <p:grpSpPr>
          <a:xfrm>
            <a:off x="1958433" y="3885842"/>
            <a:ext cx="387681" cy="272572"/>
            <a:chOff x="3386036" y="1746339"/>
            <a:chExt cx="397907" cy="279762"/>
          </a:xfrm>
        </p:grpSpPr>
        <p:sp>
          <p:nvSpPr>
            <p:cNvPr id="10273" name="Google Shape;10273;p76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76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5" name="Google Shape;10275;p76"/>
          <p:cNvGrpSpPr/>
          <p:nvPr/>
        </p:nvGrpSpPr>
        <p:grpSpPr>
          <a:xfrm>
            <a:off x="2996130" y="3828288"/>
            <a:ext cx="387681" cy="387681"/>
            <a:chOff x="4417380" y="1687279"/>
            <a:chExt cx="397907" cy="397907"/>
          </a:xfrm>
        </p:grpSpPr>
        <p:sp>
          <p:nvSpPr>
            <p:cNvPr id="10276" name="Google Shape;10276;p76"/>
            <p:cNvSpPr/>
            <p:nvPr/>
          </p:nvSpPr>
          <p:spPr>
            <a:xfrm>
              <a:off x="4417380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76"/>
            <p:cNvSpPr/>
            <p:nvPr/>
          </p:nvSpPr>
          <p:spPr>
            <a:xfrm>
              <a:off x="4492363" y="1768878"/>
              <a:ext cx="248270" cy="234704"/>
            </a:xfrm>
            <a:custGeom>
              <a:rect b="b" l="l" r="r" t="t"/>
              <a:pathLst>
                <a:path extrusionOk="0" h="11246" w="11896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8" name="Google Shape;10278;p76"/>
          <p:cNvGrpSpPr/>
          <p:nvPr/>
        </p:nvGrpSpPr>
        <p:grpSpPr>
          <a:xfrm>
            <a:off x="7942611" y="3308537"/>
            <a:ext cx="387661" cy="387661"/>
            <a:chOff x="2869999" y="1687279"/>
            <a:chExt cx="397887" cy="397887"/>
          </a:xfrm>
        </p:grpSpPr>
        <p:sp>
          <p:nvSpPr>
            <p:cNvPr id="10279" name="Google Shape;10279;p76"/>
            <p:cNvSpPr/>
            <p:nvPr/>
          </p:nvSpPr>
          <p:spPr>
            <a:xfrm>
              <a:off x="2994590" y="1833740"/>
              <a:ext cx="148657" cy="81685"/>
            </a:xfrm>
            <a:custGeom>
              <a:rect b="b" l="l" r="r" t="t"/>
              <a:pathLst>
                <a:path extrusionOk="0" h="3914" w="7123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76"/>
            <p:cNvSpPr/>
            <p:nvPr/>
          </p:nvSpPr>
          <p:spPr>
            <a:xfrm>
              <a:off x="2869999" y="1687279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1" name="Google Shape;10281;p76"/>
          <p:cNvGrpSpPr/>
          <p:nvPr/>
        </p:nvGrpSpPr>
        <p:grpSpPr>
          <a:xfrm>
            <a:off x="2477718" y="3828664"/>
            <a:ext cx="386807" cy="386929"/>
            <a:chOff x="3902887" y="1687655"/>
            <a:chExt cx="397010" cy="397135"/>
          </a:xfrm>
        </p:grpSpPr>
        <p:sp>
          <p:nvSpPr>
            <p:cNvPr id="10282" name="Google Shape;10282;p76"/>
            <p:cNvSpPr/>
            <p:nvPr/>
          </p:nvSpPr>
          <p:spPr>
            <a:xfrm>
              <a:off x="4023345" y="1785845"/>
              <a:ext cx="156275" cy="200269"/>
            </a:xfrm>
            <a:custGeom>
              <a:rect b="b" l="l" r="r" t="t"/>
              <a:pathLst>
                <a:path extrusionOk="0" h="9596" w="7488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76"/>
            <p:cNvSpPr/>
            <p:nvPr/>
          </p:nvSpPr>
          <p:spPr>
            <a:xfrm>
              <a:off x="3902887" y="1687655"/>
              <a:ext cx="397010" cy="397135"/>
            </a:xfrm>
            <a:custGeom>
              <a:rect b="b" l="l" r="r" t="t"/>
              <a:pathLst>
                <a:path extrusionOk="0" h="19029" w="19023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4" name="Google Shape;10284;p76"/>
          <p:cNvGrpSpPr/>
          <p:nvPr/>
        </p:nvGrpSpPr>
        <p:grpSpPr>
          <a:xfrm>
            <a:off x="3515416" y="3828288"/>
            <a:ext cx="387681" cy="387681"/>
            <a:chOff x="4933458" y="1687279"/>
            <a:chExt cx="397907" cy="397907"/>
          </a:xfrm>
        </p:grpSpPr>
        <p:sp>
          <p:nvSpPr>
            <p:cNvPr id="10285" name="Google Shape;10285;p76"/>
            <p:cNvSpPr/>
            <p:nvPr/>
          </p:nvSpPr>
          <p:spPr>
            <a:xfrm>
              <a:off x="5071801" y="1766541"/>
              <a:ext cx="125867" cy="241215"/>
            </a:xfrm>
            <a:custGeom>
              <a:rect b="b" l="l" r="r" t="t"/>
              <a:pathLst>
                <a:path extrusionOk="0" h="11558" w="6031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76"/>
            <p:cNvSpPr/>
            <p:nvPr/>
          </p:nvSpPr>
          <p:spPr>
            <a:xfrm>
              <a:off x="4933458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7" name="Google Shape;10287;p76"/>
          <p:cNvGrpSpPr/>
          <p:nvPr/>
        </p:nvGrpSpPr>
        <p:grpSpPr>
          <a:xfrm>
            <a:off x="6348367" y="3308537"/>
            <a:ext cx="387661" cy="387661"/>
            <a:chOff x="1379798" y="1723250"/>
            <a:chExt cx="397887" cy="397887"/>
          </a:xfrm>
        </p:grpSpPr>
        <p:sp>
          <p:nvSpPr>
            <p:cNvPr id="10288" name="Google Shape;10288;p76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76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76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76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2" name="Google Shape;10292;p76"/>
          <p:cNvGrpSpPr/>
          <p:nvPr/>
        </p:nvGrpSpPr>
        <p:grpSpPr>
          <a:xfrm>
            <a:off x="5286246" y="3308537"/>
            <a:ext cx="387681" cy="387661"/>
            <a:chOff x="266768" y="1721375"/>
            <a:chExt cx="397907" cy="397887"/>
          </a:xfrm>
        </p:grpSpPr>
        <p:sp>
          <p:nvSpPr>
            <p:cNvPr id="10293" name="Google Shape;10293;p76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76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5" name="Google Shape;10295;p76"/>
          <p:cNvGrpSpPr/>
          <p:nvPr/>
        </p:nvGrpSpPr>
        <p:grpSpPr>
          <a:xfrm>
            <a:off x="5817327" y="3308537"/>
            <a:ext cx="387641" cy="387661"/>
            <a:chOff x="864491" y="1723250"/>
            <a:chExt cx="397866" cy="397887"/>
          </a:xfrm>
        </p:grpSpPr>
        <p:sp>
          <p:nvSpPr>
            <p:cNvPr id="10296" name="Google Shape;10296;p76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76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6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99" name="Google Shape;10299;p76"/>
          <p:cNvSpPr/>
          <p:nvPr/>
        </p:nvSpPr>
        <p:spPr>
          <a:xfrm>
            <a:off x="6879427" y="3343765"/>
            <a:ext cx="388846" cy="317145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00" name="Google Shape;10300;p76"/>
          <p:cNvGrpSpPr/>
          <p:nvPr/>
        </p:nvGrpSpPr>
        <p:grpSpPr>
          <a:xfrm>
            <a:off x="7411672" y="3308924"/>
            <a:ext cx="387539" cy="386888"/>
            <a:chOff x="2408992" y="1722875"/>
            <a:chExt cx="397761" cy="397093"/>
          </a:xfrm>
        </p:grpSpPr>
        <p:sp>
          <p:nvSpPr>
            <p:cNvPr id="10301" name="Google Shape;10301;p76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76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306" name="Shape 10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07" name="Google Shape;10307;p7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Coronavirus Clinical Case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467AF1"/>
      </a:accent1>
      <a:accent2>
        <a:srgbClr val="CCCCCC"/>
      </a:accent2>
      <a:accent3>
        <a:srgbClr val="A5D5FC"/>
      </a:accent3>
      <a:accent4>
        <a:srgbClr val="27BBFF"/>
      </a:accent4>
      <a:accent5>
        <a:srgbClr val="18379E"/>
      </a:accent5>
      <a:accent6>
        <a:srgbClr val="26AF7A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