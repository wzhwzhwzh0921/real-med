
<file path=[Content_Types].xml><?xml version="1.0" encoding="utf-8"?>
<Types xmlns="http://schemas.openxmlformats.org/package/2006/content-types">
  <Default ContentType="image/jpeg" Extension="jpg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strictFirstAndLastChars="0" saveSubsetFonts="1">
  <p:sldMasterIdLst>
    <p:sldMasterId id="2147483665" r:id="rId3"/>
    <p:sldMasterId id="2147483666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  <p:sldId id="294" r:id="rId44"/>
    <p:sldId id="295" r:id="rId45"/>
  </p:sldIdLst>
  <p:sldSz cy="5143500" cx="9144000"/>
  <p:notesSz cx="6858000" cy="9144000"/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5.xml"/><Relationship Id="rId20" Type="http://schemas.openxmlformats.org/officeDocument/2006/relationships/slide" Target="slides/slide15.xml"/><Relationship Id="rId42" Type="http://schemas.openxmlformats.org/officeDocument/2006/relationships/slide" Target="slides/slide37.xml"/><Relationship Id="rId41" Type="http://schemas.openxmlformats.org/officeDocument/2006/relationships/slide" Target="slides/slide36.xml"/><Relationship Id="rId22" Type="http://schemas.openxmlformats.org/officeDocument/2006/relationships/slide" Target="slides/slide17.xml"/><Relationship Id="rId44" Type="http://schemas.openxmlformats.org/officeDocument/2006/relationships/slide" Target="slides/slide39.xml"/><Relationship Id="rId21" Type="http://schemas.openxmlformats.org/officeDocument/2006/relationships/slide" Target="slides/slide16.xml"/><Relationship Id="rId43" Type="http://schemas.openxmlformats.org/officeDocument/2006/relationships/slide" Target="slides/slide38.xml"/><Relationship Id="rId24" Type="http://schemas.openxmlformats.org/officeDocument/2006/relationships/slide" Target="slides/slide19.xml"/><Relationship Id="rId23" Type="http://schemas.openxmlformats.org/officeDocument/2006/relationships/slide" Target="slides/slide18.xml"/><Relationship Id="rId45" Type="http://schemas.openxmlformats.org/officeDocument/2006/relationships/slide" Target="slides/slide40.xml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slideMaster" Target="slideMasters/slideMaster2.xml"/><Relationship Id="rId9" Type="http://schemas.openxmlformats.org/officeDocument/2006/relationships/slide" Target="slides/slide4.xml"/><Relationship Id="rId26" Type="http://schemas.openxmlformats.org/officeDocument/2006/relationships/slide" Target="slides/slide21.xml"/><Relationship Id="rId25" Type="http://schemas.openxmlformats.org/officeDocument/2006/relationships/slide" Target="slides/slide20.xml"/><Relationship Id="rId28" Type="http://schemas.openxmlformats.org/officeDocument/2006/relationships/slide" Target="slides/slide23.xml"/><Relationship Id="rId27" Type="http://schemas.openxmlformats.org/officeDocument/2006/relationships/slide" Target="slides/slide22.xml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29" Type="http://schemas.openxmlformats.org/officeDocument/2006/relationships/slide" Target="slides/slide24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31" Type="http://schemas.openxmlformats.org/officeDocument/2006/relationships/slide" Target="slides/slide26.xml"/><Relationship Id="rId30" Type="http://schemas.openxmlformats.org/officeDocument/2006/relationships/slide" Target="slides/slide25.xml"/><Relationship Id="rId11" Type="http://schemas.openxmlformats.org/officeDocument/2006/relationships/slide" Target="slides/slide6.xml"/><Relationship Id="rId33" Type="http://schemas.openxmlformats.org/officeDocument/2006/relationships/slide" Target="slides/slide28.xml"/><Relationship Id="rId10" Type="http://schemas.openxmlformats.org/officeDocument/2006/relationships/slide" Target="slides/slide5.xml"/><Relationship Id="rId32" Type="http://schemas.openxmlformats.org/officeDocument/2006/relationships/slide" Target="slides/slide27.xml"/><Relationship Id="rId13" Type="http://schemas.openxmlformats.org/officeDocument/2006/relationships/slide" Target="slides/slide8.xml"/><Relationship Id="rId35" Type="http://schemas.openxmlformats.org/officeDocument/2006/relationships/slide" Target="slides/slide30.xml"/><Relationship Id="rId12" Type="http://schemas.openxmlformats.org/officeDocument/2006/relationships/slide" Target="slides/slide7.xml"/><Relationship Id="rId34" Type="http://schemas.openxmlformats.org/officeDocument/2006/relationships/slide" Target="slides/slide29.xml"/><Relationship Id="rId15" Type="http://schemas.openxmlformats.org/officeDocument/2006/relationships/slide" Target="slides/slide10.xml"/><Relationship Id="rId37" Type="http://schemas.openxmlformats.org/officeDocument/2006/relationships/slide" Target="slides/slide32.xml"/><Relationship Id="rId14" Type="http://schemas.openxmlformats.org/officeDocument/2006/relationships/slide" Target="slides/slide9.xml"/><Relationship Id="rId36" Type="http://schemas.openxmlformats.org/officeDocument/2006/relationships/slide" Target="slides/slide31.xml"/><Relationship Id="rId17" Type="http://schemas.openxmlformats.org/officeDocument/2006/relationships/slide" Target="slides/slide12.xml"/><Relationship Id="rId39" Type="http://schemas.openxmlformats.org/officeDocument/2006/relationships/slide" Target="slides/slide34.xml"/><Relationship Id="rId16" Type="http://schemas.openxmlformats.org/officeDocument/2006/relationships/slide" Target="slides/slide11.xml"/><Relationship Id="rId38" Type="http://schemas.openxmlformats.org/officeDocument/2006/relationships/slide" Target="slides/slide33.xml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6" name="Shape 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" name="Google Shape;127;g4dfce81f19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8" name="Google Shape;128;g4dfce81f19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3" name="Shape 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Google Shape;134;g512c563f32_0_4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5" name="Google Shape;135;g512c563f32_0_4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3" name="Shape 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" name="Google Shape;154;g5465e7bc0b_1_1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5" name="Google Shape;155;g5465e7bc0b_1_1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9" name="Shape 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" name="Google Shape;160;g5465e7bc0b_1_1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" name="Google Shape;161;g5465e7bc0b_1_1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6" name="Shape 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" name="Google Shape;207;g51206107d6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8" name="Google Shape;208;g51206107d6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8" name="Shape 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" name="Google Shape;239;g564cb1007b_0_7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0" name="Google Shape;240;g564cb1007b_0_7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2" name="Shape 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" name="Google Shape;263;g58bba8eef5_0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4" name="Google Shape;264;g58bba8eef5_0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93" name="Shape 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" name="Google Shape;294;g58bba8eef5_0_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5" name="Google Shape;295;g58bba8eef5_0_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03" name="Shape 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" name="Google Shape;304;g545caf3b90_1_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5" name="Google Shape;305;g545caf3b90_1_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71" name="Shape 3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" name="Google Shape;372;g58bd6d9793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3" name="Google Shape;373;g58bd6d9793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2" name="Shape 3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3" name="Google Shape;383;g58bba8eef5_0_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4" name="Google Shape;384;g58bba8eef5_0_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1" name="Shape 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2" name="Google Shape;392;g564cb1007b_0_7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3" name="Google Shape;393;g564cb1007b_0_7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8" name="Shape 4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9" name="Google Shape;469;g58bba8eef5_0_2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0" name="Google Shape;470;g58bba8eef5_0_2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91" name="Shape 4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2" name="Google Shape;492;g58bba8eef5_0_4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3" name="Google Shape;493;g58bba8eef5_0_4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26" name="Shape 5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7" name="Google Shape;527;g58bba8eef5_0_6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8" name="Google Shape;528;g58bba8eef5_0_6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58" name="Shape 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" name="Google Shape;659;g58bba8eef5_0_8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0" name="Google Shape;660;g58bba8eef5_0_8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83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g58bba8eef5_0_9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5" name="Google Shape;685;g58bba8eef5_0_9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13" name="Shape 7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4" name="Google Shape;714;g58bba8eef5_0_11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5" name="Google Shape;715;g58bba8eef5_0_11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31" name="Shape 7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2" name="Google Shape;732;g58bba8eef5_0_11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3" name="Google Shape;733;g58bba8eef5_0_11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37" name="Shape 7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8" name="Google Shape;738;g58bba8eef5_0_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9" name="Google Shape;739;g58bba8eef5_0_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48" name="Shape 7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9" name="Google Shape;749;g5465e7bc0b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0" name="Google Shape;750;g5465e7bc0b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57" name="Shape 7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8" name="Google Shape;758;g5465e7bc0b_1_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9" name="Google Shape;759;g5465e7bc0b_1_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66" name="Shape 7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7" name="Google Shape;767;g5465e7bc0b_1_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8" name="Google Shape;768;g5465e7bc0b_1_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72" name="Shape 7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3" name="Google Shape;773;g512ff5d3ff_1_10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4" name="Google Shape;774;g512ff5d3ff_1_10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81" name="Shape 7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2" name="Google Shape;782;g50c4f343e3_0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3" name="Google Shape;783;g50c4f343e3_0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88" name="Shape 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9" name="Google Shape;789;g50c4f343e3_0_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0" name="Google Shape;790;g50c4f343e3_0_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05" name="Shape 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" name="Google Shape;806;g50c4f343e3_0_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7" name="Google Shape;807;g50c4f343e3_0_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22" name="Shape 1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" name="Google Shape;1423;g50c4f343e3_0_6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24" name="Google Shape;1424;g50c4f343e3_0_6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14" name="Shape 39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15" name="Google Shape;3915;g50c4f343e3_0_31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16" name="Google Shape;3916;g50c4f343e3_0_31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25" name="Shape 46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6" name="Google Shape;4626;g50c4f343e3_0_38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27" name="Google Shape;4627;g50c4f343e3_0_38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022" name="Shape 50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23" name="Google Shape;5023;g50c4f343e3_0_42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24" name="Google Shape;5024;g50c4f343e3_0_42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616" name="Shape 56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7" name="Google Shape;5617;g50c4f343e3_0_48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18" name="Google Shape;5618;g50c4f343e3_0_48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152" name="Shape 6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3" name="Google Shape;6153;g50c4f343e3_0_53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54" name="Google Shape;6154;g50c4f343e3_0_53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438" name="Shape 6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39" name="Google Shape;6439;g50c4f343e3_0_56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40" name="Google Shape;6440;g50c4f343e3_0_56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881" name="Shape 68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82" name="Google Shape;6882;g50c4f343e3_0_60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83" name="Google Shape;6883;g50c4f343e3_0_60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248" name="Shape 7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49" name="Google Shape;7249;g50c4f343e3_0_64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50" name="Google Shape;7250;g50c4f343e3_0_64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753" name="Shape 77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54" name="Google Shape;7754;g50c4f343e3_0_69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55" name="Google Shape;7755;g50c4f343e3_0_69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150" name="Shape 8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51" name="Google Shape;8151;g50c4f343e3_0_73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52" name="Google Shape;8152;g50c4f343e3_0_73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588" name="Shape 85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89" name="Google Shape;8589;g50c4f343e3_0_77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90" name="Google Shape;8590;g50c4f343e3_0_77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60" name="Shape 9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61" name="Google Shape;9061;g50c4f343e3_4_3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62" name="Google Shape;9062;g50c4f343e3_4_3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OPENING TITLE">
  <p:cSld name="CUSTOM_7">
    <p:bg>
      <p:bgPr>
        <a:solidFill>
          <a:srgbClr val="F0D1E0"/>
        </a:solidFill>
      </p:bgPr>
    </p:bg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 txBox="1"/>
          <p:nvPr>
            <p:ph type="ctrTitle"/>
          </p:nvPr>
        </p:nvSpPr>
        <p:spPr>
          <a:xfrm>
            <a:off x="1330375" y="1111300"/>
            <a:ext cx="64833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600"/>
              <a:buFont typeface="Josefin Sans"/>
              <a:buNone/>
              <a:defRPr b="1" sz="5600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1" name="Google Shape;11;p2"/>
          <p:cNvSpPr txBox="1"/>
          <p:nvPr>
            <p:ph idx="1" type="subTitle"/>
          </p:nvPr>
        </p:nvSpPr>
        <p:spPr>
          <a:xfrm>
            <a:off x="3195033" y="3069765"/>
            <a:ext cx="2754000" cy="71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1100"/>
              <a:buFont typeface="Abel"/>
              <a:buNone/>
              <a:defRPr sz="11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2800"/>
              <a:buNone/>
              <a:defRPr sz="2800">
                <a:solidFill>
                  <a:srgbClr val="694C84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2800"/>
              <a:buNone/>
              <a:defRPr sz="2800">
                <a:solidFill>
                  <a:srgbClr val="694C84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2800"/>
              <a:buNone/>
              <a:defRPr sz="2800">
                <a:solidFill>
                  <a:srgbClr val="694C84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2800"/>
              <a:buNone/>
              <a:defRPr sz="2800">
                <a:solidFill>
                  <a:srgbClr val="694C84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2800"/>
              <a:buNone/>
              <a:defRPr sz="2800">
                <a:solidFill>
                  <a:srgbClr val="694C84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2800"/>
              <a:buNone/>
              <a:defRPr sz="2800">
                <a:solidFill>
                  <a:srgbClr val="694C84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2800"/>
              <a:buNone/>
              <a:defRPr sz="2800">
                <a:solidFill>
                  <a:srgbClr val="694C84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2800"/>
              <a:buNone/>
              <a:defRPr sz="2800">
                <a:solidFill>
                  <a:srgbClr val="694C84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">
  <p:cSld name="CUSTOM_12">
    <p:bg>
      <p:bgPr>
        <a:solidFill>
          <a:srgbClr val="F0D1E0"/>
        </a:solidFill>
      </p:bgPr>
    </p:bg>
    <p:spTree>
      <p:nvGrpSpPr>
        <p:cNvPr id="12" name="Shape 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Google Shape;13;p3"/>
          <p:cNvSpPr txBox="1"/>
          <p:nvPr>
            <p:ph hasCustomPrompt="1" type="title"/>
          </p:nvPr>
        </p:nvSpPr>
        <p:spPr>
          <a:xfrm flipH="1">
            <a:off x="1229421" y="2112607"/>
            <a:ext cx="2049600" cy="53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4" name="Google Shape;14;p3"/>
          <p:cNvSpPr txBox="1"/>
          <p:nvPr>
            <p:ph hasCustomPrompt="1" idx="2" type="title"/>
          </p:nvPr>
        </p:nvSpPr>
        <p:spPr>
          <a:xfrm flipH="1">
            <a:off x="3511040" y="2112607"/>
            <a:ext cx="2067600" cy="53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5" name="Google Shape;15;p3"/>
          <p:cNvSpPr txBox="1"/>
          <p:nvPr>
            <p:ph idx="1" type="subTitle"/>
          </p:nvPr>
        </p:nvSpPr>
        <p:spPr>
          <a:xfrm>
            <a:off x="880071" y="2417800"/>
            <a:ext cx="2748300" cy="34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16" name="Google Shape;16;p3"/>
          <p:cNvSpPr txBox="1"/>
          <p:nvPr>
            <p:ph idx="3" type="subTitle"/>
          </p:nvPr>
        </p:nvSpPr>
        <p:spPr>
          <a:xfrm>
            <a:off x="3173690" y="2416450"/>
            <a:ext cx="2742300" cy="34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17" name="Google Shape;17;p3"/>
          <p:cNvSpPr txBox="1"/>
          <p:nvPr>
            <p:ph idx="4" type="title"/>
          </p:nvPr>
        </p:nvSpPr>
        <p:spPr>
          <a:xfrm>
            <a:off x="1162800" y="376475"/>
            <a:ext cx="6818400" cy="67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9pPr>
          </a:lstStyle>
          <a:p/>
        </p:txBody>
      </p:sp>
      <p:sp>
        <p:nvSpPr>
          <p:cNvPr id="18" name="Google Shape;18;p3"/>
          <p:cNvSpPr txBox="1"/>
          <p:nvPr>
            <p:ph hasCustomPrompt="1" idx="5" type="title"/>
          </p:nvPr>
        </p:nvSpPr>
        <p:spPr>
          <a:xfrm flipH="1">
            <a:off x="2403383" y="3433632"/>
            <a:ext cx="2049600" cy="53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9" name="Google Shape;19;p3"/>
          <p:cNvSpPr txBox="1"/>
          <p:nvPr>
            <p:ph hasCustomPrompt="1" idx="6" type="title"/>
          </p:nvPr>
        </p:nvSpPr>
        <p:spPr>
          <a:xfrm flipH="1">
            <a:off x="4685002" y="3433632"/>
            <a:ext cx="2067600" cy="53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0" name="Google Shape;20;p3"/>
          <p:cNvSpPr txBox="1"/>
          <p:nvPr>
            <p:ph idx="7" type="subTitle"/>
          </p:nvPr>
        </p:nvSpPr>
        <p:spPr>
          <a:xfrm>
            <a:off x="2054033" y="3738825"/>
            <a:ext cx="2748300" cy="34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21" name="Google Shape;21;p3"/>
          <p:cNvSpPr txBox="1"/>
          <p:nvPr>
            <p:ph idx="8" type="subTitle"/>
          </p:nvPr>
        </p:nvSpPr>
        <p:spPr>
          <a:xfrm>
            <a:off x="4347652" y="3737475"/>
            <a:ext cx="2742300" cy="34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22" name="Google Shape;22;p3"/>
          <p:cNvSpPr txBox="1"/>
          <p:nvPr>
            <p:ph hasCustomPrompt="1" idx="9" type="title"/>
          </p:nvPr>
        </p:nvSpPr>
        <p:spPr>
          <a:xfrm flipH="1">
            <a:off x="5796540" y="2112607"/>
            <a:ext cx="2067600" cy="53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3" name="Google Shape;23;p3"/>
          <p:cNvSpPr txBox="1"/>
          <p:nvPr>
            <p:ph idx="13" type="subTitle"/>
          </p:nvPr>
        </p:nvSpPr>
        <p:spPr>
          <a:xfrm>
            <a:off x="5459190" y="2416450"/>
            <a:ext cx="2742300" cy="34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cxnSp>
        <p:nvCxnSpPr>
          <p:cNvPr id="24" name="Google Shape;24;p3"/>
          <p:cNvCxnSpPr/>
          <p:nvPr/>
        </p:nvCxnSpPr>
        <p:spPr>
          <a:xfrm>
            <a:off x="4161000" y="1163450"/>
            <a:ext cx="8220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5" name="Google Shape;25;p3"/>
          <p:cNvSpPr txBox="1"/>
          <p:nvPr>
            <p:ph idx="14" type="subTitle"/>
          </p:nvPr>
        </p:nvSpPr>
        <p:spPr>
          <a:xfrm>
            <a:off x="1220421" y="2643555"/>
            <a:ext cx="20676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100"/>
            </a:lvl9pPr>
          </a:lstStyle>
          <a:p/>
        </p:txBody>
      </p:sp>
      <p:sp>
        <p:nvSpPr>
          <p:cNvPr id="26" name="Google Shape;26;p3"/>
          <p:cNvSpPr txBox="1"/>
          <p:nvPr>
            <p:ph idx="15" type="subTitle"/>
          </p:nvPr>
        </p:nvSpPr>
        <p:spPr>
          <a:xfrm>
            <a:off x="3511040" y="2641612"/>
            <a:ext cx="20676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100"/>
            </a:lvl9pPr>
          </a:lstStyle>
          <a:p/>
        </p:txBody>
      </p:sp>
      <p:sp>
        <p:nvSpPr>
          <p:cNvPr id="27" name="Google Shape;27;p3"/>
          <p:cNvSpPr txBox="1"/>
          <p:nvPr>
            <p:ph idx="16" type="subTitle"/>
          </p:nvPr>
        </p:nvSpPr>
        <p:spPr>
          <a:xfrm>
            <a:off x="2394383" y="3964580"/>
            <a:ext cx="20676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100"/>
            </a:lvl9pPr>
          </a:lstStyle>
          <a:p/>
        </p:txBody>
      </p:sp>
      <p:sp>
        <p:nvSpPr>
          <p:cNvPr id="28" name="Google Shape;28;p3"/>
          <p:cNvSpPr txBox="1"/>
          <p:nvPr>
            <p:ph idx="17" type="subTitle"/>
          </p:nvPr>
        </p:nvSpPr>
        <p:spPr>
          <a:xfrm>
            <a:off x="4685002" y="3962637"/>
            <a:ext cx="20676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100"/>
            </a:lvl9pPr>
          </a:lstStyle>
          <a:p/>
        </p:txBody>
      </p:sp>
      <p:sp>
        <p:nvSpPr>
          <p:cNvPr id="29" name="Google Shape;29;p3"/>
          <p:cNvSpPr txBox="1"/>
          <p:nvPr>
            <p:ph idx="18" type="subTitle"/>
          </p:nvPr>
        </p:nvSpPr>
        <p:spPr>
          <a:xfrm>
            <a:off x="5796540" y="2641612"/>
            <a:ext cx="20676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100"/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SUBTITLE ">
  <p:cSld name="CUSTOM_13">
    <p:bg>
      <p:bgPr>
        <a:solidFill>
          <a:srgbClr val="F0D1E0"/>
        </a:solidFill>
      </p:bgPr>
    </p:bg>
    <p:spTree>
      <p:nvGrpSpPr>
        <p:cNvPr id="30" name="Shape 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Google Shape;31;p4"/>
          <p:cNvSpPr txBox="1"/>
          <p:nvPr>
            <p:ph idx="1" type="subTitle"/>
          </p:nvPr>
        </p:nvSpPr>
        <p:spPr>
          <a:xfrm>
            <a:off x="4806225" y="1927750"/>
            <a:ext cx="3069600" cy="178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2" name="Google Shape;32;p4"/>
          <p:cNvSpPr txBox="1"/>
          <p:nvPr>
            <p:ph type="title"/>
          </p:nvPr>
        </p:nvSpPr>
        <p:spPr>
          <a:xfrm>
            <a:off x="1162800" y="376475"/>
            <a:ext cx="6818400" cy="67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9pPr>
          </a:lstStyle>
          <a:p/>
        </p:txBody>
      </p:sp>
      <p:cxnSp>
        <p:nvCxnSpPr>
          <p:cNvPr id="33" name="Google Shape;33;p4"/>
          <p:cNvCxnSpPr/>
          <p:nvPr/>
        </p:nvCxnSpPr>
        <p:spPr>
          <a:xfrm>
            <a:off x="4161000" y="1163450"/>
            <a:ext cx="8220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REE COLUMNS ">
  <p:cSld name="CUSTOM_14">
    <p:bg>
      <p:bgPr>
        <a:solidFill>
          <a:srgbClr val="F0D1E0"/>
        </a:solidFill>
      </p:bgPr>
    </p:bg>
    <p:spTree>
      <p:nvGrpSpPr>
        <p:cNvPr id="34" name="Shape 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Google Shape;35;p5"/>
          <p:cNvSpPr txBox="1"/>
          <p:nvPr>
            <p:ph idx="1" type="subTitle"/>
          </p:nvPr>
        </p:nvSpPr>
        <p:spPr>
          <a:xfrm>
            <a:off x="1148600" y="350547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36" name="Google Shape;36;p5"/>
          <p:cNvSpPr txBox="1"/>
          <p:nvPr>
            <p:ph idx="2" type="subTitle"/>
          </p:nvPr>
        </p:nvSpPr>
        <p:spPr>
          <a:xfrm>
            <a:off x="3631350" y="350547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37" name="Google Shape;37;p5"/>
          <p:cNvSpPr txBox="1"/>
          <p:nvPr>
            <p:ph idx="3" type="subTitle"/>
          </p:nvPr>
        </p:nvSpPr>
        <p:spPr>
          <a:xfrm>
            <a:off x="6114100" y="350547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38" name="Google Shape;38;p5"/>
          <p:cNvSpPr txBox="1"/>
          <p:nvPr>
            <p:ph type="title"/>
          </p:nvPr>
        </p:nvSpPr>
        <p:spPr>
          <a:xfrm>
            <a:off x="1162800" y="376475"/>
            <a:ext cx="6818400" cy="67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9pPr>
          </a:lstStyle>
          <a:p/>
        </p:txBody>
      </p:sp>
      <p:cxnSp>
        <p:nvCxnSpPr>
          <p:cNvPr id="39" name="Google Shape;39;p5"/>
          <p:cNvCxnSpPr/>
          <p:nvPr/>
        </p:nvCxnSpPr>
        <p:spPr>
          <a:xfrm>
            <a:off x="4161000" y="1163450"/>
            <a:ext cx="8220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DESIGN">
  <p:cSld name="CUSTOM_14_1_2">
    <p:bg>
      <p:bgPr>
        <a:solidFill>
          <a:srgbClr val="F0D1E0"/>
        </a:solidFill>
      </p:bgPr>
    </p:bg>
    <p:spTree>
      <p:nvGrpSpPr>
        <p:cNvPr id="40" name="Shape 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41;p6"/>
          <p:cNvSpPr txBox="1"/>
          <p:nvPr>
            <p:ph type="title"/>
          </p:nvPr>
        </p:nvSpPr>
        <p:spPr>
          <a:xfrm>
            <a:off x="1162800" y="376475"/>
            <a:ext cx="6818400" cy="67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9pPr>
          </a:lstStyle>
          <a:p/>
        </p:txBody>
      </p:sp>
      <p:cxnSp>
        <p:nvCxnSpPr>
          <p:cNvPr id="42" name="Google Shape;42;p6"/>
          <p:cNvCxnSpPr/>
          <p:nvPr/>
        </p:nvCxnSpPr>
        <p:spPr>
          <a:xfrm>
            <a:off x="4161000" y="1163450"/>
            <a:ext cx="8220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REE COLUMNS 2">
  <p:cSld name="CUSTOM_14_1_1">
    <p:bg>
      <p:bgPr>
        <a:solidFill>
          <a:srgbClr val="F0D1E0"/>
        </a:solidFill>
      </p:bgPr>
    </p:bg>
    <p:spTree>
      <p:nvGrpSpPr>
        <p:cNvPr id="43" name="Shape 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Google Shape;44;p7"/>
          <p:cNvSpPr txBox="1"/>
          <p:nvPr>
            <p:ph idx="1" type="subTitle"/>
          </p:nvPr>
        </p:nvSpPr>
        <p:spPr>
          <a:xfrm>
            <a:off x="1520750" y="3322300"/>
            <a:ext cx="1707000" cy="76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45" name="Google Shape;45;p7"/>
          <p:cNvSpPr txBox="1"/>
          <p:nvPr>
            <p:ph idx="2" type="subTitle"/>
          </p:nvPr>
        </p:nvSpPr>
        <p:spPr>
          <a:xfrm>
            <a:off x="3709950" y="3322300"/>
            <a:ext cx="1707000" cy="76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46" name="Google Shape;46;p7"/>
          <p:cNvSpPr txBox="1"/>
          <p:nvPr>
            <p:ph idx="3" type="subTitle"/>
          </p:nvPr>
        </p:nvSpPr>
        <p:spPr>
          <a:xfrm>
            <a:off x="5882000" y="3322300"/>
            <a:ext cx="1707000" cy="76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47" name="Google Shape;47;p7"/>
          <p:cNvSpPr txBox="1"/>
          <p:nvPr>
            <p:ph type="title"/>
          </p:nvPr>
        </p:nvSpPr>
        <p:spPr>
          <a:xfrm>
            <a:off x="1162800" y="376475"/>
            <a:ext cx="6818400" cy="67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9pPr>
          </a:lstStyle>
          <a:p/>
        </p:txBody>
      </p:sp>
      <p:cxnSp>
        <p:nvCxnSpPr>
          <p:cNvPr id="48" name="Google Shape;48;p7"/>
          <p:cNvCxnSpPr/>
          <p:nvPr/>
        </p:nvCxnSpPr>
        <p:spPr>
          <a:xfrm>
            <a:off x="4161000" y="1163450"/>
            <a:ext cx="8220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9" name="Google Shape;49;p7"/>
          <p:cNvSpPr txBox="1"/>
          <p:nvPr>
            <p:ph idx="4" type="subTitle"/>
          </p:nvPr>
        </p:nvSpPr>
        <p:spPr>
          <a:xfrm>
            <a:off x="1520750" y="3140925"/>
            <a:ext cx="1707000" cy="24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"/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"/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"/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"/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"/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"/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"/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"/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"/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50" name="Google Shape;50;p7"/>
          <p:cNvSpPr txBox="1"/>
          <p:nvPr>
            <p:ph idx="5" type="subTitle"/>
          </p:nvPr>
        </p:nvSpPr>
        <p:spPr>
          <a:xfrm>
            <a:off x="3709950" y="3140925"/>
            <a:ext cx="1707000" cy="24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"/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"/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"/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"/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"/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"/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"/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"/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"/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51" name="Google Shape;51;p7"/>
          <p:cNvSpPr txBox="1"/>
          <p:nvPr>
            <p:ph idx="6" type="subTitle"/>
          </p:nvPr>
        </p:nvSpPr>
        <p:spPr>
          <a:xfrm>
            <a:off x="5882000" y="3140925"/>
            <a:ext cx="1707000" cy="24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"/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"/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"/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"/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"/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"/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"/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"/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"/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EXT ">
  <p:cSld name="CUSTOM_14_1_1_5">
    <p:bg>
      <p:bgPr>
        <a:solidFill>
          <a:srgbClr val="F0D1E0"/>
        </a:solidFill>
      </p:bgPr>
    </p:bg>
    <p:spTree>
      <p:nvGrpSpPr>
        <p:cNvPr id="52" name="Shape 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Google Shape;53;p8"/>
          <p:cNvSpPr txBox="1"/>
          <p:nvPr>
            <p:ph type="title"/>
          </p:nvPr>
        </p:nvSpPr>
        <p:spPr>
          <a:xfrm>
            <a:off x="1162800" y="376475"/>
            <a:ext cx="6818400" cy="67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9pPr>
          </a:lstStyle>
          <a:p/>
        </p:txBody>
      </p:sp>
      <p:cxnSp>
        <p:nvCxnSpPr>
          <p:cNvPr id="54" name="Google Shape;54;p8"/>
          <p:cNvCxnSpPr/>
          <p:nvPr/>
        </p:nvCxnSpPr>
        <p:spPr>
          <a:xfrm>
            <a:off x="4161000" y="1163450"/>
            <a:ext cx="8220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5" name="Google Shape;55;p8"/>
          <p:cNvSpPr/>
          <p:nvPr/>
        </p:nvSpPr>
        <p:spPr>
          <a:xfrm flipH="1">
            <a:off x="5815925" y="1887500"/>
            <a:ext cx="2672400" cy="2103600"/>
          </a:xfrm>
          <a:prstGeom prst="rect">
            <a:avLst/>
          </a:prstGeom>
          <a:solidFill>
            <a:srgbClr val="92577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" name="Google Shape;56;p8"/>
          <p:cNvSpPr txBox="1"/>
          <p:nvPr>
            <p:ph idx="1" type="subTitle"/>
          </p:nvPr>
        </p:nvSpPr>
        <p:spPr>
          <a:xfrm>
            <a:off x="5946863" y="2044402"/>
            <a:ext cx="2410500" cy="1789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SUBTITLES + TEXT ">
  <p:cSld name="CUSTOM_14_1_1_4">
    <p:bg>
      <p:bgPr>
        <a:solidFill>
          <a:srgbClr val="F0D1E0"/>
        </a:solidFill>
      </p:bgPr>
    </p:bg>
    <p:spTree>
      <p:nvGrpSpPr>
        <p:cNvPr id="57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Google Shape;58;p9"/>
          <p:cNvSpPr txBox="1"/>
          <p:nvPr>
            <p:ph idx="1" type="subTitle"/>
          </p:nvPr>
        </p:nvSpPr>
        <p:spPr>
          <a:xfrm>
            <a:off x="4369900" y="2789300"/>
            <a:ext cx="3654600" cy="45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59" name="Google Shape;59;p9"/>
          <p:cNvSpPr txBox="1"/>
          <p:nvPr>
            <p:ph idx="2" type="subTitle"/>
          </p:nvPr>
        </p:nvSpPr>
        <p:spPr>
          <a:xfrm>
            <a:off x="4631450" y="2561876"/>
            <a:ext cx="3131400" cy="356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60" name="Google Shape;60;p9"/>
          <p:cNvSpPr txBox="1"/>
          <p:nvPr>
            <p:ph type="title"/>
          </p:nvPr>
        </p:nvSpPr>
        <p:spPr>
          <a:xfrm>
            <a:off x="1162800" y="376475"/>
            <a:ext cx="6818400" cy="67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9pPr>
          </a:lstStyle>
          <a:p/>
        </p:txBody>
      </p:sp>
      <p:cxnSp>
        <p:nvCxnSpPr>
          <p:cNvPr id="61" name="Google Shape;61;p9"/>
          <p:cNvCxnSpPr/>
          <p:nvPr/>
        </p:nvCxnSpPr>
        <p:spPr>
          <a:xfrm>
            <a:off x="4161000" y="1163450"/>
            <a:ext cx="8220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2" name="Google Shape;62;p9"/>
          <p:cNvSpPr txBox="1"/>
          <p:nvPr>
            <p:ph idx="3" type="subTitle"/>
          </p:nvPr>
        </p:nvSpPr>
        <p:spPr>
          <a:xfrm>
            <a:off x="4369900" y="1939750"/>
            <a:ext cx="3654600" cy="45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63" name="Google Shape;63;p9"/>
          <p:cNvSpPr txBox="1"/>
          <p:nvPr>
            <p:ph idx="4" type="subTitle"/>
          </p:nvPr>
        </p:nvSpPr>
        <p:spPr>
          <a:xfrm>
            <a:off x="4631450" y="1712325"/>
            <a:ext cx="3131400" cy="356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64" name="Google Shape;64;p9"/>
          <p:cNvSpPr txBox="1"/>
          <p:nvPr>
            <p:ph idx="5" type="subTitle"/>
          </p:nvPr>
        </p:nvSpPr>
        <p:spPr>
          <a:xfrm>
            <a:off x="4369900" y="3638850"/>
            <a:ext cx="3654600" cy="45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65" name="Google Shape;65;p9"/>
          <p:cNvSpPr txBox="1"/>
          <p:nvPr>
            <p:ph idx="6" type="subTitle"/>
          </p:nvPr>
        </p:nvSpPr>
        <p:spPr>
          <a:xfrm>
            <a:off x="4631450" y="3411427"/>
            <a:ext cx="3131400" cy="356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WO ROWS">
  <p:cSld name="CUSTOM_14_1_1_4_1">
    <p:bg>
      <p:bgPr>
        <a:solidFill>
          <a:srgbClr val="F0D1E0"/>
        </a:solidFill>
      </p:bgPr>
    </p:bg>
    <p:spTree>
      <p:nvGrpSpPr>
        <p:cNvPr id="66" name="Shape 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Google Shape;67;p10"/>
          <p:cNvSpPr/>
          <p:nvPr/>
        </p:nvSpPr>
        <p:spPr>
          <a:xfrm>
            <a:off x="-8375" y="2867625"/>
            <a:ext cx="4992600" cy="1306800"/>
          </a:xfrm>
          <a:prstGeom prst="rect">
            <a:avLst/>
          </a:prstGeom>
          <a:solidFill>
            <a:srgbClr val="92577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68" name="Google Shape;68;p10"/>
          <p:cNvSpPr/>
          <p:nvPr/>
        </p:nvSpPr>
        <p:spPr>
          <a:xfrm>
            <a:off x="-8375" y="1560825"/>
            <a:ext cx="4992600" cy="1306800"/>
          </a:xfrm>
          <a:prstGeom prst="rect">
            <a:avLst/>
          </a:prstGeom>
          <a:solidFill>
            <a:srgbClr val="694C8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69" name="Google Shape;69;p10"/>
          <p:cNvSpPr txBox="1"/>
          <p:nvPr>
            <p:ph hasCustomPrompt="1" type="title"/>
          </p:nvPr>
        </p:nvSpPr>
        <p:spPr>
          <a:xfrm flipH="1">
            <a:off x="-260054" y="1974775"/>
            <a:ext cx="2474100" cy="53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0"/>
              <a:buNone/>
              <a:defRPr sz="70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0"/>
              <a:buFont typeface="Fira Sans Extra Condensed Medium"/>
              <a:buNone/>
              <a:defRPr sz="7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0"/>
              <a:buFont typeface="Fira Sans Extra Condensed Medium"/>
              <a:buNone/>
              <a:defRPr sz="7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0"/>
              <a:buFont typeface="Fira Sans Extra Condensed Medium"/>
              <a:buNone/>
              <a:defRPr sz="7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0"/>
              <a:buFont typeface="Fira Sans Extra Condensed Medium"/>
              <a:buNone/>
              <a:defRPr sz="7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0"/>
              <a:buFont typeface="Fira Sans Extra Condensed Medium"/>
              <a:buNone/>
              <a:defRPr sz="7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0"/>
              <a:buFont typeface="Fira Sans Extra Condensed Medium"/>
              <a:buNone/>
              <a:defRPr sz="7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0"/>
              <a:buFont typeface="Fira Sans Extra Condensed Medium"/>
              <a:buNone/>
              <a:defRPr sz="7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0"/>
              <a:buFont typeface="Fira Sans Extra Condensed Medium"/>
              <a:buNone/>
              <a:defRPr sz="7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70" name="Google Shape;70;p10"/>
          <p:cNvSpPr txBox="1"/>
          <p:nvPr>
            <p:ph idx="1" type="subTitle"/>
          </p:nvPr>
        </p:nvSpPr>
        <p:spPr>
          <a:xfrm>
            <a:off x="2224350" y="1826575"/>
            <a:ext cx="2192100" cy="63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71" name="Google Shape;71;p10"/>
          <p:cNvSpPr txBox="1"/>
          <p:nvPr>
            <p:ph hasCustomPrompt="1" idx="2" type="title"/>
          </p:nvPr>
        </p:nvSpPr>
        <p:spPr>
          <a:xfrm flipH="1">
            <a:off x="-260054" y="3225500"/>
            <a:ext cx="2474100" cy="53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0"/>
              <a:buNone/>
              <a:defRPr sz="70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0"/>
              <a:buFont typeface="Fira Sans Extra Condensed Medium"/>
              <a:buNone/>
              <a:defRPr sz="7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0"/>
              <a:buFont typeface="Fira Sans Extra Condensed Medium"/>
              <a:buNone/>
              <a:defRPr sz="7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0"/>
              <a:buFont typeface="Fira Sans Extra Condensed Medium"/>
              <a:buNone/>
              <a:defRPr sz="7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0"/>
              <a:buFont typeface="Fira Sans Extra Condensed Medium"/>
              <a:buNone/>
              <a:defRPr sz="7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0"/>
              <a:buFont typeface="Fira Sans Extra Condensed Medium"/>
              <a:buNone/>
              <a:defRPr sz="7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0"/>
              <a:buFont typeface="Fira Sans Extra Condensed Medium"/>
              <a:buNone/>
              <a:defRPr sz="7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0"/>
              <a:buFont typeface="Fira Sans Extra Condensed Medium"/>
              <a:buNone/>
              <a:defRPr sz="7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0"/>
              <a:buFont typeface="Fira Sans Extra Condensed Medium"/>
              <a:buNone/>
              <a:defRPr sz="7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72" name="Google Shape;72;p10"/>
          <p:cNvSpPr txBox="1"/>
          <p:nvPr>
            <p:ph idx="3" type="subTitle"/>
          </p:nvPr>
        </p:nvSpPr>
        <p:spPr>
          <a:xfrm>
            <a:off x="2224350" y="3077300"/>
            <a:ext cx="2192100" cy="63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73" name="Google Shape;73;p10"/>
          <p:cNvSpPr txBox="1"/>
          <p:nvPr>
            <p:ph idx="4" type="title"/>
          </p:nvPr>
        </p:nvSpPr>
        <p:spPr>
          <a:xfrm>
            <a:off x="1162800" y="376475"/>
            <a:ext cx="6818400" cy="67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9pPr>
          </a:lstStyle>
          <a:p/>
        </p:txBody>
      </p:sp>
      <p:cxnSp>
        <p:nvCxnSpPr>
          <p:cNvPr id="74" name="Google Shape;74;p10"/>
          <p:cNvCxnSpPr/>
          <p:nvPr/>
        </p:nvCxnSpPr>
        <p:spPr>
          <a:xfrm>
            <a:off x="4161000" y="1163450"/>
            <a:ext cx="8220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FOUR COLUMNS ">
  <p:cSld name="CUSTOM_14_1_1_4_1_1">
    <p:bg>
      <p:bgPr>
        <a:solidFill>
          <a:srgbClr val="F0D1E0"/>
        </a:solidFill>
      </p:bgPr>
    </p:bg>
    <p:spTree>
      <p:nvGrpSpPr>
        <p:cNvPr id="75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" name="Google Shape;76;p11"/>
          <p:cNvSpPr txBox="1"/>
          <p:nvPr>
            <p:ph idx="1" type="subTitle"/>
          </p:nvPr>
        </p:nvSpPr>
        <p:spPr>
          <a:xfrm>
            <a:off x="1421675" y="2142375"/>
            <a:ext cx="1782600" cy="63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77" name="Google Shape;77;p11"/>
          <p:cNvSpPr txBox="1"/>
          <p:nvPr>
            <p:ph idx="2" type="subTitle"/>
          </p:nvPr>
        </p:nvSpPr>
        <p:spPr>
          <a:xfrm>
            <a:off x="1421675" y="3585350"/>
            <a:ext cx="1782600" cy="63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78" name="Google Shape;78;p11"/>
          <p:cNvSpPr txBox="1"/>
          <p:nvPr>
            <p:ph type="title"/>
          </p:nvPr>
        </p:nvSpPr>
        <p:spPr>
          <a:xfrm>
            <a:off x="1162800" y="376475"/>
            <a:ext cx="6818400" cy="67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9pPr>
          </a:lstStyle>
          <a:p/>
        </p:txBody>
      </p:sp>
      <p:cxnSp>
        <p:nvCxnSpPr>
          <p:cNvPr id="79" name="Google Shape;79;p11"/>
          <p:cNvCxnSpPr/>
          <p:nvPr/>
        </p:nvCxnSpPr>
        <p:spPr>
          <a:xfrm>
            <a:off x="4161000" y="1163450"/>
            <a:ext cx="8220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0" name="Google Shape;80;p11"/>
          <p:cNvSpPr/>
          <p:nvPr/>
        </p:nvSpPr>
        <p:spPr>
          <a:xfrm>
            <a:off x="1534088" y="3072942"/>
            <a:ext cx="494100" cy="512400"/>
          </a:xfrm>
          <a:prstGeom prst="rect">
            <a:avLst/>
          </a:prstGeom>
          <a:solidFill>
            <a:srgbClr val="92577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" name="Google Shape;81;p11"/>
          <p:cNvSpPr/>
          <p:nvPr/>
        </p:nvSpPr>
        <p:spPr>
          <a:xfrm>
            <a:off x="3951063" y="3072942"/>
            <a:ext cx="494100" cy="512400"/>
          </a:xfrm>
          <a:prstGeom prst="rect">
            <a:avLst/>
          </a:prstGeom>
          <a:solidFill>
            <a:srgbClr val="92577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" name="Google Shape;82;p11"/>
          <p:cNvSpPr/>
          <p:nvPr/>
        </p:nvSpPr>
        <p:spPr>
          <a:xfrm>
            <a:off x="1534088" y="1629967"/>
            <a:ext cx="494100" cy="512400"/>
          </a:xfrm>
          <a:prstGeom prst="rect">
            <a:avLst/>
          </a:prstGeom>
          <a:solidFill>
            <a:srgbClr val="92577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" name="Google Shape;83;p11"/>
          <p:cNvSpPr/>
          <p:nvPr/>
        </p:nvSpPr>
        <p:spPr>
          <a:xfrm>
            <a:off x="3951063" y="1629967"/>
            <a:ext cx="494100" cy="512400"/>
          </a:xfrm>
          <a:prstGeom prst="rect">
            <a:avLst/>
          </a:prstGeom>
          <a:solidFill>
            <a:srgbClr val="92577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" name="Google Shape;84;p11"/>
          <p:cNvSpPr txBox="1"/>
          <p:nvPr>
            <p:ph idx="3" type="subTitle"/>
          </p:nvPr>
        </p:nvSpPr>
        <p:spPr>
          <a:xfrm>
            <a:off x="3845875" y="2142375"/>
            <a:ext cx="1782600" cy="63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85" name="Google Shape;85;p11"/>
          <p:cNvSpPr txBox="1"/>
          <p:nvPr>
            <p:ph idx="4" type="subTitle"/>
          </p:nvPr>
        </p:nvSpPr>
        <p:spPr>
          <a:xfrm>
            <a:off x="3845875" y="3585350"/>
            <a:ext cx="1782600" cy="63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REE COLUMNS 3">
  <p:cSld name="CUSTOM_14_1_1_4_1_1_1">
    <p:bg>
      <p:bgPr>
        <a:solidFill>
          <a:srgbClr val="F0D1E0"/>
        </a:solidFill>
      </p:bgPr>
    </p:bg>
    <p:spTree>
      <p:nvGrpSpPr>
        <p:cNvPr id="86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12"/>
          <p:cNvSpPr txBox="1"/>
          <p:nvPr>
            <p:ph type="title"/>
          </p:nvPr>
        </p:nvSpPr>
        <p:spPr>
          <a:xfrm>
            <a:off x="1162800" y="376475"/>
            <a:ext cx="6818400" cy="67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9pPr>
          </a:lstStyle>
          <a:p/>
        </p:txBody>
      </p:sp>
      <p:cxnSp>
        <p:nvCxnSpPr>
          <p:cNvPr id="88" name="Google Shape;88;p12"/>
          <p:cNvCxnSpPr/>
          <p:nvPr/>
        </p:nvCxnSpPr>
        <p:spPr>
          <a:xfrm>
            <a:off x="4161000" y="1163450"/>
            <a:ext cx="8220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9" name="Google Shape;89;p12"/>
          <p:cNvSpPr/>
          <p:nvPr/>
        </p:nvSpPr>
        <p:spPr>
          <a:xfrm>
            <a:off x="1880925" y="1858302"/>
            <a:ext cx="1671300" cy="2020500"/>
          </a:xfrm>
          <a:prstGeom prst="rect">
            <a:avLst/>
          </a:prstGeom>
          <a:solidFill>
            <a:srgbClr val="92577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" name="Google Shape;90;p12"/>
          <p:cNvSpPr/>
          <p:nvPr/>
        </p:nvSpPr>
        <p:spPr>
          <a:xfrm>
            <a:off x="3736350" y="1858302"/>
            <a:ext cx="1671300" cy="2020500"/>
          </a:xfrm>
          <a:prstGeom prst="rect">
            <a:avLst/>
          </a:prstGeom>
          <a:noFill/>
          <a:ln cap="flat" cmpd="sng" w="19050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" name="Google Shape;91;p12"/>
          <p:cNvSpPr/>
          <p:nvPr/>
        </p:nvSpPr>
        <p:spPr>
          <a:xfrm>
            <a:off x="5591775" y="1858302"/>
            <a:ext cx="1671300" cy="2020500"/>
          </a:xfrm>
          <a:prstGeom prst="rect">
            <a:avLst/>
          </a:prstGeom>
          <a:solidFill>
            <a:srgbClr val="92577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" name="Google Shape;92;p12"/>
          <p:cNvSpPr txBox="1"/>
          <p:nvPr>
            <p:ph idx="1" type="subTitle"/>
          </p:nvPr>
        </p:nvSpPr>
        <p:spPr>
          <a:xfrm>
            <a:off x="1940900" y="2738000"/>
            <a:ext cx="1551300" cy="76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93" name="Google Shape;93;p12"/>
          <p:cNvSpPr txBox="1"/>
          <p:nvPr>
            <p:ph idx="2" type="subTitle"/>
          </p:nvPr>
        </p:nvSpPr>
        <p:spPr>
          <a:xfrm>
            <a:off x="3787800" y="2738000"/>
            <a:ext cx="1551300" cy="76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94" name="Google Shape;94;p12"/>
          <p:cNvSpPr txBox="1"/>
          <p:nvPr>
            <p:ph idx="3" type="subTitle"/>
          </p:nvPr>
        </p:nvSpPr>
        <p:spPr>
          <a:xfrm>
            <a:off x="1863075" y="2556625"/>
            <a:ext cx="1707000" cy="24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Josefin Sans"/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Josefin Sans"/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Josefin Sans"/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Josefin Sans"/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Josefin Sans"/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Josefin Sans"/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Josefin Sans"/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Josefin Sans"/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Josefin Sans"/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95" name="Google Shape;95;p12"/>
          <p:cNvSpPr txBox="1"/>
          <p:nvPr>
            <p:ph idx="4" type="subTitle"/>
          </p:nvPr>
        </p:nvSpPr>
        <p:spPr>
          <a:xfrm>
            <a:off x="3709950" y="2556625"/>
            <a:ext cx="1707000" cy="24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"/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"/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"/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"/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"/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"/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"/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"/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"/>
              <a:buNone/>
              <a:defRPr b="1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96" name="Google Shape;96;p12"/>
          <p:cNvSpPr txBox="1"/>
          <p:nvPr>
            <p:ph idx="5" type="subTitle"/>
          </p:nvPr>
        </p:nvSpPr>
        <p:spPr>
          <a:xfrm>
            <a:off x="5652525" y="2738000"/>
            <a:ext cx="1551300" cy="76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97" name="Google Shape;97;p12"/>
          <p:cNvSpPr txBox="1"/>
          <p:nvPr>
            <p:ph idx="6" type="subTitle"/>
          </p:nvPr>
        </p:nvSpPr>
        <p:spPr>
          <a:xfrm>
            <a:off x="5574675" y="2556625"/>
            <a:ext cx="1707000" cy="24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Josefin Sans"/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Josefin Sans"/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Josefin Sans"/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Josefin Sans"/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Josefin Sans"/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Josefin Sans"/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Josefin Sans"/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Josefin Sans"/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Josefin Sans"/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WO COLUMNS ">
  <p:cSld name="CUSTOM_14_1_1_4_1_1_1_1">
    <p:bg>
      <p:bgPr>
        <a:solidFill>
          <a:srgbClr val="F0D1E0"/>
        </a:solidFill>
      </p:bgPr>
    </p:bg>
    <p:spTree>
      <p:nvGrpSpPr>
        <p:cNvPr id="98" name="Shape 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Google Shape;99;p13"/>
          <p:cNvSpPr/>
          <p:nvPr/>
        </p:nvSpPr>
        <p:spPr>
          <a:xfrm>
            <a:off x="4598300" y="2010475"/>
            <a:ext cx="2987400" cy="2526300"/>
          </a:xfrm>
          <a:prstGeom prst="rect">
            <a:avLst/>
          </a:prstGeom>
          <a:noFill/>
          <a:ln cap="flat" cmpd="sng" w="2857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" name="Google Shape;100;p13"/>
          <p:cNvSpPr/>
          <p:nvPr/>
        </p:nvSpPr>
        <p:spPr>
          <a:xfrm>
            <a:off x="1286925" y="2010475"/>
            <a:ext cx="2987400" cy="2526300"/>
          </a:xfrm>
          <a:prstGeom prst="rect">
            <a:avLst/>
          </a:prstGeom>
          <a:solidFill>
            <a:srgbClr val="92577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" name="Google Shape;101;p13"/>
          <p:cNvSpPr/>
          <p:nvPr/>
        </p:nvSpPr>
        <p:spPr>
          <a:xfrm>
            <a:off x="2401925" y="1632088"/>
            <a:ext cx="757500" cy="757500"/>
          </a:xfrm>
          <a:prstGeom prst="rect">
            <a:avLst/>
          </a:prstGeom>
          <a:solidFill>
            <a:srgbClr val="92577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" name="Google Shape;102;p13"/>
          <p:cNvSpPr/>
          <p:nvPr/>
        </p:nvSpPr>
        <p:spPr>
          <a:xfrm>
            <a:off x="5713250" y="1632088"/>
            <a:ext cx="757500" cy="757500"/>
          </a:xfrm>
          <a:prstGeom prst="rect">
            <a:avLst/>
          </a:prstGeom>
          <a:solidFill>
            <a:srgbClr val="694C8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" name="Google Shape;103;p13"/>
          <p:cNvSpPr txBox="1"/>
          <p:nvPr>
            <p:ph type="title"/>
          </p:nvPr>
        </p:nvSpPr>
        <p:spPr>
          <a:xfrm>
            <a:off x="1162800" y="376475"/>
            <a:ext cx="6818400" cy="67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9pPr>
          </a:lstStyle>
          <a:p/>
        </p:txBody>
      </p:sp>
      <p:cxnSp>
        <p:nvCxnSpPr>
          <p:cNvPr id="104" name="Google Shape;104;p13"/>
          <p:cNvCxnSpPr/>
          <p:nvPr/>
        </p:nvCxnSpPr>
        <p:spPr>
          <a:xfrm>
            <a:off x="4161000" y="1163450"/>
            <a:ext cx="8220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EXT 2">
  <p:cSld name="CUSTOM_14_1_1_2">
    <p:bg>
      <p:bgPr>
        <a:solidFill>
          <a:srgbClr val="F0D1E0"/>
        </a:solidFill>
      </p:bgPr>
    </p:bg>
    <p:spTree>
      <p:nvGrpSpPr>
        <p:cNvPr id="105" name="Shape 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" name="Google Shape;106;p14"/>
          <p:cNvSpPr txBox="1"/>
          <p:nvPr>
            <p:ph idx="1" type="subTitle"/>
          </p:nvPr>
        </p:nvSpPr>
        <p:spPr>
          <a:xfrm>
            <a:off x="981637" y="2493600"/>
            <a:ext cx="6951300" cy="717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1100"/>
              <a:buFont typeface="Abel"/>
              <a:buNone/>
              <a:defRPr sz="11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2800"/>
              <a:buNone/>
              <a:defRPr sz="2800">
                <a:solidFill>
                  <a:srgbClr val="694C84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2800"/>
              <a:buNone/>
              <a:defRPr sz="2800">
                <a:solidFill>
                  <a:srgbClr val="694C84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2800"/>
              <a:buNone/>
              <a:defRPr sz="2800">
                <a:solidFill>
                  <a:srgbClr val="694C84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2800"/>
              <a:buNone/>
              <a:defRPr sz="2800">
                <a:solidFill>
                  <a:srgbClr val="694C84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2800"/>
              <a:buNone/>
              <a:defRPr sz="2800">
                <a:solidFill>
                  <a:srgbClr val="694C84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2800"/>
              <a:buNone/>
              <a:defRPr sz="2800">
                <a:solidFill>
                  <a:srgbClr val="694C84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2800"/>
              <a:buNone/>
              <a:defRPr sz="2800">
                <a:solidFill>
                  <a:srgbClr val="694C84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2800"/>
              <a:buNone/>
              <a:defRPr sz="2800">
                <a:solidFill>
                  <a:srgbClr val="694C84"/>
                </a:solidFill>
              </a:defRPr>
            </a:lvl9pPr>
          </a:lstStyle>
          <a:p/>
        </p:txBody>
      </p:sp>
      <p:sp>
        <p:nvSpPr>
          <p:cNvPr id="107" name="Google Shape;107;p14"/>
          <p:cNvSpPr txBox="1"/>
          <p:nvPr>
            <p:ph type="title"/>
          </p:nvPr>
        </p:nvSpPr>
        <p:spPr>
          <a:xfrm>
            <a:off x="1162800" y="376475"/>
            <a:ext cx="6818400" cy="67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9pPr>
          </a:lstStyle>
          <a:p/>
        </p:txBody>
      </p:sp>
      <p:cxnSp>
        <p:nvCxnSpPr>
          <p:cNvPr id="108" name="Google Shape;108;p14"/>
          <p:cNvCxnSpPr/>
          <p:nvPr/>
        </p:nvCxnSpPr>
        <p:spPr>
          <a:xfrm>
            <a:off x="4161000" y="1163450"/>
            <a:ext cx="8220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 1">
  <p:cSld name="CUSTOM_14_1_1_2_1">
    <p:bg>
      <p:bgPr>
        <a:solidFill>
          <a:srgbClr val="F0D1E0"/>
        </a:solidFill>
      </p:bgPr>
    </p:bg>
    <p:spTree>
      <p:nvGrpSpPr>
        <p:cNvPr id="109" name="Shape 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" name="Google Shape;110;p15"/>
          <p:cNvSpPr txBox="1"/>
          <p:nvPr>
            <p:ph type="ctrTitle"/>
          </p:nvPr>
        </p:nvSpPr>
        <p:spPr>
          <a:xfrm>
            <a:off x="1330375" y="373525"/>
            <a:ext cx="64833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600"/>
              <a:buFont typeface="Josefin Sans"/>
              <a:buNone/>
              <a:defRPr b="1" sz="5600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11" name="Google Shape;111;p15"/>
          <p:cNvSpPr txBox="1"/>
          <p:nvPr>
            <p:ph idx="1" type="subTitle"/>
          </p:nvPr>
        </p:nvSpPr>
        <p:spPr>
          <a:xfrm>
            <a:off x="3195033" y="2352565"/>
            <a:ext cx="2754000" cy="71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bel"/>
              <a:buNone/>
              <a:defRPr sz="1100">
                <a:latin typeface="Abel"/>
                <a:ea typeface="Abel"/>
                <a:cs typeface="Abel"/>
                <a:sym typeface="Abel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WO COLUMNS 2">
  <p:cSld name="CUSTOM_14_1_1_1">
    <p:bg>
      <p:bgPr>
        <a:solidFill>
          <a:srgbClr val="F0D1E0"/>
        </a:solidFill>
      </p:bgPr>
    </p:bg>
    <p:spTree>
      <p:nvGrpSpPr>
        <p:cNvPr id="112" name="Shape 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" name="Google Shape;113;p16"/>
          <p:cNvSpPr txBox="1"/>
          <p:nvPr>
            <p:ph idx="1" type="subTitle"/>
          </p:nvPr>
        </p:nvSpPr>
        <p:spPr>
          <a:xfrm>
            <a:off x="1283725" y="1825950"/>
            <a:ext cx="2501100" cy="175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14" name="Google Shape;114;p16"/>
          <p:cNvSpPr txBox="1"/>
          <p:nvPr>
            <p:ph type="title"/>
          </p:nvPr>
        </p:nvSpPr>
        <p:spPr>
          <a:xfrm>
            <a:off x="1162800" y="376475"/>
            <a:ext cx="6818400" cy="67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9pPr>
          </a:lstStyle>
          <a:p/>
        </p:txBody>
      </p:sp>
      <p:cxnSp>
        <p:nvCxnSpPr>
          <p:cNvPr id="115" name="Google Shape;115;p16"/>
          <p:cNvCxnSpPr/>
          <p:nvPr/>
        </p:nvCxnSpPr>
        <p:spPr>
          <a:xfrm>
            <a:off x="4161000" y="1163450"/>
            <a:ext cx="8220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6" name="Google Shape;116;p16"/>
          <p:cNvSpPr txBox="1"/>
          <p:nvPr>
            <p:ph idx="2" type="subTitle"/>
          </p:nvPr>
        </p:nvSpPr>
        <p:spPr>
          <a:xfrm>
            <a:off x="5359175" y="1825950"/>
            <a:ext cx="2501100" cy="175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17" name="Google Shape;117;p16"/>
          <p:cNvSpPr txBox="1"/>
          <p:nvPr>
            <p:ph idx="3" type="subTitle"/>
          </p:nvPr>
        </p:nvSpPr>
        <p:spPr>
          <a:xfrm>
            <a:off x="1283725" y="1565850"/>
            <a:ext cx="2501100" cy="26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Josefin Sans"/>
              <a:buNone/>
              <a:defRPr b="1" sz="1100"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Josefin Sans"/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Josefin Sans"/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Josefin Sans"/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Josefin Sans"/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Josefin Sans"/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Josefin Sans"/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Josefin Sans"/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Josefin Sans"/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118" name="Google Shape;118;p16"/>
          <p:cNvSpPr txBox="1"/>
          <p:nvPr>
            <p:ph idx="4" type="subTitle"/>
          </p:nvPr>
        </p:nvSpPr>
        <p:spPr>
          <a:xfrm>
            <a:off x="5359175" y="1565850"/>
            <a:ext cx="2501100" cy="26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Josefin Sans"/>
              <a:buNone/>
              <a:defRPr b="1" sz="1100"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Josefin Sans"/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Josefin Sans"/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Josefin Sans"/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Josefin Sans"/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Josefin Sans"/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Josefin Sans"/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Josefin Sans"/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Josefin Sans"/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119" name="Shape 11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124" name="Shape 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" name="Google Shape;125;p19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lvl="1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lvl="2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lvl="3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lvl="4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lvl="5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lvl="6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lvl="7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lvl="8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theme" Target="../theme/theme1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2800"/>
              <a:buFont typeface="Josefin Sans"/>
              <a:buNone/>
              <a:defRPr b="1" sz="2800">
                <a:solidFill>
                  <a:srgbClr val="694C84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2800"/>
              <a:buFont typeface="Economica"/>
              <a:buNone/>
              <a:defRPr sz="2800">
                <a:solidFill>
                  <a:srgbClr val="694C84"/>
                </a:solidFill>
                <a:latin typeface="Economica"/>
                <a:ea typeface="Economica"/>
                <a:cs typeface="Economica"/>
                <a:sym typeface="Economic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2800"/>
              <a:buFont typeface="Economica"/>
              <a:buNone/>
              <a:defRPr sz="2800">
                <a:solidFill>
                  <a:srgbClr val="694C84"/>
                </a:solidFill>
                <a:latin typeface="Economica"/>
                <a:ea typeface="Economica"/>
                <a:cs typeface="Economica"/>
                <a:sym typeface="Economic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2800"/>
              <a:buFont typeface="Economica"/>
              <a:buNone/>
              <a:defRPr sz="2800">
                <a:solidFill>
                  <a:srgbClr val="694C84"/>
                </a:solidFill>
                <a:latin typeface="Economica"/>
                <a:ea typeface="Economica"/>
                <a:cs typeface="Economica"/>
                <a:sym typeface="Economic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2800"/>
              <a:buFont typeface="Economica"/>
              <a:buNone/>
              <a:defRPr sz="2800">
                <a:solidFill>
                  <a:srgbClr val="694C84"/>
                </a:solidFill>
                <a:latin typeface="Economica"/>
                <a:ea typeface="Economica"/>
                <a:cs typeface="Economica"/>
                <a:sym typeface="Economic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2800"/>
              <a:buFont typeface="Economica"/>
              <a:buNone/>
              <a:defRPr sz="2800">
                <a:solidFill>
                  <a:srgbClr val="694C84"/>
                </a:solidFill>
                <a:latin typeface="Economica"/>
                <a:ea typeface="Economica"/>
                <a:cs typeface="Economica"/>
                <a:sym typeface="Economic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2800"/>
              <a:buFont typeface="Economica"/>
              <a:buNone/>
              <a:defRPr sz="2800">
                <a:solidFill>
                  <a:srgbClr val="694C84"/>
                </a:solidFill>
                <a:latin typeface="Economica"/>
                <a:ea typeface="Economica"/>
                <a:cs typeface="Economica"/>
                <a:sym typeface="Economic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2800"/>
              <a:buFont typeface="Economica"/>
              <a:buNone/>
              <a:defRPr sz="2800">
                <a:solidFill>
                  <a:srgbClr val="694C84"/>
                </a:solidFill>
                <a:latin typeface="Economica"/>
                <a:ea typeface="Economica"/>
                <a:cs typeface="Economica"/>
                <a:sym typeface="Economic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2800"/>
              <a:buFont typeface="Economica"/>
              <a:buNone/>
              <a:defRPr sz="2800">
                <a:solidFill>
                  <a:srgbClr val="694C84"/>
                </a:solidFill>
                <a:latin typeface="Economica"/>
                <a:ea typeface="Economica"/>
                <a:cs typeface="Economica"/>
                <a:sym typeface="Economica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1200"/>
              <a:buFont typeface="Abel"/>
              <a:buChar char="●"/>
              <a:defRPr sz="12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defRPr>
            </a:lvl1pPr>
            <a:lvl2pPr indent="-3048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94C84"/>
              </a:buClr>
              <a:buSzPts val="1200"/>
              <a:buFont typeface="Abel"/>
              <a:buChar char="○"/>
              <a:defRPr sz="12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defRPr>
            </a:lvl2pPr>
            <a:lvl3pPr indent="-3048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94C84"/>
              </a:buClr>
              <a:buSzPts val="1200"/>
              <a:buFont typeface="Abel"/>
              <a:buChar char="■"/>
              <a:defRPr sz="12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defRPr>
            </a:lvl3pPr>
            <a:lvl4pPr indent="-3048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94C84"/>
              </a:buClr>
              <a:buSzPts val="1200"/>
              <a:buFont typeface="Abel"/>
              <a:buChar char="●"/>
              <a:defRPr sz="12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defRPr>
            </a:lvl4pPr>
            <a:lvl5pPr indent="-3048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94C84"/>
              </a:buClr>
              <a:buSzPts val="1200"/>
              <a:buFont typeface="Abel"/>
              <a:buChar char="○"/>
              <a:defRPr sz="12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defRPr>
            </a:lvl5pPr>
            <a:lvl6pPr indent="-3048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94C84"/>
              </a:buClr>
              <a:buSzPts val="1200"/>
              <a:buFont typeface="Abel"/>
              <a:buChar char="■"/>
              <a:defRPr sz="12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defRPr>
            </a:lvl6pPr>
            <a:lvl7pPr indent="-3048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94C84"/>
              </a:buClr>
              <a:buSzPts val="1200"/>
              <a:buFont typeface="Abel"/>
              <a:buChar char="●"/>
              <a:defRPr sz="12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defRPr>
            </a:lvl7pPr>
            <a:lvl8pPr indent="-3048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94C84"/>
              </a:buClr>
              <a:buSzPts val="1200"/>
              <a:buFont typeface="Abel"/>
              <a:buChar char="○"/>
              <a:defRPr sz="12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defRPr>
            </a:lvl8pPr>
            <a:lvl9pPr indent="-3048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694C84"/>
              </a:buClr>
              <a:buSzPts val="1200"/>
              <a:buFont typeface="Abel"/>
              <a:buChar char="■"/>
              <a:defRPr sz="12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buNone/>
              <a:defRPr sz="1300">
                <a:solidFill>
                  <a:srgbClr val="666666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1pPr>
            <a:lvl2pPr lvl="1" rtl="0" algn="r">
              <a:buNone/>
              <a:defRPr sz="1300">
                <a:solidFill>
                  <a:srgbClr val="666666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2pPr>
            <a:lvl3pPr lvl="2" rtl="0" algn="r">
              <a:buNone/>
              <a:defRPr sz="1300">
                <a:solidFill>
                  <a:srgbClr val="666666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3pPr>
            <a:lvl4pPr lvl="3" rtl="0" algn="r">
              <a:buNone/>
              <a:defRPr sz="1300">
                <a:solidFill>
                  <a:srgbClr val="666666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4pPr>
            <a:lvl5pPr lvl="4" rtl="0" algn="r">
              <a:buNone/>
              <a:defRPr sz="1300">
                <a:solidFill>
                  <a:srgbClr val="666666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5pPr>
            <a:lvl6pPr lvl="5" rtl="0" algn="r">
              <a:buNone/>
              <a:defRPr sz="1300">
                <a:solidFill>
                  <a:srgbClr val="666666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6pPr>
            <a:lvl7pPr lvl="6" rtl="0" algn="r">
              <a:buNone/>
              <a:defRPr sz="1300">
                <a:solidFill>
                  <a:srgbClr val="666666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7pPr>
            <a:lvl8pPr lvl="7" rtl="0" algn="r">
              <a:buNone/>
              <a:defRPr sz="1300">
                <a:solidFill>
                  <a:srgbClr val="666666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8pPr>
            <a:lvl9pPr lvl="8" rtl="0" algn="r">
              <a:buNone/>
              <a:defRPr sz="1300">
                <a:solidFill>
                  <a:srgbClr val="666666"/>
                </a:solidFill>
                <a:latin typeface="Roboto Slab Light"/>
                <a:ea typeface="Roboto Slab Light"/>
                <a:cs typeface="Roboto Slab Light"/>
                <a:sym typeface="Roboto Slab Light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noFill/>
      </p:bgPr>
    </p:bg>
    <p:spTree>
      <p:nvGrpSpPr>
        <p:cNvPr id="120" name="Shape 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" name="Google Shape;121;p18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22" name="Google Shape;122;p18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23" name="Google Shape;123;p18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4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18.jp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7.jp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9.jp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9.jp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9.jp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8.jp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4.jpg"/><Relationship Id="rId4" Type="http://schemas.openxmlformats.org/officeDocument/2006/relationships/image" Target="../media/image12.jpg"/><Relationship Id="rId5" Type="http://schemas.openxmlformats.org/officeDocument/2006/relationships/image" Target="../media/image24.jp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9.jpg"/><Relationship Id="rId4" Type="http://schemas.openxmlformats.org/officeDocument/2006/relationships/hyperlink" Target="https://docs.google.com/spreadsheets/d/1jqJIcJCR_ss6LCqg1AmEguqZXIP1iDee7m9Q7PqHA-c/copy" TargetMode="External"/><Relationship Id="rId5" Type="http://schemas.openxmlformats.org/officeDocument/2006/relationships/image" Target="../media/image3.pn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20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1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9.jp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16.jp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19.jp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14.jp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15.jp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13.jp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9.xml"/><Relationship Id="rId3" Type="http://schemas.openxmlformats.org/officeDocument/2006/relationships/image" Target="../media/image5.jpg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0.xml"/><Relationship Id="rId3" Type="http://schemas.openxmlformats.org/officeDocument/2006/relationships/image" Target="../media/image22.jpg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1.xml"/><Relationship Id="rId3" Type="http://schemas.openxmlformats.org/officeDocument/2006/relationships/image" Target="../media/image21.jpg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23.jpg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3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://slidesgo.com/" TargetMode="External"/><Relationship Id="rId5" Type="http://schemas.openxmlformats.org/officeDocument/2006/relationships/hyperlink" Target="http://slidesgo.com/" TargetMode="External"/><Relationship Id="rId6" Type="http://schemas.openxmlformats.org/officeDocument/2006/relationships/hyperlink" Target="https://www.flaticon.com/" TargetMode="External"/><Relationship Id="rId7" Type="http://schemas.openxmlformats.org/officeDocument/2006/relationships/hyperlink" Target="https://www.freepik.com/" TargetMode="External"/></Relationships>
</file>

<file path=ppt/slides/_rels/slide24.xml.rels><?xml version="1.0" encoding="UTF-8" standalone="yes"?><Relationships xmlns="http://schemas.openxmlformats.org/package/2006/relationships"><Relationship Id="rId11" Type="http://schemas.openxmlformats.org/officeDocument/2006/relationships/hyperlink" Target="https://www.freepik.com/free-photo/top-view-syringe_3622241.htm" TargetMode="External"/><Relationship Id="rId10" Type="http://schemas.openxmlformats.org/officeDocument/2006/relationships/hyperlink" Target="https://www.freepik.com/free-photo/stethoscope-realistic-heart_1200782.htm" TargetMode="External"/><Relationship Id="rId13" Type="http://schemas.openxmlformats.org/officeDocument/2006/relationships/hyperlink" Target="https://www.freepik.com/free-photo/flat-lay-medical-composition_4234320.htm" TargetMode="External"/><Relationship Id="rId12" Type="http://schemas.openxmlformats.org/officeDocument/2006/relationships/hyperlink" Target="https://www.freepik.com/free-photo/medical-treatment-with-pills_4381970.htm" TargetMode="External"/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4.xml"/><Relationship Id="rId3" Type="http://schemas.openxmlformats.org/officeDocument/2006/relationships/hyperlink" Target="https://www.freepik.com/free-photo/doctors-man-woman-standing-together_4048384.htm" TargetMode="External"/><Relationship Id="rId4" Type="http://schemas.openxmlformats.org/officeDocument/2006/relationships/hyperlink" Target="https://www.freepik.com/free-photo/flat-lay-medical-composition_4234318.htm" TargetMode="External"/><Relationship Id="rId9" Type="http://schemas.openxmlformats.org/officeDocument/2006/relationships/hyperlink" Target="https://www.freepik.com/free-photo/flat-lay-medical-composition-with-copyspace_4234311.htm" TargetMode="External"/><Relationship Id="rId15" Type="http://schemas.openxmlformats.org/officeDocument/2006/relationships/hyperlink" Target="https://www.flaticon.com/packs/medicaments-10" TargetMode="External"/><Relationship Id="rId14" Type="http://schemas.openxmlformats.org/officeDocument/2006/relationships/hyperlink" Target="https://www.freepik.es/foto-gratis/corazon-realista-fondo-blanco_1200763.htm" TargetMode="External"/><Relationship Id="rId17" Type="http://schemas.openxmlformats.org/officeDocument/2006/relationships/hyperlink" Target="https://www.freepik.com/free-vector/timeline-infographic_4489551.htm" TargetMode="External"/><Relationship Id="rId16" Type="http://schemas.openxmlformats.org/officeDocument/2006/relationships/hyperlink" Target="https://www.freepik.com/free-vector/infographic-map_821226.htm" TargetMode="External"/><Relationship Id="rId5" Type="http://schemas.openxmlformats.org/officeDocument/2006/relationships/hyperlink" Target="https://www.freepik.es/foto-gratis/chica_4490839.htm" TargetMode="External"/><Relationship Id="rId6" Type="http://schemas.openxmlformats.org/officeDocument/2006/relationships/hyperlink" Target="https://www.freepik.com/free-photo/overhead-view-x-ray-lungs_4441385.htm" TargetMode="External"/><Relationship Id="rId18" Type="http://schemas.openxmlformats.org/officeDocument/2006/relationships/hyperlink" Target="https://www.flaticon.com/packs/clipboards-3" TargetMode="External"/><Relationship Id="rId7" Type="http://schemas.openxmlformats.org/officeDocument/2006/relationships/hyperlink" Target="https://www.freepik.com/free-photo/detail-x-ray-lungs_4441382.htm" TargetMode="External"/><Relationship Id="rId8" Type="http://schemas.openxmlformats.org/officeDocument/2006/relationships/hyperlink" Target="https://www.freepik.es/foto-gratis/mano-doctor-sexo-masculino-que-sostiene-estetoscopio-disponible-contra-contexto-blanco_4426832.htm" TargetMode="Externa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5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6.xml"/><Relationship Id="rId3" Type="http://schemas.openxmlformats.org/officeDocument/2006/relationships/hyperlink" Target="https://fonts.google.com/specimen/Josefin+Sans" TargetMode="External"/><Relationship Id="rId4" Type="http://schemas.openxmlformats.org/officeDocument/2006/relationships/hyperlink" Target="https://fonts.google.com/?query=abel" TargetMode="Externa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40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17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29" name="Shape 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Google Shape;130;p20"/>
          <p:cNvSpPr txBox="1"/>
          <p:nvPr>
            <p:ph idx="1" type="subTitle"/>
          </p:nvPr>
        </p:nvSpPr>
        <p:spPr>
          <a:xfrm>
            <a:off x="3195033" y="3069765"/>
            <a:ext cx="2754000" cy="71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94C84"/>
                </a:solidFill>
              </a:rPr>
              <a:t>Here is where your presentation begins</a:t>
            </a:r>
            <a:endParaRPr>
              <a:solidFill>
                <a:srgbClr val="694C84"/>
              </a:solidFill>
            </a:endParaRPr>
          </a:p>
        </p:txBody>
      </p:sp>
      <p:sp>
        <p:nvSpPr>
          <p:cNvPr id="131" name="Google Shape;131;p20"/>
          <p:cNvSpPr txBox="1"/>
          <p:nvPr>
            <p:ph type="ctrTitle"/>
          </p:nvPr>
        </p:nvSpPr>
        <p:spPr>
          <a:xfrm>
            <a:off x="1330375" y="1111300"/>
            <a:ext cx="64833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CLINICAL CASE 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32" name="Google Shape;132;p20"/>
          <p:cNvSpPr txBox="1"/>
          <p:nvPr/>
        </p:nvSpPr>
        <p:spPr>
          <a:xfrm>
            <a:off x="3072025" y="2516750"/>
            <a:ext cx="3000000" cy="89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56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rPr>
              <a:t>02-2023</a:t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0D1E0"/>
        </a:solidFill>
      </p:bgPr>
    </p:bg>
    <p:spTree>
      <p:nvGrpSpPr>
        <p:cNvPr id="136" name="Shape 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" name="Google Shape;137;p21"/>
          <p:cNvSpPr txBox="1"/>
          <p:nvPr>
            <p:ph idx="4" type="title"/>
          </p:nvPr>
        </p:nvSpPr>
        <p:spPr>
          <a:xfrm>
            <a:off x="1162800" y="376475"/>
            <a:ext cx="6818400" cy="67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TABLE OF CONTENTS</a:t>
            </a:r>
            <a:endParaRPr/>
          </a:p>
        </p:txBody>
      </p:sp>
      <p:sp>
        <p:nvSpPr>
          <p:cNvPr id="138" name="Google Shape;138;p21"/>
          <p:cNvSpPr txBox="1"/>
          <p:nvPr>
            <p:ph type="title"/>
          </p:nvPr>
        </p:nvSpPr>
        <p:spPr>
          <a:xfrm flipH="1">
            <a:off x="1229421" y="2112607"/>
            <a:ext cx="2049600" cy="53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</p:txBody>
      </p:sp>
      <p:sp>
        <p:nvSpPr>
          <p:cNvPr id="139" name="Google Shape;139;p21"/>
          <p:cNvSpPr txBox="1"/>
          <p:nvPr>
            <p:ph idx="2" type="title"/>
          </p:nvPr>
        </p:nvSpPr>
        <p:spPr>
          <a:xfrm flipH="1">
            <a:off x="3511040" y="2112607"/>
            <a:ext cx="2067600" cy="53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</p:txBody>
      </p:sp>
      <p:sp>
        <p:nvSpPr>
          <p:cNvPr id="140" name="Google Shape;140;p21"/>
          <p:cNvSpPr txBox="1"/>
          <p:nvPr>
            <p:ph idx="5" type="title"/>
          </p:nvPr>
        </p:nvSpPr>
        <p:spPr>
          <a:xfrm flipH="1">
            <a:off x="2403383" y="3433632"/>
            <a:ext cx="2049600" cy="53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04</a:t>
            </a:r>
            <a:endParaRPr/>
          </a:p>
        </p:txBody>
      </p:sp>
      <p:sp>
        <p:nvSpPr>
          <p:cNvPr id="141" name="Google Shape;141;p21"/>
          <p:cNvSpPr txBox="1"/>
          <p:nvPr>
            <p:ph idx="9" type="title"/>
          </p:nvPr>
        </p:nvSpPr>
        <p:spPr>
          <a:xfrm flipH="1">
            <a:off x="5796540" y="2112607"/>
            <a:ext cx="2067600" cy="53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</a:t>
            </a:r>
            <a:endParaRPr/>
          </a:p>
        </p:txBody>
      </p:sp>
      <p:sp>
        <p:nvSpPr>
          <p:cNvPr id="142" name="Google Shape;142;p21"/>
          <p:cNvSpPr txBox="1"/>
          <p:nvPr>
            <p:ph idx="6" type="title"/>
          </p:nvPr>
        </p:nvSpPr>
        <p:spPr>
          <a:xfrm flipH="1">
            <a:off x="4685002" y="3433632"/>
            <a:ext cx="2067600" cy="53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05</a:t>
            </a:r>
            <a:endParaRPr/>
          </a:p>
        </p:txBody>
      </p:sp>
      <p:sp>
        <p:nvSpPr>
          <p:cNvPr id="143" name="Google Shape;143;p21"/>
          <p:cNvSpPr txBox="1"/>
          <p:nvPr>
            <p:ph idx="1" type="subTitle"/>
          </p:nvPr>
        </p:nvSpPr>
        <p:spPr>
          <a:xfrm>
            <a:off x="880071" y="2417800"/>
            <a:ext cx="2748300" cy="34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ABOUT THE PATIENT</a:t>
            </a:r>
            <a:endParaRPr/>
          </a:p>
        </p:txBody>
      </p:sp>
      <p:sp>
        <p:nvSpPr>
          <p:cNvPr id="144" name="Google Shape;144;p21"/>
          <p:cNvSpPr txBox="1"/>
          <p:nvPr>
            <p:ph idx="14" type="subTitle"/>
          </p:nvPr>
        </p:nvSpPr>
        <p:spPr>
          <a:xfrm>
            <a:off x="1220421" y="2643555"/>
            <a:ext cx="20676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45" name="Google Shape;145;p21"/>
          <p:cNvSpPr txBox="1"/>
          <p:nvPr>
            <p:ph idx="15" type="subTitle"/>
          </p:nvPr>
        </p:nvSpPr>
        <p:spPr>
          <a:xfrm>
            <a:off x="3511040" y="2641612"/>
            <a:ext cx="20676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46" name="Google Shape;146;p21"/>
          <p:cNvSpPr txBox="1"/>
          <p:nvPr>
            <p:ph idx="13" type="subTitle"/>
          </p:nvPr>
        </p:nvSpPr>
        <p:spPr>
          <a:xfrm>
            <a:off x="5459190" y="2416450"/>
            <a:ext cx="2742300" cy="34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DIAGNOSIS</a:t>
            </a:r>
            <a:endParaRPr/>
          </a:p>
        </p:txBody>
      </p:sp>
      <p:sp>
        <p:nvSpPr>
          <p:cNvPr id="147" name="Google Shape;147;p21"/>
          <p:cNvSpPr txBox="1"/>
          <p:nvPr>
            <p:ph idx="18" type="subTitle"/>
          </p:nvPr>
        </p:nvSpPr>
        <p:spPr>
          <a:xfrm>
            <a:off x="5796540" y="2641612"/>
            <a:ext cx="20676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48" name="Google Shape;148;p21"/>
          <p:cNvSpPr txBox="1"/>
          <p:nvPr>
            <p:ph idx="7" type="subTitle"/>
          </p:nvPr>
        </p:nvSpPr>
        <p:spPr>
          <a:xfrm>
            <a:off x="2054033" y="3738825"/>
            <a:ext cx="2748300" cy="34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TREATMENT</a:t>
            </a:r>
            <a:endParaRPr/>
          </a:p>
        </p:txBody>
      </p:sp>
      <p:sp>
        <p:nvSpPr>
          <p:cNvPr id="149" name="Google Shape;149;p21"/>
          <p:cNvSpPr txBox="1"/>
          <p:nvPr>
            <p:ph idx="3" type="subTitle"/>
          </p:nvPr>
        </p:nvSpPr>
        <p:spPr>
          <a:xfrm>
            <a:off x="3173690" y="2416450"/>
            <a:ext cx="2742300" cy="34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DISCUSSION</a:t>
            </a:r>
            <a:endParaRPr/>
          </a:p>
        </p:txBody>
      </p:sp>
      <p:sp>
        <p:nvSpPr>
          <p:cNvPr id="150" name="Google Shape;150;p21"/>
          <p:cNvSpPr txBox="1"/>
          <p:nvPr>
            <p:ph idx="16" type="subTitle"/>
          </p:nvPr>
        </p:nvSpPr>
        <p:spPr>
          <a:xfrm>
            <a:off x="2394383" y="3964580"/>
            <a:ext cx="20676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51" name="Google Shape;151;p21"/>
          <p:cNvSpPr txBox="1"/>
          <p:nvPr>
            <p:ph idx="8" type="subTitle"/>
          </p:nvPr>
        </p:nvSpPr>
        <p:spPr>
          <a:xfrm>
            <a:off x="4347652" y="3737475"/>
            <a:ext cx="2742300" cy="34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PATIENT MONITORING</a:t>
            </a:r>
            <a:endParaRPr/>
          </a:p>
        </p:txBody>
      </p:sp>
      <p:sp>
        <p:nvSpPr>
          <p:cNvPr id="152" name="Google Shape;152;p21"/>
          <p:cNvSpPr txBox="1"/>
          <p:nvPr>
            <p:ph idx="17" type="subTitle"/>
          </p:nvPr>
        </p:nvSpPr>
        <p:spPr>
          <a:xfrm>
            <a:off x="4685002" y="3962637"/>
            <a:ext cx="20676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56" name="Shape 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" name="Google Shape;157;p22"/>
          <p:cNvSpPr txBox="1"/>
          <p:nvPr>
            <p:ph idx="1" type="subTitle"/>
          </p:nvPr>
        </p:nvSpPr>
        <p:spPr>
          <a:xfrm>
            <a:off x="4037450" y="1927750"/>
            <a:ext cx="3838500" cy="178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 sz="1200"/>
          </a:p>
        </p:txBody>
      </p:sp>
      <p:sp>
        <p:nvSpPr>
          <p:cNvPr id="158" name="Google Shape;158;p22"/>
          <p:cNvSpPr txBox="1"/>
          <p:nvPr>
            <p:ph type="title"/>
          </p:nvPr>
        </p:nvSpPr>
        <p:spPr>
          <a:xfrm>
            <a:off x="1162800" y="376475"/>
            <a:ext cx="6818400" cy="67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INTRODUCTION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62" name="Shape 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3" name="Google Shape;163;p23"/>
          <p:cNvGrpSpPr/>
          <p:nvPr/>
        </p:nvGrpSpPr>
        <p:grpSpPr>
          <a:xfrm>
            <a:off x="1290263" y="1858559"/>
            <a:ext cx="6549177" cy="1685016"/>
            <a:chOff x="1290263" y="1858559"/>
            <a:chExt cx="6549177" cy="1685016"/>
          </a:xfrm>
        </p:grpSpPr>
        <p:sp>
          <p:nvSpPr>
            <p:cNvPr id="164" name="Google Shape;164;p23"/>
            <p:cNvSpPr/>
            <p:nvPr/>
          </p:nvSpPr>
          <p:spPr>
            <a:xfrm>
              <a:off x="4092750" y="1945100"/>
              <a:ext cx="958500" cy="958500"/>
            </a:xfrm>
            <a:prstGeom prst="ellipse">
              <a:avLst/>
            </a:pr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" name="Google Shape;165;p23"/>
            <p:cNvSpPr/>
            <p:nvPr/>
          </p:nvSpPr>
          <p:spPr>
            <a:xfrm>
              <a:off x="6556375" y="1945100"/>
              <a:ext cx="958500" cy="958500"/>
            </a:xfrm>
            <a:prstGeom prst="ellipse">
              <a:avLst/>
            </a:prstGeom>
            <a:solidFill>
              <a:srgbClr val="694C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23"/>
            <p:cNvSpPr/>
            <p:nvPr/>
          </p:nvSpPr>
          <p:spPr>
            <a:xfrm>
              <a:off x="1629075" y="1945050"/>
              <a:ext cx="958500" cy="958500"/>
            </a:xfrm>
            <a:prstGeom prst="ellipse">
              <a:avLst/>
            </a:prstGeom>
            <a:solidFill>
              <a:srgbClr val="694C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23"/>
            <p:cNvSpPr/>
            <p:nvPr/>
          </p:nvSpPr>
          <p:spPr>
            <a:xfrm>
              <a:off x="1323208" y="2414698"/>
              <a:ext cx="240490" cy="17974"/>
            </a:xfrm>
            <a:custGeom>
              <a:rect b="b" l="l" r="r" t="t"/>
              <a:pathLst>
                <a:path extrusionOk="0" h="461" w="6168">
                  <a:moveTo>
                    <a:pt x="198" y="0"/>
                  </a:moveTo>
                  <a:cubicBezTo>
                    <a:pt x="91" y="0"/>
                    <a:pt x="1" y="86"/>
                    <a:pt x="1" y="194"/>
                  </a:cubicBezTo>
                  <a:cubicBezTo>
                    <a:pt x="1" y="301"/>
                    <a:pt x="85" y="392"/>
                    <a:pt x="193" y="392"/>
                  </a:cubicBezTo>
                  <a:lnTo>
                    <a:pt x="5963" y="460"/>
                  </a:lnTo>
                  <a:lnTo>
                    <a:pt x="5969" y="460"/>
                  </a:lnTo>
                  <a:cubicBezTo>
                    <a:pt x="6076" y="460"/>
                    <a:pt x="6162" y="375"/>
                    <a:pt x="6162" y="267"/>
                  </a:cubicBezTo>
                  <a:cubicBezTo>
                    <a:pt x="6167" y="159"/>
                    <a:pt x="6076" y="68"/>
                    <a:pt x="5969" y="68"/>
                  </a:cubicBezTo>
                  <a:lnTo>
                    <a:pt x="198" y="0"/>
                  </a:lnTo>
                  <a:close/>
                </a:path>
              </a:pathLst>
            </a:custGeom>
            <a:solidFill>
              <a:srgbClr val="434343"/>
            </a:solidFill>
            <a:ln cap="flat" cmpd="sng" w="9525">
              <a:solidFill>
                <a:srgbClr val="694C8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" name="Google Shape;168;p23"/>
            <p:cNvSpPr/>
            <p:nvPr/>
          </p:nvSpPr>
          <p:spPr>
            <a:xfrm>
              <a:off x="7565967" y="2414698"/>
              <a:ext cx="240529" cy="17974"/>
            </a:xfrm>
            <a:custGeom>
              <a:rect b="b" l="l" r="r" t="t"/>
              <a:pathLst>
                <a:path extrusionOk="0" h="461" w="6169">
                  <a:moveTo>
                    <a:pt x="200" y="0"/>
                  </a:moveTo>
                  <a:cubicBezTo>
                    <a:pt x="92" y="0"/>
                    <a:pt x="8" y="86"/>
                    <a:pt x="8" y="194"/>
                  </a:cubicBezTo>
                  <a:cubicBezTo>
                    <a:pt x="1" y="301"/>
                    <a:pt x="92" y="392"/>
                    <a:pt x="200" y="392"/>
                  </a:cubicBezTo>
                  <a:lnTo>
                    <a:pt x="5970" y="460"/>
                  </a:lnTo>
                  <a:cubicBezTo>
                    <a:pt x="6078" y="460"/>
                    <a:pt x="6169" y="375"/>
                    <a:pt x="6169" y="267"/>
                  </a:cubicBezTo>
                  <a:cubicBezTo>
                    <a:pt x="6169" y="159"/>
                    <a:pt x="6083" y="68"/>
                    <a:pt x="5976" y="68"/>
                  </a:cubicBezTo>
                  <a:lnTo>
                    <a:pt x="205" y="0"/>
                  </a:lnTo>
                  <a:close/>
                </a:path>
              </a:pathLst>
            </a:custGeom>
            <a:solidFill>
              <a:srgbClr val="694C84"/>
            </a:solidFill>
            <a:ln cap="flat" cmpd="sng" w="9525">
              <a:solidFill>
                <a:srgbClr val="694C8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" name="Google Shape;169;p23"/>
            <p:cNvSpPr/>
            <p:nvPr/>
          </p:nvSpPr>
          <p:spPr>
            <a:xfrm>
              <a:off x="1290263" y="2381518"/>
              <a:ext cx="81411" cy="80982"/>
            </a:xfrm>
            <a:custGeom>
              <a:rect b="b" l="l" r="r" t="t"/>
              <a:pathLst>
                <a:path extrusionOk="0" h="2077" w="2088">
                  <a:moveTo>
                    <a:pt x="1045" y="0"/>
                  </a:moveTo>
                  <a:cubicBezTo>
                    <a:pt x="477" y="0"/>
                    <a:pt x="11" y="458"/>
                    <a:pt x="6" y="1028"/>
                  </a:cubicBezTo>
                  <a:cubicBezTo>
                    <a:pt x="0" y="1600"/>
                    <a:pt x="459" y="2071"/>
                    <a:pt x="1032" y="2077"/>
                  </a:cubicBezTo>
                  <a:cubicBezTo>
                    <a:pt x="1036" y="2077"/>
                    <a:pt x="1041" y="2077"/>
                    <a:pt x="1045" y="2077"/>
                  </a:cubicBezTo>
                  <a:cubicBezTo>
                    <a:pt x="1612" y="2077"/>
                    <a:pt x="2071" y="1619"/>
                    <a:pt x="2082" y="1050"/>
                  </a:cubicBezTo>
                  <a:cubicBezTo>
                    <a:pt x="2087" y="477"/>
                    <a:pt x="1629" y="7"/>
                    <a:pt x="1055" y="0"/>
                  </a:cubicBezTo>
                  <a:cubicBezTo>
                    <a:pt x="1052" y="0"/>
                    <a:pt x="1049" y="0"/>
                    <a:pt x="1045" y="0"/>
                  </a:cubicBezTo>
                  <a:close/>
                </a:path>
              </a:pathLst>
            </a:custGeom>
            <a:solidFill>
              <a:srgbClr val="694C84"/>
            </a:solidFill>
            <a:ln cap="flat" cmpd="sng" w="9525">
              <a:solidFill>
                <a:srgbClr val="694C8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" name="Google Shape;170;p23"/>
            <p:cNvSpPr/>
            <p:nvPr/>
          </p:nvSpPr>
          <p:spPr>
            <a:xfrm>
              <a:off x="7757989" y="2381518"/>
              <a:ext cx="81450" cy="80982"/>
            </a:xfrm>
            <a:custGeom>
              <a:rect b="b" l="l" r="r" t="t"/>
              <a:pathLst>
                <a:path extrusionOk="0" h="2077" w="2089">
                  <a:moveTo>
                    <a:pt x="1046" y="0"/>
                  </a:moveTo>
                  <a:cubicBezTo>
                    <a:pt x="477" y="0"/>
                    <a:pt x="18" y="458"/>
                    <a:pt x="6" y="1028"/>
                  </a:cubicBezTo>
                  <a:cubicBezTo>
                    <a:pt x="1" y="1600"/>
                    <a:pt x="461" y="2071"/>
                    <a:pt x="1033" y="2077"/>
                  </a:cubicBezTo>
                  <a:cubicBezTo>
                    <a:pt x="1037" y="2077"/>
                    <a:pt x="1041" y="2077"/>
                    <a:pt x="1045" y="2077"/>
                  </a:cubicBezTo>
                  <a:cubicBezTo>
                    <a:pt x="1613" y="2077"/>
                    <a:pt x="2077" y="1619"/>
                    <a:pt x="2083" y="1050"/>
                  </a:cubicBezTo>
                  <a:cubicBezTo>
                    <a:pt x="2088" y="477"/>
                    <a:pt x="1629" y="7"/>
                    <a:pt x="1056" y="0"/>
                  </a:cubicBezTo>
                  <a:cubicBezTo>
                    <a:pt x="1053" y="0"/>
                    <a:pt x="1049" y="0"/>
                    <a:pt x="1046" y="0"/>
                  </a:cubicBezTo>
                  <a:close/>
                </a:path>
              </a:pathLst>
            </a:custGeom>
            <a:solidFill>
              <a:srgbClr val="694C84"/>
            </a:solidFill>
            <a:ln cap="flat" cmpd="sng" w="9525">
              <a:solidFill>
                <a:srgbClr val="694C8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" name="Google Shape;171;p23"/>
            <p:cNvSpPr/>
            <p:nvPr/>
          </p:nvSpPr>
          <p:spPr>
            <a:xfrm>
              <a:off x="2660376" y="2415800"/>
              <a:ext cx="1347857" cy="15325"/>
            </a:xfrm>
            <a:custGeom>
              <a:rect b="b" l="l" r="r" t="t"/>
              <a:pathLst>
                <a:path extrusionOk="0" h="393" w="5845">
                  <a:moveTo>
                    <a:pt x="199" y="1"/>
                  </a:moveTo>
                  <a:cubicBezTo>
                    <a:pt x="86" y="1"/>
                    <a:pt x="0" y="87"/>
                    <a:pt x="0" y="194"/>
                  </a:cubicBezTo>
                  <a:cubicBezTo>
                    <a:pt x="0" y="307"/>
                    <a:pt x="86" y="393"/>
                    <a:pt x="199" y="393"/>
                  </a:cubicBezTo>
                  <a:lnTo>
                    <a:pt x="5646" y="393"/>
                  </a:lnTo>
                  <a:cubicBezTo>
                    <a:pt x="5759" y="393"/>
                    <a:pt x="5844" y="307"/>
                    <a:pt x="5844" y="194"/>
                  </a:cubicBezTo>
                  <a:cubicBezTo>
                    <a:pt x="5844" y="87"/>
                    <a:pt x="5759" y="1"/>
                    <a:pt x="5646" y="1"/>
                  </a:cubicBezTo>
                  <a:close/>
                </a:path>
              </a:pathLst>
            </a:custGeom>
            <a:solidFill>
              <a:srgbClr val="3F2551"/>
            </a:solidFill>
            <a:ln cap="flat" cmpd="sng" w="9525">
              <a:solidFill>
                <a:srgbClr val="694C8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" name="Google Shape;172;p23"/>
            <p:cNvSpPr/>
            <p:nvPr/>
          </p:nvSpPr>
          <p:spPr>
            <a:xfrm>
              <a:off x="1548137" y="1859729"/>
              <a:ext cx="1127552" cy="571398"/>
            </a:xfrm>
            <a:custGeom>
              <a:rect b="b" l="l" r="r" t="t"/>
              <a:pathLst>
                <a:path extrusionOk="0" h="14655" w="28919">
                  <a:moveTo>
                    <a:pt x="14462" y="0"/>
                  </a:moveTo>
                  <a:cubicBezTo>
                    <a:pt x="6486" y="0"/>
                    <a:pt x="1" y="6485"/>
                    <a:pt x="1" y="14456"/>
                  </a:cubicBezTo>
                  <a:cubicBezTo>
                    <a:pt x="1" y="14569"/>
                    <a:pt x="87" y="14655"/>
                    <a:pt x="200" y="14655"/>
                  </a:cubicBezTo>
                  <a:cubicBezTo>
                    <a:pt x="307" y="14655"/>
                    <a:pt x="393" y="14569"/>
                    <a:pt x="393" y="14456"/>
                  </a:cubicBezTo>
                  <a:cubicBezTo>
                    <a:pt x="393" y="6706"/>
                    <a:pt x="6707" y="392"/>
                    <a:pt x="14462" y="392"/>
                  </a:cubicBezTo>
                  <a:cubicBezTo>
                    <a:pt x="22218" y="392"/>
                    <a:pt x="28526" y="6706"/>
                    <a:pt x="28526" y="14456"/>
                  </a:cubicBezTo>
                  <a:cubicBezTo>
                    <a:pt x="28526" y="14569"/>
                    <a:pt x="28612" y="14655"/>
                    <a:pt x="28725" y="14655"/>
                  </a:cubicBezTo>
                  <a:cubicBezTo>
                    <a:pt x="28833" y="14655"/>
                    <a:pt x="28919" y="14569"/>
                    <a:pt x="28919" y="14456"/>
                  </a:cubicBezTo>
                  <a:cubicBezTo>
                    <a:pt x="28919" y="6485"/>
                    <a:pt x="22433" y="0"/>
                    <a:pt x="14462" y="0"/>
                  </a:cubicBezTo>
                  <a:close/>
                </a:path>
              </a:pathLst>
            </a:custGeom>
            <a:solidFill>
              <a:srgbClr val="3F2551"/>
            </a:solidFill>
            <a:ln cap="flat" cmpd="sng" w="9525">
              <a:solidFill>
                <a:srgbClr val="694C8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" name="Google Shape;173;p23"/>
            <p:cNvSpPr/>
            <p:nvPr/>
          </p:nvSpPr>
          <p:spPr>
            <a:xfrm>
              <a:off x="1546383" y="2411189"/>
              <a:ext cx="1131061" cy="573582"/>
            </a:xfrm>
            <a:custGeom>
              <a:rect b="b" l="l" r="r" t="t"/>
              <a:pathLst>
                <a:path extrusionOk="0" h="14711" w="29009">
                  <a:moveTo>
                    <a:pt x="245" y="0"/>
                  </a:moveTo>
                  <a:cubicBezTo>
                    <a:pt x="108" y="0"/>
                    <a:pt x="1" y="124"/>
                    <a:pt x="1" y="260"/>
                  </a:cubicBezTo>
                  <a:cubicBezTo>
                    <a:pt x="1" y="397"/>
                    <a:pt x="108" y="505"/>
                    <a:pt x="245" y="505"/>
                  </a:cubicBezTo>
                  <a:cubicBezTo>
                    <a:pt x="375" y="505"/>
                    <a:pt x="488" y="397"/>
                    <a:pt x="488" y="260"/>
                  </a:cubicBezTo>
                  <a:lnTo>
                    <a:pt x="488" y="226"/>
                  </a:lnTo>
                  <a:cubicBezTo>
                    <a:pt x="488" y="97"/>
                    <a:pt x="375" y="0"/>
                    <a:pt x="245" y="0"/>
                  </a:cubicBezTo>
                  <a:close/>
                  <a:moveTo>
                    <a:pt x="28765" y="90"/>
                  </a:moveTo>
                  <a:cubicBezTo>
                    <a:pt x="28634" y="90"/>
                    <a:pt x="28526" y="205"/>
                    <a:pt x="28526" y="335"/>
                  </a:cubicBezTo>
                  <a:lnTo>
                    <a:pt x="28765" y="369"/>
                  </a:lnTo>
                  <a:lnTo>
                    <a:pt x="28521" y="362"/>
                  </a:lnTo>
                  <a:lnTo>
                    <a:pt x="28521" y="362"/>
                  </a:lnTo>
                  <a:cubicBezTo>
                    <a:pt x="28521" y="499"/>
                    <a:pt x="28629" y="613"/>
                    <a:pt x="28765" y="613"/>
                  </a:cubicBezTo>
                  <a:cubicBezTo>
                    <a:pt x="28901" y="613"/>
                    <a:pt x="29008" y="505"/>
                    <a:pt x="29008" y="375"/>
                  </a:cubicBezTo>
                  <a:lnTo>
                    <a:pt x="29008" y="335"/>
                  </a:lnTo>
                  <a:cubicBezTo>
                    <a:pt x="29008" y="205"/>
                    <a:pt x="28901" y="90"/>
                    <a:pt x="28765" y="90"/>
                  </a:cubicBezTo>
                  <a:close/>
                  <a:moveTo>
                    <a:pt x="345" y="1649"/>
                  </a:moveTo>
                  <a:cubicBezTo>
                    <a:pt x="334" y="1649"/>
                    <a:pt x="324" y="1649"/>
                    <a:pt x="313" y="1651"/>
                  </a:cubicBezTo>
                  <a:cubicBezTo>
                    <a:pt x="177" y="1668"/>
                    <a:pt x="85" y="1804"/>
                    <a:pt x="98" y="1935"/>
                  </a:cubicBezTo>
                  <a:cubicBezTo>
                    <a:pt x="114" y="2059"/>
                    <a:pt x="216" y="2156"/>
                    <a:pt x="341" y="2156"/>
                  </a:cubicBezTo>
                  <a:lnTo>
                    <a:pt x="363" y="2156"/>
                  </a:lnTo>
                  <a:cubicBezTo>
                    <a:pt x="499" y="2139"/>
                    <a:pt x="596" y="2020"/>
                    <a:pt x="585" y="1883"/>
                  </a:cubicBezTo>
                  <a:lnTo>
                    <a:pt x="580" y="1849"/>
                  </a:lnTo>
                  <a:cubicBezTo>
                    <a:pt x="563" y="1729"/>
                    <a:pt x="462" y="1649"/>
                    <a:pt x="345" y="1649"/>
                  </a:cubicBezTo>
                  <a:close/>
                  <a:moveTo>
                    <a:pt x="28652" y="1744"/>
                  </a:moveTo>
                  <a:cubicBezTo>
                    <a:pt x="28536" y="1744"/>
                    <a:pt x="28434" y="1834"/>
                    <a:pt x="28419" y="1951"/>
                  </a:cubicBezTo>
                  <a:lnTo>
                    <a:pt x="28412" y="1991"/>
                  </a:lnTo>
                  <a:cubicBezTo>
                    <a:pt x="28401" y="2122"/>
                    <a:pt x="28498" y="2229"/>
                    <a:pt x="28629" y="2247"/>
                  </a:cubicBezTo>
                  <a:lnTo>
                    <a:pt x="28657" y="2247"/>
                  </a:lnTo>
                  <a:cubicBezTo>
                    <a:pt x="28776" y="2247"/>
                    <a:pt x="28889" y="2145"/>
                    <a:pt x="28901" y="2020"/>
                  </a:cubicBezTo>
                  <a:cubicBezTo>
                    <a:pt x="28917" y="1883"/>
                    <a:pt x="28827" y="1765"/>
                    <a:pt x="28691" y="1747"/>
                  </a:cubicBezTo>
                  <a:cubicBezTo>
                    <a:pt x="28678" y="1745"/>
                    <a:pt x="28665" y="1744"/>
                    <a:pt x="28652" y="1744"/>
                  </a:cubicBezTo>
                  <a:close/>
                  <a:moveTo>
                    <a:pt x="634" y="3276"/>
                  </a:moveTo>
                  <a:cubicBezTo>
                    <a:pt x="612" y="3276"/>
                    <a:pt x="590" y="3279"/>
                    <a:pt x="567" y="3284"/>
                  </a:cubicBezTo>
                  <a:cubicBezTo>
                    <a:pt x="438" y="3319"/>
                    <a:pt x="358" y="3460"/>
                    <a:pt x="392" y="3591"/>
                  </a:cubicBezTo>
                  <a:cubicBezTo>
                    <a:pt x="415" y="3705"/>
                    <a:pt x="517" y="3784"/>
                    <a:pt x="630" y="3784"/>
                  </a:cubicBezTo>
                  <a:cubicBezTo>
                    <a:pt x="648" y="3784"/>
                    <a:pt x="664" y="3779"/>
                    <a:pt x="682" y="3779"/>
                  </a:cubicBezTo>
                  <a:cubicBezTo>
                    <a:pt x="812" y="3750"/>
                    <a:pt x="897" y="3619"/>
                    <a:pt x="868" y="3489"/>
                  </a:cubicBezTo>
                  <a:lnTo>
                    <a:pt x="857" y="3449"/>
                  </a:lnTo>
                  <a:cubicBezTo>
                    <a:pt x="834" y="3341"/>
                    <a:pt x="740" y="3276"/>
                    <a:pt x="634" y="3276"/>
                  </a:cubicBezTo>
                  <a:close/>
                  <a:moveTo>
                    <a:pt x="28363" y="3368"/>
                  </a:moveTo>
                  <a:cubicBezTo>
                    <a:pt x="28255" y="3368"/>
                    <a:pt x="28158" y="3441"/>
                    <a:pt x="28129" y="3551"/>
                  </a:cubicBezTo>
                  <a:lnTo>
                    <a:pt x="28118" y="3585"/>
                  </a:lnTo>
                  <a:cubicBezTo>
                    <a:pt x="28089" y="3716"/>
                    <a:pt x="28168" y="3829"/>
                    <a:pt x="28299" y="3863"/>
                  </a:cubicBezTo>
                  <a:cubicBezTo>
                    <a:pt x="28317" y="3869"/>
                    <a:pt x="28333" y="3869"/>
                    <a:pt x="28351" y="3869"/>
                  </a:cubicBezTo>
                  <a:cubicBezTo>
                    <a:pt x="28464" y="3869"/>
                    <a:pt x="28571" y="3784"/>
                    <a:pt x="28600" y="3677"/>
                  </a:cubicBezTo>
                  <a:cubicBezTo>
                    <a:pt x="28634" y="3546"/>
                    <a:pt x="28555" y="3410"/>
                    <a:pt x="28424" y="3376"/>
                  </a:cubicBezTo>
                  <a:cubicBezTo>
                    <a:pt x="28404" y="3370"/>
                    <a:pt x="28383" y="3368"/>
                    <a:pt x="28363" y="3368"/>
                  </a:cubicBezTo>
                  <a:close/>
                  <a:moveTo>
                    <a:pt x="1091" y="4848"/>
                  </a:moveTo>
                  <a:cubicBezTo>
                    <a:pt x="1064" y="4848"/>
                    <a:pt x="1037" y="4853"/>
                    <a:pt x="1010" y="4863"/>
                  </a:cubicBezTo>
                  <a:cubicBezTo>
                    <a:pt x="886" y="4908"/>
                    <a:pt x="818" y="5049"/>
                    <a:pt x="863" y="5174"/>
                  </a:cubicBezTo>
                  <a:lnTo>
                    <a:pt x="874" y="5208"/>
                  </a:lnTo>
                  <a:cubicBezTo>
                    <a:pt x="915" y="5305"/>
                    <a:pt x="1004" y="5366"/>
                    <a:pt x="1106" y="5366"/>
                  </a:cubicBezTo>
                  <a:cubicBezTo>
                    <a:pt x="1135" y="5366"/>
                    <a:pt x="1158" y="5361"/>
                    <a:pt x="1187" y="5350"/>
                  </a:cubicBezTo>
                  <a:cubicBezTo>
                    <a:pt x="1316" y="5305"/>
                    <a:pt x="1379" y="5169"/>
                    <a:pt x="1334" y="5038"/>
                  </a:cubicBezTo>
                  <a:lnTo>
                    <a:pt x="1323" y="5010"/>
                  </a:lnTo>
                  <a:cubicBezTo>
                    <a:pt x="1287" y="4911"/>
                    <a:pt x="1191" y="4848"/>
                    <a:pt x="1091" y="4848"/>
                  </a:cubicBezTo>
                  <a:close/>
                  <a:moveTo>
                    <a:pt x="27880" y="4949"/>
                  </a:moveTo>
                  <a:cubicBezTo>
                    <a:pt x="27781" y="4949"/>
                    <a:pt x="27687" y="5009"/>
                    <a:pt x="27652" y="5106"/>
                  </a:cubicBezTo>
                  <a:lnTo>
                    <a:pt x="27641" y="5140"/>
                  </a:lnTo>
                  <a:cubicBezTo>
                    <a:pt x="27590" y="5264"/>
                    <a:pt x="27658" y="5407"/>
                    <a:pt x="27783" y="5452"/>
                  </a:cubicBezTo>
                  <a:cubicBezTo>
                    <a:pt x="27812" y="5463"/>
                    <a:pt x="27840" y="5468"/>
                    <a:pt x="27867" y="5468"/>
                  </a:cubicBezTo>
                  <a:cubicBezTo>
                    <a:pt x="27964" y="5468"/>
                    <a:pt x="28061" y="5407"/>
                    <a:pt x="28095" y="5311"/>
                  </a:cubicBezTo>
                  <a:lnTo>
                    <a:pt x="28106" y="5282"/>
                  </a:lnTo>
                  <a:cubicBezTo>
                    <a:pt x="28152" y="5151"/>
                    <a:pt x="28089" y="5015"/>
                    <a:pt x="27964" y="4965"/>
                  </a:cubicBezTo>
                  <a:cubicBezTo>
                    <a:pt x="27936" y="4954"/>
                    <a:pt x="27908" y="4949"/>
                    <a:pt x="27880" y="4949"/>
                  </a:cubicBezTo>
                  <a:close/>
                  <a:moveTo>
                    <a:pt x="1748" y="6370"/>
                  </a:moveTo>
                  <a:cubicBezTo>
                    <a:pt x="1712" y="6370"/>
                    <a:pt x="1675" y="6378"/>
                    <a:pt x="1640" y="6394"/>
                  </a:cubicBezTo>
                  <a:cubicBezTo>
                    <a:pt x="1520" y="6456"/>
                    <a:pt x="1470" y="6604"/>
                    <a:pt x="1533" y="6723"/>
                  </a:cubicBezTo>
                  <a:lnTo>
                    <a:pt x="1544" y="6751"/>
                  </a:lnTo>
                  <a:cubicBezTo>
                    <a:pt x="1588" y="6837"/>
                    <a:pt x="1674" y="6887"/>
                    <a:pt x="1766" y="6887"/>
                  </a:cubicBezTo>
                  <a:cubicBezTo>
                    <a:pt x="1800" y="6887"/>
                    <a:pt x="1839" y="6876"/>
                    <a:pt x="1873" y="6859"/>
                  </a:cubicBezTo>
                  <a:cubicBezTo>
                    <a:pt x="1992" y="6796"/>
                    <a:pt x="2043" y="6654"/>
                    <a:pt x="1981" y="6536"/>
                  </a:cubicBezTo>
                  <a:lnTo>
                    <a:pt x="1963" y="6502"/>
                  </a:lnTo>
                  <a:cubicBezTo>
                    <a:pt x="1923" y="6417"/>
                    <a:pt x="1837" y="6370"/>
                    <a:pt x="1748" y="6370"/>
                  </a:cubicBezTo>
                  <a:close/>
                  <a:moveTo>
                    <a:pt x="27215" y="6464"/>
                  </a:moveTo>
                  <a:cubicBezTo>
                    <a:pt x="27126" y="6464"/>
                    <a:pt x="27039" y="6514"/>
                    <a:pt x="26995" y="6599"/>
                  </a:cubicBezTo>
                  <a:lnTo>
                    <a:pt x="27199" y="6735"/>
                  </a:lnTo>
                  <a:lnTo>
                    <a:pt x="27199" y="6735"/>
                  </a:lnTo>
                  <a:lnTo>
                    <a:pt x="26982" y="6626"/>
                  </a:lnTo>
                  <a:lnTo>
                    <a:pt x="26982" y="6626"/>
                  </a:lnTo>
                  <a:cubicBezTo>
                    <a:pt x="26921" y="6746"/>
                    <a:pt x="26966" y="6893"/>
                    <a:pt x="27085" y="6950"/>
                  </a:cubicBezTo>
                  <a:cubicBezTo>
                    <a:pt x="27125" y="6973"/>
                    <a:pt x="27159" y="6978"/>
                    <a:pt x="27199" y="6978"/>
                  </a:cubicBezTo>
                  <a:cubicBezTo>
                    <a:pt x="27289" y="6978"/>
                    <a:pt x="27375" y="6932"/>
                    <a:pt x="27414" y="6848"/>
                  </a:cubicBezTo>
                  <a:lnTo>
                    <a:pt x="27432" y="6814"/>
                  </a:lnTo>
                  <a:cubicBezTo>
                    <a:pt x="27493" y="6694"/>
                    <a:pt x="27443" y="6552"/>
                    <a:pt x="27323" y="6490"/>
                  </a:cubicBezTo>
                  <a:cubicBezTo>
                    <a:pt x="27288" y="6472"/>
                    <a:pt x="27252" y="6464"/>
                    <a:pt x="27215" y="6464"/>
                  </a:cubicBezTo>
                  <a:close/>
                  <a:moveTo>
                    <a:pt x="2570" y="7801"/>
                  </a:moveTo>
                  <a:cubicBezTo>
                    <a:pt x="2526" y="7801"/>
                    <a:pt x="2481" y="7814"/>
                    <a:pt x="2440" y="7840"/>
                  </a:cubicBezTo>
                  <a:cubicBezTo>
                    <a:pt x="2326" y="7914"/>
                    <a:pt x="2298" y="8068"/>
                    <a:pt x="2371" y="8181"/>
                  </a:cubicBezTo>
                  <a:lnTo>
                    <a:pt x="2389" y="8209"/>
                  </a:lnTo>
                  <a:cubicBezTo>
                    <a:pt x="2434" y="8277"/>
                    <a:pt x="2514" y="8317"/>
                    <a:pt x="2593" y="8317"/>
                  </a:cubicBezTo>
                  <a:cubicBezTo>
                    <a:pt x="2638" y="8317"/>
                    <a:pt x="2685" y="8306"/>
                    <a:pt x="2724" y="8277"/>
                  </a:cubicBezTo>
                  <a:cubicBezTo>
                    <a:pt x="2837" y="8204"/>
                    <a:pt x="2871" y="8050"/>
                    <a:pt x="2798" y="7937"/>
                  </a:cubicBezTo>
                  <a:lnTo>
                    <a:pt x="2774" y="7914"/>
                  </a:lnTo>
                  <a:cubicBezTo>
                    <a:pt x="2727" y="7841"/>
                    <a:pt x="2650" y="7801"/>
                    <a:pt x="2570" y="7801"/>
                  </a:cubicBezTo>
                  <a:close/>
                  <a:moveTo>
                    <a:pt x="26374" y="7891"/>
                  </a:moveTo>
                  <a:cubicBezTo>
                    <a:pt x="26295" y="7891"/>
                    <a:pt x="26218" y="7928"/>
                    <a:pt x="26172" y="8000"/>
                  </a:cubicBezTo>
                  <a:lnTo>
                    <a:pt x="26359" y="8158"/>
                  </a:lnTo>
                  <a:lnTo>
                    <a:pt x="26160" y="8021"/>
                  </a:lnTo>
                  <a:lnTo>
                    <a:pt x="26160" y="8021"/>
                  </a:lnTo>
                  <a:cubicBezTo>
                    <a:pt x="26081" y="8136"/>
                    <a:pt x="26110" y="8288"/>
                    <a:pt x="26223" y="8362"/>
                  </a:cubicBezTo>
                  <a:cubicBezTo>
                    <a:pt x="26262" y="8390"/>
                    <a:pt x="26314" y="8403"/>
                    <a:pt x="26359" y="8403"/>
                  </a:cubicBezTo>
                  <a:cubicBezTo>
                    <a:pt x="26438" y="8403"/>
                    <a:pt x="26513" y="8369"/>
                    <a:pt x="26563" y="8294"/>
                  </a:cubicBezTo>
                  <a:lnTo>
                    <a:pt x="26581" y="8267"/>
                  </a:lnTo>
                  <a:cubicBezTo>
                    <a:pt x="26654" y="8152"/>
                    <a:pt x="26626" y="8005"/>
                    <a:pt x="26513" y="7932"/>
                  </a:cubicBezTo>
                  <a:cubicBezTo>
                    <a:pt x="26470" y="7904"/>
                    <a:pt x="26422" y="7891"/>
                    <a:pt x="26374" y="7891"/>
                  </a:cubicBezTo>
                  <a:close/>
                  <a:moveTo>
                    <a:pt x="3573" y="9135"/>
                  </a:moveTo>
                  <a:cubicBezTo>
                    <a:pt x="3516" y="9135"/>
                    <a:pt x="3458" y="9156"/>
                    <a:pt x="3410" y="9197"/>
                  </a:cubicBezTo>
                  <a:cubicBezTo>
                    <a:pt x="3308" y="9281"/>
                    <a:pt x="3303" y="9446"/>
                    <a:pt x="3393" y="9548"/>
                  </a:cubicBezTo>
                  <a:cubicBezTo>
                    <a:pt x="3439" y="9610"/>
                    <a:pt x="3507" y="9644"/>
                    <a:pt x="3581" y="9644"/>
                  </a:cubicBezTo>
                  <a:cubicBezTo>
                    <a:pt x="3631" y="9644"/>
                    <a:pt x="3688" y="9621"/>
                    <a:pt x="3733" y="9587"/>
                  </a:cubicBezTo>
                  <a:cubicBezTo>
                    <a:pt x="3835" y="9503"/>
                    <a:pt x="3853" y="9349"/>
                    <a:pt x="3774" y="9247"/>
                  </a:cubicBezTo>
                  <a:lnTo>
                    <a:pt x="3745" y="9220"/>
                  </a:lnTo>
                  <a:cubicBezTo>
                    <a:pt x="3700" y="9162"/>
                    <a:pt x="3637" y="9135"/>
                    <a:pt x="3573" y="9135"/>
                  </a:cubicBezTo>
                  <a:close/>
                  <a:moveTo>
                    <a:pt x="25382" y="9209"/>
                  </a:moveTo>
                  <a:cubicBezTo>
                    <a:pt x="25314" y="9209"/>
                    <a:pt x="25246" y="9237"/>
                    <a:pt x="25196" y="9293"/>
                  </a:cubicBezTo>
                  <a:lnTo>
                    <a:pt x="25173" y="9322"/>
                  </a:lnTo>
                  <a:cubicBezTo>
                    <a:pt x="25088" y="9424"/>
                    <a:pt x="25110" y="9566"/>
                    <a:pt x="25212" y="9650"/>
                  </a:cubicBezTo>
                  <a:cubicBezTo>
                    <a:pt x="25259" y="9689"/>
                    <a:pt x="25309" y="9707"/>
                    <a:pt x="25366" y="9707"/>
                  </a:cubicBezTo>
                  <a:cubicBezTo>
                    <a:pt x="25440" y="9707"/>
                    <a:pt x="25513" y="9673"/>
                    <a:pt x="25565" y="9610"/>
                  </a:cubicBezTo>
                  <a:cubicBezTo>
                    <a:pt x="25655" y="9514"/>
                    <a:pt x="25644" y="9356"/>
                    <a:pt x="25542" y="9270"/>
                  </a:cubicBezTo>
                  <a:cubicBezTo>
                    <a:pt x="25495" y="9229"/>
                    <a:pt x="25439" y="9209"/>
                    <a:pt x="25382" y="9209"/>
                  </a:cubicBezTo>
                  <a:close/>
                  <a:moveTo>
                    <a:pt x="4709" y="10340"/>
                  </a:moveTo>
                  <a:cubicBezTo>
                    <a:pt x="4644" y="10340"/>
                    <a:pt x="4578" y="10369"/>
                    <a:pt x="4528" y="10422"/>
                  </a:cubicBezTo>
                  <a:cubicBezTo>
                    <a:pt x="4437" y="10519"/>
                    <a:pt x="4448" y="10683"/>
                    <a:pt x="4545" y="10773"/>
                  </a:cubicBezTo>
                  <a:lnTo>
                    <a:pt x="4715" y="10603"/>
                  </a:lnTo>
                  <a:lnTo>
                    <a:pt x="4863" y="10404"/>
                  </a:lnTo>
                  <a:lnTo>
                    <a:pt x="4863" y="10404"/>
                  </a:lnTo>
                  <a:lnTo>
                    <a:pt x="4693" y="10581"/>
                  </a:lnTo>
                  <a:lnTo>
                    <a:pt x="4856" y="10399"/>
                  </a:lnTo>
                  <a:cubicBezTo>
                    <a:pt x="4814" y="10359"/>
                    <a:pt x="4762" y="10340"/>
                    <a:pt x="4709" y="10340"/>
                  </a:cubicBezTo>
                  <a:close/>
                  <a:moveTo>
                    <a:pt x="24240" y="10406"/>
                  </a:moveTo>
                  <a:cubicBezTo>
                    <a:pt x="24179" y="10406"/>
                    <a:pt x="24119" y="10429"/>
                    <a:pt x="24073" y="10472"/>
                  </a:cubicBezTo>
                  <a:lnTo>
                    <a:pt x="24055" y="10495"/>
                  </a:lnTo>
                  <a:cubicBezTo>
                    <a:pt x="23953" y="10587"/>
                    <a:pt x="23947" y="10739"/>
                    <a:pt x="24039" y="10836"/>
                  </a:cubicBezTo>
                  <a:cubicBezTo>
                    <a:pt x="24084" y="10888"/>
                    <a:pt x="24152" y="10915"/>
                    <a:pt x="24220" y="10915"/>
                  </a:cubicBezTo>
                  <a:cubicBezTo>
                    <a:pt x="24277" y="10915"/>
                    <a:pt x="24334" y="10893"/>
                    <a:pt x="24384" y="10854"/>
                  </a:cubicBezTo>
                  <a:lnTo>
                    <a:pt x="24408" y="10825"/>
                  </a:lnTo>
                  <a:cubicBezTo>
                    <a:pt x="24510" y="10734"/>
                    <a:pt x="24510" y="10581"/>
                    <a:pt x="24418" y="10485"/>
                  </a:cubicBezTo>
                  <a:cubicBezTo>
                    <a:pt x="24369" y="10432"/>
                    <a:pt x="24304" y="10406"/>
                    <a:pt x="24240" y="10406"/>
                  </a:cubicBezTo>
                  <a:close/>
                  <a:moveTo>
                    <a:pt x="5971" y="11405"/>
                  </a:moveTo>
                  <a:cubicBezTo>
                    <a:pt x="5898" y="11405"/>
                    <a:pt x="5826" y="11444"/>
                    <a:pt x="5775" y="11511"/>
                  </a:cubicBezTo>
                  <a:cubicBezTo>
                    <a:pt x="5696" y="11613"/>
                    <a:pt x="5725" y="11778"/>
                    <a:pt x="5833" y="11857"/>
                  </a:cubicBezTo>
                  <a:cubicBezTo>
                    <a:pt x="5878" y="11891"/>
                    <a:pt x="5929" y="11909"/>
                    <a:pt x="5980" y="11909"/>
                  </a:cubicBezTo>
                  <a:cubicBezTo>
                    <a:pt x="6055" y="11909"/>
                    <a:pt x="6128" y="11875"/>
                    <a:pt x="6173" y="11812"/>
                  </a:cubicBezTo>
                  <a:cubicBezTo>
                    <a:pt x="6259" y="11710"/>
                    <a:pt x="6236" y="11556"/>
                    <a:pt x="6134" y="11472"/>
                  </a:cubicBezTo>
                  <a:cubicBezTo>
                    <a:pt x="6128" y="11472"/>
                    <a:pt x="6099" y="11449"/>
                    <a:pt x="6099" y="11449"/>
                  </a:cubicBezTo>
                  <a:cubicBezTo>
                    <a:pt x="6059" y="11419"/>
                    <a:pt x="6015" y="11405"/>
                    <a:pt x="5971" y="11405"/>
                  </a:cubicBezTo>
                  <a:close/>
                  <a:moveTo>
                    <a:pt x="22969" y="11465"/>
                  </a:moveTo>
                  <a:cubicBezTo>
                    <a:pt x="22917" y="11465"/>
                    <a:pt x="22866" y="11482"/>
                    <a:pt x="22824" y="11517"/>
                  </a:cubicBezTo>
                  <a:lnTo>
                    <a:pt x="22802" y="11528"/>
                  </a:lnTo>
                  <a:cubicBezTo>
                    <a:pt x="22693" y="11608"/>
                    <a:pt x="22666" y="11760"/>
                    <a:pt x="22745" y="11868"/>
                  </a:cubicBezTo>
                  <a:cubicBezTo>
                    <a:pt x="22795" y="11936"/>
                    <a:pt x="22870" y="11970"/>
                    <a:pt x="22944" y="11970"/>
                  </a:cubicBezTo>
                  <a:cubicBezTo>
                    <a:pt x="22994" y="11970"/>
                    <a:pt x="23046" y="11954"/>
                    <a:pt x="23085" y="11925"/>
                  </a:cubicBezTo>
                  <a:lnTo>
                    <a:pt x="23120" y="11902"/>
                  </a:lnTo>
                  <a:cubicBezTo>
                    <a:pt x="23227" y="11818"/>
                    <a:pt x="23245" y="11664"/>
                    <a:pt x="23164" y="11562"/>
                  </a:cubicBezTo>
                  <a:cubicBezTo>
                    <a:pt x="23115" y="11499"/>
                    <a:pt x="23042" y="11465"/>
                    <a:pt x="22969" y="11465"/>
                  </a:cubicBezTo>
                  <a:close/>
                  <a:moveTo>
                    <a:pt x="7340" y="12319"/>
                  </a:moveTo>
                  <a:cubicBezTo>
                    <a:pt x="7259" y="12319"/>
                    <a:pt x="7183" y="12366"/>
                    <a:pt x="7137" y="12447"/>
                  </a:cubicBezTo>
                  <a:cubicBezTo>
                    <a:pt x="7069" y="12561"/>
                    <a:pt x="7121" y="12719"/>
                    <a:pt x="7239" y="12787"/>
                  </a:cubicBezTo>
                  <a:cubicBezTo>
                    <a:pt x="7280" y="12810"/>
                    <a:pt x="7319" y="12816"/>
                    <a:pt x="7359" y="12816"/>
                  </a:cubicBezTo>
                  <a:cubicBezTo>
                    <a:pt x="7443" y="12816"/>
                    <a:pt x="7524" y="12776"/>
                    <a:pt x="7569" y="12697"/>
                  </a:cubicBezTo>
                  <a:cubicBezTo>
                    <a:pt x="7637" y="12583"/>
                    <a:pt x="7603" y="12436"/>
                    <a:pt x="7484" y="12368"/>
                  </a:cubicBezTo>
                  <a:lnTo>
                    <a:pt x="7456" y="12351"/>
                  </a:lnTo>
                  <a:cubicBezTo>
                    <a:pt x="7417" y="12330"/>
                    <a:pt x="7378" y="12319"/>
                    <a:pt x="7340" y="12319"/>
                  </a:cubicBezTo>
                  <a:close/>
                  <a:moveTo>
                    <a:pt x="21586" y="12368"/>
                  </a:moveTo>
                  <a:cubicBezTo>
                    <a:pt x="21545" y="12368"/>
                    <a:pt x="21502" y="12379"/>
                    <a:pt x="21462" y="12402"/>
                  </a:cubicBezTo>
                  <a:lnTo>
                    <a:pt x="21434" y="12419"/>
                  </a:lnTo>
                  <a:cubicBezTo>
                    <a:pt x="21321" y="12481"/>
                    <a:pt x="21292" y="12624"/>
                    <a:pt x="21360" y="12742"/>
                  </a:cubicBezTo>
                  <a:cubicBezTo>
                    <a:pt x="21400" y="12816"/>
                    <a:pt x="21486" y="12855"/>
                    <a:pt x="21570" y="12855"/>
                  </a:cubicBezTo>
                  <a:cubicBezTo>
                    <a:pt x="21616" y="12855"/>
                    <a:pt x="21667" y="12844"/>
                    <a:pt x="21706" y="12821"/>
                  </a:cubicBezTo>
                  <a:cubicBezTo>
                    <a:pt x="21821" y="12760"/>
                    <a:pt x="21865" y="12606"/>
                    <a:pt x="21797" y="12493"/>
                  </a:cubicBezTo>
                  <a:cubicBezTo>
                    <a:pt x="21752" y="12413"/>
                    <a:pt x="21671" y="12368"/>
                    <a:pt x="21586" y="12368"/>
                  </a:cubicBezTo>
                  <a:close/>
                  <a:moveTo>
                    <a:pt x="8809" y="13063"/>
                  </a:moveTo>
                  <a:cubicBezTo>
                    <a:pt x="8716" y="13063"/>
                    <a:pt x="8627" y="13115"/>
                    <a:pt x="8584" y="13208"/>
                  </a:cubicBezTo>
                  <a:cubicBezTo>
                    <a:pt x="8527" y="13326"/>
                    <a:pt x="8584" y="13475"/>
                    <a:pt x="8710" y="13530"/>
                  </a:cubicBezTo>
                  <a:lnTo>
                    <a:pt x="8744" y="13543"/>
                  </a:lnTo>
                  <a:cubicBezTo>
                    <a:pt x="8778" y="13559"/>
                    <a:pt x="8805" y="13565"/>
                    <a:pt x="8834" y="13565"/>
                  </a:cubicBezTo>
                  <a:cubicBezTo>
                    <a:pt x="8930" y="13565"/>
                    <a:pt x="9021" y="13509"/>
                    <a:pt x="9061" y="13412"/>
                  </a:cubicBezTo>
                  <a:cubicBezTo>
                    <a:pt x="9111" y="13287"/>
                    <a:pt x="9056" y="13145"/>
                    <a:pt x="8930" y="13093"/>
                  </a:cubicBezTo>
                  <a:lnTo>
                    <a:pt x="8805" y="13304"/>
                  </a:lnTo>
                  <a:lnTo>
                    <a:pt x="8907" y="13083"/>
                  </a:lnTo>
                  <a:cubicBezTo>
                    <a:pt x="8875" y="13070"/>
                    <a:pt x="8842" y="13063"/>
                    <a:pt x="8809" y="13063"/>
                  </a:cubicBezTo>
                  <a:close/>
                  <a:moveTo>
                    <a:pt x="20105" y="13106"/>
                  </a:moveTo>
                  <a:cubicBezTo>
                    <a:pt x="20071" y="13106"/>
                    <a:pt x="20037" y="13113"/>
                    <a:pt x="20004" y="13127"/>
                  </a:cubicBezTo>
                  <a:lnTo>
                    <a:pt x="19982" y="13140"/>
                  </a:lnTo>
                  <a:cubicBezTo>
                    <a:pt x="19857" y="13190"/>
                    <a:pt x="19800" y="13332"/>
                    <a:pt x="19852" y="13457"/>
                  </a:cubicBezTo>
                  <a:cubicBezTo>
                    <a:pt x="19886" y="13548"/>
                    <a:pt x="19977" y="13604"/>
                    <a:pt x="20072" y="13604"/>
                  </a:cubicBezTo>
                  <a:cubicBezTo>
                    <a:pt x="20106" y="13604"/>
                    <a:pt x="20135" y="13599"/>
                    <a:pt x="20169" y="13588"/>
                  </a:cubicBezTo>
                  <a:lnTo>
                    <a:pt x="20203" y="13570"/>
                  </a:lnTo>
                  <a:cubicBezTo>
                    <a:pt x="20328" y="13520"/>
                    <a:pt x="20379" y="13373"/>
                    <a:pt x="20328" y="13253"/>
                  </a:cubicBezTo>
                  <a:cubicBezTo>
                    <a:pt x="20286" y="13160"/>
                    <a:pt x="20198" y="13106"/>
                    <a:pt x="20105" y="13106"/>
                  </a:cubicBezTo>
                  <a:close/>
                  <a:moveTo>
                    <a:pt x="10363" y="13636"/>
                  </a:moveTo>
                  <a:cubicBezTo>
                    <a:pt x="10259" y="13636"/>
                    <a:pt x="10160" y="13701"/>
                    <a:pt x="10127" y="13808"/>
                  </a:cubicBezTo>
                  <a:cubicBezTo>
                    <a:pt x="10088" y="13934"/>
                    <a:pt x="10156" y="14070"/>
                    <a:pt x="10286" y="14109"/>
                  </a:cubicBezTo>
                  <a:lnTo>
                    <a:pt x="10320" y="14121"/>
                  </a:lnTo>
                  <a:cubicBezTo>
                    <a:pt x="10344" y="14127"/>
                    <a:pt x="10365" y="14132"/>
                    <a:pt x="10389" y="14132"/>
                  </a:cubicBezTo>
                  <a:cubicBezTo>
                    <a:pt x="10496" y="14132"/>
                    <a:pt x="10593" y="14064"/>
                    <a:pt x="10621" y="13957"/>
                  </a:cubicBezTo>
                  <a:cubicBezTo>
                    <a:pt x="10661" y="13831"/>
                    <a:pt x="10587" y="13695"/>
                    <a:pt x="10462" y="13656"/>
                  </a:cubicBezTo>
                  <a:lnTo>
                    <a:pt x="10428" y="13645"/>
                  </a:lnTo>
                  <a:cubicBezTo>
                    <a:pt x="10406" y="13639"/>
                    <a:pt x="10384" y="13636"/>
                    <a:pt x="10363" y="13636"/>
                  </a:cubicBezTo>
                  <a:close/>
                  <a:moveTo>
                    <a:pt x="18546" y="13664"/>
                  </a:moveTo>
                  <a:cubicBezTo>
                    <a:pt x="18525" y="13664"/>
                    <a:pt x="18505" y="13667"/>
                    <a:pt x="18485" y="13672"/>
                  </a:cubicBezTo>
                  <a:lnTo>
                    <a:pt x="18445" y="13684"/>
                  </a:lnTo>
                  <a:cubicBezTo>
                    <a:pt x="18320" y="13724"/>
                    <a:pt x="18257" y="13855"/>
                    <a:pt x="18297" y="13985"/>
                  </a:cubicBezTo>
                  <a:cubicBezTo>
                    <a:pt x="18325" y="14093"/>
                    <a:pt x="18433" y="14155"/>
                    <a:pt x="18540" y="14155"/>
                  </a:cubicBezTo>
                  <a:cubicBezTo>
                    <a:pt x="18564" y="14155"/>
                    <a:pt x="18587" y="14149"/>
                    <a:pt x="18615" y="14143"/>
                  </a:cubicBezTo>
                  <a:cubicBezTo>
                    <a:pt x="18739" y="14109"/>
                    <a:pt x="18820" y="13973"/>
                    <a:pt x="18779" y="13842"/>
                  </a:cubicBezTo>
                  <a:cubicBezTo>
                    <a:pt x="18750" y="13734"/>
                    <a:pt x="18650" y="13664"/>
                    <a:pt x="18546" y="13664"/>
                  </a:cubicBezTo>
                  <a:close/>
                  <a:moveTo>
                    <a:pt x="11969" y="14021"/>
                  </a:moveTo>
                  <a:cubicBezTo>
                    <a:pt x="11850" y="14021"/>
                    <a:pt x="11748" y="14107"/>
                    <a:pt x="11727" y="14224"/>
                  </a:cubicBezTo>
                  <a:cubicBezTo>
                    <a:pt x="11705" y="14353"/>
                    <a:pt x="11790" y="14484"/>
                    <a:pt x="11926" y="14507"/>
                  </a:cubicBezTo>
                  <a:lnTo>
                    <a:pt x="11954" y="14512"/>
                  </a:lnTo>
                  <a:lnTo>
                    <a:pt x="11999" y="14512"/>
                  </a:lnTo>
                  <a:cubicBezTo>
                    <a:pt x="12114" y="14512"/>
                    <a:pt x="12216" y="14433"/>
                    <a:pt x="12238" y="14313"/>
                  </a:cubicBezTo>
                  <a:cubicBezTo>
                    <a:pt x="12261" y="14183"/>
                    <a:pt x="12175" y="14053"/>
                    <a:pt x="12039" y="14030"/>
                  </a:cubicBezTo>
                  <a:lnTo>
                    <a:pt x="12012" y="14025"/>
                  </a:lnTo>
                  <a:cubicBezTo>
                    <a:pt x="11997" y="14022"/>
                    <a:pt x="11983" y="14021"/>
                    <a:pt x="11969" y="14021"/>
                  </a:cubicBezTo>
                  <a:close/>
                  <a:moveTo>
                    <a:pt x="16932" y="14039"/>
                  </a:moveTo>
                  <a:cubicBezTo>
                    <a:pt x="16922" y="14039"/>
                    <a:pt x="16911" y="14040"/>
                    <a:pt x="16901" y="14041"/>
                  </a:cubicBezTo>
                  <a:lnTo>
                    <a:pt x="16862" y="14047"/>
                  </a:lnTo>
                  <a:cubicBezTo>
                    <a:pt x="16731" y="14075"/>
                    <a:pt x="16652" y="14200"/>
                    <a:pt x="16681" y="14331"/>
                  </a:cubicBezTo>
                  <a:cubicBezTo>
                    <a:pt x="16697" y="14450"/>
                    <a:pt x="16811" y="14530"/>
                    <a:pt x="16930" y="14530"/>
                  </a:cubicBezTo>
                  <a:cubicBezTo>
                    <a:pt x="16941" y="14530"/>
                    <a:pt x="16958" y="14530"/>
                    <a:pt x="16969" y="14523"/>
                  </a:cubicBezTo>
                  <a:cubicBezTo>
                    <a:pt x="17105" y="14507"/>
                    <a:pt x="17197" y="14381"/>
                    <a:pt x="17179" y="14251"/>
                  </a:cubicBezTo>
                  <a:cubicBezTo>
                    <a:pt x="17159" y="14125"/>
                    <a:pt x="17051" y="14039"/>
                    <a:pt x="16932" y="14039"/>
                  </a:cubicBezTo>
                  <a:close/>
                  <a:moveTo>
                    <a:pt x="13612" y="14217"/>
                  </a:moveTo>
                  <a:cubicBezTo>
                    <a:pt x="13486" y="14217"/>
                    <a:pt x="13389" y="14317"/>
                    <a:pt x="13384" y="14450"/>
                  </a:cubicBezTo>
                  <a:cubicBezTo>
                    <a:pt x="13373" y="14586"/>
                    <a:pt x="13492" y="14700"/>
                    <a:pt x="13628" y="14706"/>
                  </a:cubicBezTo>
                  <a:lnTo>
                    <a:pt x="13639" y="14706"/>
                  </a:lnTo>
                  <a:cubicBezTo>
                    <a:pt x="13769" y="14706"/>
                    <a:pt x="13877" y="14609"/>
                    <a:pt x="13884" y="14478"/>
                  </a:cubicBezTo>
                  <a:cubicBezTo>
                    <a:pt x="13889" y="14342"/>
                    <a:pt x="13787" y="14229"/>
                    <a:pt x="13656" y="14224"/>
                  </a:cubicBezTo>
                  <a:lnTo>
                    <a:pt x="13622" y="14217"/>
                  </a:lnTo>
                  <a:cubicBezTo>
                    <a:pt x="13619" y="14217"/>
                    <a:pt x="13616" y="14217"/>
                    <a:pt x="13612" y="14217"/>
                  </a:cubicBezTo>
                  <a:close/>
                  <a:moveTo>
                    <a:pt x="15306" y="14228"/>
                  </a:moveTo>
                  <a:cubicBezTo>
                    <a:pt x="15299" y="14228"/>
                    <a:pt x="15292" y="14228"/>
                    <a:pt x="15285" y="14229"/>
                  </a:cubicBezTo>
                  <a:lnTo>
                    <a:pt x="15245" y="14229"/>
                  </a:lnTo>
                  <a:cubicBezTo>
                    <a:pt x="15115" y="14234"/>
                    <a:pt x="15023" y="14347"/>
                    <a:pt x="15029" y="14484"/>
                  </a:cubicBezTo>
                  <a:cubicBezTo>
                    <a:pt x="15041" y="14614"/>
                    <a:pt x="15160" y="14711"/>
                    <a:pt x="15285" y="14711"/>
                  </a:cubicBezTo>
                  <a:lnTo>
                    <a:pt x="15301" y="14711"/>
                  </a:lnTo>
                  <a:cubicBezTo>
                    <a:pt x="15437" y="14711"/>
                    <a:pt x="15539" y="14598"/>
                    <a:pt x="15539" y="14462"/>
                  </a:cubicBezTo>
                  <a:cubicBezTo>
                    <a:pt x="15534" y="14333"/>
                    <a:pt x="15437" y="14228"/>
                    <a:pt x="15306" y="14228"/>
                  </a:cubicBezTo>
                  <a:close/>
                </a:path>
              </a:pathLst>
            </a:custGeom>
            <a:solidFill>
              <a:srgbClr val="434343"/>
            </a:solidFill>
            <a:ln cap="flat" cmpd="sng" w="9525">
              <a:solidFill>
                <a:srgbClr val="694C8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23"/>
            <p:cNvSpPr/>
            <p:nvPr/>
          </p:nvSpPr>
          <p:spPr>
            <a:xfrm>
              <a:off x="6466574" y="2411189"/>
              <a:ext cx="1131256" cy="573582"/>
            </a:xfrm>
            <a:custGeom>
              <a:rect b="b" l="l" r="r" t="t"/>
              <a:pathLst>
                <a:path extrusionOk="0" h="14711" w="29014">
                  <a:moveTo>
                    <a:pt x="244" y="0"/>
                  </a:moveTo>
                  <a:cubicBezTo>
                    <a:pt x="108" y="0"/>
                    <a:pt x="1" y="124"/>
                    <a:pt x="1" y="260"/>
                  </a:cubicBezTo>
                  <a:cubicBezTo>
                    <a:pt x="1" y="397"/>
                    <a:pt x="108" y="505"/>
                    <a:pt x="244" y="505"/>
                  </a:cubicBezTo>
                  <a:cubicBezTo>
                    <a:pt x="375" y="505"/>
                    <a:pt x="488" y="397"/>
                    <a:pt x="488" y="260"/>
                  </a:cubicBezTo>
                  <a:lnTo>
                    <a:pt x="488" y="226"/>
                  </a:lnTo>
                  <a:cubicBezTo>
                    <a:pt x="488" y="97"/>
                    <a:pt x="375" y="0"/>
                    <a:pt x="244" y="0"/>
                  </a:cubicBezTo>
                  <a:close/>
                  <a:moveTo>
                    <a:pt x="28770" y="90"/>
                  </a:moveTo>
                  <a:cubicBezTo>
                    <a:pt x="28634" y="90"/>
                    <a:pt x="28526" y="199"/>
                    <a:pt x="28526" y="328"/>
                  </a:cubicBezTo>
                  <a:lnTo>
                    <a:pt x="28526" y="369"/>
                  </a:lnTo>
                  <a:cubicBezTo>
                    <a:pt x="28526" y="499"/>
                    <a:pt x="28628" y="595"/>
                    <a:pt x="28765" y="595"/>
                  </a:cubicBezTo>
                  <a:cubicBezTo>
                    <a:pt x="28901" y="595"/>
                    <a:pt x="29008" y="477"/>
                    <a:pt x="29008" y="346"/>
                  </a:cubicBezTo>
                  <a:cubicBezTo>
                    <a:pt x="29014" y="210"/>
                    <a:pt x="28912" y="97"/>
                    <a:pt x="28775" y="90"/>
                  </a:cubicBezTo>
                  <a:close/>
                  <a:moveTo>
                    <a:pt x="339" y="1638"/>
                  </a:moveTo>
                  <a:cubicBezTo>
                    <a:pt x="329" y="1638"/>
                    <a:pt x="318" y="1638"/>
                    <a:pt x="307" y="1640"/>
                  </a:cubicBezTo>
                  <a:cubicBezTo>
                    <a:pt x="176" y="1651"/>
                    <a:pt x="80" y="1776"/>
                    <a:pt x="97" y="1907"/>
                  </a:cubicBezTo>
                  <a:lnTo>
                    <a:pt x="97" y="1941"/>
                  </a:lnTo>
                  <a:cubicBezTo>
                    <a:pt x="114" y="2064"/>
                    <a:pt x="223" y="2156"/>
                    <a:pt x="341" y="2156"/>
                  </a:cubicBezTo>
                  <a:cubicBezTo>
                    <a:pt x="352" y="2156"/>
                    <a:pt x="359" y="2156"/>
                    <a:pt x="370" y="2150"/>
                  </a:cubicBezTo>
                  <a:cubicBezTo>
                    <a:pt x="506" y="2139"/>
                    <a:pt x="597" y="2014"/>
                    <a:pt x="585" y="1883"/>
                  </a:cubicBezTo>
                  <a:lnTo>
                    <a:pt x="579" y="1849"/>
                  </a:lnTo>
                  <a:cubicBezTo>
                    <a:pt x="564" y="1729"/>
                    <a:pt x="462" y="1638"/>
                    <a:pt x="339" y="1638"/>
                  </a:cubicBezTo>
                  <a:close/>
                  <a:moveTo>
                    <a:pt x="28663" y="1745"/>
                  </a:moveTo>
                  <a:cubicBezTo>
                    <a:pt x="28541" y="1745"/>
                    <a:pt x="28440" y="1827"/>
                    <a:pt x="28419" y="1951"/>
                  </a:cubicBezTo>
                  <a:lnTo>
                    <a:pt x="28413" y="1991"/>
                  </a:lnTo>
                  <a:cubicBezTo>
                    <a:pt x="28401" y="2122"/>
                    <a:pt x="28498" y="2229"/>
                    <a:pt x="28628" y="2247"/>
                  </a:cubicBezTo>
                  <a:lnTo>
                    <a:pt x="28657" y="2247"/>
                  </a:lnTo>
                  <a:cubicBezTo>
                    <a:pt x="28775" y="2247"/>
                    <a:pt x="28890" y="2145"/>
                    <a:pt x="28901" y="2020"/>
                  </a:cubicBezTo>
                  <a:cubicBezTo>
                    <a:pt x="28924" y="1889"/>
                    <a:pt x="28827" y="1765"/>
                    <a:pt x="28697" y="1747"/>
                  </a:cubicBezTo>
                  <a:cubicBezTo>
                    <a:pt x="28685" y="1746"/>
                    <a:pt x="28674" y="1745"/>
                    <a:pt x="28663" y="1745"/>
                  </a:cubicBezTo>
                  <a:close/>
                  <a:moveTo>
                    <a:pt x="636" y="3276"/>
                  </a:moveTo>
                  <a:cubicBezTo>
                    <a:pt x="614" y="3276"/>
                    <a:pt x="591" y="3279"/>
                    <a:pt x="569" y="3284"/>
                  </a:cubicBezTo>
                  <a:cubicBezTo>
                    <a:pt x="438" y="3313"/>
                    <a:pt x="359" y="3455"/>
                    <a:pt x="393" y="3585"/>
                  </a:cubicBezTo>
                  <a:cubicBezTo>
                    <a:pt x="415" y="3705"/>
                    <a:pt x="517" y="3784"/>
                    <a:pt x="631" y="3784"/>
                  </a:cubicBezTo>
                  <a:cubicBezTo>
                    <a:pt x="647" y="3784"/>
                    <a:pt x="665" y="3779"/>
                    <a:pt x="676" y="3779"/>
                  </a:cubicBezTo>
                  <a:cubicBezTo>
                    <a:pt x="812" y="3750"/>
                    <a:pt x="897" y="3619"/>
                    <a:pt x="869" y="3489"/>
                  </a:cubicBezTo>
                  <a:lnTo>
                    <a:pt x="857" y="3449"/>
                  </a:lnTo>
                  <a:cubicBezTo>
                    <a:pt x="834" y="3341"/>
                    <a:pt x="741" y="3276"/>
                    <a:pt x="636" y="3276"/>
                  </a:cubicBezTo>
                  <a:close/>
                  <a:moveTo>
                    <a:pt x="28360" y="3368"/>
                  </a:moveTo>
                  <a:cubicBezTo>
                    <a:pt x="28251" y="3368"/>
                    <a:pt x="28153" y="3446"/>
                    <a:pt x="28129" y="3557"/>
                  </a:cubicBezTo>
                  <a:lnTo>
                    <a:pt x="28118" y="3585"/>
                  </a:lnTo>
                  <a:cubicBezTo>
                    <a:pt x="28089" y="3716"/>
                    <a:pt x="28175" y="3835"/>
                    <a:pt x="28306" y="3863"/>
                  </a:cubicBezTo>
                  <a:cubicBezTo>
                    <a:pt x="28322" y="3869"/>
                    <a:pt x="28340" y="3869"/>
                    <a:pt x="28356" y="3869"/>
                  </a:cubicBezTo>
                  <a:cubicBezTo>
                    <a:pt x="28469" y="3869"/>
                    <a:pt x="28571" y="3784"/>
                    <a:pt x="28600" y="3671"/>
                  </a:cubicBezTo>
                  <a:cubicBezTo>
                    <a:pt x="28634" y="3540"/>
                    <a:pt x="28555" y="3410"/>
                    <a:pt x="28419" y="3376"/>
                  </a:cubicBezTo>
                  <a:cubicBezTo>
                    <a:pt x="28399" y="3371"/>
                    <a:pt x="28379" y="3368"/>
                    <a:pt x="28360" y="3368"/>
                  </a:cubicBezTo>
                  <a:close/>
                  <a:moveTo>
                    <a:pt x="1105" y="4857"/>
                  </a:moveTo>
                  <a:cubicBezTo>
                    <a:pt x="1074" y="4857"/>
                    <a:pt x="1042" y="4863"/>
                    <a:pt x="1011" y="4873"/>
                  </a:cubicBezTo>
                  <a:cubicBezTo>
                    <a:pt x="886" y="4924"/>
                    <a:pt x="829" y="5078"/>
                    <a:pt x="875" y="5203"/>
                  </a:cubicBezTo>
                  <a:cubicBezTo>
                    <a:pt x="909" y="5305"/>
                    <a:pt x="1006" y="5366"/>
                    <a:pt x="1108" y="5366"/>
                  </a:cubicBezTo>
                  <a:cubicBezTo>
                    <a:pt x="1130" y="5366"/>
                    <a:pt x="1158" y="5361"/>
                    <a:pt x="1181" y="5355"/>
                  </a:cubicBezTo>
                  <a:cubicBezTo>
                    <a:pt x="1312" y="5311"/>
                    <a:pt x="1380" y="5174"/>
                    <a:pt x="1334" y="5049"/>
                  </a:cubicBezTo>
                  <a:lnTo>
                    <a:pt x="1323" y="5010"/>
                  </a:lnTo>
                  <a:cubicBezTo>
                    <a:pt x="1289" y="4910"/>
                    <a:pt x="1202" y="4857"/>
                    <a:pt x="1105" y="4857"/>
                  </a:cubicBezTo>
                  <a:close/>
                  <a:moveTo>
                    <a:pt x="27880" y="4949"/>
                  </a:moveTo>
                  <a:cubicBezTo>
                    <a:pt x="27782" y="4949"/>
                    <a:pt x="27688" y="5009"/>
                    <a:pt x="27652" y="5106"/>
                  </a:cubicBezTo>
                  <a:lnTo>
                    <a:pt x="27641" y="5140"/>
                  </a:lnTo>
                  <a:cubicBezTo>
                    <a:pt x="27596" y="5264"/>
                    <a:pt x="27659" y="5407"/>
                    <a:pt x="27783" y="5452"/>
                  </a:cubicBezTo>
                  <a:cubicBezTo>
                    <a:pt x="27811" y="5463"/>
                    <a:pt x="27840" y="5468"/>
                    <a:pt x="27869" y="5468"/>
                  </a:cubicBezTo>
                  <a:cubicBezTo>
                    <a:pt x="27965" y="5468"/>
                    <a:pt x="28061" y="5407"/>
                    <a:pt x="28095" y="5311"/>
                  </a:cubicBezTo>
                  <a:lnTo>
                    <a:pt x="28107" y="5282"/>
                  </a:lnTo>
                  <a:cubicBezTo>
                    <a:pt x="28157" y="5151"/>
                    <a:pt x="28089" y="5015"/>
                    <a:pt x="27965" y="4965"/>
                  </a:cubicBezTo>
                  <a:cubicBezTo>
                    <a:pt x="27937" y="4954"/>
                    <a:pt x="27909" y="4949"/>
                    <a:pt x="27880" y="4949"/>
                  </a:cubicBezTo>
                  <a:close/>
                  <a:moveTo>
                    <a:pt x="1747" y="6371"/>
                  </a:moveTo>
                  <a:cubicBezTo>
                    <a:pt x="1711" y="6371"/>
                    <a:pt x="1675" y="6378"/>
                    <a:pt x="1640" y="6394"/>
                  </a:cubicBezTo>
                  <a:cubicBezTo>
                    <a:pt x="1522" y="6450"/>
                    <a:pt x="1470" y="6599"/>
                    <a:pt x="1527" y="6717"/>
                  </a:cubicBezTo>
                  <a:lnTo>
                    <a:pt x="1550" y="6757"/>
                  </a:lnTo>
                  <a:cubicBezTo>
                    <a:pt x="1595" y="6837"/>
                    <a:pt x="1674" y="6887"/>
                    <a:pt x="1765" y="6887"/>
                  </a:cubicBezTo>
                  <a:cubicBezTo>
                    <a:pt x="1799" y="6887"/>
                    <a:pt x="1839" y="6876"/>
                    <a:pt x="1878" y="6859"/>
                  </a:cubicBezTo>
                  <a:cubicBezTo>
                    <a:pt x="1998" y="6791"/>
                    <a:pt x="2043" y="6644"/>
                    <a:pt x="1975" y="6531"/>
                  </a:cubicBezTo>
                  <a:lnTo>
                    <a:pt x="1970" y="6507"/>
                  </a:lnTo>
                  <a:cubicBezTo>
                    <a:pt x="1924" y="6421"/>
                    <a:pt x="1838" y="6371"/>
                    <a:pt x="1747" y="6371"/>
                  </a:cubicBezTo>
                  <a:close/>
                  <a:moveTo>
                    <a:pt x="27213" y="6464"/>
                  </a:moveTo>
                  <a:cubicBezTo>
                    <a:pt x="27121" y="6464"/>
                    <a:pt x="27035" y="6515"/>
                    <a:pt x="26995" y="6604"/>
                  </a:cubicBezTo>
                  <a:lnTo>
                    <a:pt x="26984" y="6620"/>
                  </a:lnTo>
                  <a:cubicBezTo>
                    <a:pt x="26921" y="6740"/>
                    <a:pt x="26966" y="6887"/>
                    <a:pt x="27086" y="6950"/>
                  </a:cubicBezTo>
                  <a:cubicBezTo>
                    <a:pt x="27120" y="6973"/>
                    <a:pt x="27159" y="6978"/>
                    <a:pt x="27199" y="6978"/>
                  </a:cubicBezTo>
                  <a:cubicBezTo>
                    <a:pt x="27285" y="6978"/>
                    <a:pt x="27369" y="6932"/>
                    <a:pt x="27414" y="6853"/>
                  </a:cubicBezTo>
                  <a:lnTo>
                    <a:pt x="27432" y="6814"/>
                  </a:lnTo>
                  <a:cubicBezTo>
                    <a:pt x="27494" y="6694"/>
                    <a:pt x="27442" y="6547"/>
                    <a:pt x="27324" y="6490"/>
                  </a:cubicBezTo>
                  <a:cubicBezTo>
                    <a:pt x="27288" y="6472"/>
                    <a:pt x="27250" y="6464"/>
                    <a:pt x="27213" y="6464"/>
                  </a:cubicBezTo>
                  <a:close/>
                  <a:moveTo>
                    <a:pt x="2588" y="7809"/>
                  </a:moveTo>
                  <a:cubicBezTo>
                    <a:pt x="2541" y="7809"/>
                    <a:pt x="2493" y="7823"/>
                    <a:pt x="2452" y="7851"/>
                  </a:cubicBezTo>
                  <a:cubicBezTo>
                    <a:pt x="2339" y="7926"/>
                    <a:pt x="2315" y="8090"/>
                    <a:pt x="2389" y="8204"/>
                  </a:cubicBezTo>
                  <a:cubicBezTo>
                    <a:pt x="2435" y="8277"/>
                    <a:pt x="2514" y="8317"/>
                    <a:pt x="2593" y="8317"/>
                  </a:cubicBezTo>
                  <a:cubicBezTo>
                    <a:pt x="2640" y="8317"/>
                    <a:pt x="2684" y="8306"/>
                    <a:pt x="2724" y="8277"/>
                  </a:cubicBezTo>
                  <a:cubicBezTo>
                    <a:pt x="2837" y="8204"/>
                    <a:pt x="2871" y="8056"/>
                    <a:pt x="2797" y="7943"/>
                  </a:cubicBezTo>
                  <a:lnTo>
                    <a:pt x="2781" y="7914"/>
                  </a:lnTo>
                  <a:cubicBezTo>
                    <a:pt x="2736" y="7844"/>
                    <a:pt x="2662" y="7809"/>
                    <a:pt x="2588" y="7809"/>
                  </a:cubicBezTo>
                  <a:close/>
                  <a:moveTo>
                    <a:pt x="26375" y="7891"/>
                  </a:moveTo>
                  <a:cubicBezTo>
                    <a:pt x="26296" y="7891"/>
                    <a:pt x="26220" y="7928"/>
                    <a:pt x="26178" y="8000"/>
                  </a:cubicBezTo>
                  <a:lnTo>
                    <a:pt x="26359" y="8158"/>
                  </a:lnTo>
                  <a:lnTo>
                    <a:pt x="26359" y="8158"/>
                  </a:lnTo>
                  <a:lnTo>
                    <a:pt x="26161" y="8021"/>
                  </a:lnTo>
                  <a:lnTo>
                    <a:pt x="26161" y="8021"/>
                  </a:lnTo>
                  <a:cubicBezTo>
                    <a:pt x="26081" y="8136"/>
                    <a:pt x="26115" y="8288"/>
                    <a:pt x="26222" y="8362"/>
                  </a:cubicBezTo>
                  <a:cubicBezTo>
                    <a:pt x="26269" y="8390"/>
                    <a:pt x="26314" y="8403"/>
                    <a:pt x="26359" y="8403"/>
                  </a:cubicBezTo>
                  <a:cubicBezTo>
                    <a:pt x="26439" y="8403"/>
                    <a:pt x="26512" y="8369"/>
                    <a:pt x="26563" y="8294"/>
                  </a:cubicBezTo>
                  <a:lnTo>
                    <a:pt x="26581" y="8267"/>
                  </a:lnTo>
                  <a:cubicBezTo>
                    <a:pt x="26654" y="8152"/>
                    <a:pt x="26626" y="8005"/>
                    <a:pt x="26512" y="7932"/>
                  </a:cubicBezTo>
                  <a:cubicBezTo>
                    <a:pt x="26470" y="7904"/>
                    <a:pt x="26422" y="7891"/>
                    <a:pt x="26375" y="7891"/>
                  </a:cubicBezTo>
                  <a:close/>
                  <a:moveTo>
                    <a:pt x="3572" y="9137"/>
                  </a:moveTo>
                  <a:cubicBezTo>
                    <a:pt x="3517" y="9137"/>
                    <a:pt x="3460" y="9157"/>
                    <a:pt x="3410" y="9197"/>
                  </a:cubicBezTo>
                  <a:cubicBezTo>
                    <a:pt x="3308" y="9288"/>
                    <a:pt x="3308" y="9451"/>
                    <a:pt x="3394" y="9553"/>
                  </a:cubicBezTo>
                  <a:cubicBezTo>
                    <a:pt x="3439" y="9610"/>
                    <a:pt x="3512" y="9644"/>
                    <a:pt x="3580" y="9644"/>
                  </a:cubicBezTo>
                  <a:cubicBezTo>
                    <a:pt x="3638" y="9644"/>
                    <a:pt x="3688" y="9621"/>
                    <a:pt x="3734" y="9587"/>
                  </a:cubicBezTo>
                  <a:cubicBezTo>
                    <a:pt x="3842" y="9503"/>
                    <a:pt x="3853" y="9349"/>
                    <a:pt x="3768" y="9247"/>
                  </a:cubicBezTo>
                  <a:lnTo>
                    <a:pt x="3745" y="9220"/>
                  </a:lnTo>
                  <a:cubicBezTo>
                    <a:pt x="3700" y="9165"/>
                    <a:pt x="3637" y="9137"/>
                    <a:pt x="3572" y="9137"/>
                  </a:cubicBezTo>
                  <a:close/>
                  <a:moveTo>
                    <a:pt x="25384" y="9209"/>
                  </a:moveTo>
                  <a:cubicBezTo>
                    <a:pt x="25315" y="9209"/>
                    <a:pt x="25246" y="9239"/>
                    <a:pt x="25196" y="9299"/>
                  </a:cubicBezTo>
                  <a:lnTo>
                    <a:pt x="25179" y="9322"/>
                  </a:lnTo>
                  <a:cubicBezTo>
                    <a:pt x="25088" y="9424"/>
                    <a:pt x="25111" y="9566"/>
                    <a:pt x="25214" y="9650"/>
                  </a:cubicBezTo>
                  <a:cubicBezTo>
                    <a:pt x="25258" y="9689"/>
                    <a:pt x="25310" y="9707"/>
                    <a:pt x="25366" y="9707"/>
                  </a:cubicBezTo>
                  <a:cubicBezTo>
                    <a:pt x="25440" y="9707"/>
                    <a:pt x="25520" y="9673"/>
                    <a:pt x="25570" y="9610"/>
                  </a:cubicBezTo>
                  <a:cubicBezTo>
                    <a:pt x="25656" y="9508"/>
                    <a:pt x="25644" y="9356"/>
                    <a:pt x="25542" y="9270"/>
                  </a:cubicBezTo>
                  <a:cubicBezTo>
                    <a:pt x="25496" y="9229"/>
                    <a:pt x="25440" y="9209"/>
                    <a:pt x="25384" y="9209"/>
                  </a:cubicBezTo>
                  <a:close/>
                  <a:moveTo>
                    <a:pt x="4709" y="10340"/>
                  </a:moveTo>
                  <a:cubicBezTo>
                    <a:pt x="4644" y="10340"/>
                    <a:pt x="4578" y="10369"/>
                    <a:pt x="4528" y="10422"/>
                  </a:cubicBezTo>
                  <a:cubicBezTo>
                    <a:pt x="4437" y="10519"/>
                    <a:pt x="4449" y="10677"/>
                    <a:pt x="4546" y="10773"/>
                  </a:cubicBezTo>
                  <a:cubicBezTo>
                    <a:pt x="4591" y="10820"/>
                    <a:pt x="4653" y="10841"/>
                    <a:pt x="4716" y="10841"/>
                  </a:cubicBezTo>
                  <a:cubicBezTo>
                    <a:pt x="4777" y="10841"/>
                    <a:pt x="4840" y="10820"/>
                    <a:pt x="4892" y="10773"/>
                  </a:cubicBezTo>
                  <a:cubicBezTo>
                    <a:pt x="4981" y="10677"/>
                    <a:pt x="4981" y="10524"/>
                    <a:pt x="4892" y="10427"/>
                  </a:cubicBezTo>
                  <a:cubicBezTo>
                    <a:pt x="4886" y="10427"/>
                    <a:pt x="4863" y="10399"/>
                    <a:pt x="4858" y="10399"/>
                  </a:cubicBezTo>
                  <a:cubicBezTo>
                    <a:pt x="4814" y="10359"/>
                    <a:pt x="4762" y="10340"/>
                    <a:pt x="4709" y="10340"/>
                  </a:cubicBezTo>
                  <a:close/>
                  <a:moveTo>
                    <a:pt x="24240" y="10406"/>
                  </a:moveTo>
                  <a:cubicBezTo>
                    <a:pt x="24179" y="10406"/>
                    <a:pt x="24119" y="10429"/>
                    <a:pt x="24073" y="10472"/>
                  </a:cubicBezTo>
                  <a:lnTo>
                    <a:pt x="24056" y="10495"/>
                  </a:lnTo>
                  <a:cubicBezTo>
                    <a:pt x="23954" y="10587"/>
                    <a:pt x="23949" y="10739"/>
                    <a:pt x="24038" y="10836"/>
                  </a:cubicBezTo>
                  <a:cubicBezTo>
                    <a:pt x="24090" y="10888"/>
                    <a:pt x="24153" y="10915"/>
                    <a:pt x="24221" y="10915"/>
                  </a:cubicBezTo>
                  <a:cubicBezTo>
                    <a:pt x="24277" y="10915"/>
                    <a:pt x="24339" y="10893"/>
                    <a:pt x="24384" y="10854"/>
                  </a:cubicBezTo>
                  <a:lnTo>
                    <a:pt x="24413" y="10825"/>
                  </a:lnTo>
                  <a:cubicBezTo>
                    <a:pt x="24510" y="10734"/>
                    <a:pt x="24510" y="10581"/>
                    <a:pt x="24418" y="10485"/>
                  </a:cubicBezTo>
                  <a:cubicBezTo>
                    <a:pt x="24369" y="10432"/>
                    <a:pt x="24304" y="10406"/>
                    <a:pt x="24240" y="10406"/>
                  </a:cubicBezTo>
                  <a:close/>
                  <a:moveTo>
                    <a:pt x="5971" y="11405"/>
                  </a:moveTo>
                  <a:cubicBezTo>
                    <a:pt x="5898" y="11405"/>
                    <a:pt x="5826" y="11444"/>
                    <a:pt x="5777" y="11511"/>
                  </a:cubicBezTo>
                  <a:cubicBezTo>
                    <a:pt x="5696" y="11619"/>
                    <a:pt x="5730" y="11778"/>
                    <a:pt x="5839" y="11857"/>
                  </a:cubicBezTo>
                  <a:cubicBezTo>
                    <a:pt x="5879" y="11891"/>
                    <a:pt x="5929" y="11909"/>
                    <a:pt x="5981" y="11909"/>
                  </a:cubicBezTo>
                  <a:cubicBezTo>
                    <a:pt x="6054" y="11909"/>
                    <a:pt x="6128" y="11875"/>
                    <a:pt x="6180" y="11812"/>
                  </a:cubicBezTo>
                  <a:cubicBezTo>
                    <a:pt x="6259" y="11705"/>
                    <a:pt x="6236" y="11551"/>
                    <a:pt x="6128" y="11472"/>
                  </a:cubicBezTo>
                  <a:lnTo>
                    <a:pt x="6099" y="11449"/>
                  </a:lnTo>
                  <a:cubicBezTo>
                    <a:pt x="6059" y="11419"/>
                    <a:pt x="6015" y="11405"/>
                    <a:pt x="5971" y="11405"/>
                  </a:cubicBezTo>
                  <a:close/>
                  <a:moveTo>
                    <a:pt x="22970" y="11465"/>
                  </a:moveTo>
                  <a:cubicBezTo>
                    <a:pt x="22917" y="11465"/>
                    <a:pt x="22864" y="11481"/>
                    <a:pt x="22818" y="11517"/>
                  </a:cubicBezTo>
                  <a:lnTo>
                    <a:pt x="22802" y="11528"/>
                  </a:lnTo>
                  <a:cubicBezTo>
                    <a:pt x="22695" y="11608"/>
                    <a:pt x="22666" y="11760"/>
                    <a:pt x="22745" y="11868"/>
                  </a:cubicBezTo>
                  <a:cubicBezTo>
                    <a:pt x="22797" y="11936"/>
                    <a:pt x="22870" y="11970"/>
                    <a:pt x="22944" y="11970"/>
                  </a:cubicBezTo>
                  <a:cubicBezTo>
                    <a:pt x="22995" y="11970"/>
                    <a:pt x="23040" y="11954"/>
                    <a:pt x="23085" y="11925"/>
                  </a:cubicBezTo>
                  <a:lnTo>
                    <a:pt x="23119" y="11902"/>
                  </a:lnTo>
                  <a:cubicBezTo>
                    <a:pt x="23227" y="11818"/>
                    <a:pt x="23245" y="11664"/>
                    <a:pt x="23166" y="11556"/>
                  </a:cubicBezTo>
                  <a:cubicBezTo>
                    <a:pt x="23116" y="11497"/>
                    <a:pt x="23043" y="11465"/>
                    <a:pt x="22970" y="11465"/>
                  </a:cubicBezTo>
                  <a:close/>
                  <a:moveTo>
                    <a:pt x="7335" y="12318"/>
                  </a:moveTo>
                  <a:cubicBezTo>
                    <a:pt x="7252" y="12318"/>
                    <a:pt x="7171" y="12361"/>
                    <a:pt x="7126" y="12436"/>
                  </a:cubicBezTo>
                  <a:cubicBezTo>
                    <a:pt x="7058" y="12556"/>
                    <a:pt x="7092" y="12703"/>
                    <a:pt x="7212" y="12771"/>
                  </a:cubicBezTo>
                  <a:lnTo>
                    <a:pt x="7240" y="12787"/>
                  </a:lnTo>
                  <a:cubicBezTo>
                    <a:pt x="7280" y="12810"/>
                    <a:pt x="7319" y="12816"/>
                    <a:pt x="7359" y="12816"/>
                  </a:cubicBezTo>
                  <a:cubicBezTo>
                    <a:pt x="7445" y="12816"/>
                    <a:pt x="7529" y="12776"/>
                    <a:pt x="7575" y="12697"/>
                  </a:cubicBezTo>
                  <a:cubicBezTo>
                    <a:pt x="7637" y="12577"/>
                    <a:pt x="7597" y="12430"/>
                    <a:pt x="7484" y="12362"/>
                  </a:cubicBezTo>
                  <a:lnTo>
                    <a:pt x="7337" y="12561"/>
                  </a:lnTo>
                  <a:lnTo>
                    <a:pt x="7337" y="12561"/>
                  </a:lnTo>
                  <a:lnTo>
                    <a:pt x="7456" y="12351"/>
                  </a:lnTo>
                  <a:cubicBezTo>
                    <a:pt x="7418" y="12329"/>
                    <a:pt x="7376" y="12318"/>
                    <a:pt x="7335" y="12318"/>
                  </a:cubicBezTo>
                  <a:close/>
                  <a:moveTo>
                    <a:pt x="21585" y="12368"/>
                  </a:moveTo>
                  <a:cubicBezTo>
                    <a:pt x="21543" y="12368"/>
                    <a:pt x="21501" y="12379"/>
                    <a:pt x="21464" y="12402"/>
                  </a:cubicBezTo>
                  <a:lnTo>
                    <a:pt x="21435" y="12419"/>
                  </a:lnTo>
                  <a:cubicBezTo>
                    <a:pt x="21321" y="12481"/>
                    <a:pt x="21281" y="12629"/>
                    <a:pt x="21344" y="12748"/>
                  </a:cubicBezTo>
                  <a:cubicBezTo>
                    <a:pt x="21389" y="12828"/>
                    <a:pt x="21475" y="12873"/>
                    <a:pt x="21559" y="12873"/>
                  </a:cubicBezTo>
                  <a:cubicBezTo>
                    <a:pt x="21600" y="12873"/>
                    <a:pt x="21639" y="12862"/>
                    <a:pt x="21679" y="12839"/>
                  </a:cubicBezTo>
                  <a:lnTo>
                    <a:pt x="21707" y="12821"/>
                  </a:lnTo>
                  <a:cubicBezTo>
                    <a:pt x="21826" y="12753"/>
                    <a:pt x="21865" y="12606"/>
                    <a:pt x="21797" y="12488"/>
                  </a:cubicBezTo>
                  <a:cubicBezTo>
                    <a:pt x="21752" y="12411"/>
                    <a:pt x="21669" y="12368"/>
                    <a:pt x="21585" y="12368"/>
                  </a:cubicBezTo>
                  <a:close/>
                  <a:moveTo>
                    <a:pt x="8812" y="13063"/>
                  </a:moveTo>
                  <a:cubicBezTo>
                    <a:pt x="8718" y="13063"/>
                    <a:pt x="8627" y="13115"/>
                    <a:pt x="8584" y="13208"/>
                  </a:cubicBezTo>
                  <a:cubicBezTo>
                    <a:pt x="8528" y="13326"/>
                    <a:pt x="8584" y="13475"/>
                    <a:pt x="8710" y="13530"/>
                  </a:cubicBezTo>
                  <a:lnTo>
                    <a:pt x="8744" y="13543"/>
                  </a:lnTo>
                  <a:cubicBezTo>
                    <a:pt x="8772" y="13559"/>
                    <a:pt x="8806" y="13565"/>
                    <a:pt x="8840" y="13565"/>
                  </a:cubicBezTo>
                  <a:cubicBezTo>
                    <a:pt x="8930" y="13565"/>
                    <a:pt x="9021" y="13509"/>
                    <a:pt x="9061" y="13412"/>
                  </a:cubicBezTo>
                  <a:cubicBezTo>
                    <a:pt x="9113" y="13292"/>
                    <a:pt x="9055" y="13145"/>
                    <a:pt x="8930" y="13093"/>
                  </a:cubicBezTo>
                  <a:lnTo>
                    <a:pt x="8806" y="13304"/>
                  </a:lnTo>
                  <a:lnTo>
                    <a:pt x="8908" y="13083"/>
                  </a:lnTo>
                  <a:cubicBezTo>
                    <a:pt x="8877" y="13070"/>
                    <a:pt x="8845" y="13063"/>
                    <a:pt x="8812" y="13063"/>
                  </a:cubicBezTo>
                  <a:close/>
                  <a:moveTo>
                    <a:pt x="20104" y="13106"/>
                  </a:moveTo>
                  <a:cubicBezTo>
                    <a:pt x="20070" y="13106"/>
                    <a:pt x="20037" y="13113"/>
                    <a:pt x="20005" y="13127"/>
                  </a:cubicBezTo>
                  <a:lnTo>
                    <a:pt x="19982" y="13140"/>
                  </a:lnTo>
                  <a:cubicBezTo>
                    <a:pt x="19857" y="13185"/>
                    <a:pt x="19801" y="13332"/>
                    <a:pt x="19852" y="13452"/>
                  </a:cubicBezTo>
                  <a:cubicBezTo>
                    <a:pt x="19886" y="13548"/>
                    <a:pt x="19977" y="13604"/>
                    <a:pt x="20073" y="13604"/>
                  </a:cubicBezTo>
                  <a:cubicBezTo>
                    <a:pt x="20108" y="13604"/>
                    <a:pt x="20136" y="13599"/>
                    <a:pt x="20163" y="13588"/>
                  </a:cubicBezTo>
                  <a:lnTo>
                    <a:pt x="20204" y="13570"/>
                  </a:lnTo>
                  <a:cubicBezTo>
                    <a:pt x="20328" y="13514"/>
                    <a:pt x="20380" y="13373"/>
                    <a:pt x="20328" y="13247"/>
                  </a:cubicBezTo>
                  <a:cubicBezTo>
                    <a:pt x="20287" y="13159"/>
                    <a:pt x="20196" y="13106"/>
                    <a:pt x="20104" y="13106"/>
                  </a:cubicBezTo>
                  <a:close/>
                  <a:moveTo>
                    <a:pt x="10362" y="13634"/>
                  </a:moveTo>
                  <a:cubicBezTo>
                    <a:pt x="10262" y="13634"/>
                    <a:pt x="10172" y="13708"/>
                    <a:pt x="10139" y="13815"/>
                  </a:cubicBezTo>
                  <a:cubicBezTo>
                    <a:pt x="10100" y="13939"/>
                    <a:pt x="10190" y="14081"/>
                    <a:pt x="10320" y="14121"/>
                  </a:cubicBezTo>
                  <a:cubicBezTo>
                    <a:pt x="10343" y="14127"/>
                    <a:pt x="10367" y="14132"/>
                    <a:pt x="10388" y="14132"/>
                  </a:cubicBezTo>
                  <a:cubicBezTo>
                    <a:pt x="10496" y="14132"/>
                    <a:pt x="10593" y="14064"/>
                    <a:pt x="10621" y="13962"/>
                  </a:cubicBezTo>
                  <a:cubicBezTo>
                    <a:pt x="10661" y="13831"/>
                    <a:pt x="10593" y="13695"/>
                    <a:pt x="10462" y="13656"/>
                  </a:cubicBezTo>
                  <a:lnTo>
                    <a:pt x="10428" y="13645"/>
                  </a:lnTo>
                  <a:cubicBezTo>
                    <a:pt x="10406" y="13638"/>
                    <a:pt x="10384" y="13634"/>
                    <a:pt x="10362" y="13634"/>
                  </a:cubicBezTo>
                  <a:close/>
                  <a:moveTo>
                    <a:pt x="18548" y="13664"/>
                  </a:moveTo>
                  <a:cubicBezTo>
                    <a:pt x="18527" y="13664"/>
                    <a:pt x="18506" y="13667"/>
                    <a:pt x="18484" y="13672"/>
                  </a:cubicBezTo>
                  <a:lnTo>
                    <a:pt x="18445" y="13684"/>
                  </a:lnTo>
                  <a:cubicBezTo>
                    <a:pt x="18320" y="13724"/>
                    <a:pt x="18264" y="13855"/>
                    <a:pt x="18298" y="13985"/>
                  </a:cubicBezTo>
                  <a:cubicBezTo>
                    <a:pt x="18332" y="14087"/>
                    <a:pt x="18434" y="14155"/>
                    <a:pt x="18547" y="14155"/>
                  </a:cubicBezTo>
                  <a:cubicBezTo>
                    <a:pt x="18570" y="14155"/>
                    <a:pt x="18592" y="14149"/>
                    <a:pt x="18615" y="14143"/>
                  </a:cubicBezTo>
                  <a:cubicBezTo>
                    <a:pt x="18746" y="14109"/>
                    <a:pt x="18819" y="13973"/>
                    <a:pt x="18785" y="13842"/>
                  </a:cubicBezTo>
                  <a:cubicBezTo>
                    <a:pt x="18752" y="13734"/>
                    <a:pt x="18655" y="13664"/>
                    <a:pt x="18548" y="13664"/>
                  </a:cubicBezTo>
                  <a:close/>
                  <a:moveTo>
                    <a:pt x="11970" y="14021"/>
                  </a:moveTo>
                  <a:cubicBezTo>
                    <a:pt x="11854" y="14021"/>
                    <a:pt x="11765" y="14107"/>
                    <a:pt x="11745" y="14229"/>
                  </a:cubicBezTo>
                  <a:cubicBezTo>
                    <a:pt x="11721" y="14360"/>
                    <a:pt x="11824" y="14489"/>
                    <a:pt x="11954" y="14512"/>
                  </a:cubicBezTo>
                  <a:lnTo>
                    <a:pt x="12001" y="14512"/>
                  </a:lnTo>
                  <a:cubicBezTo>
                    <a:pt x="12114" y="14512"/>
                    <a:pt x="12216" y="14433"/>
                    <a:pt x="12239" y="14313"/>
                  </a:cubicBezTo>
                  <a:cubicBezTo>
                    <a:pt x="12261" y="14183"/>
                    <a:pt x="12176" y="14059"/>
                    <a:pt x="12040" y="14030"/>
                  </a:cubicBezTo>
                  <a:lnTo>
                    <a:pt x="12011" y="14025"/>
                  </a:lnTo>
                  <a:cubicBezTo>
                    <a:pt x="11997" y="14022"/>
                    <a:pt x="11983" y="14021"/>
                    <a:pt x="11970" y="14021"/>
                  </a:cubicBezTo>
                  <a:close/>
                  <a:moveTo>
                    <a:pt x="16934" y="14039"/>
                  </a:moveTo>
                  <a:cubicBezTo>
                    <a:pt x="16924" y="14039"/>
                    <a:pt x="16913" y="14040"/>
                    <a:pt x="16902" y="14041"/>
                  </a:cubicBezTo>
                  <a:lnTo>
                    <a:pt x="16861" y="14047"/>
                  </a:lnTo>
                  <a:cubicBezTo>
                    <a:pt x="16732" y="14075"/>
                    <a:pt x="16657" y="14195"/>
                    <a:pt x="16680" y="14331"/>
                  </a:cubicBezTo>
                  <a:cubicBezTo>
                    <a:pt x="16698" y="14450"/>
                    <a:pt x="16811" y="14530"/>
                    <a:pt x="16930" y="14530"/>
                  </a:cubicBezTo>
                  <a:cubicBezTo>
                    <a:pt x="16947" y="14530"/>
                    <a:pt x="16958" y="14530"/>
                    <a:pt x="16976" y="14523"/>
                  </a:cubicBezTo>
                  <a:cubicBezTo>
                    <a:pt x="17107" y="14507"/>
                    <a:pt x="17196" y="14381"/>
                    <a:pt x="17180" y="14245"/>
                  </a:cubicBezTo>
                  <a:cubicBezTo>
                    <a:pt x="17159" y="14125"/>
                    <a:pt x="17057" y="14039"/>
                    <a:pt x="16934" y="14039"/>
                  </a:cubicBezTo>
                  <a:close/>
                  <a:moveTo>
                    <a:pt x="13622" y="14217"/>
                  </a:moveTo>
                  <a:cubicBezTo>
                    <a:pt x="13491" y="14217"/>
                    <a:pt x="13389" y="14313"/>
                    <a:pt x="13384" y="14450"/>
                  </a:cubicBezTo>
                  <a:cubicBezTo>
                    <a:pt x="13373" y="14586"/>
                    <a:pt x="13491" y="14700"/>
                    <a:pt x="13628" y="14706"/>
                  </a:cubicBezTo>
                  <a:lnTo>
                    <a:pt x="13640" y="14706"/>
                  </a:lnTo>
                  <a:cubicBezTo>
                    <a:pt x="13771" y="14706"/>
                    <a:pt x="13878" y="14609"/>
                    <a:pt x="13884" y="14478"/>
                  </a:cubicBezTo>
                  <a:cubicBezTo>
                    <a:pt x="13889" y="14342"/>
                    <a:pt x="13787" y="14229"/>
                    <a:pt x="13656" y="14224"/>
                  </a:cubicBezTo>
                  <a:lnTo>
                    <a:pt x="13622" y="14217"/>
                  </a:lnTo>
                  <a:close/>
                  <a:moveTo>
                    <a:pt x="15245" y="14229"/>
                  </a:moveTo>
                  <a:cubicBezTo>
                    <a:pt x="15115" y="14234"/>
                    <a:pt x="15030" y="14347"/>
                    <a:pt x="15036" y="14478"/>
                  </a:cubicBezTo>
                  <a:cubicBezTo>
                    <a:pt x="15041" y="14609"/>
                    <a:pt x="15166" y="14711"/>
                    <a:pt x="15296" y="14711"/>
                  </a:cubicBezTo>
                  <a:lnTo>
                    <a:pt x="15302" y="14711"/>
                  </a:lnTo>
                  <a:cubicBezTo>
                    <a:pt x="15439" y="14711"/>
                    <a:pt x="15541" y="14598"/>
                    <a:pt x="15541" y="14462"/>
                  </a:cubicBezTo>
                  <a:cubicBezTo>
                    <a:pt x="15534" y="14331"/>
                    <a:pt x="15426" y="14229"/>
                    <a:pt x="15296" y="14229"/>
                  </a:cubicBezTo>
                  <a:close/>
                </a:path>
              </a:pathLst>
            </a:custGeom>
            <a:solidFill>
              <a:srgbClr val="694C84"/>
            </a:solidFill>
            <a:ln cap="flat" cmpd="sng" w="9525">
              <a:solidFill>
                <a:srgbClr val="694C8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23"/>
            <p:cNvSpPr/>
            <p:nvPr/>
          </p:nvSpPr>
          <p:spPr>
            <a:xfrm>
              <a:off x="1533321" y="2400545"/>
              <a:ext cx="44955" cy="45189"/>
            </a:xfrm>
            <a:custGeom>
              <a:rect b="b" l="l" r="r" t="t"/>
              <a:pathLst>
                <a:path extrusionOk="0" h="1159" w="1153">
                  <a:moveTo>
                    <a:pt x="580" y="1"/>
                  </a:moveTo>
                  <a:cubicBezTo>
                    <a:pt x="262" y="1"/>
                    <a:pt x="1" y="261"/>
                    <a:pt x="1" y="580"/>
                  </a:cubicBezTo>
                  <a:cubicBezTo>
                    <a:pt x="1" y="897"/>
                    <a:pt x="262" y="1158"/>
                    <a:pt x="580" y="1158"/>
                  </a:cubicBezTo>
                  <a:cubicBezTo>
                    <a:pt x="897" y="1158"/>
                    <a:pt x="1153" y="897"/>
                    <a:pt x="1153" y="580"/>
                  </a:cubicBezTo>
                  <a:cubicBezTo>
                    <a:pt x="1153" y="261"/>
                    <a:pt x="897" y="1"/>
                    <a:pt x="580" y="1"/>
                  </a:cubicBezTo>
                  <a:close/>
                </a:path>
              </a:pathLst>
            </a:custGeom>
            <a:solidFill>
              <a:srgbClr val="694C84"/>
            </a:solidFill>
            <a:ln cap="flat" cmpd="sng" w="9525">
              <a:solidFill>
                <a:srgbClr val="694C8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23"/>
            <p:cNvSpPr/>
            <p:nvPr/>
          </p:nvSpPr>
          <p:spPr>
            <a:xfrm>
              <a:off x="2645527" y="2400545"/>
              <a:ext cx="44955" cy="45189"/>
            </a:xfrm>
            <a:custGeom>
              <a:rect b="b" l="l" r="r" t="t"/>
              <a:pathLst>
                <a:path extrusionOk="0" h="1159" w="1153">
                  <a:moveTo>
                    <a:pt x="579" y="1"/>
                  </a:moveTo>
                  <a:cubicBezTo>
                    <a:pt x="255" y="1"/>
                    <a:pt x="0" y="261"/>
                    <a:pt x="0" y="580"/>
                  </a:cubicBezTo>
                  <a:cubicBezTo>
                    <a:pt x="0" y="897"/>
                    <a:pt x="255" y="1158"/>
                    <a:pt x="579" y="1158"/>
                  </a:cubicBezTo>
                  <a:cubicBezTo>
                    <a:pt x="896" y="1158"/>
                    <a:pt x="1152" y="897"/>
                    <a:pt x="1152" y="580"/>
                  </a:cubicBezTo>
                  <a:cubicBezTo>
                    <a:pt x="1152" y="261"/>
                    <a:pt x="896" y="1"/>
                    <a:pt x="579" y="1"/>
                  </a:cubicBezTo>
                  <a:close/>
                </a:path>
              </a:pathLst>
            </a:custGeom>
            <a:solidFill>
              <a:srgbClr val="694C84"/>
            </a:solidFill>
            <a:ln cap="flat" cmpd="sng" w="9525">
              <a:solidFill>
                <a:srgbClr val="694C8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23"/>
            <p:cNvSpPr/>
            <p:nvPr/>
          </p:nvSpPr>
          <p:spPr>
            <a:xfrm>
              <a:off x="4008231" y="2419143"/>
              <a:ext cx="1127552" cy="571398"/>
            </a:xfrm>
            <a:custGeom>
              <a:rect b="b" l="l" r="r" t="t"/>
              <a:pathLst>
                <a:path extrusionOk="0" h="14655" w="28919">
                  <a:moveTo>
                    <a:pt x="199" y="1"/>
                  </a:moveTo>
                  <a:cubicBezTo>
                    <a:pt x="86" y="1"/>
                    <a:pt x="1" y="85"/>
                    <a:pt x="1" y="199"/>
                  </a:cubicBezTo>
                  <a:cubicBezTo>
                    <a:pt x="1" y="8170"/>
                    <a:pt x="6486" y="14654"/>
                    <a:pt x="14462" y="14654"/>
                  </a:cubicBezTo>
                  <a:cubicBezTo>
                    <a:pt x="22433" y="14654"/>
                    <a:pt x="28918" y="8170"/>
                    <a:pt x="28918" y="199"/>
                  </a:cubicBezTo>
                  <a:cubicBezTo>
                    <a:pt x="28918" y="85"/>
                    <a:pt x="28832" y="1"/>
                    <a:pt x="28725" y="1"/>
                  </a:cubicBezTo>
                  <a:cubicBezTo>
                    <a:pt x="28612" y="1"/>
                    <a:pt x="28526" y="85"/>
                    <a:pt x="28526" y="199"/>
                  </a:cubicBezTo>
                  <a:cubicBezTo>
                    <a:pt x="28526" y="7954"/>
                    <a:pt x="22218" y="14263"/>
                    <a:pt x="14462" y="14263"/>
                  </a:cubicBezTo>
                  <a:cubicBezTo>
                    <a:pt x="6706" y="14263"/>
                    <a:pt x="393" y="7954"/>
                    <a:pt x="393" y="199"/>
                  </a:cubicBezTo>
                  <a:cubicBezTo>
                    <a:pt x="393" y="85"/>
                    <a:pt x="307" y="1"/>
                    <a:pt x="199" y="1"/>
                  </a:cubicBezTo>
                  <a:close/>
                </a:path>
              </a:pathLst>
            </a:custGeom>
            <a:solidFill>
              <a:srgbClr val="694C84"/>
            </a:solidFill>
            <a:ln cap="flat" cmpd="sng" w="9525">
              <a:solidFill>
                <a:srgbClr val="694C8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" name="Google Shape;178;p23"/>
            <p:cNvSpPr/>
            <p:nvPr/>
          </p:nvSpPr>
          <p:spPr>
            <a:xfrm>
              <a:off x="4006476" y="1858559"/>
              <a:ext cx="1131061" cy="573894"/>
            </a:xfrm>
            <a:custGeom>
              <a:rect b="b" l="l" r="r" t="t"/>
              <a:pathLst>
                <a:path extrusionOk="0" h="14719" w="29009">
                  <a:moveTo>
                    <a:pt x="13727" y="1"/>
                  </a:moveTo>
                  <a:cubicBezTo>
                    <a:pt x="13721" y="1"/>
                    <a:pt x="13714" y="1"/>
                    <a:pt x="13708" y="1"/>
                  </a:cubicBezTo>
                  <a:cubicBezTo>
                    <a:pt x="13577" y="8"/>
                    <a:pt x="13470" y="121"/>
                    <a:pt x="13475" y="257"/>
                  </a:cubicBezTo>
                  <a:cubicBezTo>
                    <a:pt x="13475" y="388"/>
                    <a:pt x="13583" y="490"/>
                    <a:pt x="13713" y="490"/>
                  </a:cubicBezTo>
                  <a:lnTo>
                    <a:pt x="13764" y="490"/>
                  </a:lnTo>
                  <a:cubicBezTo>
                    <a:pt x="13894" y="478"/>
                    <a:pt x="13986" y="365"/>
                    <a:pt x="13980" y="234"/>
                  </a:cubicBezTo>
                  <a:cubicBezTo>
                    <a:pt x="13969" y="105"/>
                    <a:pt x="13855" y="1"/>
                    <a:pt x="13727" y="1"/>
                  </a:cubicBezTo>
                  <a:close/>
                  <a:moveTo>
                    <a:pt x="15368" y="8"/>
                  </a:moveTo>
                  <a:cubicBezTo>
                    <a:pt x="15238" y="8"/>
                    <a:pt x="15132" y="108"/>
                    <a:pt x="15125" y="240"/>
                  </a:cubicBezTo>
                  <a:cubicBezTo>
                    <a:pt x="15120" y="370"/>
                    <a:pt x="15222" y="490"/>
                    <a:pt x="15353" y="496"/>
                  </a:cubicBezTo>
                  <a:lnTo>
                    <a:pt x="15404" y="496"/>
                  </a:lnTo>
                  <a:cubicBezTo>
                    <a:pt x="15528" y="496"/>
                    <a:pt x="15620" y="399"/>
                    <a:pt x="15630" y="268"/>
                  </a:cubicBezTo>
                  <a:cubicBezTo>
                    <a:pt x="15636" y="132"/>
                    <a:pt x="15517" y="19"/>
                    <a:pt x="15381" y="8"/>
                  </a:cubicBezTo>
                  <a:cubicBezTo>
                    <a:pt x="15377" y="8"/>
                    <a:pt x="15373" y="8"/>
                    <a:pt x="15368" y="8"/>
                  </a:cubicBezTo>
                  <a:close/>
                  <a:moveTo>
                    <a:pt x="12085" y="191"/>
                  </a:moveTo>
                  <a:cubicBezTo>
                    <a:pt x="12070" y="191"/>
                    <a:pt x="12055" y="192"/>
                    <a:pt x="12040" y="195"/>
                  </a:cubicBezTo>
                  <a:cubicBezTo>
                    <a:pt x="11904" y="213"/>
                    <a:pt x="11813" y="336"/>
                    <a:pt x="11830" y="467"/>
                  </a:cubicBezTo>
                  <a:cubicBezTo>
                    <a:pt x="11852" y="592"/>
                    <a:pt x="11954" y="677"/>
                    <a:pt x="12074" y="677"/>
                  </a:cubicBezTo>
                  <a:cubicBezTo>
                    <a:pt x="12085" y="677"/>
                    <a:pt x="12096" y="677"/>
                    <a:pt x="12108" y="671"/>
                  </a:cubicBezTo>
                  <a:lnTo>
                    <a:pt x="12147" y="666"/>
                  </a:lnTo>
                  <a:cubicBezTo>
                    <a:pt x="12278" y="643"/>
                    <a:pt x="12357" y="519"/>
                    <a:pt x="12334" y="388"/>
                  </a:cubicBezTo>
                  <a:cubicBezTo>
                    <a:pt x="12310" y="268"/>
                    <a:pt x="12200" y="191"/>
                    <a:pt x="12085" y="191"/>
                  </a:cubicBezTo>
                  <a:close/>
                  <a:moveTo>
                    <a:pt x="17013" y="202"/>
                  </a:moveTo>
                  <a:cubicBezTo>
                    <a:pt x="16898" y="202"/>
                    <a:pt x="16791" y="283"/>
                    <a:pt x="16771" y="404"/>
                  </a:cubicBezTo>
                  <a:cubicBezTo>
                    <a:pt x="16748" y="535"/>
                    <a:pt x="16840" y="660"/>
                    <a:pt x="16970" y="689"/>
                  </a:cubicBezTo>
                  <a:lnTo>
                    <a:pt x="16998" y="695"/>
                  </a:lnTo>
                  <a:lnTo>
                    <a:pt x="17044" y="695"/>
                  </a:lnTo>
                  <a:cubicBezTo>
                    <a:pt x="17157" y="695"/>
                    <a:pt x="17264" y="614"/>
                    <a:pt x="17282" y="496"/>
                  </a:cubicBezTo>
                  <a:cubicBezTo>
                    <a:pt x="17304" y="365"/>
                    <a:pt x="17219" y="234"/>
                    <a:pt x="17089" y="213"/>
                  </a:cubicBezTo>
                  <a:lnTo>
                    <a:pt x="17055" y="206"/>
                  </a:lnTo>
                  <a:cubicBezTo>
                    <a:pt x="17041" y="203"/>
                    <a:pt x="17027" y="202"/>
                    <a:pt x="17013" y="202"/>
                  </a:cubicBezTo>
                  <a:close/>
                  <a:moveTo>
                    <a:pt x="10471" y="564"/>
                  </a:moveTo>
                  <a:cubicBezTo>
                    <a:pt x="10447" y="564"/>
                    <a:pt x="10423" y="567"/>
                    <a:pt x="10401" y="575"/>
                  </a:cubicBezTo>
                  <a:cubicBezTo>
                    <a:pt x="10270" y="609"/>
                    <a:pt x="10189" y="739"/>
                    <a:pt x="10230" y="870"/>
                  </a:cubicBezTo>
                  <a:cubicBezTo>
                    <a:pt x="10258" y="978"/>
                    <a:pt x="10354" y="1051"/>
                    <a:pt x="10462" y="1051"/>
                  </a:cubicBezTo>
                  <a:cubicBezTo>
                    <a:pt x="10485" y="1051"/>
                    <a:pt x="10503" y="1046"/>
                    <a:pt x="10524" y="1040"/>
                  </a:cubicBezTo>
                  <a:cubicBezTo>
                    <a:pt x="10530" y="1040"/>
                    <a:pt x="10558" y="1035"/>
                    <a:pt x="10558" y="1035"/>
                  </a:cubicBezTo>
                  <a:lnTo>
                    <a:pt x="10490" y="797"/>
                  </a:lnTo>
                  <a:lnTo>
                    <a:pt x="10564" y="1029"/>
                  </a:lnTo>
                  <a:cubicBezTo>
                    <a:pt x="10689" y="995"/>
                    <a:pt x="10746" y="865"/>
                    <a:pt x="10712" y="734"/>
                  </a:cubicBezTo>
                  <a:cubicBezTo>
                    <a:pt x="10680" y="632"/>
                    <a:pt x="10575" y="564"/>
                    <a:pt x="10471" y="564"/>
                  </a:cubicBezTo>
                  <a:close/>
                  <a:moveTo>
                    <a:pt x="18619" y="587"/>
                  </a:moveTo>
                  <a:cubicBezTo>
                    <a:pt x="18517" y="587"/>
                    <a:pt x="18420" y="655"/>
                    <a:pt x="18388" y="757"/>
                  </a:cubicBezTo>
                  <a:cubicBezTo>
                    <a:pt x="18348" y="886"/>
                    <a:pt x="18422" y="1023"/>
                    <a:pt x="18547" y="1064"/>
                  </a:cubicBezTo>
                  <a:lnTo>
                    <a:pt x="18581" y="1069"/>
                  </a:lnTo>
                  <a:cubicBezTo>
                    <a:pt x="18604" y="1080"/>
                    <a:pt x="18626" y="1080"/>
                    <a:pt x="18649" y="1080"/>
                  </a:cubicBezTo>
                  <a:cubicBezTo>
                    <a:pt x="18757" y="1080"/>
                    <a:pt x="18853" y="1012"/>
                    <a:pt x="18882" y="910"/>
                  </a:cubicBezTo>
                  <a:cubicBezTo>
                    <a:pt x="18921" y="779"/>
                    <a:pt x="18853" y="643"/>
                    <a:pt x="18723" y="603"/>
                  </a:cubicBezTo>
                  <a:lnTo>
                    <a:pt x="18689" y="598"/>
                  </a:lnTo>
                  <a:cubicBezTo>
                    <a:pt x="18666" y="591"/>
                    <a:pt x="18642" y="587"/>
                    <a:pt x="18619" y="587"/>
                  </a:cubicBezTo>
                  <a:close/>
                  <a:moveTo>
                    <a:pt x="8938" y="1113"/>
                  </a:moveTo>
                  <a:cubicBezTo>
                    <a:pt x="8906" y="1113"/>
                    <a:pt x="8873" y="1119"/>
                    <a:pt x="8840" y="1132"/>
                  </a:cubicBezTo>
                  <a:lnTo>
                    <a:pt x="8806" y="1142"/>
                  </a:lnTo>
                  <a:cubicBezTo>
                    <a:pt x="8686" y="1200"/>
                    <a:pt x="8630" y="1341"/>
                    <a:pt x="8681" y="1465"/>
                  </a:cubicBezTo>
                  <a:cubicBezTo>
                    <a:pt x="8720" y="1556"/>
                    <a:pt x="8812" y="1614"/>
                    <a:pt x="8908" y="1614"/>
                  </a:cubicBezTo>
                  <a:cubicBezTo>
                    <a:pt x="8937" y="1614"/>
                    <a:pt x="8971" y="1601"/>
                    <a:pt x="9005" y="1590"/>
                  </a:cubicBezTo>
                  <a:lnTo>
                    <a:pt x="9027" y="1580"/>
                  </a:lnTo>
                  <a:cubicBezTo>
                    <a:pt x="9152" y="1528"/>
                    <a:pt x="9215" y="1386"/>
                    <a:pt x="9163" y="1261"/>
                  </a:cubicBezTo>
                  <a:cubicBezTo>
                    <a:pt x="9121" y="1168"/>
                    <a:pt x="9034" y="1113"/>
                    <a:pt x="8938" y="1113"/>
                  </a:cubicBezTo>
                  <a:close/>
                  <a:moveTo>
                    <a:pt x="20175" y="1153"/>
                  </a:moveTo>
                  <a:cubicBezTo>
                    <a:pt x="20079" y="1153"/>
                    <a:pt x="19987" y="1212"/>
                    <a:pt x="19948" y="1307"/>
                  </a:cubicBezTo>
                  <a:cubicBezTo>
                    <a:pt x="19898" y="1426"/>
                    <a:pt x="19954" y="1574"/>
                    <a:pt x="20079" y="1624"/>
                  </a:cubicBezTo>
                  <a:lnTo>
                    <a:pt x="20204" y="1409"/>
                  </a:lnTo>
                  <a:lnTo>
                    <a:pt x="20102" y="1630"/>
                  </a:lnTo>
                  <a:cubicBezTo>
                    <a:pt x="20136" y="1648"/>
                    <a:pt x="20170" y="1653"/>
                    <a:pt x="20204" y="1653"/>
                  </a:cubicBezTo>
                  <a:cubicBezTo>
                    <a:pt x="20294" y="1653"/>
                    <a:pt x="20385" y="1601"/>
                    <a:pt x="20425" y="1511"/>
                  </a:cubicBezTo>
                  <a:cubicBezTo>
                    <a:pt x="20482" y="1386"/>
                    <a:pt x="20425" y="1245"/>
                    <a:pt x="20306" y="1187"/>
                  </a:cubicBezTo>
                  <a:cubicBezTo>
                    <a:pt x="20299" y="1187"/>
                    <a:pt x="20265" y="1171"/>
                    <a:pt x="20265" y="1171"/>
                  </a:cubicBezTo>
                  <a:cubicBezTo>
                    <a:pt x="20236" y="1159"/>
                    <a:pt x="20205" y="1153"/>
                    <a:pt x="20175" y="1153"/>
                  </a:cubicBezTo>
                  <a:close/>
                  <a:moveTo>
                    <a:pt x="7435" y="1857"/>
                  </a:moveTo>
                  <a:cubicBezTo>
                    <a:pt x="7390" y="1857"/>
                    <a:pt x="7344" y="1868"/>
                    <a:pt x="7303" y="1891"/>
                  </a:cubicBezTo>
                  <a:cubicBezTo>
                    <a:pt x="7189" y="1959"/>
                    <a:pt x="7149" y="2106"/>
                    <a:pt x="7212" y="2226"/>
                  </a:cubicBezTo>
                  <a:cubicBezTo>
                    <a:pt x="7257" y="2305"/>
                    <a:pt x="7342" y="2350"/>
                    <a:pt x="7427" y="2350"/>
                  </a:cubicBezTo>
                  <a:cubicBezTo>
                    <a:pt x="7466" y="2350"/>
                    <a:pt x="7507" y="2339"/>
                    <a:pt x="7547" y="2316"/>
                  </a:cubicBezTo>
                  <a:lnTo>
                    <a:pt x="7575" y="2300"/>
                  </a:lnTo>
                  <a:cubicBezTo>
                    <a:pt x="7694" y="2232"/>
                    <a:pt x="7717" y="2090"/>
                    <a:pt x="7649" y="1976"/>
                  </a:cubicBezTo>
                  <a:cubicBezTo>
                    <a:pt x="7608" y="1898"/>
                    <a:pt x="7523" y="1857"/>
                    <a:pt x="7435" y="1857"/>
                  </a:cubicBezTo>
                  <a:close/>
                  <a:moveTo>
                    <a:pt x="21649" y="1897"/>
                  </a:moveTo>
                  <a:cubicBezTo>
                    <a:pt x="21566" y="1897"/>
                    <a:pt x="21486" y="1940"/>
                    <a:pt x="21440" y="2017"/>
                  </a:cubicBezTo>
                  <a:cubicBezTo>
                    <a:pt x="21372" y="2135"/>
                    <a:pt x="21412" y="2282"/>
                    <a:pt x="21525" y="2350"/>
                  </a:cubicBezTo>
                  <a:lnTo>
                    <a:pt x="21553" y="2368"/>
                  </a:lnTo>
                  <a:cubicBezTo>
                    <a:pt x="21593" y="2391"/>
                    <a:pt x="21627" y="2402"/>
                    <a:pt x="21668" y="2402"/>
                  </a:cubicBezTo>
                  <a:cubicBezTo>
                    <a:pt x="21747" y="2402"/>
                    <a:pt x="21826" y="2350"/>
                    <a:pt x="21872" y="2271"/>
                  </a:cubicBezTo>
                  <a:cubicBezTo>
                    <a:pt x="21940" y="2158"/>
                    <a:pt x="21888" y="1999"/>
                    <a:pt x="21770" y="1931"/>
                  </a:cubicBezTo>
                  <a:cubicBezTo>
                    <a:pt x="21732" y="1908"/>
                    <a:pt x="21690" y="1897"/>
                    <a:pt x="21649" y="1897"/>
                  </a:cubicBezTo>
                  <a:close/>
                  <a:moveTo>
                    <a:pt x="6067" y="2746"/>
                  </a:moveTo>
                  <a:cubicBezTo>
                    <a:pt x="6017" y="2746"/>
                    <a:pt x="5967" y="2761"/>
                    <a:pt x="5924" y="2793"/>
                  </a:cubicBezTo>
                  <a:lnTo>
                    <a:pt x="5890" y="2816"/>
                  </a:lnTo>
                  <a:cubicBezTo>
                    <a:pt x="5787" y="2895"/>
                    <a:pt x="5764" y="3049"/>
                    <a:pt x="5845" y="3156"/>
                  </a:cubicBezTo>
                  <a:cubicBezTo>
                    <a:pt x="5895" y="3219"/>
                    <a:pt x="5969" y="3253"/>
                    <a:pt x="6043" y="3253"/>
                  </a:cubicBezTo>
                  <a:cubicBezTo>
                    <a:pt x="6094" y="3253"/>
                    <a:pt x="6146" y="3235"/>
                    <a:pt x="6190" y="3201"/>
                  </a:cubicBezTo>
                  <a:lnTo>
                    <a:pt x="6207" y="3185"/>
                  </a:lnTo>
                  <a:cubicBezTo>
                    <a:pt x="6316" y="3106"/>
                    <a:pt x="6343" y="2957"/>
                    <a:pt x="6264" y="2844"/>
                  </a:cubicBezTo>
                  <a:cubicBezTo>
                    <a:pt x="6217" y="2780"/>
                    <a:pt x="6142" y="2746"/>
                    <a:pt x="6067" y="2746"/>
                  </a:cubicBezTo>
                  <a:close/>
                  <a:moveTo>
                    <a:pt x="23031" y="2809"/>
                  </a:moveTo>
                  <a:cubicBezTo>
                    <a:pt x="22959" y="2809"/>
                    <a:pt x="22885" y="2842"/>
                    <a:pt x="22836" y="2902"/>
                  </a:cubicBezTo>
                  <a:cubicBezTo>
                    <a:pt x="22757" y="3009"/>
                    <a:pt x="22773" y="3162"/>
                    <a:pt x="22881" y="3242"/>
                  </a:cubicBezTo>
                  <a:cubicBezTo>
                    <a:pt x="22881" y="3248"/>
                    <a:pt x="22910" y="3264"/>
                    <a:pt x="22910" y="3269"/>
                  </a:cubicBezTo>
                  <a:cubicBezTo>
                    <a:pt x="22949" y="3298"/>
                    <a:pt x="22995" y="3310"/>
                    <a:pt x="23040" y="3310"/>
                  </a:cubicBezTo>
                  <a:cubicBezTo>
                    <a:pt x="23114" y="3310"/>
                    <a:pt x="23187" y="3276"/>
                    <a:pt x="23234" y="3208"/>
                  </a:cubicBezTo>
                  <a:cubicBezTo>
                    <a:pt x="23318" y="3099"/>
                    <a:pt x="23284" y="2941"/>
                    <a:pt x="23176" y="2861"/>
                  </a:cubicBezTo>
                  <a:cubicBezTo>
                    <a:pt x="23134" y="2826"/>
                    <a:pt x="23083" y="2809"/>
                    <a:pt x="23031" y="2809"/>
                  </a:cubicBezTo>
                  <a:close/>
                  <a:moveTo>
                    <a:pt x="4792" y="3801"/>
                  </a:moveTo>
                  <a:cubicBezTo>
                    <a:pt x="4734" y="3801"/>
                    <a:pt x="4676" y="3823"/>
                    <a:pt x="4630" y="3866"/>
                  </a:cubicBezTo>
                  <a:lnTo>
                    <a:pt x="4601" y="3894"/>
                  </a:lnTo>
                  <a:cubicBezTo>
                    <a:pt x="4505" y="3984"/>
                    <a:pt x="4499" y="4138"/>
                    <a:pt x="4591" y="4235"/>
                  </a:cubicBezTo>
                  <a:cubicBezTo>
                    <a:pt x="4641" y="4285"/>
                    <a:pt x="4704" y="4308"/>
                    <a:pt x="4766" y="4308"/>
                  </a:cubicBezTo>
                  <a:cubicBezTo>
                    <a:pt x="4829" y="4308"/>
                    <a:pt x="4892" y="4285"/>
                    <a:pt x="4936" y="4240"/>
                  </a:cubicBezTo>
                  <a:lnTo>
                    <a:pt x="4960" y="4222"/>
                  </a:lnTo>
                  <a:cubicBezTo>
                    <a:pt x="5056" y="4133"/>
                    <a:pt x="5062" y="3979"/>
                    <a:pt x="4970" y="3882"/>
                  </a:cubicBezTo>
                  <a:cubicBezTo>
                    <a:pt x="4922" y="3828"/>
                    <a:pt x="4857" y="3801"/>
                    <a:pt x="4792" y="3801"/>
                  </a:cubicBezTo>
                  <a:close/>
                  <a:moveTo>
                    <a:pt x="24291" y="3872"/>
                  </a:moveTo>
                  <a:cubicBezTo>
                    <a:pt x="24229" y="3872"/>
                    <a:pt x="24166" y="3896"/>
                    <a:pt x="24119" y="3945"/>
                  </a:cubicBezTo>
                  <a:cubicBezTo>
                    <a:pt x="24027" y="4041"/>
                    <a:pt x="24027" y="4195"/>
                    <a:pt x="24124" y="4290"/>
                  </a:cubicBezTo>
                  <a:lnTo>
                    <a:pt x="24153" y="4319"/>
                  </a:lnTo>
                  <a:cubicBezTo>
                    <a:pt x="24198" y="4359"/>
                    <a:pt x="24248" y="4376"/>
                    <a:pt x="24300" y="4376"/>
                  </a:cubicBezTo>
                  <a:cubicBezTo>
                    <a:pt x="24368" y="4376"/>
                    <a:pt x="24431" y="4348"/>
                    <a:pt x="24481" y="4297"/>
                  </a:cubicBezTo>
                  <a:cubicBezTo>
                    <a:pt x="24572" y="4201"/>
                    <a:pt x="24561" y="4036"/>
                    <a:pt x="24465" y="3945"/>
                  </a:cubicBezTo>
                  <a:cubicBezTo>
                    <a:pt x="24416" y="3896"/>
                    <a:pt x="24354" y="3872"/>
                    <a:pt x="24291" y="3872"/>
                  </a:cubicBezTo>
                  <a:close/>
                  <a:moveTo>
                    <a:pt x="3646" y="5010"/>
                  </a:moveTo>
                  <a:cubicBezTo>
                    <a:pt x="3571" y="5010"/>
                    <a:pt x="3494" y="5043"/>
                    <a:pt x="3444" y="5102"/>
                  </a:cubicBezTo>
                  <a:cubicBezTo>
                    <a:pt x="3354" y="5204"/>
                    <a:pt x="3365" y="5358"/>
                    <a:pt x="3467" y="5448"/>
                  </a:cubicBezTo>
                  <a:cubicBezTo>
                    <a:pt x="3512" y="5489"/>
                    <a:pt x="3569" y="5505"/>
                    <a:pt x="3627" y="5505"/>
                  </a:cubicBezTo>
                  <a:cubicBezTo>
                    <a:pt x="3695" y="5505"/>
                    <a:pt x="3763" y="5476"/>
                    <a:pt x="3813" y="5426"/>
                  </a:cubicBezTo>
                  <a:lnTo>
                    <a:pt x="3836" y="5397"/>
                  </a:lnTo>
                  <a:cubicBezTo>
                    <a:pt x="3921" y="5295"/>
                    <a:pt x="3899" y="5154"/>
                    <a:pt x="3797" y="5063"/>
                  </a:cubicBezTo>
                  <a:cubicBezTo>
                    <a:pt x="3754" y="5027"/>
                    <a:pt x="3700" y="5010"/>
                    <a:pt x="3646" y="5010"/>
                  </a:cubicBezTo>
                  <a:close/>
                  <a:moveTo>
                    <a:pt x="25432" y="5076"/>
                  </a:moveTo>
                  <a:cubicBezTo>
                    <a:pt x="25378" y="5076"/>
                    <a:pt x="25323" y="5094"/>
                    <a:pt x="25276" y="5131"/>
                  </a:cubicBezTo>
                  <a:cubicBezTo>
                    <a:pt x="25174" y="5210"/>
                    <a:pt x="25156" y="5363"/>
                    <a:pt x="25242" y="5471"/>
                  </a:cubicBezTo>
                  <a:lnTo>
                    <a:pt x="25264" y="5500"/>
                  </a:lnTo>
                  <a:cubicBezTo>
                    <a:pt x="25310" y="5557"/>
                    <a:pt x="25371" y="5579"/>
                    <a:pt x="25434" y="5579"/>
                  </a:cubicBezTo>
                  <a:cubicBezTo>
                    <a:pt x="25491" y="5579"/>
                    <a:pt x="25554" y="5562"/>
                    <a:pt x="25599" y="5523"/>
                  </a:cubicBezTo>
                  <a:cubicBezTo>
                    <a:pt x="25701" y="5432"/>
                    <a:pt x="25706" y="5267"/>
                    <a:pt x="25622" y="5165"/>
                  </a:cubicBezTo>
                  <a:cubicBezTo>
                    <a:pt x="25573" y="5107"/>
                    <a:pt x="25503" y="5076"/>
                    <a:pt x="25432" y="5076"/>
                  </a:cubicBezTo>
                  <a:close/>
                  <a:moveTo>
                    <a:pt x="2652" y="6315"/>
                  </a:moveTo>
                  <a:cubicBezTo>
                    <a:pt x="2574" y="6315"/>
                    <a:pt x="2495" y="6352"/>
                    <a:pt x="2446" y="6419"/>
                  </a:cubicBezTo>
                  <a:lnTo>
                    <a:pt x="2428" y="6453"/>
                  </a:lnTo>
                  <a:cubicBezTo>
                    <a:pt x="2355" y="6560"/>
                    <a:pt x="2383" y="6714"/>
                    <a:pt x="2496" y="6788"/>
                  </a:cubicBezTo>
                  <a:cubicBezTo>
                    <a:pt x="2543" y="6816"/>
                    <a:pt x="2588" y="6827"/>
                    <a:pt x="2633" y="6827"/>
                  </a:cubicBezTo>
                  <a:cubicBezTo>
                    <a:pt x="2713" y="6827"/>
                    <a:pt x="2786" y="6788"/>
                    <a:pt x="2837" y="6720"/>
                  </a:cubicBezTo>
                  <a:lnTo>
                    <a:pt x="2650" y="6555"/>
                  </a:lnTo>
                  <a:lnTo>
                    <a:pt x="2849" y="6691"/>
                  </a:lnTo>
                  <a:cubicBezTo>
                    <a:pt x="2928" y="6583"/>
                    <a:pt x="2899" y="6430"/>
                    <a:pt x="2786" y="6356"/>
                  </a:cubicBezTo>
                  <a:cubicBezTo>
                    <a:pt x="2746" y="6328"/>
                    <a:pt x="2699" y="6315"/>
                    <a:pt x="2652" y="6315"/>
                  </a:cubicBezTo>
                  <a:close/>
                  <a:moveTo>
                    <a:pt x="26421" y="6400"/>
                  </a:moveTo>
                  <a:cubicBezTo>
                    <a:pt x="26375" y="6400"/>
                    <a:pt x="26328" y="6414"/>
                    <a:pt x="26285" y="6442"/>
                  </a:cubicBezTo>
                  <a:cubicBezTo>
                    <a:pt x="26172" y="6515"/>
                    <a:pt x="26143" y="6668"/>
                    <a:pt x="26217" y="6775"/>
                  </a:cubicBezTo>
                  <a:lnTo>
                    <a:pt x="26235" y="6804"/>
                  </a:lnTo>
                  <a:cubicBezTo>
                    <a:pt x="26280" y="6878"/>
                    <a:pt x="26359" y="6912"/>
                    <a:pt x="26439" y="6912"/>
                  </a:cubicBezTo>
                  <a:cubicBezTo>
                    <a:pt x="26484" y="6912"/>
                    <a:pt x="26529" y="6901"/>
                    <a:pt x="26570" y="6872"/>
                  </a:cubicBezTo>
                  <a:cubicBezTo>
                    <a:pt x="26683" y="6799"/>
                    <a:pt x="26711" y="6651"/>
                    <a:pt x="26643" y="6537"/>
                  </a:cubicBezTo>
                  <a:lnTo>
                    <a:pt x="26620" y="6510"/>
                  </a:lnTo>
                  <a:cubicBezTo>
                    <a:pt x="26574" y="6438"/>
                    <a:pt x="26499" y="6400"/>
                    <a:pt x="26421" y="6400"/>
                  </a:cubicBezTo>
                  <a:close/>
                  <a:moveTo>
                    <a:pt x="1816" y="7736"/>
                  </a:moveTo>
                  <a:cubicBezTo>
                    <a:pt x="1726" y="7736"/>
                    <a:pt x="1640" y="7786"/>
                    <a:pt x="1595" y="7871"/>
                  </a:cubicBezTo>
                  <a:lnTo>
                    <a:pt x="1577" y="7899"/>
                  </a:lnTo>
                  <a:cubicBezTo>
                    <a:pt x="1516" y="8019"/>
                    <a:pt x="1566" y="8166"/>
                    <a:pt x="1686" y="8228"/>
                  </a:cubicBezTo>
                  <a:cubicBezTo>
                    <a:pt x="1720" y="8246"/>
                    <a:pt x="1760" y="8251"/>
                    <a:pt x="1794" y="8251"/>
                  </a:cubicBezTo>
                  <a:cubicBezTo>
                    <a:pt x="1884" y="8251"/>
                    <a:pt x="1970" y="8205"/>
                    <a:pt x="2014" y="8121"/>
                  </a:cubicBezTo>
                  <a:lnTo>
                    <a:pt x="1810" y="7979"/>
                  </a:lnTo>
                  <a:lnTo>
                    <a:pt x="1810" y="7979"/>
                  </a:lnTo>
                  <a:lnTo>
                    <a:pt x="2027" y="8092"/>
                  </a:lnTo>
                  <a:cubicBezTo>
                    <a:pt x="2088" y="7974"/>
                    <a:pt x="2043" y="7825"/>
                    <a:pt x="1925" y="7763"/>
                  </a:cubicBezTo>
                  <a:cubicBezTo>
                    <a:pt x="1890" y="7745"/>
                    <a:pt x="1853" y="7736"/>
                    <a:pt x="1816" y="7736"/>
                  </a:cubicBezTo>
                  <a:close/>
                  <a:moveTo>
                    <a:pt x="27247" y="7832"/>
                  </a:moveTo>
                  <a:cubicBezTo>
                    <a:pt x="27210" y="7832"/>
                    <a:pt x="27173" y="7841"/>
                    <a:pt x="27136" y="7859"/>
                  </a:cubicBezTo>
                  <a:cubicBezTo>
                    <a:pt x="27018" y="7916"/>
                    <a:pt x="26971" y="8063"/>
                    <a:pt x="27028" y="8183"/>
                  </a:cubicBezTo>
                  <a:lnTo>
                    <a:pt x="27046" y="8212"/>
                  </a:lnTo>
                  <a:cubicBezTo>
                    <a:pt x="27086" y="8296"/>
                    <a:pt x="27175" y="8348"/>
                    <a:pt x="27261" y="8348"/>
                  </a:cubicBezTo>
                  <a:cubicBezTo>
                    <a:pt x="27301" y="8348"/>
                    <a:pt x="27335" y="8341"/>
                    <a:pt x="27369" y="8325"/>
                  </a:cubicBezTo>
                  <a:cubicBezTo>
                    <a:pt x="27494" y="8262"/>
                    <a:pt x="27539" y="8115"/>
                    <a:pt x="27482" y="7995"/>
                  </a:cubicBezTo>
                  <a:lnTo>
                    <a:pt x="27466" y="7967"/>
                  </a:lnTo>
                  <a:cubicBezTo>
                    <a:pt x="27421" y="7883"/>
                    <a:pt x="27337" y="7832"/>
                    <a:pt x="27247" y="7832"/>
                  </a:cubicBezTo>
                  <a:close/>
                  <a:moveTo>
                    <a:pt x="1141" y="9252"/>
                  </a:moveTo>
                  <a:cubicBezTo>
                    <a:pt x="1042" y="9252"/>
                    <a:pt x="949" y="9311"/>
                    <a:pt x="914" y="9409"/>
                  </a:cubicBezTo>
                  <a:lnTo>
                    <a:pt x="903" y="9437"/>
                  </a:lnTo>
                  <a:cubicBezTo>
                    <a:pt x="857" y="9561"/>
                    <a:pt x="920" y="9703"/>
                    <a:pt x="1045" y="9749"/>
                  </a:cubicBezTo>
                  <a:cubicBezTo>
                    <a:pt x="1074" y="9760"/>
                    <a:pt x="1101" y="9765"/>
                    <a:pt x="1129" y="9765"/>
                  </a:cubicBezTo>
                  <a:cubicBezTo>
                    <a:pt x="1232" y="9765"/>
                    <a:pt x="1323" y="9710"/>
                    <a:pt x="1357" y="9608"/>
                  </a:cubicBezTo>
                  <a:lnTo>
                    <a:pt x="1368" y="9579"/>
                  </a:lnTo>
                  <a:cubicBezTo>
                    <a:pt x="1419" y="9454"/>
                    <a:pt x="1351" y="9312"/>
                    <a:pt x="1226" y="9267"/>
                  </a:cubicBezTo>
                  <a:cubicBezTo>
                    <a:pt x="1198" y="9257"/>
                    <a:pt x="1169" y="9252"/>
                    <a:pt x="1141" y="9252"/>
                  </a:cubicBezTo>
                  <a:close/>
                  <a:moveTo>
                    <a:pt x="27902" y="9349"/>
                  </a:moveTo>
                  <a:cubicBezTo>
                    <a:pt x="27875" y="9349"/>
                    <a:pt x="27849" y="9353"/>
                    <a:pt x="27822" y="9362"/>
                  </a:cubicBezTo>
                  <a:cubicBezTo>
                    <a:pt x="27698" y="9409"/>
                    <a:pt x="27630" y="9550"/>
                    <a:pt x="27675" y="9676"/>
                  </a:cubicBezTo>
                  <a:lnTo>
                    <a:pt x="27686" y="9710"/>
                  </a:lnTo>
                  <a:cubicBezTo>
                    <a:pt x="27720" y="9805"/>
                    <a:pt x="27817" y="9868"/>
                    <a:pt x="27913" y="9868"/>
                  </a:cubicBezTo>
                  <a:cubicBezTo>
                    <a:pt x="27942" y="9868"/>
                    <a:pt x="27971" y="9862"/>
                    <a:pt x="27999" y="9851"/>
                  </a:cubicBezTo>
                  <a:cubicBezTo>
                    <a:pt x="28123" y="9805"/>
                    <a:pt x="28191" y="9669"/>
                    <a:pt x="28146" y="9539"/>
                  </a:cubicBezTo>
                  <a:lnTo>
                    <a:pt x="28135" y="9511"/>
                  </a:lnTo>
                  <a:cubicBezTo>
                    <a:pt x="28099" y="9412"/>
                    <a:pt x="28003" y="9349"/>
                    <a:pt x="27902" y="9349"/>
                  </a:cubicBezTo>
                  <a:close/>
                  <a:moveTo>
                    <a:pt x="654" y="10848"/>
                  </a:moveTo>
                  <a:cubicBezTo>
                    <a:pt x="542" y="10848"/>
                    <a:pt x="438" y="10931"/>
                    <a:pt x="409" y="11043"/>
                  </a:cubicBezTo>
                  <a:cubicBezTo>
                    <a:pt x="375" y="11173"/>
                    <a:pt x="454" y="11310"/>
                    <a:pt x="585" y="11344"/>
                  </a:cubicBezTo>
                  <a:cubicBezTo>
                    <a:pt x="608" y="11344"/>
                    <a:pt x="624" y="11349"/>
                    <a:pt x="647" y="11349"/>
                  </a:cubicBezTo>
                  <a:cubicBezTo>
                    <a:pt x="755" y="11349"/>
                    <a:pt x="852" y="11275"/>
                    <a:pt x="880" y="11167"/>
                  </a:cubicBezTo>
                  <a:lnTo>
                    <a:pt x="891" y="11133"/>
                  </a:lnTo>
                  <a:cubicBezTo>
                    <a:pt x="920" y="11003"/>
                    <a:pt x="841" y="10883"/>
                    <a:pt x="710" y="10855"/>
                  </a:cubicBezTo>
                  <a:cubicBezTo>
                    <a:pt x="691" y="10850"/>
                    <a:pt x="673" y="10848"/>
                    <a:pt x="654" y="10848"/>
                  </a:cubicBezTo>
                  <a:close/>
                  <a:moveTo>
                    <a:pt x="28380" y="10935"/>
                  </a:moveTo>
                  <a:cubicBezTo>
                    <a:pt x="28363" y="10935"/>
                    <a:pt x="28345" y="10937"/>
                    <a:pt x="28327" y="10941"/>
                  </a:cubicBezTo>
                  <a:cubicBezTo>
                    <a:pt x="28197" y="10969"/>
                    <a:pt x="28112" y="11098"/>
                    <a:pt x="28146" y="11229"/>
                  </a:cubicBezTo>
                  <a:lnTo>
                    <a:pt x="28152" y="11269"/>
                  </a:lnTo>
                  <a:cubicBezTo>
                    <a:pt x="28180" y="11378"/>
                    <a:pt x="28272" y="11439"/>
                    <a:pt x="28379" y="11439"/>
                  </a:cubicBezTo>
                  <a:cubicBezTo>
                    <a:pt x="28401" y="11439"/>
                    <a:pt x="28424" y="11439"/>
                    <a:pt x="28442" y="11433"/>
                  </a:cubicBezTo>
                  <a:cubicBezTo>
                    <a:pt x="28571" y="11399"/>
                    <a:pt x="28651" y="11258"/>
                    <a:pt x="28617" y="11127"/>
                  </a:cubicBezTo>
                  <a:cubicBezTo>
                    <a:pt x="28593" y="11014"/>
                    <a:pt x="28495" y="10935"/>
                    <a:pt x="28380" y="10935"/>
                  </a:cubicBezTo>
                  <a:close/>
                  <a:moveTo>
                    <a:pt x="353" y="12471"/>
                  </a:moveTo>
                  <a:cubicBezTo>
                    <a:pt x="228" y="12471"/>
                    <a:pt x="125" y="12578"/>
                    <a:pt x="108" y="12698"/>
                  </a:cubicBezTo>
                  <a:cubicBezTo>
                    <a:pt x="92" y="12835"/>
                    <a:pt x="182" y="12954"/>
                    <a:pt x="318" y="12971"/>
                  </a:cubicBezTo>
                  <a:cubicBezTo>
                    <a:pt x="330" y="12977"/>
                    <a:pt x="341" y="12977"/>
                    <a:pt x="352" y="12977"/>
                  </a:cubicBezTo>
                  <a:cubicBezTo>
                    <a:pt x="472" y="12977"/>
                    <a:pt x="574" y="12886"/>
                    <a:pt x="590" y="12761"/>
                  </a:cubicBezTo>
                  <a:lnTo>
                    <a:pt x="597" y="12727"/>
                  </a:lnTo>
                  <a:cubicBezTo>
                    <a:pt x="613" y="12596"/>
                    <a:pt x="511" y="12489"/>
                    <a:pt x="381" y="12472"/>
                  </a:cubicBezTo>
                  <a:cubicBezTo>
                    <a:pt x="371" y="12471"/>
                    <a:pt x="362" y="12471"/>
                    <a:pt x="353" y="12471"/>
                  </a:cubicBezTo>
                  <a:close/>
                  <a:moveTo>
                    <a:pt x="28673" y="12560"/>
                  </a:moveTo>
                  <a:cubicBezTo>
                    <a:pt x="28664" y="12560"/>
                    <a:pt x="28655" y="12561"/>
                    <a:pt x="28646" y="12562"/>
                  </a:cubicBezTo>
                  <a:cubicBezTo>
                    <a:pt x="28510" y="12580"/>
                    <a:pt x="28413" y="12698"/>
                    <a:pt x="28430" y="12829"/>
                  </a:cubicBezTo>
                  <a:lnTo>
                    <a:pt x="28430" y="12869"/>
                  </a:lnTo>
                  <a:cubicBezTo>
                    <a:pt x="28447" y="12988"/>
                    <a:pt x="28549" y="13067"/>
                    <a:pt x="28668" y="13067"/>
                  </a:cubicBezTo>
                  <a:lnTo>
                    <a:pt x="28702" y="13067"/>
                  </a:lnTo>
                  <a:cubicBezTo>
                    <a:pt x="28833" y="13051"/>
                    <a:pt x="28929" y="12915"/>
                    <a:pt x="28912" y="12779"/>
                  </a:cubicBezTo>
                  <a:cubicBezTo>
                    <a:pt x="28901" y="12657"/>
                    <a:pt x="28793" y="12560"/>
                    <a:pt x="28673" y="12560"/>
                  </a:cubicBezTo>
                  <a:close/>
                  <a:moveTo>
                    <a:pt x="244" y="14106"/>
                  </a:moveTo>
                  <a:cubicBezTo>
                    <a:pt x="108" y="14106"/>
                    <a:pt x="1" y="14214"/>
                    <a:pt x="1" y="14345"/>
                  </a:cubicBezTo>
                  <a:lnTo>
                    <a:pt x="1" y="14384"/>
                  </a:lnTo>
                  <a:cubicBezTo>
                    <a:pt x="1" y="14515"/>
                    <a:pt x="108" y="14622"/>
                    <a:pt x="244" y="14622"/>
                  </a:cubicBezTo>
                  <a:cubicBezTo>
                    <a:pt x="375" y="14622"/>
                    <a:pt x="488" y="14515"/>
                    <a:pt x="488" y="14384"/>
                  </a:cubicBezTo>
                  <a:lnTo>
                    <a:pt x="244" y="14350"/>
                  </a:lnTo>
                  <a:lnTo>
                    <a:pt x="488" y="14350"/>
                  </a:lnTo>
                  <a:cubicBezTo>
                    <a:pt x="488" y="14219"/>
                    <a:pt x="381" y="14106"/>
                    <a:pt x="244" y="14106"/>
                  </a:cubicBezTo>
                  <a:close/>
                  <a:moveTo>
                    <a:pt x="28770" y="14214"/>
                  </a:moveTo>
                  <a:cubicBezTo>
                    <a:pt x="28634" y="14214"/>
                    <a:pt x="28526" y="14321"/>
                    <a:pt x="28526" y="14458"/>
                  </a:cubicBezTo>
                  <a:lnTo>
                    <a:pt x="28526" y="14486"/>
                  </a:lnTo>
                  <a:cubicBezTo>
                    <a:pt x="28526" y="14622"/>
                    <a:pt x="28634" y="14719"/>
                    <a:pt x="28770" y="14719"/>
                  </a:cubicBezTo>
                  <a:cubicBezTo>
                    <a:pt x="28901" y="14719"/>
                    <a:pt x="29008" y="14588"/>
                    <a:pt x="29008" y="14458"/>
                  </a:cubicBezTo>
                  <a:cubicBezTo>
                    <a:pt x="29008" y="14321"/>
                    <a:pt x="28901" y="14214"/>
                    <a:pt x="28770" y="14214"/>
                  </a:cubicBezTo>
                  <a:close/>
                </a:path>
              </a:pathLst>
            </a:custGeom>
            <a:solidFill>
              <a:srgbClr val="434343"/>
            </a:solidFill>
            <a:ln cap="flat" cmpd="sng" w="9525">
              <a:solidFill>
                <a:srgbClr val="694C8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" name="Google Shape;179;p23"/>
            <p:cNvSpPr/>
            <p:nvPr/>
          </p:nvSpPr>
          <p:spPr>
            <a:xfrm>
              <a:off x="4656387" y="2956177"/>
              <a:ext cx="38951" cy="38795"/>
            </a:xfrm>
            <a:custGeom>
              <a:rect b="b" l="l" r="r" t="t"/>
              <a:pathLst>
                <a:path extrusionOk="0" h="995" w="999">
                  <a:moveTo>
                    <a:pt x="499" y="0"/>
                  </a:moveTo>
                  <a:cubicBezTo>
                    <a:pt x="221" y="0"/>
                    <a:pt x="0" y="222"/>
                    <a:pt x="0" y="500"/>
                  </a:cubicBezTo>
                  <a:cubicBezTo>
                    <a:pt x="0" y="772"/>
                    <a:pt x="221" y="994"/>
                    <a:pt x="499" y="994"/>
                  </a:cubicBezTo>
                  <a:cubicBezTo>
                    <a:pt x="771" y="994"/>
                    <a:pt x="998" y="772"/>
                    <a:pt x="998" y="500"/>
                  </a:cubicBezTo>
                  <a:cubicBezTo>
                    <a:pt x="998" y="222"/>
                    <a:pt x="771" y="0"/>
                    <a:pt x="499" y="0"/>
                  </a:cubicBezTo>
                  <a:close/>
                </a:path>
              </a:pathLst>
            </a:custGeom>
            <a:solidFill>
              <a:srgbClr val="694C84"/>
            </a:solidFill>
            <a:ln cap="flat" cmpd="sng" w="9525">
              <a:solidFill>
                <a:srgbClr val="694C8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" name="Google Shape;180;p23"/>
            <p:cNvSpPr/>
            <p:nvPr/>
          </p:nvSpPr>
          <p:spPr>
            <a:xfrm>
              <a:off x="4448653" y="2956177"/>
              <a:ext cx="38990" cy="38795"/>
            </a:xfrm>
            <a:custGeom>
              <a:rect b="b" l="l" r="r" t="t"/>
              <a:pathLst>
                <a:path extrusionOk="0" h="995" w="1000">
                  <a:moveTo>
                    <a:pt x="500" y="0"/>
                  </a:moveTo>
                  <a:cubicBezTo>
                    <a:pt x="228" y="0"/>
                    <a:pt x="0" y="222"/>
                    <a:pt x="0" y="500"/>
                  </a:cubicBezTo>
                  <a:cubicBezTo>
                    <a:pt x="0" y="772"/>
                    <a:pt x="228" y="994"/>
                    <a:pt x="500" y="994"/>
                  </a:cubicBezTo>
                  <a:cubicBezTo>
                    <a:pt x="778" y="994"/>
                    <a:pt x="1000" y="772"/>
                    <a:pt x="1000" y="500"/>
                  </a:cubicBezTo>
                  <a:cubicBezTo>
                    <a:pt x="1000" y="222"/>
                    <a:pt x="778" y="0"/>
                    <a:pt x="500" y="0"/>
                  </a:cubicBezTo>
                  <a:close/>
                </a:path>
              </a:pathLst>
            </a:custGeom>
            <a:solidFill>
              <a:srgbClr val="694C84"/>
            </a:solidFill>
            <a:ln cap="flat" cmpd="sng" w="9525">
              <a:solidFill>
                <a:srgbClr val="694C8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23"/>
            <p:cNvSpPr/>
            <p:nvPr/>
          </p:nvSpPr>
          <p:spPr>
            <a:xfrm>
              <a:off x="5105621" y="2404561"/>
              <a:ext cx="44955" cy="45150"/>
            </a:xfrm>
            <a:custGeom>
              <a:rect b="b" l="l" r="r" t="t"/>
              <a:pathLst>
                <a:path extrusionOk="0" h="1158" w="1153">
                  <a:moveTo>
                    <a:pt x="579" y="0"/>
                  </a:moveTo>
                  <a:cubicBezTo>
                    <a:pt x="256" y="0"/>
                    <a:pt x="0" y="260"/>
                    <a:pt x="0" y="579"/>
                  </a:cubicBezTo>
                  <a:cubicBezTo>
                    <a:pt x="0" y="896"/>
                    <a:pt x="256" y="1157"/>
                    <a:pt x="579" y="1157"/>
                  </a:cubicBezTo>
                  <a:cubicBezTo>
                    <a:pt x="898" y="1157"/>
                    <a:pt x="1152" y="896"/>
                    <a:pt x="1152" y="579"/>
                  </a:cubicBezTo>
                  <a:cubicBezTo>
                    <a:pt x="1152" y="260"/>
                    <a:pt x="898" y="0"/>
                    <a:pt x="579" y="0"/>
                  </a:cubicBezTo>
                  <a:close/>
                </a:path>
              </a:pathLst>
            </a:custGeom>
            <a:solidFill>
              <a:srgbClr val="694C84"/>
            </a:solidFill>
            <a:ln cap="flat" cmpd="sng" w="9525">
              <a:solidFill>
                <a:srgbClr val="694C8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23"/>
            <p:cNvSpPr/>
            <p:nvPr/>
          </p:nvSpPr>
          <p:spPr>
            <a:xfrm>
              <a:off x="3993415" y="2404561"/>
              <a:ext cx="44955" cy="45150"/>
            </a:xfrm>
            <a:custGeom>
              <a:rect b="b" l="l" r="r" t="t"/>
              <a:pathLst>
                <a:path extrusionOk="0" h="1158" w="1153">
                  <a:moveTo>
                    <a:pt x="579" y="0"/>
                  </a:moveTo>
                  <a:cubicBezTo>
                    <a:pt x="262" y="0"/>
                    <a:pt x="1" y="260"/>
                    <a:pt x="1" y="579"/>
                  </a:cubicBezTo>
                  <a:cubicBezTo>
                    <a:pt x="1" y="896"/>
                    <a:pt x="262" y="1157"/>
                    <a:pt x="579" y="1157"/>
                  </a:cubicBezTo>
                  <a:cubicBezTo>
                    <a:pt x="898" y="1157"/>
                    <a:pt x="1153" y="896"/>
                    <a:pt x="1153" y="579"/>
                  </a:cubicBezTo>
                  <a:cubicBezTo>
                    <a:pt x="1153" y="260"/>
                    <a:pt x="898" y="0"/>
                    <a:pt x="579" y="0"/>
                  </a:cubicBezTo>
                  <a:close/>
                </a:path>
              </a:pathLst>
            </a:custGeom>
            <a:solidFill>
              <a:srgbClr val="694C84"/>
            </a:solidFill>
            <a:ln cap="flat" cmpd="sng" w="9525">
              <a:solidFill>
                <a:srgbClr val="694C8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" name="Google Shape;183;p23"/>
            <p:cNvSpPr/>
            <p:nvPr/>
          </p:nvSpPr>
          <p:spPr>
            <a:xfrm>
              <a:off x="6468329" y="1859729"/>
              <a:ext cx="1127552" cy="571398"/>
            </a:xfrm>
            <a:custGeom>
              <a:rect b="b" l="l" r="r" t="t"/>
              <a:pathLst>
                <a:path extrusionOk="0" h="14655" w="28919">
                  <a:moveTo>
                    <a:pt x="14462" y="0"/>
                  </a:moveTo>
                  <a:cubicBezTo>
                    <a:pt x="6486" y="0"/>
                    <a:pt x="1" y="6485"/>
                    <a:pt x="1" y="14456"/>
                  </a:cubicBezTo>
                  <a:cubicBezTo>
                    <a:pt x="1" y="14569"/>
                    <a:pt x="92" y="14655"/>
                    <a:pt x="199" y="14655"/>
                  </a:cubicBezTo>
                  <a:cubicBezTo>
                    <a:pt x="307" y="14655"/>
                    <a:pt x="398" y="14569"/>
                    <a:pt x="398" y="14456"/>
                  </a:cubicBezTo>
                  <a:cubicBezTo>
                    <a:pt x="398" y="6706"/>
                    <a:pt x="6707" y="392"/>
                    <a:pt x="14462" y="392"/>
                  </a:cubicBezTo>
                  <a:cubicBezTo>
                    <a:pt x="22218" y="392"/>
                    <a:pt x="28526" y="6706"/>
                    <a:pt x="28526" y="14456"/>
                  </a:cubicBezTo>
                  <a:cubicBezTo>
                    <a:pt x="28526" y="14569"/>
                    <a:pt x="28612" y="14655"/>
                    <a:pt x="28725" y="14655"/>
                  </a:cubicBezTo>
                  <a:cubicBezTo>
                    <a:pt x="28833" y="14655"/>
                    <a:pt x="28918" y="14569"/>
                    <a:pt x="28918" y="14456"/>
                  </a:cubicBezTo>
                  <a:cubicBezTo>
                    <a:pt x="28918" y="6485"/>
                    <a:pt x="22433" y="0"/>
                    <a:pt x="14462" y="0"/>
                  </a:cubicBezTo>
                  <a:close/>
                </a:path>
              </a:pathLst>
            </a:custGeom>
            <a:solidFill>
              <a:srgbClr val="694C84"/>
            </a:solidFill>
            <a:ln cap="flat" cmpd="sng" w="9525">
              <a:solidFill>
                <a:srgbClr val="694C8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" name="Google Shape;184;p23"/>
            <p:cNvSpPr/>
            <p:nvPr/>
          </p:nvSpPr>
          <p:spPr>
            <a:xfrm>
              <a:off x="6453513" y="2400545"/>
              <a:ext cx="44955" cy="45189"/>
            </a:xfrm>
            <a:custGeom>
              <a:rect b="b" l="l" r="r" t="t"/>
              <a:pathLst>
                <a:path extrusionOk="0" h="1159" w="1153">
                  <a:moveTo>
                    <a:pt x="579" y="1"/>
                  </a:moveTo>
                  <a:cubicBezTo>
                    <a:pt x="262" y="1"/>
                    <a:pt x="1" y="261"/>
                    <a:pt x="1" y="580"/>
                  </a:cubicBezTo>
                  <a:cubicBezTo>
                    <a:pt x="1" y="897"/>
                    <a:pt x="262" y="1158"/>
                    <a:pt x="579" y="1158"/>
                  </a:cubicBezTo>
                  <a:cubicBezTo>
                    <a:pt x="898" y="1158"/>
                    <a:pt x="1153" y="897"/>
                    <a:pt x="1153" y="580"/>
                  </a:cubicBezTo>
                  <a:cubicBezTo>
                    <a:pt x="1153" y="261"/>
                    <a:pt x="898" y="1"/>
                    <a:pt x="579" y="1"/>
                  </a:cubicBezTo>
                  <a:close/>
                </a:path>
              </a:pathLst>
            </a:custGeom>
            <a:solidFill>
              <a:srgbClr val="694C84"/>
            </a:solidFill>
            <a:ln cap="flat" cmpd="sng" w="9525">
              <a:solidFill>
                <a:srgbClr val="694C8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" name="Google Shape;185;p23"/>
            <p:cNvSpPr/>
            <p:nvPr/>
          </p:nvSpPr>
          <p:spPr>
            <a:xfrm>
              <a:off x="7565719" y="2400545"/>
              <a:ext cx="44955" cy="45189"/>
            </a:xfrm>
            <a:custGeom>
              <a:rect b="b" l="l" r="r" t="t"/>
              <a:pathLst>
                <a:path extrusionOk="0" h="1159" w="1153">
                  <a:moveTo>
                    <a:pt x="579" y="1"/>
                  </a:moveTo>
                  <a:cubicBezTo>
                    <a:pt x="256" y="1"/>
                    <a:pt x="0" y="261"/>
                    <a:pt x="0" y="580"/>
                  </a:cubicBezTo>
                  <a:cubicBezTo>
                    <a:pt x="0" y="897"/>
                    <a:pt x="256" y="1158"/>
                    <a:pt x="579" y="1158"/>
                  </a:cubicBezTo>
                  <a:cubicBezTo>
                    <a:pt x="898" y="1158"/>
                    <a:pt x="1152" y="897"/>
                    <a:pt x="1152" y="580"/>
                  </a:cubicBezTo>
                  <a:cubicBezTo>
                    <a:pt x="1152" y="261"/>
                    <a:pt x="898" y="1"/>
                    <a:pt x="579" y="1"/>
                  </a:cubicBezTo>
                  <a:close/>
                </a:path>
              </a:pathLst>
            </a:custGeom>
            <a:solidFill>
              <a:srgbClr val="694C84"/>
            </a:solidFill>
            <a:ln cap="flat" cmpd="sng" w="9525">
              <a:solidFill>
                <a:srgbClr val="694C8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" name="Google Shape;186;p23"/>
            <p:cNvSpPr/>
            <p:nvPr/>
          </p:nvSpPr>
          <p:spPr>
            <a:xfrm>
              <a:off x="2102018" y="3074314"/>
              <a:ext cx="19105" cy="406822"/>
            </a:xfrm>
            <a:custGeom>
              <a:rect b="b" l="l" r="r" t="t"/>
              <a:pathLst>
                <a:path extrusionOk="0" h="10434" w="490">
                  <a:moveTo>
                    <a:pt x="245" y="0"/>
                  </a:moveTo>
                  <a:cubicBezTo>
                    <a:pt x="109" y="0"/>
                    <a:pt x="0" y="125"/>
                    <a:pt x="0" y="261"/>
                  </a:cubicBezTo>
                  <a:cubicBezTo>
                    <a:pt x="0" y="392"/>
                    <a:pt x="109" y="505"/>
                    <a:pt x="245" y="505"/>
                  </a:cubicBezTo>
                  <a:cubicBezTo>
                    <a:pt x="382" y="505"/>
                    <a:pt x="489" y="392"/>
                    <a:pt x="489" y="261"/>
                  </a:cubicBezTo>
                  <a:lnTo>
                    <a:pt x="489" y="227"/>
                  </a:lnTo>
                  <a:cubicBezTo>
                    <a:pt x="489" y="91"/>
                    <a:pt x="382" y="0"/>
                    <a:pt x="245" y="0"/>
                  </a:cubicBezTo>
                  <a:close/>
                  <a:moveTo>
                    <a:pt x="245" y="1641"/>
                  </a:moveTo>
                  <a:cubicBezTo>
                    <a:pt x="109" y="1641"/>
                    <a:pt x="0" y="1748"/>
                    <a:pt x="0" y="1884"/>
                  </a:cubicBezTo>
                  <a:lnTo>
                    <a:pt x="0" y="1913"/>
                  </a:lnTo>
                  <a:cubicBezTo>
                    <a:pt x="0" y="2049"/>
                    <a:pt x="109" y="2157"/>
                    <a:pt x="245" y="2157"/>
                  </a:cubicBezTo>
                  <a:cubicBezTo>
                    <a:pt x="382" y="2157"/>
                    <a:pt x="489" y="2049"/>
                    <a:pt x="489" y="1913"/>
                  </a:cubicBezTo>
                  <a:lnTo>
                    <a:pt x="489" y="1884"/>
                  </a:lnTo>
                  <a:cubicBezTo>
                    <a:pt x="489" y="1748"/>
                    <a:pt x="382" y="1641"/>
                    <a:pt x="245" y="1641"/>
                  </a:cubicBezTo>
                  <a:close/>
                  <a:moveTo>
                    <a:pt x="245" y="3309"/>
                  </a:moveTo>
                  <a:cubicBezTo>
                    <a:pt x="109" y="3309"/>
                    <a:pt x="0" y="3433"/>
                    <a:pt x="0" y="3569"/>
                  </a:cubicBezTo>
                  <a:cubicBezTo>
                    <a:pt x="0" y="3705"/>
                    <a:pt x="109" y="3812"/>
                    <a:pt x="245" y="3812"/>
                  </a:cubicBezTo>
                  <a:cubicBezTo>
                    <a:pt x="382" y="3812"/>
                    <a:pt x="489" y="3705"/>
                    <a:pt x="489" y="3569"/>
                  </a:cubicBezTo>
                  <a:lnTo>
                    <a:pt x="489" y="3535"/>
                  </a:lnTo>
                  <a:cubicBezTo>
                    <a:pt x="489" y="3404"/>
                    <a:pt x="382" y="3309"/>
                    <a:pt x="245" y="3309"/>
                  </a:cubicBezTo>
                  <a:close/>
                  <a:moveTo>
                    <a:pt x="245" y="4948"/>
                  </a:moveTo>
                  <a:cubicBezTo>
                    <a:pt x="109" y="4948"/>
                    <a:pt x="0" y="5056"/>
                    <a:pt x="0" y="5192"/>
                  </a:cubicBezTo>
                  <a:lnTo>
                    <a:pt x="0" y="5226"/>
                  </a:lnTo>
                  <a:cubicBezTo>
                    <a:pt x="0" y="5362"/>
                    <a:pt x="109" y="5470"/>
                    <a:pt x="245" y="5470"/>
                  </a:cubicBezTo>
                  <a:cubicBezTo>
                    <a:pt x="382" y="5470"/>
                    <a:pt x="489" y="5362"/>
                    <a:pt x="489" y="5226"/>
                  </a:cubicBezTo>
                  <a:lnTo>
                    <a:pt x="489" y="5192"/>
                  </a:lnTo>
                  <a:cubicBezTo>
                    <a:pt x="489" y="5056"/>
                    <a:pt x="382" y="4948"/>
                    <a:pt x="245" y="4948"/>
                  </a:cubicBezTo>
                  <a:close/>
                  <a:moveTo>
                    <a:pt x="245" y="6621"/>
                  </a:moveTo>
                  <a:cubicBezTo>
                    <a:pt x="109" y="6621"/>
                    <a:pt x="0" y="6747"/>
                    <a:pt x="0" y="6883"/>
                  </a:cubicBezTo>
                  <a:cubicBezTo>
                    <a:pt x="0" y="7012"/>
                    <a:pt x="109" y="7121"/>
                    <a:pt x="245" y="7121"/>
                  </a:cubicBezTo>
                  <a:cubicBezTo>
                    <a:pt x="382" y="7121"/>
                    <a:pt x="489" y="7012"/>
                    <a:pt x="489" y="6883"/>
                  </a:cubicBezTo>
                  <a:lnTo>
                    <a:pt x="489" y="6849"/>
                  </a:lnTo>
                  <a:cubicBezTo>
                    <a:pt x="489" y="6713"/>
                    <a:pt x="382" y="6621"/>
                    <a:pt x="245" y="6621"/>
                  </a:cubicBezTo>
                  <a:close/>
                  <a:moveTo>
                    <a:pt x="245" y="8279"/>
                  </a:moveTo>
                  <a:cubicBezTo>
                    <a:pt x="109" y="8279"/>
                    <a:pt x="0" y="8402"/>
                    <a:pt x="0" y="8533"/>
                  </a:cubicBezTo>
                  <a:cubicBezTo>
                    <a:pt x="0" y="8669"/>
                    <a:pt x="109" y="8777"/>
                    <a:pt x="245" y="8777"/>
                  </a:cubicBezTo>
                  <a:cubicBezTo>
                    <a:pt x="382" y="8777"/>
                    <a:pt x="489" y="8669"/>
                    <a:pt x="489" y="8533"/>
                  </a:cubicBezTo>
                  <a:lnTo>
                    <a:pt x="489" y="8505"/>
                  </a:lnTo>
                  <a:cubicBezTo>
                    <a:pt x="489" y="8368"/>
                    <a:pt x="382" y="8279"/>
                    <a:pt x="245" y="8279"/>
                  </a:cubicBezTo>
                  <a:close/>
                  <a:moveTo>
                    <a:pt x="245" y="9912"/>
                  </a:moveTo>
                  <a:cubicBezTo>
                    <a:pt x="109" y="9912"/>
                    <a:pt x="0" y="10025"/>
                    <a:pt x="0" y="10156"/>
                  </a:cubicBezTo>
                  <a:lnTo>
                    <a:pt x="0" y="10190"/>
                  </a:lnTo>
                  <a:cubicBezTo>
                    <a:pt x="0" y="10326"/>
                    <a:pt x="109" y="10434"/>
                    <a:pt x="245" y="10434"/>
                  </a:cubicBezTo>
                  <a:cubicBezTo>
                    <a:pt x="382" y="10434"/>
                    <a:pt x="489" y="10326"/>
                    <a:pt x="489" y="10190"/>
                  </a:cubicBezTo>
                  <a:lnTo>
                    <a:pt x="489" y="10156"/>
                  </a:lnTo>
                  <a:cubicBezTo>
                    <a:pt x="489" y="10025"/>
                    <a:pt x="382" y="9912"/>
                    <a:pt x="245" y="9912"/>
                  </a:cubicBezTo>
                  <a:close/>
                </a:path>
              </a:pathLst>
            </a:custGeom>
            <a:solidFill>
              <a:srgbClr val="434343"/>
            </a:solidFill>
            <a:ln cap="flat" cmpd="sng" w="9525">
              <a:solidFill>
                <a:srgbClr val="694C8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" name="Google Shape;187;p23"/>
            <p:cNvSpPr/>
            <p:nvPr/>
          </p:nvSpPr>
          <p:spPr>
            <a:xfrm>
              <a:off x="7022249" y="3074314"/>
              <a:ext cx="19066" cy="406822"/>
            </a:xfrm>
            <a:custGeom>
              <a:rect b="b" l="l" r="r" t="t"/>
              <a:pathLst>
                <a:path extrusionOk="0" h="10434" w="489">
                  <a:moveTo>
                    <a:pt x="244" y="0"/>
                  </a:moveTo>
                  <a:cubicBezTo>
                    <a:pt x="114" y="0"/>
                    <a:pt x="1" y="125"/>
                    <a:pt x="1" y="261"/>
                  </a:cubicBezTo>
                  <a:cubicBezTo>
                    <a:pt x="1" y="392"/>
                    <a:pt x="114" y="505"/>
                    <a:pt x="244" y="505"/>
                  </a:cubicBezTo>
                  <a:cubicBezTo>
                    <a:pt x="381" y="505"/>
                    <a:pt x="488" y="392"/>
                    <a:pt x="488" y="261"/>
                  </a:cubicBezTo>
                  <a:lnTo>
                    <a:pt x="488" y="227"/>
                  </a:lnTo>
                  <a:cubicBezTo>
                    <a:pt x="488" y="91"/>
                    <a:pt x="381" y="0"/>
                    <a:pt x="244" y="0"/>
                  </a:cubicBezTo>
                  <a:close/>
                  <a:moveTo>
                    <a:pt x="244" y="1641"/>
                  </a:moveTo>
                  <a:cubicBezTo>
                    <a:pt x="114" y="1641"/>
                    <a:pt x="1" y="1748"/>
                    <a:pt x="1" y="1884"/>
                  </a:cubicBezTo>
                  <a:lnTo>
                    <a:pt x="1" y="1913"/>
                  </a:lnTo>
                  <a:cubicBezTo>
                    <a:pt x="1" y="2049"/>
                    <a:pt x="114" y="2157"/>
                    <a:pt x="244" y="2157"/>
                  </a:cubicBezTo>
                  <a:cubicBezTo>
                    <a:pt x="381" y="2157"/>
                    <a:pt x="488" y="2049"/>
                    <a:pt x="488" y="1913"/>
                  </a:cubicBezTo>
                  <a:lnTo>
                    <a:pt x="488" y="1884"/>
                  </a:lnTo>
                  <a:cubicBezTo>
                    <a:pt x="488" y="1748"/>
                    <a:pt x="381" y="1641"/>
                    <a:pt x="244" y="1641"/>
                  </a:cubicBezTo>
                  <a:close/>
                  <a:moveTo>
                    <a:pt x="244" y="3309"/>
                  </a:moveTo>
                  <a:cubicBezTo>
                    <a:pt x="114" y="3309"/>
                    <a:pt x="1" y="3433"/>
                    <a:pt x="1" y="3569"/>
                  </a:cubicBezTo>
                  <a:cubicBezTo>
                    <a:pt x="1" y="3705"/>
                    <a:pt x="114" y="3812"/>
                    <a:pt x="244" y="3812"/>
                  </a:cubicBezTo>
                  <a:cubicBezTo>
                    <a:pt x="381" y="3812"/>
                    <a:pt x="488" y="3705"/>
                    <a:pt x="488" y="3569"/>
                  </a:cubicBezTo>
                  <a:lnTo>
                    <a:pt x="488" y="3535"/>
                  </a:lnTo>
                  <a:cubicBezTo>
                    <a:pt x="488" y="3404"/>
                    <a:pt x="381" y="3309"/>
                    <a:pt x="244" y="3309"/>
                  </a:cubicBezTo>
                  <a:close/>
                  <a:moveTo>
                    <a:pt x="244" y="4948"/>
                  </a:moveTo>
                  <a:cubicBezTo>
                    <a:pt x="114" y="4948"/>
                    <a:pt x="1" y="5056"/>
                    <a:pt x="1" y="5192"/>
                  </a:cubicBezTo>
                  <a:lnTo>
                    <a:pt x="1" y="5226"/>
                  </a:lnTo>
                  <a:cubicBezTo>
                    <a:pt x="1" y="5362"/>
                    <a:pt x="114" y="5470"/>
                    <a:pt x="244" y="5470"/>
                  </a:cubicBezTo>
                  <a:cubicBezTo>
                    <a:pt x="381" y="5470"/>
                    <a:pt x="488" y="5362"/>
                    <a:pt x="488" y="5226"/>
                  </a:cubicBezTo>
                  <a:lnTo>
                    <a:pt x="488" y="5192"/>
                  </a:lnTo>
                  <a:cubicBezTo>
                    <a:pt x="488" y="5056"/>
                    <a:pt x="381" y="4948"/>
                    <a:pt x="244" y="4948"/>
                  </a:cubicBezTo>
                  <a:close/>
                  <a:moveTo>
                    <a:pt x="244" y="6621"/>
                  </a:moveTo>
                  <a:cubicBezTo>
                    <a:pt x="114" y="6621"/>
                    <a:pt x="1" y="6747"/>
                    <a:pt x="1" y="6883"/>
                  </a:cubicBezTo>
                  <a:cubicBezTo>
                    <a:pt x="1" y="7012"/>
                    <a:pt x="114" y="7121"/>
                    <a:pt x="244" y="7121"/>
                  </a:cubicBezTo>
                  <a:cubicBezTo>
                    <a:pt x="381" y="7121"/>
                    <a:pt x="488" y="7012"/>
                    <a:pt x="488" y="6883"/>
                  </a:cubicBezTo>
                  <a:lnTo>
                    <a:pt x="488" y="6849"/>
                  </a:lnTo>
                  <a:cubicBezTo>
                    <a:pt x="488" y="6713"/>
                    <a:pt x="381" y="6621"/>
                    <a:pt x="244" y="6621"/>
                  </a:cubicBezTo>
                  <a:close/>
                  <a:moveTo>
                    <a:pt x="244" y="8279"/>
                  </a:moveTo>
                  <a:cubicBezTo>
                    <a:pt x="114" y="8279"/>
                    <a:pt x="1" y="8402"/>
                    <a:pt x="1" y="8533"/>
                  </a:cubicBezTo>
                  <a:cubicBezTo>
                    <a:pt x="1" y="8669"/>
                    <a:pt x="114" y="8777"/>
                    <a:pt x="244" y="8777"/>
                  </a:cubicBezTo>
                  <a:cubicBezTo>
                    <a:pt x="381" y="8777"/>
                    <a:pt x="488" y="8669"/>
                    <a:pt x="488" y="8533"/>
                  </a:cubicBezTo>
                  <a:lnTo>
                    <a:pt x="488" y="8505"/>
                  </a:lnTo>
                  <a:cubicBezTo>
                    <a:pt x="488" y="8368"/>
                    <a:pt x="381" y="8279"/>
                    <a:pt x="244" y="8279"/>
                  </a:cubicBezTo>
                  <a:close/>
                  <a:moveTo>
                    <a:pt x="244" y="9912"/>
                  </a:moveTo>
                  <a:cubicBezTo>
                    <a:pt x="114" y="9912"/>
                    <a:pt x="1" y="10025"/>
                    <a:pt x="1" y="10156"/>
                  </a:cubicBezTo>
                  <a:lnTo>
                    <a:pt x="1" y="10190"/>
                  </a:lnTo>
                  <a:cubicBezTo>
                    <a:pt x="1" y="10326"/>
                    <a:pt x="114" y="10434"/>
                    <a:pt x="244" y="10434"/>
                  </a:cubicBezTo>
                  <a:cubicBezTo>
                    <a:pt x="381" y="10434"/>
                    <a:pt x="488" y="10326"/>
                    <a:pt x="488" y="10190"/>
                  </a:cubicBezTo>
                  <a:lnTo>
                    <a:pt x="488" y="10156"/>
                  </a:lnTo>
                  <a:cubicBezTo>
                    <a:pt x="488" y="10025"/>
                    <a:pt x="381" y="9912"/>
                    <a:pt x="244" y="9912"/>
                  </a:cubicBezTo>
                  <a:close/>
                </a:path>
              </a:pathLst>
            </a:custGeom>
            <a:solidFill>
              <a:srgbClr val="694C84"/>
            </a:solidFill>
            <a:ln cap="flat" cmpd="sng" w="9525">
              <a:solidFill>
                <a:srgbClr val="694C8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88" name="Google Shape;188;p23"/>
            <p:cNvCxnSpPr/>
            <p:nvPr/>
          </p:nvCxnSpPr>
          <p:spPr>
            <a:xfrm>
              <a:off x="4573013" y="2989225"/>
              <a:ext cx="0" cy="510000"/>
            </a:xfrm>
            <a:prstGeom prst="straightConnector1">
              <a:avLst/>
            </a:prstGeom>
            <a:noFill/>
            <a:ln cap="flat" cmpd="sng" w="19050">
              <a:solidFill>
                <a:srgbClr val="694C8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89" name="Google Shape;189;p23"/>
            <p:cNvSpPr/>
            <p:nvPr/>
          </p:nvSpPr>
          <p:spPr>
            <a:xfrm>
              <a:off x="5135776" y="2415800"/>
              <a:ext cx="1347857" cy="15325"/>
            </a:xfrm>
            <a:custGeom>
              <a:rect b="b" l="l" r="r" t="t"/>
              <a:pathLst>
                <a:path extrusionOk="0" h="393" w="5845">
                  <a:moveTo>
                    <a:pt x="199" y="1"/>
                  </a:moveTo>
                  <a:cubicBezTo>
                    <a:pt x="86" y="1"/>
                    <a:pt x="0" y="87"/>
                    <a:pt x="0" y="194"/>
                  </a:cubicBezTo>
                  <a:cubicBezTo>
                    <a:pt x="0" y="307"/>
                    <a:pt x="86" y="393"/>
                    <a:pt x="199" y="393"/>
                  </a:cubicBezTo>
                  <a:lnTo>
                    <a:pt x="5646" y="393"/>
                  </a:lnTo>
                  <a:cubicBezTo>
                    <a:pt x="5759" y="393"/>
                    <a:pt x="5844" y="307"/>
                    <a:pt x="5844" y="194"/>
                  </a:cubicBezTo>
                  <a:cubicBezTo>
                    <a:pt x="5844" y="87"/>
                    <a:pt x="5759" y="1"/>
                    <a:pt x="5646" y="1"/>
                  </a:cubicBezTo>
                  <a:close/>
                </a:path>
              </a:pathLst>
            </a:custGeom>
            <a:solidFill>
              <a:srgbClr val="694C84"/>
            </a:solidFill>
            <a:ln cap="flat" cmpd="sng" w="9525">
              <a:solidFill>
                <a:srgbClr val="694C8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" name="Google Shape;190;p23"/>
            <p:cNvSpPr/>
            <p:nvPr/>
          </p:nvSpPr>
          <p:spPr>
            <a:xfrm>
              <a:off x="2063775" y="3454475"/>
              <a:ext cx="89100" cy="89100"/>
            </a:xfrm>
            <a:prstGeom prst="ellipse">
              <a:avLst/>
            </a:prstGeom>
            <a:solidFill>
              <a:srgbClr val="694C84"/>
            </a:solidFill>
            <a:ln cap="flat" cmpd="sng" w="9525">
              <a:solidFill>
                <a:srgbClr val="694C8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23"/>
            <p:cNvSpPr/>
            <p:nvPr/>
          </p:nvSpPr>
          <p:spPr>
            <a:xfrm>
              <a:off x="4527450" y="3454475"/>
              <a:ext cx="89100" cy="89100"/>
            </a:xfrm>
            <a:prstGeom prst="ellipse">
              <a:avLst/>
            </a:prstGeom>
            <a:solidFill>
              <a:srgbClr val="694C84"/>
            </a:solidFill>
            <a:ln cap="flat" cmpd="sng" w="9525">
              <a:solidFill>
                <a:srgbClr val="694C8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" name="Google Shape;192;p23"/>
            <p:cNvSpPr/>
            <p:nvPr/>
          </p:nvSpPr>
          <p:spPr>
            <a:xfrm>
              <a:off x="6991125" y="3454475"/>
              <a:ext cx="89100" cy="89100"/>
            </a:xfrm>
            <a:prstGeom prst="ellipse">
              <a:avLst/>
            </a:prstGeom>
            <a:solidFill>
              <a:srgbClr val="694C84"/>
            </a:solidFill>
            <a:ln cap="flat" cmpd="sng" w="9525">
              <a:solidFill>
                <a:srgbClr val="694C8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3" name="Google Shape;193;p23"/>
          <p:cNvSpPr txBox="1"/>
          <p:nvPr>
            <p:ph idx="1" type="subTitle"/>
          </p:nvPr>
        </p:nvSpPr>
        <p:spPr>
          <a:xfrm>
            <a:off x="1148600" y="350547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</p:txBody>
      </p:sp>
      <p:sp>
        <p:nvSpPr>
          <p:cNvPr id="194" name="Google Shape;194;p23"/>
          <p:cNvSpPr txBox="1"/>
          <p:nvPr>
            <p:ph idx="2" type="subTitle"/>
          </p:nvPr>
        </p:nvSpPr>
        <p:spPr>
          <a:xfrm>
            <a:off x="3376225" y="3505475"/>
            <a:ext cx="23916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 and its atmosphere is extremely poisonous</a:t>
            </a:r>
            <a:endParaRPr/>
          </a:p>
        </p:txBody>
      </p:sp>
      <p:sp>
        <p:nvSpPr>
          <p:cNvPr id="195" name="Google Shape;195;p23"/>
          <p:cNvSpPr txBox="1"/>
          <p:nvPr>
            <p:ph idx="3" type="subTitle"/>
          </p:nvPr>
        </p:nvSpPr>
        <p:spPr>
          <a:xfrm>
            <a:off x="5966750" y="3505475"/>
            <a:ext cx="21759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</a:t>
            </a:r>
            <a:endParaRPr/>
          </a:p>
        </p:txBody>
      </p:sp>
      <p:sp>
        <p:nvSpPr>
          <p:cNvPr id="196" name="Google Shape;196;p23"/>
          <p:cNvSpPr txBox="1"/>
          <p:nvPr>
            <p:ph type="title"/>
          </p:nvPr>
        </p:nvSpPr>
        <p:spPr>
          <a:xfrm>
            <a:off x="1162800" y="376475"/>
            <a:ext cx="6818400" cy="67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IDENTIFYING INFORMATION</a:t>
            </a:r>
            <a:endParaRPr/>
          </a:p>
        </p:txBody>
      </p:sp>
      <p:sp>
        <p:nvSpPr>
          <p:cNvPr id="197" name="Google Shape;197;p23"/>
          <p:cNvSpPr/>
          <p:nvPr/>
        </p:nvSpPr>
        <p:spPr>
          <a:xfrm>
            <a:off x="1988559" y="1855323"/>
            <a:ext cx="38951" cy="38717"/>
          </a:xfrm>
          <a:custGeom>
            <a:rect b="b" l="l" r="r" t="t"/>
            <a:pathLst>
              <a:path extrusionOk="0" h="993" w="999">
                <a:moveTo>
                  <a:pt x="500" y="0"/>
                </a:moveTo>
                <a:cubicBezTo>
                  <a:pt x="228" y="0"/>
                  <a:pt x="1" y="221"/>
                  <a:pt x="1" y="500"/>
                </a:cubicBezTo>
                <a:cubicBezTo>
                  <a:pt x="1" y="772"/>
                  <a:pt x="228" y="993"/>
                  <a:pt x="500" y="993"/>
                </a:cubicBezTo>
                <a:cubicBezTo>
                  <a:pt x="778" y="993"/>
                  <a:pt x="999" y="772"/>
                  <a:pt x="999" y="500"/>
                </a:cubicBezTo>
                <a:cubicBezTo>
                  <a:pt x="999" y="221"/>
                  <a:pt x="778" y="0"/>
                  <a:pt x="500" y="0"/>
                </a:cubicBezTo>
                <a:close/>
              </a:path>
            </a:pathLst>
          </a:custGeom>
          <a:solidFill>
            <a:srgbClr val="694C84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" name="Google Shape;198;p23"/>
          <p:cNvSpPr/>
          <p:nvPr/>
        </p:nvSpPr>
        <p:spPr>
          <a:xfrm>
            <a:off x="2196255" y="1855323"/>
            <a:ext cx="38990" cy="38717"/>
          </a:xfrm>
          <a:custGeom>
            <a:rect b="b" l="l" r="r" t="t"/>
            <a:pathLst>
              <a:path extrusionOk="0" h="993" w="1000">
                <a:moveTo>
                  <a:pt x="500" y="0"/>
                </a:moveTo>
                <a:cubicBezTo>
                  <a:pt x="222" y="0"/>
                  <a:pt x="0" y="221"/>
                  <a:pt x="0" y="500"/>
                </a:cubicBezTo>
                <a:cubicBezTo>
                  <a:pt x="0" y="772"/>
                  <a:pt x="222" y="993"/>
                  <a:pt x="500" y="993"/>
                </a:cubicBezTo>
                <a:cubicBezTo>
                  <a:pt x="772" y="993"/>
                  <a:pt x="1000" y="772"/>
                  <a:pt x="1000" y="500"/>
                </a:cubicBezTo>
                <a:cubicBezTo>
                  <a:pt x="1000" y="221"/>
                  <a:pt x="772" y="0"/>
                  <a:pt x="500" y="0"/>
                </a:cubicBezTo>
                <a:close/>
              </a:path>
            </a:pathLst>
          </a:custGeom>
          <a:solidFill>
            <a:srgbClr val="694C84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9" name="Google Shape;199;p23"/>
          <p:cNvSpPr/>
          <p:nvPr/>
        </p:nvSpPr>
        <p:spPr>
          <a:xfrm>
            <a:off x="6908751" y="1855323"/>
            <a:ext cx="38990" cy="38717"/>
          </a:xfrm>
          <a:custGeom>
            <a:rect b="b" l="l" r="r" t="t"/>
            <a:pathLst>
              <a:path extrusionOk="0" h="993" w="1000">
                <a:moveTo>
                  <a:pt x="500" y="0"/>
                </a:moveTo>
                <a:cubicBezTo>
                  <a:pt x="228" y="0"/>
                  <a:pt x="1" y="221"/>
                  <a:pt x="1" y="500"/>
                </a:cubicBezTo>
                <a:cubicBezTo>
                  <a:pt x="1" y="772"/>
                  <a:pt x="228" y="993"/>
                  <a:pt x="500" y="993"/>
                </a:cubicBezTo>
                <a:cubicBezTo>
                  <a:pt x="778" y="993"/>
                  <a:pt x="1000" y="772"/>
                  <a:pt x="1000" y="500"/>
                </a:cubicBezTo>
                <a:cubicBezTo>
                  <a:pt x="1000" y="221"/>
                  <a:pt x="778" y="0"/>
                  <a:pt x="500" y="0"/>
                </a:cubicBezTo>
                <a:close/>
              </a:path>
            </a:pathLst>
          </a:custGeom>
          <a:solidFill>
            <a:srgbClr val="694C84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" name="Google Shape;200;p23"/>
          <p:cNvSpPr/>
          <p:nvPr/>
        </p:nvSpPr>
        <p:spPr>
          <a:xfrm>
            <a:off x="7116485" y="1855323"/>
            <a:ext cx="38951" cy="38717"/>
          </a:xfrm>
          <a:custGeom>
            <a:rect b="b" l="l" r="r" t="t"/>
            <a:pathLst>
              <a:path extrusionOk="0" h="993" w="999">
                <a:moveTo>
                  <a:pt x="499" y="0"/>
                </a:moveTo>
                <a:cubicBezTo>
                  <a:pt x="226" y="0"/>
                  <a:pt x="0" y="221"/>
                  <a:pt x="0" y="500"/>
                </a:cubicBezTo>
                <a:cubicBezTo>
                  <a:pt x="0" y="772"/>
                  <a:pt x="226" y="993"/>
                  <a:pt x="499" y="993"/>
                </a:cubicBezTo>
                <a:cubicBezTo>
                  <a:pt x="778" y="993"/>
                  <a:pt x="999" y="772"/>
                  <a:pt x="999" y="500"/>
                </a:cubicBezTo>
                <a:cubicBezTo>
                  <a:pt x="999" y="221"/>
                  <a:pt x="778" y="0"/>
                  <a:pt x="499" y="0"/>
                </a:cubicBezTo>
                <a:close/>
              </a:path>
            </a:pathLst>
          </a:custGeom>
          <a:solidFill>
            <a:srgbClr val="694C84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" name="Google Shape;201;p23"/>
          <p:cNvSpPr/>
          <p:nvPr/>
        </p:nvSpPr>
        <p:spPr>
          <a:xfrm>
            <a:off x="1934990" y="22903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2" name="Google Shape;202;p23"/>
          <p:cNvGrpSpPr/>
          <p:nvPr/>
        </p:nvGrpSpPr>
        <p:grpSpPr>
          <a:xfrm>
            <a:off x="6888102" y="2253796"/>
            <a:ext cx="334915" cy="334038"/>
            <a:chOff x="-24709875" y="1970225"/>
            <a:chExt cx="296175" cy="295400"/>
          </a:xfrm>
        </p:grpSpPr>
        <p:sp>
          <p:nvSpPr>
            <p:cNvPr id="203" name="Google Shape;203;p23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" name="Google Shape;204;p23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5" name="Google Shape;205;p23"/>
          <p:cNvSpPr/>
          <p:nvPr/>
        </p:nvSpPr>
        <p:spPr>
          <a:xfrm>
            <a:off x="4411546" y="2253809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09" name="Shape 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" name="Google Shape;210;p24"/>
          <p:cNvSpPr/>
          <p:nvPr/>
        </p:nvSpPr>
        <p:spPr>
          <a:xfrm>
            <a:off x="3130988" y="1835744"/>
            <a:ext cx="1152300" cy="1152300"/>
          </a:xfrm>
          <a:prstGeom prst="rect">
            <a:avLst/>
          </a:prstGeom>
          <a:solidFill>
            <a:srgbClr val="694C84"/>
          </a:solidFill>
          <a:ln cap="flat" cmpd="sng" w="2857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" name="Google Shape;211;p24"/>
          <p:cNvSpPr/>
          <p:nvPr/>
        </p:nvSpPr>
        <p:spPr>
          <a:xfrm>
            <a:off x="4755275" y="1835813"/>
            <a:ext cx="1711800" cy="1152300"/>
          </a:xfrm>
          <a:prstGeom prst="rect">
            <a:avLst/>
          </a:prstGeom>
          <a:solidFill>
            <a:srgbClr val="925775"/>
          </a:solidFill>
          <a:ln cap="flat" cmpd="sng" w="28575">
            <a:solidFill>
              <a:srgbClr val="92577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12" name="Google Shape;212;p24"/>
          <p:cNvSpPr txBox="1"/>
          <p:nvPr>
            <p:ph type="title"/>
          </p:nvPr>
        </p:nvSpPr>
        <p:spPr>
          <a:xfrm>
            <a:off x="1162800" y="376475"/>
            <a:ext cx="6818400" cy="67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PATIENT MEDICAL HISTORY</a:t>
            </a:r>
            <a:endParaRPr/>
          </a:p>
        </p:txBody>
      </p:sp>
      <p:grpSp>
        <p:nvGrpSpPr>
          <p:cNvPr id="213" name="Google Shape;213;p24"/>
          <p:cNvGrpSpPr/>
          <p:nvPr/>
        </p:nvGrpSpPr>
        <p:grpSpPr>
          <a:xfrm>
            <a:off x="2130275" y="4040925"/>
            <a:ext cx="4970125" cy="92100"/>
            <a:chOff x="2130275" y="4040925"/>
            <a:chExt cx="4970125" cy="92100"/>
          </a:xfrm>
        </p:grpSpPr>
        <p:sp>
          <p:nvSpPr>
            <p:cNvPr id="214" name="Google Shape;214;p24"/>
            <p:cNvSpPr/>
            <p:nvPr/>
          </p:nvSpPr>
          <p:spPr>
            <a:xfrm>
              <a:off x="2130275" y="4040925"/>
              <a:ext cx="92100" cy="92100"/>
            </a:xfrm>
            <a:prstGeom prst="ellipse">
              <a:avLst/>
            </a:prstGeom>
            <a:noFill/>
            <a:ln cap="flat" cmpd="sng" w="28575">
              <a:solidFill>
                <a:srgbClr val="694C8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694C84"/>
                </a:solidFill>
              </a:endParaRPr>
            </a:p>
          </p:txBody>
        </p:sp>
        <p:sp>
          <p:nvSpPr>
            <p:cNvPr id="215" name="Google Shape;215;p24"/>
            <p:cNvSpPr/>
            <p:nvPr/>
          </p:nvSpPr>
          <p:spPr>
            <a:xfrm>
              <a:off x="4525950" y="4040925"/>
              <a:ext cx="92100" cy="92100"/>
            </a:xfrm>
            <a:prstGeom prst="ellipse">
              <a:avLst/>
            </a:prstGeom>
            <a:noFill/>
            <a:ln cap="flat" cmpd="sng" w="28575">
              <a:solidFill>
                <a:srgbClr val="694C8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694C84"/>
                </a:solidFill>
              </a:endParaRPr>
            </a:p>
          </p:txBody>
        </p:sp>
        <p:sp>
          <p:nvSpPr>
            <p:cNvPr id="216" name="Google Shape;216;p24"/>
            <p:cNvSpPr/>
            <p:nvPr/>
          </p:nvSpPr>
          <p:spPr>
            <a:xfrm>
              <a:off x="7008300" y="4040925"/>
              <a:ext cx="92100" cy="92100"/>
            </a:xfrm>
            <a:prstGeom prst="ellipse">
              <a:avLst/>
            </a:prstGeom>
            <a:noFill/>
            <a:ln cap="flat" cmpd="sng" w="28575">
              <a:solidFill>
                <a:srgbClr val="694C8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694C84"/>
                </a:solidFill>
              </a:endParaRPr>
            </a:p>
          </p:txBody>
        </p:sp>
        <p:cxnSp>
          <p:nvCxnSpPr>
            <p:cNvPr id="217" name="Google Shape;217;p24"/>
            <p:cNvCxnSpPr>
              <a:stCxn id="214" idx="6"/>
              <a:endCxn id="215" idx="2"/>
            </p:cNvCxnSpPr>
            <p:nvPr/>
          </p:nvCxnSpPr>
          <p:spPr>
            <a:xfrm>
              <a:off x="2222375" y="4086975"/>
              <a:ext cx="2303700" cy="0"/>
            </a:xfrm>
            <a:prstGeom prst="straightConnector1">
              <a:avLst/>
            </a:prstGeom>
            <a:noFill/>
            <a:ln cap="flat" cmpd="sng" w="28575">
              <a:solidFill>
                <a:srgbClr val="694C8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8" name="Google Shape;218;p24"/>
            <p:cNvCxnSpPr>
              <a:stCxn id="216" idx="2"/>
              <a:endCxn id="215" idx="6"/>
            </p:cNvCxnSpPr>
            <p:nvPr/>
          </p:nvCxnSpPr>
          <p:spPr>
            <a:xfrm rot="10800000">
              <a:off x="4617900" y="4086975"/>
              <a:ext cx="2390400" cy="0"/>
            </a:xfrm>
            <a:prstGeom prst="straightConnector1">
              <a:avLst/>
            </a:prstGeom>
            <a:noFill/>
            <a:ln cap="flat" cmpd="sng" w="28575">
              <a:solidFill>
                <a:srgbClr val="694C84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219" name="Google Shape;219;p24"/>
          <p:cNvSpPr txBox="1"/>
          <p:nvPr/>
        </p:nvSpPr>
        <p:spPr>
          <a:xfrm>
            <a:off x="1764425" y="4133025"/>
            <a:ext cx="823800" cy="2475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228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694C84"/>
                </a:solidFill>
                <a:latin typeface="Josefin Sans"/>
                <a:ea typeface="Josefin Sans"/>
                <a:cs typeface="Josefin Sans"/>
                <a:sym typeface="Josefin Sans"/>
              </a:rPr>
              <a:t>2xxx</a:t>
            </a:r>
            <a:endParaRPr b="1" sz="1200">
              <a:solidFill>
                <a:srgbClr val="694C84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20" name="Google Shape;220;p24"/>
          <p:cNvSpPr txBox="1"/>
          <p:nvPr/>
        </p:nvSpPr>
        <p:spPr>
          <a:xfrm>
            <a:off x="4160088" y="4133022"/>
            <a:ext cx="823800" cy="2475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228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694C84"/>
                </a:solidFill>
                <a:latin typeface="Josefin Sans"/>
                <a:ea typeface="Josefin Sans"/>
                <a:cs typeface="Josefin Sans"/>
                <a:sym typeface="Josefin Sans"/>
              </a:rPr>
              <a:t>2xxx</a:t>
            </a:r>
            <a:endParaRPr b="1" sz="1200">
              <a:solidFill>
                <a:srgbClr val="694C84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21" name="Google Shape;221;p24"/>
          <p:cNvSpPr txBox="1"/>
          <p:nvPr/>
        </p:nvSpPr>
        <p:spPr>
          <a:xfrm>
            <a:off x="6642450" y="4133022"/>
            <a:ext cx="823800" cy="2475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228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694C84"/>
                </a:solidFill>
                <a:latin typeface="Josefin Sans"/>
                <a:ea typeface="Josefin Sans"/>
                <a:cs typeface="Josefin Sans"/>
                <a:sym typeface="Josefin Sans"/>
              </a:rPr>
              <a:t>2xxx</a:t>
            </a:r>
            <a:endParaRPr b="1" sz="1200">
              <a:solidFill>
                <a:srgbClr val="694C84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22" name="Google Shape;222;p24"/>
          <p:cNvSpPr txBox="1"/>
          <p:nvPr/>
        </p:nvSpPr>
        <p:spPr>
          <a:xfrm>
            <a:off x="1252325" y="3460326"/>
            <a:ext cx="1848000" cy="41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rPr>
              <a:t>Venus has a beautiful name, but it’s terribly hot</a:t>
            </a:r>
            <a:endParaRPr sz="1200">
              <a:solidFill>
                <a:srgbClr val="694C84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23" name="Google Shape;223;p24"/>
          <p:cNvSpPr txBox="1"/>
          <p:nvPr/>
        </p:nvSpPr>
        <p:spPr>
          <a:xfrm>
            <a:off x="3392675" y="3463750"/>
            <a:ext cx="2337900" cy="41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rPr>
              <a:t>Jupiter is a gas giant and the fourth-brightest object in the sky</a:t>
            </a:r>
            <a:endParaRPr sz="1200">
              <a:solidFill>
                <a:srgbClr val="694C84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24" name="Google Shape;224;p24"/>
          <p:cNvSpPr txBox="1"/>
          <p:nvPr/>
        </p:nvSpPr>
        <p:spPr>
          <a:xfrm>
            <a:off x="6043675" y="3462767"/>
            <a:ext cx="1881300" cy="41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rPr>
              <a:t>Despite being red, Mars is a cold place, not hot</a:t>
            </a:r>
            <a:endParaRPr sz="1200">
              <a:solidFill>
                <a:srgbClr val="694C84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25" name="Google Shape;225;p24"/>
          <p:cNvSpPr txBox="1"/>
          <p:nvPr/>
        </p:nvSpPr>
        <p:spPr>
          <a:xfrm>
            <a:off x="4811825" y="2591875"/>
            <a:ext cx="1598700" cy="18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Abel"/>
                <a:ea typeface="Abel"/>
                <a:cs typeface="Abel"/>
                <a:sym typeface="Abel"/>
              </a:rPr>
              <a:t>LOCATION: </a:t>
            </a:r>
            <a:r>
              <a:rPr lang="es" sz="1100">
                <a:solidFill>
                  <a:srgbClr val="FFFFFF"/>
                </a:solidFill>
                <a:latin typeface="Abel"/>
                <a:ea typeface="Abel"/>
                <a:cs typeface="Abel"/>
                <a:sym typeface="Abel"/>
              </a:rPr>
              <a:t>Madrid, Spain</a:t>
            </a:r>
            <a:r>
              <a:rPr lang="es" sz="1200">
                <a:solidFill>
                  <a:srgbClr val="FFFFFF"/>
                </a:solidFill>
                <a:latin typeface="Abel"/>
                <a:ea typeface="Abel"/>
                <a:cs typeface="Abel"/>
                <a:sym typeface="Abel"/>
              </a:rPr>
              <a:t>  </a:t>
            </a:r>
            <a:endParaRPr sz="1200">
              <a:solidFill>
                <a:srgbClr val="FFFFFF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26" name="Google Shape;226;p24"/>
          <p:cNvSpPr txBox="1"/>
          <p:nvPr/>
        </p:nvSpPr>
        <p:spPr>
          <a:xfrm>
            <a:off x="4811825" y="2357963"/>
            <a:ext cx="1598700" cy="18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Abel"/>
                <a:ea typeface="Abel"/>
                <a:cs typeface="Abel"/>
                <a:sym typeface="Abel"/>
              </a:rPr>
              <a:t>ALLERGIES: </a:t>
            </a:r>
            <a:r>
              <a:rPr lang="es" sz="1100">
                <a:solidFill>
                  <a:srgbClr val="FFFFFF"/>
                </a:solidFill>
                <a:latin typeface="Abel"/>
                <a:ea typeface="Abel"/>
                <a:cs typeface="Abel"/>
                <a:sym typeface="Abel"/>
              </a:rPr>
              <a:t>None </a:t>
            </a:r>
            <a:endParaRPr sz="1100">
              <a:solidFill>
                <a:srgbClr val="FFFFFF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27" name="Google Shape;227;p24"/>
          <p:cNvSpPr txBox="1"/>
          <p:nvPr/>
        </p:nvSpPr>
        <p:spPr>
          <a:xfrm>
            <a:off x="4811825" y="2124075"/>
            <a:ext cx="1598700" cy="18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Abel"/>
                <a:ea typeface="Abel"/>
                <a:cs typeface="Abel"/>
                <a:sym typeface="Abel"/>
              </a:rPr>
              <a:t>GENDER: </a:t>
            </a:r>
            <a:r>
              <a:rPr lang="es" sz="1100">
                <a:solidFill>
                  <a:srgbClr val="FFFFFF"/>
                </a:solidFill>
                <a:latin typeface="Abel"/>
                <a:ea typeface="Abel"/>
                <a:cs typeface="Abel"/>
                <a:sym typeface="Abel"/>
              </a:rPr>
              <a:t>Female </a:t>
            </a:r>
            <a:endParaRPr sz="1100">
              <a:solidFill>
                <a:srgbClr val="FFFFFF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28" name="Google Shape;228;p24"/>
          <p:cNvSpPr txBox="1"/>
          <p:nvPr/>
        </p:nvSpPr>
        <p:spPr>
          <a:xfrm>
            <a:off x="4811825" y="1886100"/>
            <a:ext cx="1598700" cy="18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Abel"/>
                <a:ea typeface="Abel"/>
                <a:cs typeface="Abel"/>
                <a:sym typeface="Abel"/>
              </a:rPr>
              <a:t>AGE:</a:t>
            </a:r>
            <a:r>
              <a:rPr lang="es">
                <a:solidFill>
                  <a:srgbClr val="FFFFFF"/>
                </a:solidFill>
                <a:latin typeface="Abel"/>
                <a:ea typeface="Abel"/>
                <a:cs typeface="Abel"/>
                <a:sym typeface="Abel"/>
              </a:rPr>
              <a:t> </a:t>
            </a:r>
            <a:r>
              <a:rPr lang="es" sz="1100">
                <a:solidFill>
                  <a:srgbClr val="FFFFFF"/>
                </a:solidFill>
                <a:latin typeface="Abel"/>
                <a:ea typeface="Abel"/>
                <a:cs typeface="Abel"/>
                <a:sym typeface="Abel"/>
              </a:rPr>
              <a:t>25 - 35</a:t>
            </a:r>
            <a:r>
              <a:rPr lang="es" sz="1200">
                <a:solidFill>
                  <a:srgbClr val="FFFFFF"/>
                </a:solidFill>
                <a:latin typeface="Abel"/>
                <a:ea typeface="Abel"/>
                <a:cs typeface="Abel"/>
                <a:sym typeface="Abel"/>
              </a:rPr>
              <a:t> </a:t>
            </a:r>
            <a:endParaRPr sz="1200">
              <a:solidFill>
                <a:srgbClr val="FFFFFF"/>
              </a:solidFill>
              <a:latin typeface="Abel"/>
              <a:ea typeface="Abel"/>
              <a:cs typeface="Abel"/>
              <a:sym typeface="Abel"/>
            </a:endParaRPr>
          </a:p>
        </p:txBody>
      </p:sp>
      <p:grpSp>
        <p:nvGrpSpPr>
          <p:cNvPr id="229" name="Google Shape;229;p24"/>
          <p:cNvGrpSpPr/>
          <p:nvPr/>
        </p:nvGrpSpPr>
        <p:grpSpPr>
          <a:xfrm>
            <a:off x="3519225" y="2165887"/>
            <a:ext cx="376050" cy="492171"/>
            <a:chOff x="1806325" y="238125"/>
            <a:chExt cx="3987800" cy="5219200"/>
          </a:xfrm>
        </p:grpSpPr>
        <p:sp>
          <p:nvSpPr>
            <p:cNvPr id="230" name="Google Shape;230;p24"/>
            <p:cNvSpPr/>
            <p:nvPr/>
          </p:nvSpPr>
          <p:spPr>
            <a:xfrm>
              <a:off x="2913750" y="2590825"/>
              <a:ext cx="2392700" cy="152525"/>
            </a:xfrm>
            <a:custGeom>
              <a:rect b="b" l="l" r="r" t="t"/>
              <a:pathLst>
                <a:path extrusionOk="0" h="6101" w="95708">
                  <a:moveTo>
                    <a:pt x="3067" y="0"/>
                  </a:moveTo>
                  <a:cubicBezTo>
                    <a:pt x="1371" y="0"/>
                    <a:pt x="1" y="1370"/>
                    <a:pt x="1" y="3034"/>
                  </a:cubicBezTo>
                  <a:cubicBezTo>
                    <a:pt x="1" y="4730"/>
                    <a:pt x="1371" y="6100"/>
                    <a:pt x="3067" y="6100"/>
                  </a:cubicBezTo>
                  <a:lnTo>
                    <a:pt x="92641" y="6100"/>
                  </a:lnTo>
                  <a:cubicBezTo>
                    <a:pt x="94337" y="6100"/>
                    <a:pt x="95707" y="4730"/>
                    <a:pt x="95707" y="3034"/>
                  </a:cubicBezTo>
                  <a:cubicBezTo>
                    <a:pt x="95707" y="1370"/>
                    <a:pt x="94337" y="0"/>
                    <a:pt x="926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" name="Google Shape;231;p24"/>
            <p:cNvSpPr/>
            <p:nvPr/>
          </p:nvSpPr>
          <p:spPr>
            <a:xfrm>
              <a:off x="2293975" y="2590825"/>
              <a:ext cx="414300" cy="152525"/>
            </a:xfrm>
            <a:custGeom>
              <a:rect b="b" l="l" r="r" t="t"/>
              <a:pathLst>
                <a:path extrusionOk="0" h="6101" w="16572">
                  <a:moveTo>
                    <a:pt x="3067" y="0"/>
                  </a:moveTo>
                  <a:cubicBezTo>
                    <a:pt x="1371" y="0"/>
                    <a:pt x="1" y="1370"/>
                    <a:pt x="1" y="3034"/>
                  </a:cubicBezTo>
                  <a:cubicBezTo>
                    <a:pt x="1" y="4730"/>
                    <a:pt x="1371" y="6100"/>
                    <a:pt x="3067" y="6100"/>
                  </a:cubicBezTo>
                  <a:lnTo>
                    <a:pt x="13505" y="6100"/>
                  </a:lnTo>
                  <a:cubicBezTo>
                    <a:pt x="15202" y="6100"/>
                    <a:pt x="16572" y="4730"/>
                    <a:pt x="16572" y="3034"/>
                  </a:cubicBezTo>
                  <a:cubicBezTo>
                    <a:pt x="16572" y="1370"/>
                    <a:pt x="15202" y="0"/>
                    <a:pt x="135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" name="Google Shape;232;p24"/>
            <p:cNvSpPr/>
            <p:nvPr/>
          </p:nvSpPr>
          <p:spPr>
            <a:xfrm>
              <a:off x="2293975" y="3334550"/>
              <a:ext cx="3012475" cy="153350"/>
            </a:xfrm>
            <a:custGeom>
              <a:rect b="b" l="l" r="r" t="t"/>
              <a:pathLst>
                <a:path extrusionOk="0" h="6134" w="120499">
                  <a:moveTo>
                    <a:pt x="3067" y="1"/>
                  </a:moveTo>
                  <a:cubicBezTo>
                    <a:pt x="1371" y="1"/>
                    <a:pt x="1" y="1371"/>
                    <a:pt x="1" y="3067"/>
                  </a:cubicBezTo>
                  <a:cubicBezTo>
                    <a:pt x="1" y="4731"/>
                    <a:pt x="1371" y="6133"/>
                    <a:pt x="3067" y="6133"/>
                  </a:cubicBezTo>
                  <a:lnTo>
                    <a:pt x="117432" y="6133"/>
                  </a:lnTo>
                  <a:cubicBezTo>
                    <a:pt x="119128" y="6133"/>
                    <a:pt x="120498" y="4731"/>
                    <a:pt x="120498" y="3067"/>
                  </a:cubicBezTo>
                  <a:cubicBezTo>
                    <a:pt x="120498" y="1371"/>
                    <a:pt x="119128" y="1"/>
                    <a:pt x="117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" name="Google Shape;233;p24"/>
            <p:cNvSpPr/>
            <p:nvPr/>
          </p:nvSpPr>
          <p:spPr>
            <a:xfrm>
              <a:off x="4737200" y="4173700"/>
              <a:ext cx="569250" cy="153325"/>
            </a:xfrm>
            <a:custGeom>
              <a:rect b="b" l="l" r="r" t="t"/>
              <a:pathLst>
                <a:path extrusionOk="0" h="6133" w="22770">
                  <a:moveTo>
                    <a:pt x="3067" y="0"/>
                  </a:moveTo>
                  <a:cubicBezTo>
                    <a:pt x="1371" y="0"/>
                    <a:pt x="1" y="1371"/>
                    <a:pt x="1" y="3067"/>
                  </a:cubicBezTo>
                  <a:cubicBezTo>
                    <a:pt x="1" y="4763"/>
                    <a:pt x="1371" y="6133"/>
                    <a:pt x="3067" y="6133"/>
                  </a:cubicBezTo>
                  <a:lnTo>
                    <a:pt x="19703" y="6133"/>
                  </a:lnTo>
                  <a:cubicBezTo>
                    <a:pt x="21399" y="6133"/>
                    <a:pt x="22769" y="4763"/>
                    <a:pt x="22769" y="3067"/>
                  </a:cubicBezTo>
                  <a:cubicBezTo>
                    <a:pt x="22769" y="1371"/>
                    <a:pt x="21399" y="0"/>
                    <a:pt x="197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24"/>
            <p:cNvSpPr/>
            <p:nvPr/>
          </p:nvSpPr>
          <p:spPr>
            <a:xfrm>
              <a:off x="2293975" y="4173700"/>
              <a:ext cx="2236925" cy="153325"/>
            </a:xfrm>
            <a:custGeom>
              <a:rect b="b" l="l" r="r" t="t"/>
              <a:pathLst>
                <a:path extrusionOk="0" h="6133" w="89477">
                  <a:moveTo>
                    <a:pt x="3067" y="0"/>
                  </a:moveTo>
                  <a:cubicBezTo>
                    <a:pt x="1371" y="0"/>
                    <a:pt x="1" y="1371"/>
                    <a:pt x="1" y="3067"/>
                  </a:cubicBezTo>
                  <a:cubicBezTo>
                    <a:pt x="1" y="4763"/>
                    <a:pt x="1371" y="6133"/>
                    <a:pt x="3067" y="6133"/>
                  </a:cubicBezTo>
                  <a:lnTo>
                    <a:pt x="86411" y="6133"/>
                  </a:lnTo>
                  <a:cubicBezTo>
                    <a:pt x="88107" y="6133"/>
                    <a:pt x="89477" y="4763"/>
                    <a:pt x="89477" y="3067"/>
                  </a:cubicBezTo>
                  <a:cubicBezTo>
                    <a:pt x="89477" y="1371"/>
                    <a:pt x="88107" y="0"/>
                    <a:pt x="864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24"/>
            <p:cNvSpPr/>
            <p:nvPr/>
          </p:nvSpPr>
          <p:spPr>
            <a:xfrm>
              <a:off x="1806325" y="238125"/>
              <a:ext cx="3987800" cy="5219200"/>
            </a:xfrm>
            <a:custGeom>
              <a:rect b="b" l="l" r="r" t="t"/>
              <a:pathLst>
                <a:path extrusionOk="0" h="208768" w="159512">
                  <a:moveTo>
                    <a:pt x="116127" y="10438"/>
                  </a:moveTo>
                  <a:lnTo>
                    <a:pt x="149040" y="43384"/>
                  </a:lnTo>
                  <a:lnTo>
                    <a:pt x="118377" y="43384"/>
                  </a:lnTo>
                  <a:cubicBezTo>
                    <a:pt x="117138" y="43384"/>
                    <a:pt x="116127" y="42373"/>
                    <a:pt x="116127" y="41101"/>
                  </a:cubicBezTo>
                  <a:lnTo>
                    <a:pt x="116127" y="10438"/>
                  </a:lnTo>
                  <a:close/>
                  <a:moveTo>
                    <a:pt x="109994" y="6133"/>
                  </a:moveTo>
                  <a:lnTo>
                    <a:pt x="109994" y="41101"/>
                  </a:lnTo>
                  <a:cubicBezTo>
                    <a:pt x="109994" y="45733"/>
                    <a:pt x="113745" y="49517"/>
                    <a:pt x="118377" y="49517"/>
                  </a:cubicBezTo>
                  <a:lnTo>
                    <a:pt x="153379" y="49517"/>
                  </a:lnTo>
                  <a:lnTo>
                    <a:pt x="153379" y="199797"/>
                  </a:lnTo>
                  <a:cubicBezTo>
                    <a:pt x="153379" y="201362"/>
                    <a:pt x="152106" y="202635"/>
                    <a:pt x="150541" y="202635"/>
                  </a:cubicBezTo>
                  <a:lnTo>
                    <a:pt x="8970" y="202635"/>
                  </a:lnTo>
                  <a:cubicBezTo>
                    <a:pt x="7405" y="202635"/>
                    <a:pt x="6133" y="201362"/>
                    <a:pt x="6133" y="199797"/>
                  </a:cubicBezTo>
                  <a:lnTo>
                    <a:pt x="6133" y="8970"/>
                  </a:lnTo>
                  <a:cubicBezTo>
                    <a:pt x="6133" y="7405"/>
                    <a:pt x="7405" y="6133"/>
                    <a:pt x="8970" y="6133"/>
                  </a:cubicBezTo>
                  <a:close/>
                  <a:moveTo>
                    <a:pt x="8970" y="0"/>
                  </a:moveTo>
                  <a:cubicBezTo>
                    <a:pt x="4045" y="0"/>
                    <a:pt x="0" y="4012"/>
                    <a:pt x="0" y="8970"/>
                  </a:cubicBezTo>
                  <a:lnTo>
                    <a:pt x="0" y="199797"/>
                  </a:lnTo>
                  <a:cubicBezTo>
                    <a:pt x="0" y="204755"/>
                    <a:pt x="4045" y="208767"/>
                    <a:pt x="8970" y="208767"/>
                  </a:cubicBezTo>
                  <a:lnTo>
                    <a:pt x="150541" y="208767"/>
                  </a:lnTo>
                  <a:cubicBezTo>
                    <a:pt x="155466" y="208767"/>
                    <a:pt x="159511" y="204755"/>
                    <a:pt x="159511" y="199797"/>
                  </a:cubicBezTo>
                  <a:lnTo>
                    <a:pt x="159511" y="46451"/>
                  </a:lnTo>
                  <a:cubicBezTo>
                    <a:pt x="159511" y="46353"/>
                    <a:pt x="159479" y="46255"/>
                    <a:pt x="159479" y="46157"/>
                  </a:cubicBezTo>
                  <a:cubicBezTo>
                    <a:pt x="159479" y="46059"/>
                    <a:pt x="159479" y="45994"/>
                    <a:pt x="159446" y="45929"/>
                  </a:cubicBezTo>
                  <a:cubicBezTo>
                    <a:pt x="159446" y="45896"/>
                    <a:pt x="159446" y="45864"/>
                    <a:pt x="159446" y="45831"/>
                  </a:cubicBezTo>
                  <a:cubicBezTo>
                    <a:pt x="159413" y="45766"/>
                    <a:pt x="159413" y="45668"/>
                    <a:pt x="159381" y="45603"/>
                  </a:cubicBezTo>
                  <a:cubicBezTo>
                    <a:pt x="159381" y="45570"/>
                    <a:pt x="159381" y="45570"/>
                    <a:pt x="159381" y="45570"/>
                  </a:cubicBezTo>
                  <a:cubicBezTo>
                    <a:pt x="159348" y="45472"/>
                    <a:pt x="159315" y="45374"/>
                    <a:pt x="159283" y="45309"/>
                  </a:cubicBezTo>
                  <a:cubicBezTo>
                    <a:pt x="159283" y="45309"/>
                    <a:pt x="159283" y="45276"/>
                    <a:pt x="159250" y="45276"/>
                  </a:cubicBezTo>
                  <a:cubicBezTo>
                    <a:pt x="159218" y="45211"/>
                    <a:pt x="159185" y="45113"/>
                    <a:pt x="159152" y="45048"/>
                  </a:cubicBezTo>
                  <a:cubicBezTo>
                    <a:pt x="159152" y="45048"/>
                    <a:pt x="159152" y="45015"/>
                    <a:pt x="159120" y="45015"/>
                  </a:cubicBezTo>
                  <a:cubicBezTo>
                    <a:pt x="159087" y="44950"/>
                    <a:pt x="159054" y="44885"/>
                    <a:pt x="159022" y="44820"/>
                  </a:cubicBezTo>
                  <a:cubicBezTo>
                    <a:pt x="159022" y="44787"/>
                    <a:pt x="158989" y="44754"/>
                    <a:pt x="158989" y="44754"/>
                  </a:cubicBezTo>
                  <a:cubicBezTo>
                    <a:pt x="158957" y="44689"/>
                    <a:pt x="158891" y="44624"/>
                    <a:pt x="158859" y="44559"/>
                  </a:cubicBezTo>
                  <a:cubicBezTo>
                    <a:pt x="158826" y="44559"/>
                    <a:pt x="158826" y="44526"/>
                    <a:pt x="158793" y="44493"/>
                  </a:cubicBezTo>
                  <a:cubicBezTo>
                    <a:pt x="158761" y="44428"/>
                    <a:pt x="158696" y="44363"/>
                    <a:pt x="158630" y="44298"/>
                  </a:cubicBezTo>
                  <a:lnTo>
                    <a:pt x="158598" y="44298"/>
                  </a:lnTo>
                  <a:lnTo>
                    <a:pt x="115213" y="881"/>
                  </a:lnTo>
                  <a:lnTo>
                    <a:pt x="115181" y="881"/>
                  </a:lnTo>
                  <a:cubicBezTo>
                    <a:pt x="115116" y="815"/>
                    <a:pt x="115050" y="750"/>
                    <a:pt x="114985" y="685"/>
                  </a:cubicBezTo>
                  <a:cubicBezTo>
                    <a:pt x="114985" y="685"/>
                    <a:pt x="114952" y="652"/>
                    <a:pt x="114920" y="652"/>
                  </a:cubicBezTo>
                  <a:cubicBezTo>
                    <a:pt x="114887" y="620"/>
                    <a:pt x="114822" y="555"/>
                    <a:pt x="114757" y="522"/>
                  </a:cubicBezTo>
                  <a:cubicBezTo>
                    <a:pt x="114724" y="489"/>
                    <a:pt x="114724" y="489"/>
                    <a:pt x="114691" y="489"/>
                  </a:cubicBezTo>
                  <a:cubicBezTo>
                    <a:pt x="114626" y="457"/>
                    <a:pt x="114561" y="391"/>
                    <a:pt x="114496" y="359"/>
                  </a:cubicBezTo>
                  <a:lnTo>
                    <a:pt x="114463" y="359"/>
                  </a:lnTo>
                  <a:cubicBezTo>
                    <a:pt x="114365" y="294"/>
                    <a:pt x="114300" y="261"/>
                    <a:pt x="114235" y="228"/>
                  </a:cubicBezTo>
                  <a:lnTo>
                    <a:pt x="114202" y="228"/>
                  </a:lnTo>
                  <a:cubicBezTo>
                    <a:pt x="114104" y="196"/>
                    <a:pt x="114039" y="163"/>
                    <a:pt x="113941" y="130"/>
                  </a:cubicBezTo>
                  <a:lnTo>
                    <a:pt x="113909" y="130"/>
                  </a:lnTo>
                  <a:cubicBezTo>
                    <a:pt x="113811" y="98"/>
                    <a:pt x="113745" y="65"/>
                    <a:pt x="113648" y="65"/>
                  </a:cubicBezTo>
                  <a:cubicBezTo>
                    <a:pt x="113615" y="65"/>
                    <a:pt x="113615" y="65"/>
                    <a:pt x="113582" y="33"/>
                  </a:cubicBezTo>
                  <a:cubicBezTo>
                    <a:pt x="113517" y="33"/>
                    <a:pt x="113419" y="33"/>
                    <a:pt x="1133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24"/>
            <p:cNvSpPr/>
            <p:nvPr/>
          </p:nvSpPr>
          <p:spPr>
            <a:xfrm>
              <a:off x="2293975" y="723325"/>
              <a:ext cx="1469550" cy="1469550"/>
            </a:xfrm>
            <a:custGeom>
              <a:rect b="b" l="l" r="r" t="t"/>
              <a:pathLst>
                <a:path extrusionOk="0" h="58782" w="58782">
                  <a:moveTo>
                    <a:pt x="32947" y="6101"/>
                  </a:moveTo>
                  <a:lnTo>
                    <a:pt x="32947" y="22769"/>
                  </a:lnTo>
                  <a:cubicBezTo>
                    <a:pt x="32947" y="24466"/>
                    <a:pt x="34317" y="25836"/>
                    <a:pt x="36013" y="25836"/>
                  </a:cubicBezTo>
                  <a:lnTo>
                    <a:pt x="52682" y="25836"/>
                  </a:lnTo>
                  <a:lnTo>
                    <a:pt x="52682" y="32914"/>
                  </a:lnTo>
                  <a:lnTo>
                    <a:pt x="36013" y="32914"/>
                  </a:lnTo>
                  <a:cubicBezTo>
                    <a:pt x="34317" y="32914"/>
                    <a:pt x="32947" y="34284"/>
                    <a:pt x="32947" y="35981"/>
                  </a:cubicBezTo>
                  <a:lnTo>
                    <a:pt x="32947" y="52649"/>
                  </a:lnTo>
                  <a:lnTo>
                    <a:pt x="25868" y="52649"/>
                  </a:lnTo>
                  <a:lnTo>
                    <a:pt x="25868" y="35981"/>
                  </a:lnTo>
                  <a:cubicBezTo>
                    <a:pt x="25868" y="34284"/>
                    <a:pt x="24498" y="32914"/>
                    <a:pt x="22802" y="32914"/>
                  </a:cubicBezTo>
                  <a:lnTo>
                    <a:pt x="6133" y="32914"/>
                  </a:lnTo>
                  <a:lnTo>
                    <a:pt x="6133" y="25836"/>
                  </a:lnTo>
                  <a:lnTo>
                    <a:pt x="22802" y="25836"/>
                  </a:lnTo>
                  <a:cubicBezTo>
                    <a:pt x="24498" y="25836"/>
                    <a:pt x="25868" y="24466"/>
                    <a:pt x="25868" y="22769"/>
                  </a:cubicBezTo>
                  <a:lnTo>
                    <a:pt x="25868" y="6101"/>
                  </a:lnTo>
                  <a:close/>
                  <a:moveTo>
                    <a:pt x="23878" y="1"/>
                  </a:moveTo>
                  <a:cubicBezTo>
                    <a:pt x="21595" y="1"/>
                    <a:pt x="19736" y="1828"/>
                    <a:pt x="19736" y="4111"/>
                  </a:cubicBezTo>
                  <a:lnTo>
                    <a:pt x="19736" y="19703"/>
                  </a:lnTo>
                  <a:lnTo>
                    <a:pt x="4143" y="19703"/>
                  </a:lnTo>
                  <a:cubicBezTo>
                    <a:pt x="1860" y="19703"/>
                    <a:pt x="1" y="21563"/>
                    <a:pt x="1" y="23846"/>
                  </a:cubicBezTo>
                  <a:lnTo>
                    <a:pt x="1" y="34904"/>
                  </a:lnTo>
                  <a:cubicBezTo>
                    <a:pt x="1" y="37187"/>
                    <a:pt x="1860" y="39047"/>
                    <a:pt x="4143" y="39047"/>
                  </a:cubicBezTo>
                  <a:lnTo>
                    <a:pt x="19736" y="39047"/>
                  </a:lnTo>
                  <a:lnTo>
                    <a:pt x="19736" y="54639"/>
                  </a:lnTo>
                  <a:cubicBezTo>
                    <a:pt x="19736" y="56922"/>
                    <a:pt x="21595" y="58782"/>
                    <a:pt x="23878" y="58782"/>
                  </a:cubicBezTo>
                  <a:lnTo>
                    <a:pt x="34937" y="58782"/>
                  </a:lnTo>
                  <a:cubicBezTo>
                    <a:pt x="37220" y="58782"/>
                    <a:pt x="39079" y="56922"/>
                    <a:pt x="39079" y="54639"/>
                  </a:cubicBezTo>
                  <a:lnTo>
                    <a:pt x="39079" y="39047"/>
                  </a:lnTo>
                  <a:lnTo>
                    <a:pt x="54672" y="39047"/>
                  </a:lnTo>
                  <a:cubicBezTo>
                    <a:pt x="56955" y="39047"/>
                    <a:pt x="58782" y="37187"/>
                    <a:pt x="58782" y="34904"/>
                  </a:cubicBezTo>
                  <a:lnTo>
                    <a:pt x="58782" y="23846"/>
                  </a:lnTo>
                  <a:cubicBezTo>
                    <a:pt x="58782" y="21563"/>
                    <a:pt x="56955" y="19703"/>
                    <a:pt x="54672" y="19703"/>
                  </a:cubicBezTo>
                  <a:lnTo>
                    <a:pt x="39079" y="19703"/>
                  </a:lnTo>
                  <a:lnTo>
                    <a:pt x="39079" y="4111"/>
                  </a:lnTo>
                  <a:cubicBezTo>
                    <a:pt x="39079" y="1828"/>
                    <a:pt x="37220" y="1"/>
                    <a:pt x="349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237" name="Google Shape;237;p24"/>
          <p:cNvCxnSpPr>
            <a:stCxn id="210" idx="3"/>
            <a:endCxn id="211" idx="1"/>
          </p:cNvCxnSpPr>
          <p:nvPr/>
        </p:nvCxnSpPr>
        <p:spPr>
          <a:xfrm>
            <a:off x="4283288" y="2411894"/>
            <a:ext cx="471900" cy="0"/>
          </a:xfrm>
          <a:prstGeom prst="straightConnector1">
            <a:avLst/>
          </a:prstGeom>
          <a:noFill/>
          <a:ln cap="flat" cmpd="sng" w="28575">
            <a:solidFill>
              <a:srgbClr val="694C84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41" name="Shape 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" name="Google Shape;242;p25"/>
          <p:cNvSpPr/>
          <p:nvPr/>
        </p:nvSpPr>
        <p:spPr>
          <a:xfrm>
            <a:off x="3634400" y="2171100"/>
            <a:ext cx="1892400" cy="457200"/>
          </a:xfrm>
          <a:prstGeom prst="rect">
            <a:avLst/>
          </a:prstGeom>
          <a:noFill/>
          <a:ln cap="flat" cmpd="sng" w="2857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" name="Google Shape;243;p25"/>
          <p:cNvSpPr/>
          <p:nvPr/>
        </p:nvSpPr>
        <p:spPr>
          <a:xfrm>
            <a:off x="1445150" y="2171100"/>
            <a:ext cx="1892400" cy="457200"/>
          </a:xfrm>
          <a:prstGeom prst="rect">
            <a:avLst/>
          </a:prstGeom>
          <a:solidFill>
            <a:srgbClr val="925775"/>
          </a:solidFill>
          <a:ln cap="flat" cmpd="sng" w="19050">
            <a:solidFill>
              <a:srgbClr val="92577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" name="Google Shape;244;p25"/>
          <p:cNvSpPr/>
          <p:nvPr/>
        </p:nvSpPr>
        <p:spPr>
          <a:xfrm>
            <a:off x="5806450" y="2171100"/>
            <a:ext cx="1892400" cy="457200"/>
          </a:xfrm>
          <a:prstGeom prst="rect">
            <a:avLst/>
          </a:prstGeom>
          <a:solidFill>
            <a:srgbClr val="925775"/>
          </a:solidFill>
          <a:ln cap="flat" cmpd="sng" w="19050">
            <a:solidFill>
              <a:srgbClr val="92577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" name="Google Shape;245;p25"/>
          <p:cNvSpPr txBox="1"/>
          <p:nvPr>
            <p:ph idx="1" type="subTitle"/>
          </p:nvPr>
        </p:nvSpPr>
        <p:spPr>
          <a:xfrm>
            <a:off x="1520750" y="3322300"/>
            <a:ext cx="1707000" cy="76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place. The planet is full of iron oxide dust</a:t>
            </a:r>
            <a:endParaRPr/>
          </a:p>
        </p:txBody>
      </p:sp>
      <p:sp>
        <p:nvSpPr>
          <p:cNvPr id="246" name="Google Shape;246;p25"/>
          <p:cNvSpPr txBox="1"/>
          <p:nvPr>
            <p:ph idx="2" type="subTitle"/>
          </p:nvPr>
        </p:nvSpPr>
        <p:spPr>
          <a:xfrm>
            <a:off x="3709950" y="3322300"/>
            <a:ext cx="1707000" cy="76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 is a gas giant and the biggest planet in our Solar System</a:t>
            </a:r>
            <a:endParaRPr/>
          </a:p>
        </p:txBody>
      </p:sp>
      <p:sp>
        <p:nvSpPr>
          <p:cNvPr id="247" name="Google Shape;247;p25"/>
          <p:cNvSpPr txBox="1"/>
          <p:nvPr>
            <p:ph idx="3" type="subTitle"/>
          </p:nvPr>
        </p:nvSpPr>
        <p:spPr>
          <a:xfrm>
            <a:off x="5882000" y="3322300"/>
            <a:ext cx="1707000" cy="76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</a:t>
            </a:r>
            <a:r>
              <a:rPr lang="es"/>
              <a:t> is the ringed one. It’s composed mostly of hydrogen and helium</a:t>
            </a:r>
            <a:endParaRPr/>
          </a:p>
        </p:txBody>
      </p:sp>
      <p:grpSp>
        <p:nvGrpSpPr>
          <p:cNvPr id="248" name="Google Shape;248;p25"/>
          <p:cNvGrpSpPr/>
          <p:nvPr/>
        </p:nvGrpSpPr>
        <p:grpSpPr>
          <a:xfrm>
            <a:off x="6624827" y="2231804"/>
            <a:ext cx="255646" cy="335791"/>
            <a:chOff x="-23177950" y="2340425"/>
            <a:chExt cx="226075" cy="296950"/>
          </a:xfrm>
        </p:grpSpPr>
        <p:sp>
          <p:nvSpPr>
            <p:cNvPr id="249" name="Google Shape;249;p25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25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1" name="Google Shape;251;p25"/>
          <p:cNvGrpSpPr/>
          <p:nvPr/>
        </p:nvGrpSpPr>
        <p:grpSpPr>
          <a:xfrm>
            <a:off x="4413143" y="2232243"/>
            <a:ext cx="334915" cy="334915"/>
            <a:chOff x="-23229150" y="2710600"/>
            <a:chExt cx="296175" cy="296175"/>
          </a:xfrm>
        </p:grpSpPr>
        <p:sp>
          <p:nvSpPr>
            <p:cNvPr id="252" name="Google Shape;252;p25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694C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25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694C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4" name="Google Shape;254;p25"/>
          <p:cNvSpPr/>
          <p:nvPr/>
        </p:nvSpPr>
        <p:spPr>
          <a:xfrm>
            <a:off x="2224345" y="2231804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" name="Google Shape;255;p25"/>
          <p:cNvSpPr txBox="1"/>
          <p:nvPr>
            <p:ph type="title"/>
          </p:nvPr>
        </p:nvSpPr>
        <p:spPr>
          <a:xfrm>
            <a:off x="1162800" y="376475"/>
            <a:ext cx="6818400" cy="67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REVIEW OF SYSTEMS</a:t>
            </a:r>
            <a:endParaRPr>
              <a:solidFill>
                <a:srgbClr val="FFFFFF"/>
              </a:solidFill>
            </a:endParaRPr>
          </a:p>
        </p:txBody>
      </p:sp>
      <p:cxnSp>
        <p:nvCxnSpPr>
          <p:cNvPr id="256" name="Google Shape;256;p25"/>
          <p:cNvCxnSpPr/>
          <p:nvPr/>
        </p:nvCxnSpPr>
        <p:spPr>
          <a:xfrm>
            <a:off x="2391350" y="2628300"/>
            <a:ext cx="0" cy="334800"/>
          </a:xfrm>
          <a:prstGeom prst="straightConnector1">
            <a:avLst/>
          </a:prstGeom>
          <a:noFill/>
          <a:ln cap="flat" cmpd="sng" w="28575">
            <a:solidFill>
              <a:srgbClr val="925775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257" name="Google Shape;257;p25"/>
          <p:cNvCxnSpPr/>
          <p:nvPr/>
        </p:nvCxnSpPr>
        <p:spPr>
          <a:xfrm>
            <a:off x="4580600" y="2628300"/>
            <a:ext cx="0" cy="334800"/>
          </a:xfrm>
          <a:prstGeom prst="straightConnector1">
            <a:avLst/>
          </a:prstGeom>
          <a:noFill/>
          <a:ln cap="flat" cmpd="sng" w="28575">
            <a:solidFill>
              <a:srgbClr val="694C84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258" name="Google Shape;258;p25"/>
          <p:cNvCxnSpPr/>
          <p:nvPr/>
        </p:nvCxnSpPr>
        <p:spPr>
          <a:xfrm>
            <a:off x="6752650" y="2628300"/>
            <a:ext cx="0" cy="334800"/>
          </a:xfrm>
          <a:prstGeom prst="straightConnector1">
            <a:avLst/>
          </a:prstGeom>
          <a:noFill/>
          <a:ln cap="flat" cmpd="sng" w="28575">
            <a:solidFill>
              <a:srgbClr val="925775"/>
            </a:solidFill>
            <a:prstDash val="solid"/>
            <a:round/>
            <a:headEnd len="med" w="med" type="none"/>
            <a:tailEnd len="med" w="med" type="oval"/>
          </a:ln>
        </p:spPr>
      </p:cxnSp>
      <p:sp>
        <p:nvSpPr>
          <p:cNvPr id="259" name="Google Shape;259;p25"/>
          <p:cNvSpPr txBox="1"/>
          <p:nvPr>
            <p:ph idx="4" type="subTitle"/>
          </p:nvPr>
        </p:nvSpPr>
        <p:spPr>
          <a:xfrm>
            <a:off x="1520750" y="3140925"/>
            <a:ext cx="1707000" cy="24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260" name="Google Shape;260;p25"/>
          <p:cNvSpPr txBox="1"/>
          <p:nvPr>
            <p:ph idx="5" type="subTitle"/>
          </p:nvPr>
        </p:nvSpPr>
        <p:spPr>
          <a:xfrm>
            <a:off x="3709950" y="3140925"/>
            <a:ext cx="1707000" cy="24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261" name="Google Shape;261;p25"/>
          <p:cNvSpPr txBox="1"/>
          <p:nvPr>
            <p:ph idx="6" type="subTitle"/>
          </p:nvPr>
        </p:nvSpPr>
        <p:spPr>
          <a:xfrm>
            <a:off x="5882000" y="3140925"/>
            <a:ext cx="1707000" cy="24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65" name="Shape 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" name="Google Shape;266;p26"/>
          <p:cNvSpPr txBox="1"/>
          <p:nvPr>
            <p:ph idx="4294967295" type="subTitle"/>
          </p:nvPr>
        </p:nvSpPr>
        <p:spPr>
          <a:xfrm>
            <a:off x="1524002" y="3926750"/>
            <a:ext cx="2507700" cy="58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Jupiter is a gas giant and the biggest planet in our Solar System</a:t>
            </a:r>
            <a:endParaRPr/>
          </a:p>
        </p:txBody>
      </p:sp>
      <p:sp>
        <p:nvSpPr>
          <p:cNvPr id="267" name="Google Shape;267;p26"/>
          <p:cNvSpPr txBox="1"/>
          <p:nvPr>
            <p:ph idx="4294967295" type="subTitle"/>
          </p:nvPr>
        </p:nvSpPr>
        <p:spPr>
          <a:xfrm>
            <a:off x="1524000" y="2941750"/>
            <a:ext cx="2507700" cy="58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Despite being red, Mars is a cold place. The planet is full of iron oxide dust</a:t>
            </a:r>
            <a:endParaRPr/>
          </a:p>
        </p:txBody>
      </p:sp>
      <p:sp>
        <p:nvSpPr>
          <p:cNvPr id="268" name="Google Shape;268;p26"/>
          <p:cNvSpPr txBox="1"/>
          <p:nvPr>
            <p:ph idx="4294967295" type="subTitle"/>
          </p:nvPr>
        </p:nvSpPr>
        <p:spPr>
          <a:xfrm>
            <a:off x="1524002" y="2058750"/>
            <a:ext cx="2507700" cy="58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Saturn is the ringed one. It’s composed mostly of hydrogen and helium</a:t>
            </a:r>
            <a:endParaRPr/>
          </a:p>
        </p:txBody>
      </p:sp>
      <p:sp>
        <p:nvSpPr>
          <p:cNvPr id="269" name="Google Shape;269;p26"/>
          <p:cNvSpPr txBox="1"/>
          <p:nvPr>
            <p:ph type="title"/>
          </p:nvPr>
        </p:nvSpPr>
        <p:spPr>
          <a:xfrm>
            <a:off x="1162800" y="376475"/>
            <a:ext cx="6818400" cy="67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PHYSICAL EXAMINATION</a:t>
            </a:r>
            <a:endParaRPr/>
          </a:p>
        </p:txBody>
      </p:sp>
      <p:cxnSp>
        <p:nvCxnSpPr>
          <p:cNvPr id="270" name="Google Shape;270;p26"/>
          <p:cNvCxnSpPr>
            <a:stCxn id="271" idx="3"/>
          </p:cNvCxnSpPr>
          <p:nvPr/>
        </p:nvCxnSpPr>
        <p:spPr>
          <a:xfrm flipH="1" rot="10800000">
            <a:off x="4819038" y="1552792"/>
            <a:ext cx="3186300" cy="7983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rgbClr val="694C84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72" name="Google Shape;272;p26"/>
          <p:cNvCxnSpPr>
            <a:stCxn id="273" idx="3"/>
          </p:cNvCxnSpPr>
          <p:nvPr/>
        </p:nvCxnSpPr>
        <p:spPr>
          <a:xfrm>
            <a:off x="4819038" y="3234092"/>
            <a:ext cx="3861900" cy="0"/>
          </a:xfrm>
          <a:prstGeom prst="straightConnector1">
            <a:avLst/>
          </a:prstGeom>
          <a:noFill/>
          <a:ln cap="flat" cmpd="sng" w="19050">
            <a:solidFill>
              <a:srgbClr val="694C84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74" name="Google Shape;274;p26"/>
          <p:cNvCxnSpPr>
            <a:stCxn id="275" idx="3"/>
          </p:cNvCxnSpPr>
          <p:nvPr/>
        </p:nvCxnSpPr>
        <p:spPr>
          <a:xfrm>
            <a:off x="4819038" y="4219092"/>
            <a:ext cx="3186300" cy="0"/>
          </a:xfrm>
          <a:prstGeom prst="straightConnector1">
            <a:avLst/>
          </a:prstGeom>
          <a:noFill/>
          <a:ln cap="flat" cmpd="sng" w="19050">
            <a:solidFill>
              <a:srgbClr val="694C84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76" name="Google Shape;276;p26"/>
          <p:cNvSpPr/>
          <p:nvPr/>
        </p:nvSpPr>
        <p:spPr>
          <a:xfrm>
            <a:off x="7788550" y="1325700"/>
            <a:ext cx="459000" cy="459000"/>
          </a:xfrm>
          <a:prstGeom prst="ellipse">
            <a:avLst/>
          </a:prstGeom>
          <a:solidFill>
            <a:srgbClr val="925775">
              <a:alpha val="59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7" name="Google Shape;277;p26"/>
          <p:cNvSpPr/>
          <p:nvPr/>
        </p:nvSpPr>
        <p:spPr>
          <a:xfrm>
            <a:off x="8476900" y="3004600"/>
            <a:ext cx="459000" cy="459000"/>
          </a:xfrm>
          <a:prstGeom prst="ellipse">
            <a:avLst/>
          </a:prstGeom>
          <a:solidFill>
            <a:srgbClr val="925775">
              <a:alpha val="59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8" name="Google Shape;278;p26"/>
          <p:cNvSpPr/>
          <p:nvPr/>
        </p:nvSpPr>
        <p:spPr>
          <a:xfrm>
            <a:off x="7788550" y="3989600"/>
            <a:ext cx="459000" cy="459000"/>
          </a:xfrm>
          <a:prstGeom prst="ellipse">
            <a:avLst/>
          </a:prstGeom>
          <a:solidFill>
            <a:srgbClr val="925775">
              <a:alpha val="59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9" name="Google Shape;279;p26"/>
          <p:cNvGrpSpPr/>
          <p:nvPr/>
        </p:nvGrpSpPr>
        <p:grpSpPr>
          <a:xfrm>
            <a:off x="4324938" y="2094892"/>
            <a:ext cx="494100" cy="2380400"/>
            <a:chOff x="5771463" y="2094892"/>
            <a:chExt cx="494100" cy="2380400"/>
          </a:xfrm>
        </p:grpSpPr>
        <p:sp>
          <p:nvSpPr>
            <p:cNvPr id="271" name="Google Shape;271;p26"/>
            <p:cNvSpPr/>
            <p:nvPr/>
          </p:nvSpPr>
          <p:spPr>
            <a:xfrm>
              <a:off x="5771463" y="2094892"/>
              <a:ext cx="494100" cy="512400"/>
            </a:xfrm>
            <a:prstGeom prst="rect">
              <a:avLst/>
            </a:pr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26"/>
            <p:cNvSpPr/>
            <p:nvPr/>
          </p:nvSpPr>
          <p:spPr>
            <a:xfrm>
              <a:off x="5771463" y="2977892"/>
              <a:ext cx="494100" cy="512400"/>
            </a:xfrm>
            <a:prstGeom prst="rect">
              <a:avLst/>
            </a:pr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26"/>
            <p:cNvSpPr/>
            <p:nvPr/>
          </p:nvSpPr>
          <p:spPr>
            <a:xfrm>
              <a:off x="5771463" y="3962892"/>
              <a:ext cx="494100" cy="512400"/>
            </a:xfrm>
            <a:prstGeom prst="rect">
              <a:avLst/>
            </a:pr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0" name="Google Shape;280;p26"/>
            <p:cNvGrpSpPr/>
            <p:nvPr/>
          </p:nvGrpSpPr>
          <p:grpSpPr>
            <a:xfrm>
              <a:off x="5839512" y="2197975"/>
              <a:ext cx="358037" cy="306236"/>
              <a:chOff x="1190625" y="615675"/>
              <a:chExt cx="5219200" cy="4464075"/>
            </a:xfrm>
          </p:grpSpPr>
          <p:sp>
            <p:nvSpPr>
              <p:cNvPr id="281" name="Google Shape;281;p26"/>
              <p:cNvSpPr/>
              <p:nvPr/>
            </p:nvSpPr>
            <p:spPr>
              <a:xfrm>
                <a:off x="2051775" y="2118150"/>
                <a:ext cx="3496875" cy="912250"/>
              </a:xfrm>
              <a:custGeom>
                <a:rect b="b" l="l" r="r" t="t"/>
                <a:pathLst>
                  <a:path extrusionOk="0" h="36490" w="139875">
                    <a:moveTo>
                      <a:pt x="96245" y="1"/>
                    </a:moveTo>
                    <a:cubicBezTo>
                      <a:pt x="95642" y="1"/>
                      <a:pt x="95036" y="124"/>
                      <a:pt x="94468" y="379"/>
                    </a:cubicBezTo>
                    <a:cubicBezTo>
                      <a:pt x="92837" y="1064"/>
                      <a:pt x="91793" y="2695"/>
                      <a:pt x="91793" y="4457"/>
                    </a:cubicBezTo>
                    <a:lnTo>
                      <a:pt x="91793" y="28041"/>
                    </a:lnTo>
                    <a:lnTo>
                      <a:pt x="80311" y="16559"/>
                    </a:lnTo>
                    <a:cubicBezTo>
                      <a:pt x="79463" y="15711"/>
                      <a:pt x="78353" y="15254"/>
                      <a:pt x="77147" y="15254"/>
                    </a:cubicBezTo>
                    <a:lnTo>
                      <a:pt x="62794" y="15254"/>
                    </a:lnTo>
                    <a:lnTo>
                      <a:pt x="48833" y="1456"/>
                    </a:lnTo>
                    <a:cubicBezTo>
                      <a:pt x="47987" y="610"/>
                      <a:pt x="46852" y="153"/>
                      <a:pt x="45698" y="153"/>
                    </a:cubicBezTo>
                    <a:cubicBezTo>
                      <a:pt x="45116" y="153"/>
                      <a:pt x="44530" y="269"/>
                      <a:pt x="43972" y="510"/>
                    </a:cubicBezTo>
                    <a:cubicBezTo>
                      <a:pt x="42309" y="1195"/>
                      <a:pt x="41232" y="2793"/>
                      <a:pt x="41232" y="4620"/>
                    </a:cubicBezTo>
                    <a:lnTo>
                      <a:pt x="41232" y="28008"/>
                    </a:lnTo>
                    <a:lnTo>
                      <a:pt x="29424" y="16167"/>
                    </a:lnTo>
                    <a:cubicBezTo>
                      <a:pt x="28576" y="15352"/>
                      <a:pt x="27467" y="14862"/>
                      <a:pt x="26260" y="14862"/>
                    </a:cubicBezTo>
                    <a:lnTo>
                      <a:pt x="3067" y="14862"/>
                    </a:lnTo>
                    <a:cubicBezTo>
                      <a:pt x="1371" y="14862"/>
                      <a:pt x="1" y="16232"/>
                      <a:pt x="1" y="17929"/>
                    </a:cubicBezTo>
                    <a:cubicBezTo>
                      <a:pt x="1" y="19625"/>
                      <a:pt x="1371" y="20995"/>
                      <a:pt x="3067" y="20995"/>
                    </a:cubicBezTo>
                    <a:lnTo>
                      <a:pt x="25575" y="20995"/>
                    </a:lnTo>
                    <a:lnTo>
                      <a:pt x="39764" y="35152"/>
                    </a:lnTo>
                    <a:cubicBezTo>
                      <a:pt x="40619" y="36007"/>
                      <a:pt x="41754" y="36464"/>
                      <a:pt x="42921" y="36464"/>
                    </a:cubicBezTo>
                    <a:cubicBezTo>
                      <a:pt x="43491" y="36464"/>
                      <a:pt x="44068" y="36355"/>
                      <a:pt x="44625" y="36131"/>
                    </a:cubicBezTo>
                    <a:cubicBezTo>
                      <a:pt x="46288" y="35446"/>
                      <a:pt x="47365" y="33815"/>
                      <a:pt x="47365" y="32020"/>
                    </a:cubicBezTo>
                    <a:lnTo>
                      <a:pt x="47365" y="8599"/>
                    </a:lnTo>
                    <a:lnTo>
                      <a:pt x="58945" y="20082"/>
                    </a:lnTo>
                    <a:cubicBezTo>
                      <a:pt x="59793" y="20930"/>
                      <a:pt x="60902" y="21386"/>
                      <a:pt x="62109" y="21386"/>
                    </a:cubicBezTo>
                    <a:lnTo>
                      <a:pt x="76462" y="21386"/>
                    </a:lnTo>
                    <a:lnTo>
                      <a:pt x="90292" y="35185"/>
                    </a:lnTo>
                    <a:cubicBezTo>
                      <a:pt x="91140" y="36065"/>
                      <a:pt x="92282" y="36489"/>
                      <a:pt x="93424" y="36489"/>
                    </a:cubicBezTo>
                    <a:cubicBezTo>
                      <a:pt x="94011" y="36489"/>
                      <a:pt x="94598" y="36392"/>
                      <a:pt x="95153" y="36163"/>
                    </a:cubicBezTo>
                    <a:cubicBezTo>
                      <a:pt x="96816" y="35478"/>
                      <a:pt x="97893" y="33847"/>
                      <a:pt x="97893" y="32053"/>
                    </a:cubicBezTo>
                    <a:lnTo>
                      <a:pt x="97893" y="8241"/>
                    </a:lnTo>
                    <a:lnTo>
                      <a:pt x="110843" y="20212"/>
                    </a:lnTo>
                    <a:cubicBezTo>
                      <a:pt x="111691" y="20962"/>
                      <a:pt x="112767" y="21386"/>
                      <a:pt x="113877" y="21386"/>
                    </a:cubicBezTo>
                    <a:lnTo>
                      <a:pt x="136808" y="21386"/>
                    </a:lnTo>
                    <a:cubicBezTo>
                      <a:pt x="138505" y="21386"/>
                      <a:pt x="139875" y="20016"/>
                      <a:pt x="139875" y="18353"/>
                    </a:cubicBezTo>
                    <a:cubicBezTo>
                      <a:pt x="139875" y="16657"/>
                      <a:pt x="138505" y="15287"/>
                      <a:pt x="136808" y="15287"/>
                    </a:cubicBezTo>
                    <a:lnTo>
                      <a:pt x="114529" y="15287"/>
                    </a:lnTo>
                    <a:lnTo>
                      <a:pt x="99263" y="1162"/>
                    </a:lnTo>
                    <a:cubicBezTo>
                      <a:pt x="98422" y="405"/>
                      <a:pt x="97337" y="1"/>
                      <a:pt x="962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" name="Google Shape;282;p26"/>
              <p:cNvSpPr/>
              <p:nvPr/>
            </p:nvSpPr>
            <p:spPr>
              <a:xfrm>
                <a:off x="2816725" y="4190000"/>
                <a:ext cx="1507875" cy="153350"/>
              </a:xfrm>
              <a:custGeom>
                <a:rect b="b" l="l" r="r" t="t"/>
                <a:pathLst>
                  <a:path extrusionOk="0" h="6134" w="60315">
                    <a:moveTo>
                      <a:pt x="3066" y="1"/>
                    </a:moveTo>
                    <a:cubicBezTo>
                      <a:pt x="1370" y="1"/>
                      <a:pt x="0" y="1371"/>
                      <a:pt x="0" y="3067"/>
                    </a:cubicBezTo>
                    <a:cubicBezTo>
                      <a:pt x="0" y="4763"/>
                      <a:pt x="1370" y="6133"/>
                      <a:pt x="3066" y="6133"/>
                    </a:cubicBezTo>
                    <a:lnTo>
                      <a:pt x="57248" y="6133"/>
                    </a:lnTo>
                    <a:cubicBezTo>
                      <a:pt x="58944" y="6133"/>
                      <a:pt x="60314" y="4763"/>
                      <a:pt x="60314" y="3067"/>
                    </a:cubicBezTo>
                    <a:cubicBezTo>
                      <a:pt x="60314" y="1371"/>
                      <a:pt x="58944" y="1"/>
                      <a:pt x="5724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" name="Google Shape;283;p26"/>
              <p:cNvSpPr/>
              <p:nvPr/>
            </p:nvSpPr>
            <p:spPr>
              <a:xfrm>
                <a:off x="4528450" y="4190000"/>
                <a:ext cx="350675" cy="153350"/>
              </a:xfrm>
              <a:custGeom>
                <a:rect b="b" l="l" r="r" t="t"/>
                <a:pathLst>
                  <a:path extrusionOk="0" h="6134" w="14027">
                    <a:moveTo>
                      <a:pt x="3034" y="1"/>
                    </a:moveTo>
                    <a:cubicBezTo>
                      <a:pt x="1370" y="1"/>
                      <a:pt x="0" y="1371"/>
                      <a:pt x="0" y="3067"/>
                    </a:cubicBezTo>
                    <a:cubicBezTo>
                      <a:pt x="0" y="4763"/>
                      <a:pt x="1370" y="6133"/>
                      <a:pt x="3034" y="6133"/>
                    </a:cubicBezTo>
                    <a:lnTo>
                      <a:pt x="10960" y="6133"/>
                    </a:lnTo>
                    <a:cubicBezTo>
                      <a:pt x="12657" y="6133"/>
                      <a:pt x="14027" y="4763"/>
                      <a:pt x="14027" y="3067"/>
                    </a:cubicBezTo>
                    <a:cubicBezTo>
                      <a:pt x="14027" y="1371"/>
                      <a:pt x="12657" y="1"/>
                      <a:pt x="109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" name="Google Shape;284;p26"/>
              <p:cNvSpPr/>
              <p:nvPr/>
            </p:nvSpPr>
            <p:spPr>
              <a:xfrm>
                <a:off x="1190625" y="615675"/>
                <a:ext cx="5219200" cy="4464075"/>
              </a:xfrm>
              <a:custGeom>
                <a:rect b="b" l="l" r="r" t="t"/>
                <a:pathLst>
                  <a:path extrusionOk="0" h="178563" w="208768">
                    <a:moveTo>
                      <a:pt x="199862" y="6101"/>
                    </a:moveTo>
                    <a:cubicBezTo>
                      <a:pt x="201395" y="6101"/>
                      <a:pt x="202635" y="7373"/>
                      <a:pt x="202635" y="8906"/>
                    </a:cubicBezTo>
                    <a:lnTo>
                      <a:pt x="202635" y="155891"/>
                    </a:lnTo>
                    <a:lnTo>
                      <a:pt x="202667" y="155891"/>
                    </a:lnTo>
                    <a:cubicBezTo>
                      <a:pt x="202667" y="157424"/>
                      <a:pt x="201395" y="158697"/>
                      <a:pt x="199862" y="158697"/>
                    </a:cubicBezTo>
                    <a:lnTo>
                      <a:pt x="8905" y="158697"/>
                    </a:lnTo>
                    <a:cubicBezTo>
                      <a:pt x="7372" y="158697"/>
                      <a:pt x="6133" y="157424"/>
                      <a:pt x="6133" y="155891"/>
                    </a:cubicBezTo>
                    <a:lnTo>
                      <a:pt x="6133" y="8906"/>
                    </a:lnTo>
                    <a:cubicBezTo>
                      <a:pt x="6133" y="7373"/>
                      <a:pt x="7372" y="6101"/>
                      <a:pt x="8905" y="6101"/>
                    </a:cubicBezTo>
                    <a:close/>
                    <a:moveTo>
                      <a:pt x="36175" y="164797"/>
                    </a:moveTo>
                    <a:lnTo>
                      <a:pt x="36175" y="172267"/>
                    </a:lnTo>
                    <a:cubicBezTo>
                      <a:pt x="36175" y="172364"/>
                      <a:pt x="36078" y="172462"/>
                      <a:pt x="35980" y="172462"/>
                    </a:cubicBezTo>
                    <a:lnTo>
                      <a:pt x="24824" y="172462"/>
                    </a:lnTo>
                    <a:cubicBezTo>
                      <a:pt x="24693" y="172462"/>
                      <a:pt x="24628" y="172364"/>
                      <a:pt x="24628" y="172267"/>
                    </a:cubicBezTo>
                    <a:lnTo>
                      <a:pt x="24628" y="164797"/>
                    </a:lnTo>
                    <a:close/>
                    <a:moveTo>
                      <a:pt x="184139" y="164797"/>
                    </a:moveTo>
                    <a:lnTo>
                      <a:pt x="184139" y="172267"/>
                    </a:lnTo>
                    <a:cubicBezTo>
                      <a:pt x="184139" y="172364"/>
                      <a:pt x="184074" y="172462"/>
                      <a:pt x="183943" y="172462"/>
                    </a:cubicBezTo>
                    <a:lnTo>
                      <a:pt x="172787" y="172462"/>
                    </a:lnTo>
                    <a:cubicBezTo>
                      <a:pt x="172690" y="172462"/>
                      <a:pt x="172592" y="172364"/>
                      <a:pt x="172592" y="172267"/>
                    </a:cubicBezTo>
                    <a:lnTo>
                      <a:pt x="172592" y="164797"/>
                    </a:lnTo>
                    <a:close/>
                    <a:moveTo>
                      <a:pt x="8905" y="1"/>
                    </a:moveTo>
                    <a:cubicBezTo>
                      <a:pt x="3980" y="1"/>
                      <a:pt x="0" y="3981"/>
                      <a:pt x="0" y="8906"/>
                    </a:cubicBezTo>
                    <a:lnTo>
                      <a:pt x="0" y="155891"/>
                    </a:lnTo>
                    <a:cubicBezTo>
                      <a:pt x="0" y="160817"/>
                      <a:pt x="3980" y="164797"/>
                      <a:pt x="8905" y="164797"/>
                    </a:cubicBezTo>
                    <a:lnTo>
                      <a:pt x="18495" y="164797"/>
                    </a:lnTo>
                    <a:lnTo>
                      <a:pt x="18495" y="172267"/>
                    </a:lnTo>
                    <a:cubicBezTo>
                      <a:pt x="18495" y="175724"/>
                      <a:pt x="21333" y="178562"/>
                      <a:pt x="24824" y="178562"/>
                    </a:cubicBezTo>
                    <a:lnTo>
                      <a:pt x="35980" y="178562"/>
                    </a:lnTo>
                    <a:cubicBezTo>
                      <a:pt x="39470" y="178562"/>
                      <a:pt x="42275" y="175724"/>
                      <a:pt x="42275" y="172267"/>
                    </a:cubicBezTo>
                    <a:lnTo>
                      <a:pt x="42275" y="164797"/>
                    </a:lnTo>
                    <a:lnTo>
                      <a:pt x="166492" y="164797"/>
                    </a:lnTo>
                    <a:lnTo>
                      <a:pt x="166492" y="172267"/>
                    </a:lnTo>
                    <a:cubicBezTo>
                      <a:pt x="166492" y="175724"/>
                      <a:pt x="169297" y="178562"/>
                      <a:pt x="172787" y="178562"/>
                    </a:cubicBezTo>
                    <a:lnTo>
                      <a:pt x="183943" y="178562"/>
                    </a:lnTo>
                    <a:cubicBezTo>
                      <a:pt x="187434" y="178562"/>
                      <a:pt x="190272" y="175724"/>
                      <a:pt x="190272" y="172267"/>
                    </a:cubicBezTo>
                    <a:lnTo>
                      <a:pt x="190272" y="164797"/>
                    </a:lnTo>
                    <a:lnTo>
                      <a:pt x="199862" y="164797"/>
                    </a:lnTo>
                    <a:cubicBezTo>
                      <a:pt x="204788" y="164797"/>
                      <a:pt x="208767" y="160817"/>
                      <a:pt x="208767" y="155891"/>
                    </a:cubicBezTo>
                    <a:lnTo>
                      <a:pt x="208767" y="8906"/>
                    </a:lnTo>
                    <a:cubicBezTo>
                      <a:pt x="208767" y="3981"/>
                      <a:pt x="204788" y="1"/>
                      <a:pt x="1998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" name="Google Shape;285;p26"/>
              <p:cNvSpPr/>
              <p:nvPr/>
            </p:nvSpPr>
            <p:spPr>
              <a:xfrm>
                <a:off x="1532300" y="957375"/>
                <a:ext cx="4535825" cy="2986375"/>
              </a:xfrm>
              <a:custGeom>
                <a:rect b="b" l="l" r="r" t="t"/>
                <a:pathLst>
                  <a:path extrusionOk="0" h="119455" w="181433">
                    <a:moveTo>
                      <a:pt x="4731" y="1"/>
                    </a:moveTo>
                    <a:cubicBezTo>
                      <a:pt x="2121" y="1"/>
                      <a:pt x="1" y="2121"/>
                      <a:pt x="1" y="4731"/>
                    </a:cubicBezTo>
                    <a:lnTo>
                      <a:pt x="1" y="114725"/>
                    </a:lnTo>
                    <a:cubicBezTo>
                      <a:pt x="1" y="117334"/>
                      <a:pt x="2121" y="119455"/>
                      <a:pt x="4731" y="119455"/>
                    </a:cubicBezTo>
                    <a:lnTo>
                      <a:pt x="176703" y="119455"/>
                    </a:lnTo>
                    <a:cubicBezTo>
                      <a:pt x="179312" y="119455"/>
                      <a:pt x="181432" y="117334"/>
                      <a:pt x="181432" y="114725"/>
                    </a:cubicBezTo>
                    <a:lnTo>
                      <a:pt x="181432" y="4731"/>
                    </a:lnTo>
                    <a:cubicBezTo>
                      <a:pt x="181432" y="2121"/>
                      <a:pt x="179312" y="1"/>
                      <a:pt x="176703" y="1"/>
                    </a:cubicBezTo>
                    <a:lnTo>
                      <a:pt x="31512" y="1"/>
                    </a:lnTo>
                    <a:cubicBezTo>
                      <a:pt x="29848" y="1"/>
                      <a:pt x="28478" y="1371"/>
                      <a:pt x="28478" y="3067"/>
                    </a:cubicBezTo>
                    <a:cubicBezTo>
                      <a:pt x="28478" y="4763"/>
                      <a:pt x="29848" y="6133"/>
                      <a:pt x="31512" y="6133"/>
                    </a:cubicBezTo>
                    <a:lnTo>
                      <a:pt x="175300" y="6133"/>
                    </a:lnTo>
                    <a:lnTo>
                      <a:pt x="175300" y="113322"/>
                    </a:lnTo>
                    <a:lnTo>
                      <a:pt x="6133" y="113322"/>
                    </a:lnTo>
                    <a:lnTo>
                      <a:pt x="6133" y="6133"/>
                    </a:lnTo>
                    <a:lnTo>
                      <a:pt x="17257" y="6133"/>
                    </a:lnTo>
                    <a:cubicBezTo>
                      <a:pt x="18953" y="6133"/>
                      <a:pt x="20323" y="4763"/>
                      <a:pt x="20323" y="3067"/>
                    </a:cubicBezTo>
                    <a:cubicBezTo>
                      <a:pt x="20323" y="1371"/>
                      <a:pt x="18953" y="1"/>
                      <a:pt x="1725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" name="Google Shape;286;p26"/>
              <p:cNvSpPr/>
              <p:nvPr/>
            </p:nvSpPr>
            <p:spPr>
              <a:xfrm>
                <a:off x="5513550" y="4035875"/>
                <a:ext cx="461600" cy="461600"/>
              </a:xfrm>
              <a:custGeom>
                <a:rect b="b" l="l" r="r" t="t"/>
                <a:pathLst>
                  <a:path extrusionOk="0" h="18464" w="18464">
                    <a:moveTo>
                      <a:pt x="9232" y="6133"/>
                    </a:moveTo>
                    <a:cubicBezTo>
                      <a:pt x="10961" y="6133"/>
                      <a:pt x="12364" y="7503"/>
                      <a:pt x="12364" y="9232"/>
                    </a:cubicBezTo>
                    <a:cubicBezTo>
                      <a:pt x="12364" y="10961"/>
                      <a:pt x="10961" y="12364"/>
                      <a:pt x="9232" y="12364"/>
                    </a:cubicBezTo>
                    <a:cubicBezTo>
                      <a:pt x="7503" y="12364"/>
                      <a:pt x="6101" y="10961"/>
                      <a:pt x="6101" y="9232"/>
                    </a:cubicBezTo>
                    <a:cubicBezTo>
                      <a:pt x="6101" y="7503"/>
                      <a:pt x="7503" y="6133"/>
                      <a:pt x="9232" y="6133"/>
                    </a:cubicBezTo>
                    <a:close/>
                    <a:moveTo>
                      <a:pt x="9232" y="1"/>
                    </a:moveTo>
                    <a:cubicBezTo>
                      <a:pt x="4144" y="1"/>
                      <a:pt x="1" y="4143"/>
                      <a:pt x="1" y="9232"/>
                    </a:cubicBezTo>
                    <a:cubicBezTo>
                      <a:pt x="1" y="14321"/>
                      <a:pt x="4144" y="18464"/>
                      <a:pt x="9232" y="18464"/>
                    </a:cubicBezTo>
                    <a:cubicBezTo>
                      <a:pt x="14321" y="18464"/>
                      <a:pt x="18464" y="14321"/>
                      <a:pt x="18464" y="9232"/>
                    </a:cubicBezTo>
                    <a:cubicBezTo>
                      <a:pt x="18464" y="4143"/>
                      <a:pt x="14321" y="1"/>
                      <a:pt x="923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7" name="Google Shape;287;p26"/>
            <p:cNvSpPr/>
            <p:nvPr/>
          </p:nvSpPr>
          <p:spPr>
            <a:xfrm>
              <a:off x="5836888" y="4051549"/>
              <a:ext cx="363256" cy="335105"/>
            </a:xfrm>
            <a:custGeom>
              <a:rect b="b" l="l" r="r" t="t"/>
              <a:pathLst>
                <a:path extrusionOk="0" h="192589" w="208768">
                  <a:moveTo>
                    <a:pt x="64196" y="6101"/>
                  </a:moveTo>
                  <a:cubicBezTo>
                    <a:pt x="64979" y="6101"/>
                    <a:pt x="65599" y="6720"/>
                    <a:pt x="65599" y="7503"/>
                  </a:cubicBezTo>
                  <a:lnTo>
                    <a:pt x="65599" y="13799"/>
                  </a:lnTo>
                  <a:cubicBezTo>
                    <a:pt x="65599" y="14549"/>
                    <a:pt x="64979" y="15169"/>
                    <a:pt x="64196" y="15169"/>
                  </a:cubicBezTo>
                  <a:lnTo>
                    <a:pt x="27629" y="15169"/>
                  </a:lnTo>
                  <a:cubicBezTo>
                    <a:pt x="26879" y="15169"/>
                    <a:pt x="26259" y="14549"/>
                    <a:pt x="26259" y="13799"/>
                  </a:cubicBezTo>
                  <a:lnTo>
                    <a:pt x="26259" y="7503"/>
                  </a:lnTo>
                  <a:cubicBezTo>
                    <a:pt x="26259" y="6720"/>
                    <a:pt x="26879" y="6101"/>
                    <a:pt x="27629" y="6101"/>
                  </a:cubicBezTo>
                  <a:close/>
                  <a:moveTo>
                    <a:pt x="122683" y="6101"/>
                  </a:moveTo>
                  <a:cubicBezTo>
                    <a:pt x="123434" y="6101"/>
                    <a:pt x="124053" y="6720"/>
                    <a:pt x="124053" y="7503"/>
                  </a:cubicBezTo>
                  <a:lnTo>
                    <a:pt x="124053" y="13799"/>
                  </a:lnTo>
                  <a:cubicBezTo>
                    <a:pt x="124053" y="14549"/>
                    <a:pt x="123434" y="15169"/>
                    <a:pt x="122683" y="15169"/>
                  </a:cubicBezTo>
                  <a:lnTo>
                    <a:pt x="86084" y="15169"/>
                  </a:lnTo>
                  <a:cubicBezTo>
                    <a:pt x="85334" y="15169"/>
                    <a:pt x="84714" y="14549"/>
                    <a:pt x="84714" y="13799"/>
                  </a:cubicBezTo>
                  <a:lnTo>
                    <a:pt x="84714" y="7503"/>
                  </a:lnTo>
                  <a:cubicBezTo>
                    <a:pt x="84714" y="6720"/>
                    <a:pt x="85334" y="6101"/>
                    <a:pt x="86084" y="6101"/>
                  </a:cubicBezTo>
                  <a:close/>
                  <a:moveTo>
                    <a:pt x="181138" y="6101"/>
                  </a:moveTo>
                  <a:cubicBezTo>
                    <a:pt x="181888" y="6101"/>
                    <a:pt x="182508" y="6720"/>
                    <a:pt x="182508" y="7503"/>
                  </a:cubicBezTo>
                  <a:lnTo>
                    <a:pt x="182508" y="13799"/>
                  </a:lnTo>
                  <a:cubicBezTo>
                    <a:pt x="182508" y="14549"/>
                    <a:pt x="181888" y="15169"/>
                    <a:pt x="181138" y="15169"/>
                  </a:cubicBezTo>
                  <a:lnTo>
                    <a:pt x="144571" y="15169"/>
                  </a:lnTo>
                  <a:cubicBezTo>
                    <a:pt x="143788" y="15169"/>
                    <a:pt x="143169" y="14549"/>
                    <a:pt x="143169" y="13799"/>
                  </a:cubicBezTo>
                  <a:lnTo>
                    <a:pt x="143169" y="7503"/>
                  </a:lnTo>
                  <a:cubicBezTo>
                    <a:pt x="143169" y="6720"/>
                    <a:pt x="143788" y="6101"/>
                    <a:pt x="144571" y="6101"/>
                  </a:cubicBezTo>
                  <a:close/>
                  <a:moveTo>
                    <a:pt x="59042" y="21301"/>
                  </a:moveTo>
                  <a:lnTo>
                    <a:pt x="59042" y="39373"/>
                  </a:lnTo>
                  <a:lnTo>
                    <a:pt x="32783" y="39373"/>
                  </a:lnTo>
                  <a:lnTo>
                    <a:pt x="32783" y="21301"/>
                  </a:lnTo>
                  <a:close/>
                  <a:moveTo>
                    <a:pt x="117497" y="21301"/>
                  </a:moveTo>
                  <a:lnTo>
                    <a:pt x="117497" y="39373"/>
                  </a:lnTo>
                  <a:lnTo>
                    <a:pt x="91270" y="39373"/>
                  </a:lnTo>
                  <a:lnTo>
                    <a:pt x="91270" y="21301"/>
                  </a:lnTo>
                  <a:close/>
                  <a:moveTo>
                    <a:pt x="175984" y="21301"/>
                  </a:moveTo>
                  <a:lnTo>
                    <a:pt x="175984" y="39373"/>
                  </a:lnTo>
                  <a:lnTo>
                    <a:pt x="149725" y="39373"/>
                  </a:lnTo>
                  <a:lnTo>
                    <a:pt x="149725" y="21301"/>
                  </a:lnTo>
                  <a:close/>
                  <a:moveTo>
                    <a:pt x="199405" y="45473"/>
                  </a:moveTo>
                  <a:cubicBezTo>
                    <a:pt x="201199" y="45473"/>
                    <a:pt x="202667" y="46941"/>
                    <a:pt x="202667" y="48735"/>
                  </a:cubicBezTo>
                  <a:cubicBezTo>
                    <a:pt x="202667" y="50529"/>
                    <a:pt x="201199" y="51997"/>
                    <a:pt x="199405" y="51997"/>
                  </a:cubicBezTo>
                  <a:lnTo>
                    <a:pt x="9362" y="51997"/>
                  </a:lnTo>
                  <a:cubicBezTo>
                    <a:pt x="7568" y="51997"/>
                    <a:pt x="6100" y="50529"/>
                    <a:pt x="6100" y="48735"/>
                  </a:cubicBezTo>
                  <a:cubicBezTo>
                    <a:pt x="6100" y="46941"/>
                    <a:pt x="7568" y="45473"/>
                    <a:pt x="9362" y="45473"/>
                  </a:cubicBezTo>
                  <a:close/>
                  <a:moveTo>
                    <a:pt x="59042" y="58097"/>
                  </a:moveTo>
                  <a:lnTo>
                    <a:pt x="59042" y="84290"/>
                  </a:lnTo>
                  <a:lnTo>
                    <a:pt x="32783" y="84290"/>
                  </a:lnTo>
                  <a:lnTo>
                    <a:pt x="32783" y="58097"/>
                  </a:lnTo>
                  <a:close/>
                  <a:moveTo>
                    <a:pt x="117497" y="58097"/>
                  </a:moveTo>
                  <a:lnTo>
                    <a:pt x="117497" y="84290"/>
                  </a:lnTo>
                  <a:lnTo>
                    <a:pt x="91270" y="84290"/>
                  </a:lnTo>
                  <a:lnTo>
                    <a:pt x="91270" y="58097"/>
                  </a:lnTo>
                  <a:close/>
                  <a:moveTo>
                    <a:pt x="175984" y="58097"/>
                  </a:moveTo>
                  <a:lnTo>
                    <a:pt x="175984" y="84290"/>
                  </a:lnTo>
                  <a:lnTo>
                    <a:pt x="149725" y="84290"/>
                  </a:lnTo>
                  <a:lnTo>
                    <a:pt x="149725" y="58097"/>
                  </a:lnTo>
                  <a:close/>
                  <a:moveTo>
                    <a:pt x="117497" y="90423"/>
                  </a:moveTo>
                  <a:lnTo>
                    <a:pt x="117497" y="136123"/>
                  </a:lnTo>
                  <a:cubicBezTo>
                    <a:pt x="117497" y="143365"/>
                    <a:pt x="111625" y="149237"/>
                    <a:pt x="104384" y="149237"/>
                  </a:cubicBezTo>
                  <a:cubicBezTo>
                    <a:pt x="97142" y="149237"/>
                    <a:pt x="91270" y="143365"/>
                    <a:pt x="91270" y="136123"/>
                  </a:cubicBezTo>
                  <a:lnTo>
                    <a:pt x="91270" y="90423"/>
                  </a:lnTo>
                  <a:close/>
                  <a:moveTo>
                    <a:pt x="175984" y="90423"/>
                  </a:moveTo>
                  <a:lnTo>
                    <a:pt x="175984" y="136123"/>
                  </a:lnTo>
                  <a:cubicBezTo>
                    <a:pt x="175984" y="143365"/>
                    <a:pt x="170080" y="149237"/>
                    <a:pt x="162838" y="149237"/>
                  </a:cubicBezTo>
                  <a:cubicBezTo>
                    <a:pt x="155629" y="149237"/>
                    <a:pt x="149725" y="143365"/>
                    <a:pt x="149725" y="136123"/>
                  </a:cubicBezTo>
                  <a:lnTo>
                    <a:pt x="149725" y="90423"/>
                  </a:lnTo>
                  <a:close/>
                  <a:moveTo>
                    <a:pt x="191381" y="58097"/>
                  </a:moveTo>
                  <a:lnTo>
                    <a:pt x="191381" y="168580"/>
                  </a:lnTo>
                  <a:lnTo>
                    <a:pt x="172624" y="168580"/>
                  </a:lnTo>
                  <a:cubicBezTo>
                    <a:pt x="170928" y="168580"/>
                    <a:pt x="169558" y="169950"/>
                    <a:pt x="169558" y="171646"/>
                  </a:cubicBezTo>
                  <a:cubicBezTo>
                    <a:pt x="169558" y="173343"/>
                    <a:pt x="170928" y="174713"/>
                    <a:pt x="172624" y="174713"/>
                  </a:cubicBezTo>
                  <a:lnTo>
                    <a:pt x="202667" y="174713"/>
                  </a:lnTo>
                  <a:lnTo>
                    <a:pt x="202667" y="186488"/>
                  </a:lnTo>
                  <a:lnTo>
                    <a:pt x="6100" y="186488"/>
                  </a:lnTo>
                  <a:lnTo>
                    <a:pt x="6100" y="174713"/>
                  </a:lnTo>
                  <a:lnTo>
                    <a:pt x="158304" y="174713"/>
                  </a:lnTo>
                  <a:cubicBezTo>
                    <a:pt x="159968" y="174713"/>
                    <a:pt x="161338" y="173343"/>
                    <a:pt x="161338" y="171646"/>
                  </a:cubicBezTo>
                  <a:cubicBezTo>
                    <a:pt x="161338" y="169950"/>
                    <a:pt x="159968" y="168580"/>
                    <a:pt x="158304" y="168580"/>
                  </a:cubicBezTo>
                  <a:lnTo>
                    <a:pt x="17386" y="168580"/>
                  </a:lnTo>
                  <a:lnTo>
                    <a:pt x="17386" y="58097"/>
                  </a:lnTo>
                  <a:lnTo>
                    <a:pt x="26683" y="58097"/>
                  </a:lnTo>
                  <a:lnTo>
                    <a:pt x="26683" y="97208"/>
                  </a:lnTo>
                  <a:cubicBezTo>
                    <a:pt x="26683" y="98904"/>
                    <a:pt x="28053" y="100274"/>
                    <a:pt x="29749" y="100274"/>
                  </a:cubicBezTo>
                  <a:cubicBezTo>
                    <a:pt x="31413" y="100274"/>
                    <a:pt x="32783" y="98904"/>
                    <a:pt x="32783" y="97208"/>
                  </a:cubicBezTo>
                  <a:lnTo>
                    <a:pt x="32783" y="90423"/>
                  </a:lnTo>
                  <a:lnTo>
                    <a:pt x="59042" y="90423"/>
                  </a:lnTo>
                  <a:lnTo>
                    <a:pt x="59042" y="136123"/>
                  </a:lnTo>
                  <a:cubicBezTo>
                    <a:pt x="59042" y="143365"/>
                    <a:pt x="53138" y="149237"/>
                    <a:pt x="45929" y="149237"/>
                  </a:cubicBezTo>
                  <a:cubicBezTo>
                    <a:pt x="38687" y="149237"/>
                    <a:pt x="32783" y="143365"/>
                    <a:pt x="32783" y="136123"/>
                  </a:cubicBezTo>
                  <a:lnTo>
                    <a:pt x="32783" y="111691"/>
                  </a:lnTo>
                  <a:cubicBezTo>
                    <a:pt x="32783" y="109995"/>
                    <a:pt x="31413" y="108625"/>
                    <a:pt x="29749" y="108625"/>
                  </a:cubicBezTo>
                  <a:cubicBezTo>
                    <a:pt x="28053" y="108625"/>
                    <a:pt x="26683" y="109995"/>
                    <a:pt x="26683" y="111691"/>
                  </a:cubicBezTo>
                  <a:lnTo>
                    <a:pt x="26683" y="136123"/>
                  </a:lnTo>
                  <a:cubicBezTo>
                    <a:pt x="26683" y="146725"/>
                    <a:pt x="35327" y="155369"/>
                    <a:pt x="45929" y="155369"/>
                  </a:cubicBezTo>
                  <a:cubicBezTo>
                    <a:pt x="56530" y="155369"/>
                    <a:pt x="65142" y="146725"/>
                    <a:pt x="65142" y="136123"/>
                  </a:cubicBezTo>
                  <a:lnTo>
                    <a:pt x="65142" y="58097"/>
                  </a:lnTo>
                  <a:lnTo>
                    <a:pt x="85138" y="58097"/>
                  </a:lnTo>
                  <a:lnTo>
                    <a:pt x="85138" y="136123"/>
                  </a:lnTo>
                  <a:cubicBezTo>
                    <a:pt x="85138" y="146725"/>
                    <a:pt x="93782" y="155369"/>
                    <a:pt x="104384" y="155369"/>
                  </a:cubicBezTo>
                  <a:cubicBezTo>
                    <a:pt x="114985" y="155369"/>
                    <a:pt x="123629" y="146725"/>
                    <a:pt x="123629" y="136123"/>
                  </a:cubicBezTo>
                  <a:lnTo>
                    <a:pt x="123629" y="58097"/>
                  </a:lnTo>
                  <a:lnTo>
                    <a:pt x="143625" y="58097"/>
                  </a:lnTo>
                  <a:lnTo>
                    <a:pt x="143625" y="136123"/>
                  </a:lnTo>
                  <a:cubicBezTo>
                    <a:pt x="143625" y="146725"/>
                    <a:pt x="152237" y="155369"/>
                    <a:pt x="162838" y="155369"/>
                  </a:cubicBezTo>
                  <a:cubicBezTo>
                    <a:pt x="173472" y="155369"/>
                    <a:pt x="182084" y="146725"/>
                    <a:pt x="182084" y="136123"/>
                  </a:cubicBezTo>
                  <a:lnTo>
                    <a:pt x="182084" y="58097"/>
                  </a:lnTo>
                  <a:close/>
                  <a:moveTo>
                    <a:pt x="27629" y="1"/>
                  </a:moveTo>
                  <a:cubicBezTo>
                    <a:pt x="23486" y="1"/>
                    <a:pt x="20126" y="3361"/>
                    <a:pt x="20126" y="7503"/>
                  </a:cubicBezTo>
                  <a:lnTo>
                    <a:pt x="20126" y="13799"/>
                  </a:lnTo>
                  <a:cubicBezTo>
                    <a:pt x="20126" y="17615"/>
                    <a:pt x="22997" y="20747"/>
                    <a:pt x="26683" y="21236"/>
                  </a:cubicBezTo>
                  <a:lnTo>
                    <a:pt x="26683" y="39373"/>
                  </a:lnTo>
                  <a:lnTo>
                    <a:pt x="9362" y="39373"/>
                  </a:lnTo>
                  <a:cubicBezTo>
                    <a:pt x="4208" y="39373"/>
                    <a:pt x="0" y="43548"/>
                    <a:pt x="0" y="48735"/>
                  </a:cubicBezTo>
                  <a:cubicBezTo>
                    <a:pt x="0" y="53889"/>
                    <a:pt x="4208" y="58097"/>
                    <a:pt x="9362" y="58097"/>
                  </a:cubicBezTo>
                  <a:lnTo>
                    <a:pt x="11286" y="58097"/>
                  </a:lnTo>
                  <a:lnTo>
                    <a:pt x="11286" y="168580"/>
                  </a:lnTo>
                  <a:lnTo>
                    <a:pt x="5382" y="168580"/>
                  </a:lnTo>
                  <a:cubicBezTo>
                    <a:pt x="2414" y="168580"/>
                    <a:pt x="0" y="170994"/>
                    <a:pt x="0" y="173962"/>
                  </a:cubicBezTo>
                  <a:lnTo>
                    <a:pt x="0" y="187206"/>
                  </a:lnTo>
                  <a:cubicBezTo>
                    <a:pt x="0" y="190175"/>
                    <a:pt x="2414" y="192588"/>
                    <a:pt x="5382" y="192588"/>
                  </a:cubicBezTo>
                  <a:lnTo>
                    <a:pt x="203385" y="192588"/>
                  </a:lnTo>
                  <a:cubicBezTo>
                    <a:pt x="206353" y="192588"/>
                    <a:pt x="208767" y="190175"/>
                    <a:pt x="208767" y="187206"/>
                  </a:cubicBezTo>
                  <a:lnTo>
                    <a:pt x="208767" y="173962"/>
                  </a:lnTo>
                  <a:cubicBezTo>
                    <a:pt x="208767" y="170994"/>
                    <a:pt x="206353" y="168580"/>
                    <a:pt x="203385" y="168580"/>
                  </a:cubicBezTo>
                  <a:lnTo>
                    <a:pt x="197481" y="168580"/>
                  </a:lnTo>
                  <a:lnTo>
                    <a:pt x="197481" y="58097"/>
                  </a:lnTo>
                  <a:lnTo>
                    <a:pt x="199405" y="58097"/>
                  </a:lnTo>
                  <a:cubicBezTo>
                    <a:pt x="204559" y="58097"/>
                    <a:pt x="208767" y="53889"/>
                    <a:pt x="208767" y="48735"/>
                  </a:cubicBezTo>
                  <a:cubicBezTo>
                    <a:pt x="208767" y="43548"/>
                    <a:pt x="204559" y="39340"/>
                    <a:pt x="199405" y="39340"/>
                  </a:cubicBezTo>
                  <a:lnTo>
                    <a:pt x="182084" y="39340"/>
                  </a:lnTo>
                  <a:lnTo>
                    <a:pt x="182084" y="21236"/>
                  </a:lnTo>
                  <a:cubicBezTo>
                    <a:pt x="185770" y="20747"/>
                    <a:pt x="188641" y="17615"/>
                    <a:pt x="188641" y="13799"/>
                  </a:cubicBezTo>
                  <a:lnTo>
                    <a:pt x="188641" y="7503"/>
                  </a:lnTo>
                  <a:cubicBezTo>
                    <a:pt x="188641" y="3361"/>
                    <a:pt x="185281" y="1"/>
                    <a:pt x="181138" y="1"/>
                  </a:cubicBezTo>
                  <a:lnTo>
                    <a:pt x="144571" y="1"/>
                  </a:lnTo>
                  <a:cubicBezTo>
                    <a:pt x="140429" y="1"/>
                    <a:pt x="137069" y="3361"/>
                    <a:pt x="137069" y="7503"/>
                  </a:cubicBezTo>
                  <a:lnTo>
                    <a:pt x="137069" y="13799"/>
                  </a:lnTo>
                  <a:cubicBezTo>
                    <a:pt x="137069" y="17615"/>
                    <a:pt x="139939" y="20780"/>
                    <a:pt x="143625" y="21236"/>
                  </a:cubicBezTo>
                  <a:lnTo>
                    <a:pt x="143625" y="39373"/>
                  </a:lnTo>
                  <a:lnTo>
                    <a:pt x="123629" y="39373"/>
                  </a:lnTo>
                  <a:lnTo>
                    <a:pt x="123629" y="21236"/>
                  </a:lnTo>
                  <a:cubicBezTo>
                    <a:pt x="127315" y="20747"/>
                    <a:pt x="130153" y="17615"/>
                    <a:pt x="130153" y="13799"/>
                  </a:cubicBezTo>
                  <a:lnTo>
                    <a:pt x="130153" y="7503"/>
                  </a:lnTo>
                  <a:cubicBezTo>
                    <a:pt x="130153" y="3361"/>
                    <a:pt x="126793" y="1"/>
                    <a:pt x="122683" y="1"/>
                  </a:cubicBezTo>
                  <a:lnTo>
                    <a:pt x="86084" y="1"/>
                  </a:lnTo>
                  <a:cubicBezTo>
                    <a:pt x="81974" y="1"/>
                    <a:pt x="78614" y="3361"/>
                    <a:pt x="78614" y="7503"/>
                  </a:cubicBezTo>
                  <a:lnTo>
                    <a:pt x="78614" y="13799"/>
                  </a:lnTo>
                  <a:cubicBezTo>
                    <a:pt x="78614" y="17615"/>
                    <a:pt x="81452" y="20747"/>
                    <a:pt x="85138" y="21236"/>
                  </a:cubicBezTo>
                  <a:lnTo>
                    <a:pt x="85138" y="39373"/>
                  </a:lnTo>
                  <a:lnTo>
                    <a:pt x="65142" y="39373"/>
                  </a:lnTo>
                  <a:lnTo>
                    <a:pt x="65142" y="21236"/>
                  </a:lnTo>
                  <a:cubicBezTo>
                    <a:pt x="68828" y="20780"/>
                    <a:pt x="71698" y="17615"/>
                    <a:pt x="71698" y="13799"/>
                  </a:cubicBezTo>
                  <a:lnTo>
                    <a:pt x="71698" y="7503"/>
                  </a:lnTo>
                  <a:cubicBezTo>
                    <a:pt x="71698" y="3361"/>
                    <a:pt x="68339" y="1"/>
                    <a:pt x="6419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8" name="Google Shape;288;p26"/>
            <p:cNvGrpSpPr/>
            <p:nvPr/>
          </p:nvGrpSpPr>
          <p:grpSpPr>
            <a:xfrm>
              <a:off x="5865281" y="3053213"/>
              <a:ext cx="306493" cy="360671"/>
              <a:chOff x="1565750" y="237775"/>
              <a:chExt cx="4435500" cy="5219550"/>
            </a:xfrm>
          </p:grpSpPr>
          <p:sp>
            <p:nvSpPr>
              <p:cNvPr id="289" name="Google Shape;289;p26"/>
              <p:cNvSpPr/>
              <p:nvPr/>
            </p:nvSpPr>
            <p:spPr>
              <a:xfrm>
                <a:off x="2629150" y="2645450"/>
                <a:ext cx="2967625" cy="2811875"/>
              </a:xfrm>
              <a:custGeom>
                <a:rect b="b" l="l" r="r" t="t"/>
                <a:pathLst>
                  <a:path extrusionOk="0" h="112475" w="118705">
                    <a:moveTo>
                      <a:pt x="115670" y="1"/>
                    </a:moveTo>
                    <a:cubicBezTo>
                      <a:pt x="113974" y="1"/>
                      <a:pt x="112604" y="1371"/>
                      <a:pt x="112604" y="3067"/>
                    </a:cubicBezTo>
                    <a:lnTo>
                      <a:pt x="112604" y="60184"/>
                    </a:lnTo>
                    <a:cubicBezTo>
                      <a:pt x="112604" y="85661"/>
                      <a:pt x="91891" y="106374"/>
                      <a:pt x="66447" y="106374"/>
                    </a:cubicBezTo>
                    <a:lnTo>
                      <a:pt x="52257" y="106374"/>
                    </a:lnTo>
                    <a:cubicBezTo>
                      <a:pt x="26814" y="106374"/>
                      <a:pt x="6100" y="85661"/>
                      <a:pt x="6100" y="60184"/>
                    </a:cubicBezTo>
                    <a:lnTo>
                      <a:pt x="6100" y="46158"/>
                    </a:lnTo>
                    <a:cubicBezTo>
                      <a:pt x="6100" y="44462"/>
                      <a:pt x="4730" y="43092"/>
                      <a:pt x="3034" y="43092"/>
                    </a:cubicBezTo>
                    <a:cubicBezTo>
                      <a:pt x="1370" y="43092"/>
                      <a:pt x="0" y="44462"/>
                      <a:pt x="0" y="46158"/>
                    </a:cubicBezTo>
                    <a:lnTo>
                      <a:pt x="0" y="60184"/>
                    </a:lnTo>
                    <a:cubicBezTo>
                      <a:pt x="0" y="89020"/>
                      <a:pt x="23454" y="112474"/>
                      <a:pt x="52257" y="112474"/>
                    </a:cubicBezTo>
                    <a:lnTo>
                      <a:pt x="66447" y="112474"/>
                    </a:lnTo>
                    <a:cubicBezTo>
                      <a:pt x="95250" y="112474"/>
                      <a:pt x="118704" y="89020"/>
                      <a:pt x="118704" y="60184"/>
                    </a:cubicBezTo>
                    <a:lnTo>
                      <a:pt x="118704" y="3067"/>
                    </a:lnTo>
                    <a:cubicBezTo>
                      <a:pt x="118704" y="1371"/>
                      <a:pt x="117334" y="1"/>
                      <a:pt x="115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" name="Google Shape;290;p26"/>
              <p:cNvSpPr/>
              <p:nvPr/>
            </p:nvSpPr>
            <p:spPr>
              <a:xfrm>
                <a:off x="1565750" y="237775"/>
                <a:ext cx="3767600" cy="4956125"/>
              </a:xfrm>
              <a:custGeom>
                <a:rect b="b" l="l" r="r" t="t"/>
                <a:pathLst>
                  <a:path extrusionOk="0" h="198245" w="150704">
                    <a:moveTo>
                      <a:pt x="33032" y="6136"/>
                    </a:moveTo>
                    <a:cubicBezTo>
                      <a:pt x="35944" y="6136"/>
                      <a:pt x="38486" y="8343"/>
                      <a:pt x="38818" y="11333"/>
                    </a:cubicBezTo>
                    <a:cubicBezTo>
                      <a:pt x="39209" y="14530"/>
                      <a:pt x="36893" y="17433"/>
                      <a:pt x="33664" y="17824"/>
                    </a:cubicBezTo>
                    <a:cubicBezTo>
                      <a:pt x="33370" y="17859"/>
                      <a:pt x="33066" y="17875"/>
                      <a:pt x="32755" y="17875"/>
                    </a:cubicBezTo>
                    <a:cubicBezTo>
                      <a:pt x="28936" y="17875"/>
                      <a:pt x="24117" y="15385"/>
                      <a:pt x="23845" y="13062"/>
                    </a:cubicBezTo>
                    <a:cubicBezTo>
                      <a:pt x="23552" y="10550"/>
                      <a:pt x="28379" y="6636"/>
                      <a:pt x="32326" y="6179"/>
                    </a:cubicBezTo>
                    <a:cubicBezTo>
                      <a:pt x="32563" y="6150"/>
                      <a:pt x="32799" y="6136"/>
                      <a:pt x="33032" y="6136"/>
                    </a:cubicBezTo>
                    <a:close/>
                    <a:moveTo>
                      <a:pt x="68959" y="6147"/>
                    </a:moveTo>
                    <a:cubicBezTo>
                      <a:pt x="69187" y="6147"/>
                      <a:pt x="69415" y="6147"/>
                      <a:pt x="69644" y="6179"/>
                    </a:cubicBezTo>
                    <a:cubicBezTo>
                      <a:pt x="71503" y="6375"/>
                      <a:pt x="73884" y="7484"/>
                      <a:pt x="75646" y="8984"/>
                    </a:cubicBezTo>
                    <a:cubicBezTo>
                      <a:pt x="77309" y="10387"/>
                      <a:pt x="78255" y="11920"/>
                      <a:pt x="78125" y="13062"/>
                    </a:cubicBezTo>
                    <a:cubicBezTo>
                      <a:pt x="77962" y="14204"/>
                      <a:pt x="76722" y="15476"/>
                      <a:pt x="74797" y="16454"/>
                    </a:cubicBezTo>
                    <a:cubicBezTo>
                      <a:pt x="73023" y="17342"/>
                      <a:pt x="70919" y="17875"/>
                      <a:pt x="69166" y="17875"/>
                    </a:cubicBezTo>
                    <a:cubicBezTo>
                      <a:pt x="68856" y="17875"/>
                      <a:pt x="68557" y="17859"/>
                      <a:pt x="68274" y="17824"/>
                    </a:cubicBezTo>
                    <a:cubicBezTo>
                      <a:pt x="65077" y="17433"/>
                      <a:pt x="62761" y="14530"/>
                      <a:pt x="63152" y="11333"/>
                    </a:cubicBezTo>
                    <a:cubicBezTo>
                      <a:pt x="63478" y="8332"/>
                      <a:pt x="66023" y="6147"/>
                      <a:pt x="68959" y="6147"/>
                    </a:cubicBezTo>
                    <a:close/>
                    <a:moveTo>
                      <a:pt x="32977" y="1"/>
                    </a:moveTo>
                    <a:cubicBezTo>
                      <a:pt x="32525" y="1"/>
                      <a:pt x="32068" y="27"/>
                      <a:pt x="31609" y="79"/>
                    </a:cubicBezTo>
                    <a:cubicBezTo>
                      <a:pt x="28543" y="438"/>
                      <a:pt x="25085" y="2036"/>
                      <a:pt x="22377" y="4320"/>
                    </a:cubicBezTo>
                    <a:cubicBezTo>
                      <a:pt x="20029" y="6277"/>
                      <a:pt x="18528" y="8528"/>
                      <a:pt x="17974" y="10811"/>
                    </a:cubicBezTo>
                    <a:lnTo>
                      <a:pt x="13766" y="11822"/>
                    </a:lnTo>
                    <a:cubicBezTo>
                      <a:pt x="5317" y="13877"/>
                      <a:pt x="0" y="22163"/>
                      <a:pt x="1631" y="30709"/>
                    </a:cubicBezTo>
                    <a:cubicBezTo>
                      <a:pt x="1664" y="30775"/>
                      <a:pt x="1664" y="30840"/>
                      <a:pt x="1664" y="30872"/>
                    </a:cubicBezTo>
                    <a:lnTo>
                      <a:pt x="15168" y="83749"/>
                    </a:lnTo>
                    <a:cubicBezTo>
                      <a:pt x="15266" y="84271"/>
                      <a:pt x="15364" y="84793"/>
                      <a:pt x="15495" y="85315"/>
                    </a:cubicBezTo>
                    <a:cubicBezTo>
                      <a:pt x="14842" y="85869"/>
                      <a:pt x="14288" y="86555"/>
                      <a:pt x="13831" y="87305"/>
                    </a:cubicBezTo>
                    <a:cubicBezTo>
                      <a:pt x="12298" y="89784"/>
                      <a:pt x="12167" y="92818"/>
                      <a:pt x="13472" y="95427"/>
                    </a:cubicBezTo>
                    <a:cubicBezTo>
                      <a:pt x="19213" y="106942"/>
                      <a:pt x="29978" y="115227"/>
                      <a:pt x="42536" y="117804"/>
                    </a:cubicBezTo>
                    <a:lnTo>
                      <a:pt x="42536" y="128308"/>
                    </a:lnTo>
                    <a:cubicBezTo>
                      <a:pt x="42536" y="130004"/>
                      <a:pt x="43906" y="131374"/>
                      <a:pt x="45570" y="131374"/>
                    </a:cubicBezTo>
                    <a:cubicBezTo>
                      <a:pt x="47266" y="131374"/>
                      <a:pt x="48636" y="130004"/>
                      <a:pt x="48636" y="128308"/>
                    </a:cubicBezTo>
                    <a:lnTo>
                      <a:pt x="48636" y="116271"/>
                    </a:lnTo>
                    <a:cubicBezTo>
                      <a:pt x="48636" y="114184"/>
                      <a:pt x="47136" y="112422"/>
                      <a:pt x="45081" y="112063"/>
                    </a:cubicBezTo>
                    <a:cubicBezTo>
                      <a:pt x="33794" y="110171"/>
                      <a:pt x="24041" y="102930"/>
                      <a:pt x="18952" y="92687"/>
                    </a:cubicBezTo>
                    <a:cubicBezTo>
                      <a:pt x="18593" y="91969"/>
                      <a:pt x="18626" y="91187"/>
                      <a:pt x="19050" y="90502"/>
                    </a:cubicBezTo>
                    <a:cubicBezTo>
                      <a:pt x="19474" y="89784"/>
                      <a:pt x="20192" y="89360"/>
                      <a:pt x="20975" y="89360"/>
                    </a:cubicBezTo>
                    <a:lnTo>
                      <a:pt x="21040" y="89360"/>
                    </a:lnTo>
                    <a:cubicBezTo>
                      <a:pt x="21921" y="89360"/>
                      <a:pt x="22769" y="89914"/>
                      <a:pt x="23193" y="90762"/>
                    </a:cubicBezTo>
                    <a:cubicBezTo>
                      <a:pt x="28510" y="101331"/>
                      <a:pt x="39177" y="107888"/>
                      <a:pt x="50985" y="107888"/>
                    </a:cubicBezTo>
                    <a:cubicBezTo>
                      <a:pt x="62696" y="107888"/>
                      <a:pt x="73656" y="101103"/>
                      <a:pt x="78842" y="90567"/>
                    </a:cubicBezTo>
                    <a:cubicBezTo>
                      <a:pt x="79201" y="89849"/>
                      <a:pt x="80049" y="89360"/>
                      <a:pt x="80897" y="89360"/>
                    </a:cubicBezTo>
                    <a:cubicBezTo>
                      <a:pt x="81746" y="89360"/>
                      <a:pt x="82463" y="89751"/>
                      <a:pt x="82887" y="90469"/>
                    </a:cubicBezTo>
                    <a:cubicBezTo>
                      <a:pt x="83344" y="91154"/>
                      <a:pt x="83377" y="91969"/>
                      <a:pt x="83018" y="92687"/>
                    </a:cubicBezTo>
                    <a:cubicBezTo>
                      <a:pt x="77929" y="102897"/>
                      <a:pt x="68208" y="110139"/>
                      <a:pt x="56987" y="112063"/>
                    </a:cubicBezTo>
                    <a:lnTo>
                      <a:pt x="56889" y="112063"/>
                    </a:lnTo>
                    <a:cubicBezTo>
                      <a:pt x="54704" y="112292"/>
                      <a:pt x="53040" y="114118"/>
                      <a:pt x="53040" y="116304"/>
                    </a:cubicBezTo>
                    <a:lnTo>
                      <a:pt x="53073" y="156491"/>
                    </a:lnTo>
                    <a:cubicBezTo>
                      <a:pt x="53073" y="179521"/>
                      <a:pt x="71796" y="198245"/>
                      <a:pt x="94793" y="198245"/>
                    </a:cubicBezTo>
                    <a:lnTo>
                      <a:pt x="108983" y="198245"/>
                    </a:lnTo>
                    <a:cubicBezTo>
                      <a:pt x="131980" y="198245"/>
                      <a:pt x="150704" y="179521"/>
                      <a:pt x="150704" y="156491"/>
                    </a:cubicBezTo>
                    <a:lnTo>
                      <a:pt x="150704" y="99668"/>
                    </a:lnTo>
                    <a:cubicBezTo>
                      <a:pt x="150704" y="97971"/>
                      <a:pt x="149334" y="96601"/>
                      <a:pt x="147670" y="96601"/>
                    </a:cubicBezTo>
                    <a:cubicBezTo>
                      <a:pt x="145974" y="96601"/>
                      <a:pt x="144604" y="97971"/>
                      <a:pt x="144604" y="99668"/>
                    </a:cubicBezTo>
                    <a:lnTo>
                      <a:pt x="144604" y="156491"/>
                    </a:lnTo>
                    <a:cubicBezTo>
                      <a:pt x="144604" y="176129"/>
                      <a:pt x="128620" y="192112"/>
                      <a:pt x="108983" y="192112"/>
                    </a:cubicBezTo>
                    <a:lnTo>
                      <a:pt x="94793" y="192112"/>
                    </a:lnTo>
                    <a:cubicBezTo>
                      <a:pt x="75156" y="192112"/>
                      <a:pt x="59173" y="176129"/>
                      <a:pt x="59173" y="156491"/>
                    </a:cubicBezTo>
                    <a:lnTo>
                      <a:pt x="59173" y="117870"/>
                    </a:lnTo>
                    <a:cubicBezTo>
                      <a:pt x="71829" y="115325"/>
                      <a:pt x="82724" y="107007"/>
                      <a:pt x="88498" y="95427"/>
                    </a:cubicBezTo>
                    <a:cubicBezTo>
                      <a:pt x="89803" y="92785"/>
                      <a:pt x="89640" y="89751"/>
                      <a:pt x="88106" y="87240"/>
                    </a:cubicBezTo>
                    <a:cubicBezTo>
                      <a:pt x="87650" y="86522"/>
                      <a:pt x="87095" y="85869"/>
                      <a:pt x="86443" y="85315"/>
                    </a:cubicBezTo>
                    <a:cubicBezTo>
                      <a:pt x="86573" y="84793"/>
                      <a:pt x="86704" y="84271"/>
                      <a:pt x="86802" y="83749"/>
                    </a:cubicBezTo>
                    <a:lnTo>
                      <a:pt x="100274" y="30872"/>
                    </a:lnTo>
                    <a:cubicBezTo>
                      <a:pt x="100306" y="30840"/>
                      <a:pt x="100306" y="30775"/>
                      <a:pt x="100306" y="30709"/>
                    </a:cubicBezTo>
                    <a:cubicBezTo>
                      <a:pt x="101970" y="22163"/>
                      <a:pt x="96620" y="13877"/>
                      <a:pt x="88204" y="11822"/>
                    </a:cubicBezTo>
                    <a:lnTo>
                      <a:pt x="83996" y="10811"/>
                    </a:lnTo>
                    <a:cubicBezTo>
                      <a:pt x="83442" y="8528"/>
                      <a:pt x="81941" y="6277"/>
                      <a:pt x="79593" y="4320"/>
                    </a:cubicBezTo>
                    <a:cubicBezTo>
                      <a:pt x="76853" y="2036"/>
                      <a:pt x="73427" y="438"/>
                      <a:pt x="70329" y="79"/>
                    </a:cubicBezTo>
                    <a:cubicBezTo>
                      <a:pt x="69869" y="27"/>
                      <a:pt x="69413" y="1"/>
                      <a:pt x="68961" y="1"/>
                    </a:cubicBezTo>
                    <a:cubicBezTo>
                      <a:pt x="62965" y="1"/>
                      <a:pt x="57780" y="4518"/>
                      <a:pt x="57052" y="10615"/>
                    </a:cubicBezTo>
                    <a:cubicBezTo>
                      <a:pt x="56302" y="17172"/>
                      <a:pt x="61032" y="23141"/>
                      <a:pt x="67588" y="23892"/>
                    </a:cubicBezTo>
                    <a:cubicBezTo>
                      <a:pt x="68078" y="23957"/>
                      <a:pt x="68600" y="23990"/>
                      <a:pt x="69154" y="23990"/>
                    </a:cubicBezTo>
                    <a:cubicBezTo>
                      <a:pt x="71862" y="23990"/>
                      <a:pt x="74895" y="23239"/>
                      <a:pt x="77538" y="21902"/>
                    </a:cubicBezTo>
                    <a:cubicBezTo>
                      <a:pt x="80147" y="20597"/>
                      <a:pt x="82039" y="18868"/>
                      <a:pt x="83148" y="16911"/>
                    </a:cubicBezTo>
                    <a:lnTo>
                      <a:pt x="86736" y="17759"/>
                    </a:lnTo>
                    <a:cubicBezTo>
                      <a:pt x="91988" y="19064"/>
                      <a:pt x="95315" y="24185"/>
                      <a:pt x="94337" y="29470"/>
                    </a:cubicBezTo>
                    <a:lnTo>
                      <a:pt x="80865" y="82314"/>
                    </a:lnTo>
                    <a:cubicBezTo>
                      <a:pt x="80832" y="82379"/>
                      <a:pt x="80832" y="82444"/>
                      <a:pt x="80800" y="82510"/>
                    </a:cubicBezTo>
                    <a:cubicBezTo>
                      <a:pt x="80767" y="82771"/>
                      <a:pt x="80702" y="82999"/>
                      <a:pt x="80669" y="83260"/>
                    </a:cubicBezTo>
                    <a:cubicBezTo>
                      <a:pt x="77570" y="83325"/>
                      <a:pt x="74732" y="85119"/>
                      <a:pt x="73362" y="87859"/>
                    </a:cubicBezTo>
                    <a:cubicBezTo>
                      <a:pt x="69187" y="96308"/>
                      <a:pt x="60412" y="101755"/>
                      <a:pt x="50985" y="101755"/>
                    </a:cubicBezTo>
                    <a:cubicBezTo>
                      <a:pt x="41493" y="101755"/>
                      <a:pt x="32946" y="96504"/>
                      <a:pt x="28673" y="88022"/>
                    </a:cubicBezTo>
                    <a:cubicBezTo>
                      <a:pt x="27238" y="85184"/>
                      <a:pt x="24400" y="83358"/>
                      <a:pt x="21301" y="83260"/>
                    </a:cubicBezTo>
                    <a:cubicBezTo>
                      <a:pt x="21236" y="82999"/>
                      <a:pt x="21203" y="82771"/>
                      <a:pt x="21138" y="82510"/>
                    </a:cubicBezTo>
                    <a:cubicBezTo>
                      <a:pt x="21138" y="82444"/>
                      <a:pt x="21138" y="82379"/>
                      <a:pt x="21105" y="82314"/>
                    </a:cubicBezTo>
                    <a:lnTo>
                      <a:pt x="7633" y="29470"/>
                    </a:lnTo>
                    <a:cubicBezTo>
                      <a:pt x="6655" y="24185"/>
                      <a:pt x="9982" y="19064"/>
                      <a:pt x="15201" y="17759"/>
                    </a:cubicBezTo>
                    <a:lnTo>
                      <a:pt x="18789" y="16911"/>
                    </a:lnTo>
                    <a:cubicBezTo>
                      <a:pt x="21334" y="21478"/>
                      <a:pt x="27858" y="23990"/>
                      <a:pt x="32848" y="23990"/>
                    </a:cubicBezTo>
                    <a:cubicBezTo>
                      <a:pt x="33370" y="23990"/>
                      <a:pt x="33892" y="23957"/>
                      <a:pt x="34381" y="23892"/>
                    </a:cubicBezTo>
                    <a:cubicBezTo>
                      <a:pt x="40938" y="23141"/>
                      <a:pt x="45668" y="17172"/>
                      <a:pt x="44885" y="10615"/>
                    </a:cubicBezTo>
                    <a:cubicBezTo>
                      <a:pt x="44187" y="4518"/>
                      <a:pt x="38977" y="1"/>
                      <a:pt x="3297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" name="Google Shape;291;p26"/>
              <p:cNvSpPr/>
              <p:nvPr/>
            </p:nvSpPr>
            <p:spPr>
              <a:xfrm>
                <a:off x="4744550" y="1225675"/>
                <a:ext cx="1256700" cy="1255900"/>
              </a:xfrm>
              <a:custGeom>
                <a:rect b="b" l="l" r="r" t="t"/>
                <a:pathLst>
                  <a:path extrusionOk="0" h="50236" w="50268">
                    <a:moveTo>
                      <a:pt x="25150" y="6101"/>
                    </a:moveTo>
                    <a:cubicBezTo>
                      <a:pt x="35621" y="6101"/>
                      <a:pt x="44135" y="14647"/>
                      <a:pt x="44135" y="25118"/>
                    </a:cubicBezTo>
                    <a:cubicBezTo>
                      <a:pt x="44135" y="35622"/>
                      <a:pt x="35621" y="44135"/>
                      <a:pt x="25150" y="44135"/>
                    </a:cubicBezTo>
                    <a:cubicBezTo>
                      <a:pt x="14647" y="44135"/>
                      <a:pt x="6133" y="35622"/>
                      <a:pt x="6133" y="25118"/>
                    </a:cubicBezTo>
                    <a:cubicBezTo>
                      <a:pt x="6133" y="14647"/>
                      <a:pt x="14647" y="6101"/>
                      <a:pt x="25150" y="6101"/>
                    </a:cubicBezTo>
                    <a:close/>
                    <a:moveTo>
                      <a:pt x="25150" y="1"/>
                    </a:moveTo>
                    <a:cubicBezTo>
                      <a:pt x="11287" y="1"/>
                      <a:pt x="0" y="11255"/>
                      <a:pt x="0" y="25118"/>
                    </a:cubicBezTo>
                    <a:cubicBezTo>
                      <a:pt x="0" y="38981"/>
                      <a:pt x="11287" y="50235"/>
                      <a:pt x="25150" y="50235"/>
                    </a:cubicBezTo>
                    <a:cubicBezTo>
                      <a:pt x="38981" y="50235"/>
                      <a:pt x="50268" y="38981"/>
                      <a:pt x="50268" y="25118"/>
                    </a:cubicBezTo>
                    <a:cubicBezTo>
                      <a:pt x="50268" y="11255"/>
                      <a:pt x="38981" y="1"/>
                      <a:pt x="2515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" name="Google Shape;292;p26"/>
              <p:cNvSpPr/>
              <p:nvPr/>
            </p:nvSpPr>
            <p:spPr>
              <a:xfrm>
                <a:off x="5081350" y="1562475"/>
                <a:ext cx="583100" cy="582300"/>
              </a:xfrm>
              <a:custGeom>
                <a:rect b="b" l="l" r="r" t="t"/>
                <a:pathLst>
                  <a:path extrusionOk="0" h="23292" w="23324">
                    <a:moveTo>
                      <a:pt x="11678" y="6101"/>
                    </a:moveTo>
                    <a:cubicBezTo>
                      <a:pt x="14712" y="6101"/>
                      <a:pt x="17191" y="8612"/>
                      <a:pt x="17191" y="11646"/>
                    </a:cubicBezTo>
                    <a:cubicBezTo>
                      <a:pt x="17191" y="14712"/>
                      <a:pt x="14712" y="17191"/>
                      <a:pt x="11678" y="17191"/>
                    </a:cubicBezTo>
                    <a:cubicBezTo>
                      <a:pt x="8612" y="17191"/>
                      <a:pt x="6133" y="14712"/>
                      <a:pt x="6133" y="11646"/>
                    </a:cubicBezTo>
                    <a:cubicBezTo>
                      <a:pt x="6133" y="8612"/>
                      <a:pt x="8612" y="6101"/>
                      <a:pt x="11678" y="6101"/>
                    </a:cubicBezTo>
                    <a:close/>
                    <a:moveTo>
                      <a:pt x="11678" y="1"/>
                    </a:moveTo>
                    <a:cubicBezTo>
                      <a:pt x="5252" y="1"/>
                      <a:pt x="0" y="5220"/>
                      <a:pt x="0" y="11646"/>
                    </a:cubicBezTo>
                    <a:cubicBezTo>
                      <a:pt x="0" y="18072"/>
                      <a:pt x="5252" y="23291"/>
                      <a:pt x="11678" y="23291"/>
                    </a:cubicBezTo>
                    <a:cubicBezTo>
                      <a:pt x="18104" y="23291"/>
                      <a:pt x="23324" y="18072"/>
                      <a:pt x="23324" y="11646"/>
                    </a:cubicBezTo>
                    <a:cubicBezTo>
                      <a:pt x="23324" y="5220"/>
                      <a:pt x="18104" y="1"/>
                      <a:pt x="1167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0D1E0"/>
        </a:solidFill>
      </p:bgPr>
    </p:bg>
    <p:spTree>
      <p:nvGrpSpPr>
        <p:cNvPr id="296" name="Shape 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7" name="Google Shape;297;p27"/>
          <p:cNvPicPr preferRelativeResize="0"/>
          <p:nvPr/>
        </p:nvPicPr>
        <p:blipFill rotWithShape="1">
          <a:blip r:embed="rId3">
            <a:alphaModFix/>
          </a:blip>
          <a:srcRect b="0" l="0" r="15626" t="0"/>
          <a:stretch/>
        </p:blipFill>
        <p:spPr>
          <a:xfrm flipH="1">
            <a:off x="655675" y="2868135"/>
            <a:ext cx="2113704" cy="1409125"/>
          </a:xfrm>
          <a:prstGeom prst="rect">
            <a:avLst/>
          </a:prstGeom>
          <a:noFill/>
          <a:ln>
            <a:noFill/>
          </a:ln>
        </p:spPr>
      </p:pic>
      <p:pic>
        <p:nvPicPr>
          <p:cNvPr id="298" name="Google Shape;298;p27"/>
          <p:cNvPicPr preferRelativeResize="0"/>
          <p:nvPr/>
        </p:nvPicPr>
        <p:blipFill rotWithShape="1">
          <a:blip r:embed="rId4">
            <a:alphaModFix/>
          </a:blip>
          <a:srcRect b="0" l="0" r="15626" t="0"/>
          <a:stretch/>
        </p:blipFill>
        <p:spPr>
          <a:xfrm flipH="1">
            <a:off x="655677" y="1319334"/>
            <a:ext cx="2113694" cy="1409125"/>
          </a:xfrm>
          <a:prstGeom prst="rect">
            <a:avLst/>
          </a:prstGeom>
          <a:noFill/>
          <a:ln>
            <a:noFill/>
          </a:ln>
        </p:spPr>
      </p:pic>
      <p:pic>
        <p:nvPicPr>
          <p:cNvPr id="299" name="Google Shape;299;p27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 flipH="1">
            <a:off x="2931053" y="1319372"/>
            <a:ext cx="4437151" cy="2957876"/>
          </a:xfrm>
          <a:prstGeom prst="rect">
            <a:avLst/>
          </a:prstGeom>
          <a:noFill/>
          <a:ln>
            <a:noFill/>
          </a:ln>
        </p:spPr>
      </p:pic>
      <p:sp>
        <p:nvSpPr>
          <p:cNvPr id="300" name="Google Shape;300;p27"/>
          <p:cNvSpPr/>
          <p:nvPr/>
        </p:nvSpPr>
        <p:spPr>
          <a:xfrm flipH="1">
            <a:off x="5815925" y="1887500"/>
            <a:ext cx="2672400" cy="2103600"/>
          </a:xfrm>
          <a:prstGeom prst="rect">
            <a:avLst/>
          </a:prstGeom>
          <a:solidFill>
            <a:srgbClr val="92577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" name="Google Shape;301;p27"/>
          <p:cNvSpPr txBox="1"/>
          <p:nvPr>
            <p:ph idx="1" type="subTitle"/>
          </p:nvPr>
        </p:nvSpPr>
        <p:spPr>
          <a:xfrm flipH="1">
            <a:off x="5971062" y="2044377"/>
            <a:ext cx="2410500" cy="1789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</a:rPr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302" name="Google Shape;302;p27"/>
          <p:cNvSpPr txBox="1"/>
          <p:nvPr>
            <p:ph type="title"/>
          </p:nvPr>
        </p:nvSpPr>
        <p:spPr>
          <a:xfrm>
            <a:off x="1162800" y="376475"/>
            <a:ext cx="6818400" cy="67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RESULTS</a:t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06" name="Shape 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" name="Google Shape;307;p28"/>
          <p:cNvSpPr/>
          <p:nvPr/>
        </p:nvSpPr>
        <p:spPr>
          <a:xfrm>
            <a:off x="5939800" y="1892950"/>
            <a:ext cx="233400" cy="12936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8" name="Google Shape;308;p28"/>
          <p:cNvSpPr/>
          <p:nvPr/>
        </p:nvSpPr>
        <p:spPr>
          <a:xfrm>
            <a:off x="6405125" y="1892950"/>
            <a:ext cx="233400" cy="12936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9" name="Google Shape;309;p28"/>
          <p:cNvSpPr/>
          <p:nvPr/>
        </p:nvSpPr>
        <p:spPr>
          <a:xfrm>
            <a:off x="6832688" y="1892950"/>
            <a:ext cx="233400" cy="12936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0" name="Google Shape;310;p28"/>
          <p:cNvSpPr/>
          <p:nvPr/>
        </p:nvSpPr>
        <p:spPr>
          <a:xfrm>
            <a:off x="7278913" y="1892950"/>
            <a:ext cx="233400" cy="12936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1" name="Google Shape;311;p28"/>
          <p:cNvSpPr txBox="1"/>
          <p:nvPr/>
        </p:nvSpPr>
        <p:spPr>
          <a:xfrm>
            <a:off x="7139656" y="3301716"/>
            <a:ext cx="511200" cy="211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rPr>
              <a:t>10%</a:t>
            </a:r>
            <a:endParaRPr sz="1100">
              <a:solidFill>
                <a:srgbClr val="694C84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312" name="Google Shape;312;p28"/>
          <p:cNvSpPr txBox="1"/>
          <p:nvPr/>
        </p:nvSpPr>
        <p:spPr>
          <a:xfrm>
            <a:off x="6266244" y="3301716"/>
            <a:ext cx="511200" cy="211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rPr>
              <a:t>20%</a:t>
            </a:r>
            <a:endParaRPr sz="1100">
              <a:solidFill>
                <a:srgbClr val="694C84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313" name="Google Shape;313;p28"/>
          <p:cNvSpPr txBox="1"/>
          <p:nvPr/>
        </p:nvSpPr>
        <p:spPr>
          <a:xfrm>
            <a:off x="5801828" y="3301716"/>
            <a:ext cx="511200" cy="211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rPr>
              <a:t>5%</a:t>
            </a:r>
            <a:endParaRPr sz="1100">
              <a:solidFill>
                <a:srgbClr val="694C84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314" name="Google Shape;314;p28"/>
          <p:cNvSpPr txBox="1"/>
          <p:nvPr/>
        </p:nvSpPr>
        <p:spPr>
          <a:xfrm>
            <a:off x="6694861" y="3301716"/>
            <a:ext cx="511200" cy="211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rPr>
              <a:t>70</a:t>
            </a:r>
            <a:r>
              <a:rPr lang="es" sz="11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rPr>
              <a:t>%</a:t>
            </a:r>
            <a:endParaRPr sz="1100">
              <a:solidFill>
                <a:srgbClr val="694C84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315" name="Google Shape;315;p28"/>
          <p:cNvSpPr/>
          <p:nvPr/>
        </p:nvSpPr>
        <p:spPr>
          <a:xfrm>
            <a:off x="5408125" y="3763325"/>
            <a:ext cx="2634300" cy="499500"/>
          </a:xfrm>
          <a:prstGeom prst="rect">
            <a:avLst/>
          </a:prstGeom>
          <a:noFill/>
          <a:ln cap="flat" cmpd="sng" w="19050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94C84"/>
              </a:solidFill>
            </a:endParaRPr>
          </a:p>
        </p:txBody>
      </p:sp>
      <p:sp>
        <p:nvSpPr>
          <p:cNvPr id="316" name="Google Shape;316;p28"/>
          <p:cNvSpPr txBox="1"/>
          <p:nvPr>
            <p:ph type="title"/>
          </p:nvPr>
        </p:nvSpPr>
        <p:spPr>
          <a:xfrm>
            <a:off x="1162800" y="376475"/>
            <a:ext cx="6818400" cy="67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FINDINGS</a:t>
            </a:r>
            <a:endParaRPr/>
          </a:p>
        </p:txBody>
      </p:sp>
      <p:sp>
        <p:nvSpPr>
          <p:cNvPr id="317" name="Google Shape;317;p28"/>
          <p:cNvSpPr/>
          <p:nvPr/>
        </p:nvSpPr>
        <p:spPr>
          <a:xfrm>
            <a:off x="5952232" y="3098083"/>
            <a:ext cx="208520" cy="26511"/>
          </a:xfrm>
          <a:custGeom>
            <a:rect b="b" l="l" r="r" t="t"/>
            <a:pathLst>
              <a:path extrusionOk="0" h="223" w="1754">
                <a:moveTo>
                  <a:pt x="1" y="1"/>
                </a:moveTo>
                <a:lnTo>
                  <a:pt x="1" y="223"/>
                </a:lnTo>
                <a:lnTo>
                  <a:pt x="1753" y="223"/>
                </a:lnTo>
                <a:lnTo>
                  <a:pt x="1753" y="1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8" name="Google Shape;318;p28"/>
          <p:cNvSpPr/>
          <p:nvPr/>
        </p:nvSpPr>
        <p:spPr>
          <a:xfrm>
            <a:off x="5952232" y="3030796"/>
            <a:ext cx="208520" cy="26986"/>
          </a:xfrm>
          <a:custGeom>
            <a:rect b="b" l="l" r="r" t="t"/>
            <a:pathLst>
              <a:path extrusionOk="0" h="227" w="1754">
                <a:moveTo>
                  <a:pt x="1" y="0"/>
                </a:moveTo>
                <a:lnTo>
                  <a:pt x="1" y="226"/>
                </a:lnTo>
                <a:lnTo>
                  <a:pt x="1753" y="226"/>
                </a:lnTo>
                <a:lnTo>
                  <a:pt x="1753" y="0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9" name="Google Shape;319;p28"/>
          <p:cNvSpPr/>
          <p:nvPr/>
        </p:nvSpPr>
        <p:spPr>
          <a:xfrm>
            <a:off x="5952232" y="2963866"/>
            <a:ext cx="208520" cy="26511"/>
          </a:xfrm>
          <a:custGeom>
            <a:rect b="b" l="l" r="r" t="t"/>
            <a:pathLst>
              <a:path extrusionOk="0" h="223" w="1754">
                <a:moveTo>
                  <a:pt x="1" y="1"/>
                </a:moveTo>
                <a:lnTo>
                  <a:pt x="1" y="223"/>
                </a:lnTo>
                <a:lnTo>
                  <a:pt x="1753" y="223"/>
                </a:lnTo>
                <a:lnTo>
                  <a:pt x="1753" y="1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" name="Google Shape;320;p28"/>
          <p:cNvSpPr/>
          <p:nvPr/>
        </p:nvSpPr>
        <p:spPr>
          <a:xfrm>
            <a:off x="5952232" y="2896460"/>
            <a:ext cx="208520" cy="26511"/>
          </a:xfrm>
          <a:custGeom>
            <a:rect b="b" l="l" r="r" t="t"/>
            <a:pathLst>
              <a:path extrusionOk="0" h="223" w="1754">
                <a:moveTo>
                  <a:pt x="1" y="0"/>
                </a:moveTo>
                <a:lnTo>
                  <a:pt x="1" y="222"/>
                </a:lnTo>
                <a:lnTo>
                  <a:pt x="1753" y="222"/>
                </a:lnTo>
                <a:lnTo>
                  <a:pt x="1753" y="0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1" name="Google Shape;321;p28"/>
          <p:cNvSpPr/>
          <p:nvPr/>
        </p:nvSpPr>
        <p:spPr>
          <a:xfrm>
            <a:off x="5952232" y="2829054"/>
            <a:ext cx="208520" cy="26392"/>
          </a:xfrm>
          <a:custGeom>
            <a:rect b="b" l="l" r="r" t="t"/>
            <a:pathLst>
              <a:path extrusionOk="0" h="222" w="1754">
                <a:moveTo>
                  <a:pt x="1" y="1"/>
                </a:moveTo>
                <a:lnTo>
                  <a:pt x="1" y="221"/>
                </a:lnTo>
                <a:lnTo>
                  <a:pt x="1753" y="221"/>
                </a:lnTo>
                <a:lnTo>
                  <a:pt x="1753" y="1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2" name="Google Shape;322;p28"/>
          <p:cNvSpPr/>
          <p:nvPr/>
        </p:nvSpPr>
        <p:spPr>
          <a:xfrm>
            <a:off x="5952232" y="2761529"/>
            <a:ext cx="208520" cy="26511"/>
          </a:xfrm>
          <a:custGeom>
            <a:rect b="b" l="l" r="r" t="t"/>
            <a:pathLst>
              <a:path extrusionOk="0" h="223" w="1754">
                <a:moveTo>
                  <a:pt x="1" y="1"/>
                </a:moveTo>
                <a:lnTo>
                  <a:pt x="1" y="223"/>
                </a:lnTo>
                <a:lnTo>
                  <a:pt x="1753" y="223"/>
                </a:lnTo>
                <a:lnTo>
                  <a:pt x="1753" y="1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3" name="Google Shape;323;p28"/>
          <p:cNvSpPr/>
          <p:nvPr/>
        </p:nvSpPr>
        <p:spPr>
          <a:xfrm>
            <a:off x="5952232" y="2694124"/>
            <a:ext cx="208520" cy="27105"/>
          </a:xfrm>
          <a:custGeom>
            <a:rect b="b" l="l" r="r" t="t"/>
            <a:pathLst>
              <a:path extrusionOk="0" h="228" w="1754">
                <a:moveTo>
                  <a:pt x="1" y="0"/>
                </a:moveTo>
                <a:lnTo>
                  <a:pt x="1" y="228"/>
                </a:lnTo>
                <a:lnTo>
                  <a:pt x="1753" y="228"/>
                </a:lnTo>
                <a:lnTo>
                  <a:pt x="1753" y="0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4" name="Google Shape;324;p28"/>
          <p:cNvSpPr/>
          <p:nvPr/>
        </p:nvSpPr>
        <p:spPr>
          <a:xfrm>
            <a:off x="5952232" y="2627431"/>
            <a:ext cx="208520" cy="26273"/>
          </a:xfrm>
          <a:custGeom>
            <a:rect b="b" l="l" r="r" t="t"/>
            <a:pathLst>
              <a:path extrusionOk="0" h="221" w="1754">
                <a:moveTo>
                  <a:pt x="1" y="0"/>
                </a:moveTo>
                <a:lnTo>
                  <a:pt x="1" y="221"/>
                </a:lnTo>
                <a:lnTo>
                  <a:pt x="1753" y="221"/>
                </a:lnTo>
                <a:lnTo>
                  <a:pt x="1753" y="0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5" name="Google Shape;325;p28"/>
          <p:cNvSpPr/>
          <p:nvPr/>
        </p:nvSpPr>
        <p:spPr>
          <a:xfrm>
            <a:off x="5952232" y="2559906"/>
            <a:ext cx="208520" cy="26511"/>
          </a:xfrm>
          <a:custGeom>
            <a:rect b="b" l="l" r="r" t="t"/>
            <a:pathLst>
              <a:path extrusionOk="0" h="223" w="1754">
                <a:moveTo>
                  <a:pt x="1" y="0"/>
                </a:moveTo>
                <a:lnTo>
                  <a:pt x="1" y="222"/>
                </a:lnTo>
                <a:lnTo>
                  <a:pt x="1753" y="222"/>
                </a:lnTo>
                <a:lnTo>
                  <a:pt x="1753" y="0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6" name="Google Shape;326;p28"/>
          <p:cNvSpPr/>
          <p:nvPr/>
        </p:nvSpPr>
        <p:spPr>
          <a:xfrm>
            <a:off x="5952232" y="2492500"/>
            <a:ext cx="208520" cy="26392"/>
          </a:xfrm>
          <a:custGeom>
            <a:rect b="b" l="l" r="r" t="t"/>
            <a:pathLst>
              <a:path extrusionOk="0" h="222" w="1754">
                <a:moveTo>
                  <a:pt x="1" y="1"/>
                </a:moveTo>
                <a:lnTo>
                  <a:pt x="1" y="222"/>
                </a:lnTo>
                <a:lnTo>
                  <a:pt x="1753" y="222"/>
                </a:lnTo>
                <a:lnTo>
                  <a:pt x="1753" y="1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7" name="Google Shape;327;p28"/>
          <p:cNvSpPr/>
          <p:nvPr/>
        </p:nvSpPr>
        <p:spPr>
          <a:xfrm>
            <a:off x="5952232" y="2425095"/>
            <a:ext cx="208520" cy="27105"/>
          </a:xfrm>
          <a:custGeom>
            <a:rect b="b" l="l" r="r" t="t"/>
            <a:pathLst>
              <a:path extrusionOk="0" h="228" w="1754">
                <a:moveTo>
                  <a:pt x="1" y="0"/>
                </a:moveTo>
                <a:lnTo>
                  <a:pt x="1" y="228"/>
                </a:lnTo>
                <a:lnTo>
                  <a:pt x="1753" y="228"/>
                </a:lnTo>
                <a:lnTo>
                  <a:pt x="1753" y="0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8" name="Google Shape;328;p28"/>
          <p:cNvSpPr/>
          <p:nvPr/>
        </p:nvSpPr>
        <p:spPr>
          <a:xfrm>
            <a:off x="6415916" y="3098083"/>
            <a:ext cx="209114" cy="26511"/>
          </a:xfrm>
          <a:custGeom>
            <a:rect b="b" l="l" r="r" t="t"/>
            <a:pathLst>
              <a:path extrusionOk="0" h="223" w="1759">
                <a:moveTo>
                  <a:pt x="1" y="1"/>
                </a:moveTo>
                <a:lnTo>
                  <a:pt x="1" y="223"/>
                </a:lnTo>
                <a:lnTo>
                  <a:pt x="1759" y="223"/>
                </a:lnTo>
                <a:lnTo>
                  <a:pt x="1759" y="1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9" name="Google Shape;329;p28"/>
          <p:cNvSpPr/>
          <p:nvPr/>
        </p:nvSpPr>
        <p:spPr>
          <a:xfrm>
            <a:off x="6415916" y="3030796"/>
            <a:ext cx="209114" cy="26273"/>
          </a:xfrm>
          <a:custGeom>
            <a:rect b="b" l="l" r="r" t="t"/>
            <a:pathLst>
              <a:path extrusionOk="0" h="221" w="1759">
                <a:moveTo>
                  <a:pt x="1" y="0"/>
                </a:moveTo>
                <a:lnTo>
                  <a:pt x="1" y="221"/>
                </a:lnTo>
                <a:lnTo>
                  <a:pt x="1759" y="221"/>
                </a:lnTo>
                <a:lnTo>
                  <a:pt x="1759" y="0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0" name="Google Shape;330;p28"/>
          <p:cNvSpPr/>
          <p:nvPr/>
        </p:nvSpPr>
        <p:spPr>
          <a:xfrm>
            <a:off x="6415916" y="2963272"/>
            <a:ext cx="209114" cy="26392"/>
          </a:xfrm>
          <a:custGeom>
            <a:rect b="b" l="l" r="r" t="t"/>
            <a:pathLst>
              <a:path extrusionOk="0" h="222" w="1759">
                <a:moveTo>
                  <a:pt x="1" y="0"/>
                </a:moveTo>
                <a:lnTo>
                  <a:pt x="1" y="221"/>
                </a:lnTo>
                <a:lnTo>
                  <a:pt x="1759" y="221"/>
                </a:lnTo>
                <a:lnTo>
                  <a:pt x="1759" y="0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" name="Google Shape;331;p28"/>
          <p:cNvSpPr/>
          <p:nvPr/>
        </p:nvSpPr>
        <p:spPr>
          <a:xfrm>
            <a:off x="6415916" y="2895747"/>
            <a:ext cx="209114" cy="26511"/>
          </a:xfrm>
          <a:custGeom>
            <a:rect b="b" l="l" r="r" t="t"/>
            <a:pathLst>
              <a:path extrusionOk="0" h="223" w="1759">
                <a:moveTo>
                  <a:pt x="1" y="1"/>
                </a:moveTo>
                <a:lnTo>
                  <a:pt x="1" y="223"/>
                </a:lnTo>
                <a:lnTo>
                  <a:pt x="1759" y="223"/>
                </a:lnTo>
                <a:lnTo>
                  <a:pt x="1759" y="1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2" name="Google Shape;332;p28"/>
          <p:cNvSpPr/>
          <p:nvPr/>
        </p:nvSpPr>
        <p:spPr>
          <a:xfrm>
            <a:off x="6415916" y="2828460"/>
            <a:ext cx="209114" cy="26986"/>
          </a:xfrm>
          <a:custGeom>
            <a:rect b="b" l="l" r="r" t="t"/>
            <a:pathLst>
              <a:path extrusionOk="0" h="227" w="1759">
                <a:moveTo>
                  <a:pt x="1" y="0"/>
                </a:moveTo>
                <a:lnTo>
                  <a:pt x="1" y="226"/>
                </a:lnTo>
                <a:lnTo>
                  <a:pt x="1759" y="226"/>
                </a:lnTo>
                <a:lnTo>
                  <a:pt x="1759" y="0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3" name="Google Shape;333;p28"/>
          <p:cNvSpPr/>
          <p:nvPr/>
        </p:nvSpPr>
        <p:spPr>
          <a:xfrm>
            <a:off x="6415916" y="2761529"/>
            <a:ext cx="209114" cy="26511"/>
          </a:xfrm>
          <a:custGeom>
            <a:rect b="b" l="l" r="r" t="t"/>
            <a:pathLst>
              <a:path extrusionOk="0" h="223" w="1759">
                <a:moveTo>
                  <a:pt x="1" y="1"/>
                </a:moveTo>
                <a:lnTo>
                  <a:pt x="1" y="223"/>
                </a:lnTo>
                <a:lnTo>
                  <a:pt x="1759" y="223"/>
                </a:lnTo>
                <a:lnTo>
                  <a:pt x="1759" y="1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4" name="Google Shape;334;p28"/>
          <p:cNvSpPr/>
          <p:nvPr/>
        </p:nvSpPr>
        <p:spPr>
          <a:xfrm>
            <a:off x="6415916" y="2694124"/>
            <a:ext cx="209114" cy="26511"/>
          </a:xfrm>
          <a:custGeom>
            <a:rect b="b" l="l" r="r" t="t"/>
            <a:pathLst>
              <a:path extrusionOk="0" h="223" w="1759">
                <a:moveTo>
                  <a:pt x="1" y="0"/>
                </a:moveTo>
                <a:lnTo>
                  <a:pt x="1" y="222"/>
                </a:lnTo>
                <a:lnTo>
                  <a:pt x="1759" y="222"/>
                </a:lnTo>
                <a:lnTo>
                  <a:pt x="1759" y="0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5" name="Google Shape;335;p28"/>
          <p:cNvSpPr/>
          <p:nvPr/>
        </p:nvSpPr>
        <p:spPr>
          <a:xfrm>
            <a:off x="6415916" y="2626718"/>
            <a:ext cx="209114" cy="26392"/>
          </a:xfrm>
          <a:custGeom>
            <a:rect b="b" l="l" r="r" t="t"/>
            <a:pathLst>
              <a:path extrusionOk="0" h="222" w="1759">
                <a:moveTo>
                  <a:pt x="1" y="1"/>
                </a:moveTo>
                <a:lnTo>
                  <a:pt x="1" y="221"/>
                </a:lnTo>
                <a:lnTo>
                  <a:pt x="1759" y="221"/>
                </a:lnTo>
                <a:lnTo>
                  <a:pt x="1759" y="1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" name="Google Shape;336;p28"/>
          <p:cNvSpPr/>
          <p:nvPr/>
        </p:nvSpPr>
        <p:spPr>
          <a:xfrm>
            <a:off x="6415916" y="2559193"/>
            <a:ext cx="209114" cy="27224"/>
          </a:xfrm>
          <a:custGeom>
            <a:rect b="b" l="l" r="r" t="t"/>
            <a:pathLst>
              <a:path extrusionOk="0" h="229" w="1759">
                <a:moveTo>
                  <a:pt x="1" y="1"/>
                </a:moveTo>
                <a:lnTo>
                  <a:pt x="1" y="228"/>
                </a:lnTo>
                <a:lnTo>
                  <a:pt x="1759" y="228"/>
                </a:lnTo>
                <a:lnTo>
                  <a:pt x="1759" y="1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7" name="Google Shape;337;p28"/>
          <p:cNvSpPr/>
          <p:nvPr/>
        </p:nvSpPr>
        <p:spPr>
          <a:xfrm>
            <a:off x="6415916" y="2492500"/>
            <a:ext cx="209114" cy="26392"/>
          </a:xfrm>
          <a:custGeom>
            <a:rect b="b" l="l" r="r" t="t"/>
            <a:pathLst>
              <a:path extrusionOk="0" h="222" w="1759">
                <a:moveTo>
                  <a:pt x="1" y="1"/>
                </a:moveTo>
                <a:lnTo>
                  <a:pt x="1" y="222"/>
                </a:lnTo>
                <a:lnTo>
                  <a:pt x="1759" y="222"/>
                </a:lnTo>
                <a:lnTo>
                  <a:pt x="1759" y="1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8" name="Google Shape;338;p28"/>
          <p:cNvSpPr/>
          <p:nvPr/>
        </p:nvSpPr>
        <p:spPr>
          <a:xfrm>
            <a:off x="6415916" y="2425095"/>
            <a:ext cx="209114" cy="26273"/>
          </a:xfrm>
          <a:custGeom>
            <a:rect b="b" l="l" r="r" t="t"/>
            <a:pathLst>
              <a:path extrusionOk="0" h="221" w="1759">
                <a:moveTo>
                  <a:pt x="1" y="0"/>
                </a:moveTo>
                <a:lnTo>
                  <a:pt x="1" y="221"/>
                </a:lnTo>
                <a:lnTo>
                  <a:pt x="1759" y="221"/>
                </a:lnTo>
                <a:lnTo>
                  <a:pt x="1759" y="0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9" name="Google Shape;339;p28"/>
          <p:cNvSpPr/>
          <p:nvPr/>
        </p:nvSpPr>
        <p:spPr>
          <a:xfrm>
            <a:off x="6415916" y="2357570"/>
            <a:ext cx="209114" cy="26511"/>
          </a:xfrm>
          <a:custGeom>
            <a:rect b="b" l="l" r="r" t="t"/>
            <a:pathLst>
              <a:path extrusionOk="0" h="223" w="1759">
                <a:moveTo>
                  <a:pt x="1" y="0"/>
                </a:moveTo>
                <a:lnTo>
                  <a:pt x="1" y="222"/>
                </a:lnTo>
                <a:lnTo>
                  <a:pt x="1759" y="222"/>
                </a:lnTo>
                <a:lnTo>
                  <a:pt x="1759" y="0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0" name="Google Shape;340;p28"/>
          <p:cNvSpPr/>
          <p:nvPr/>
        </p:nvSpPr>
        <p:spPr>
          <a:xfrm>
            <a:off x="6415916" y="2290164"/>
            <a:ext cx="209114" cy="26392"/>
          </a:xfrm>
          <a:custGeom>
            <a:rect b="b" l="l" r="r" t="t"/>
            <a:pathLst>
              <a:path extrusionOk="0" h="222" w="1759">
                <a:moveTo>
                  <a:pt x="1" y="1"/>
                </a:moveTo>
                <a:lnTo>
                  <a:pt x="1" y="222"/>
                </a:lnTo>
                <a:lnTo>
                  <a:pt x="1759" y="222"/>
                </a:lnTo>
                <a:lnTo>
                  <a:pt x="1759" y="1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1" name="Google Shape;341;p28"/>
          <p:cNvSpPr/>
          <p:nvPr/>
        </p:nvSpPr>
        <p:spPr>
          <a:xfrm>
            <a:off x="6415916" y="2222758"/>
            <a:ext cx="209114" cy="27105"/>
          </a:xfrm>
          <a:custGeom>
            <a:rect b="b" l="l" r="r" t="t"/>
            <a:pathLst>
              <a:path extrusionOk="0" h="228" w="1759">
                <a:moveTo>
                  <a:pt x="1" y="0"/>
                </a:moveTo>
                <a:lnTo>
                  <a:pt x="1" y="228"/>
                </a:lnTo>
                <a:lnTo>
                  <a:pt x="1759" y="228"/>
                </a:lnTo>
                <a:lnTo>
                  <a:pt x="1759" y="0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2" name="Google Shape;342;p28"/>
          <p:cNvSpPr/>
          <p:nvPr/>
        </p:nvSpPr>
        <p:spPr>
          <a:xfrm>
            <a:off x="6844901" y="3097489"/>
            <a:ext cx="208995" cy="26511"/>
          </a:xfrm>
          <a:custGeom>
            <a:rect b="b" l="l" r="r" t="t"/>
            <a:pathLst>
              <a:path extrusionOk="0" h="223" w="1758">
                <a:moveTo>
                  <a:pt x="0" y="0"/>
                </a:moveTo>
                <a:lnTo>
                  <a:pt x="0" y="222"/>
                </a:lnTo>
                <a:lnTo>
                  <a:pt x="1758" y="222"/>
                </a:lnTo>
                <a:lnTo>
                  <a:pt x="1758" y="0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" name="Google Shape;343;p28"/>
          <p:cNvSpPr/>
          <p:nvPr/>
        </p:nvSpPr>
        <p:spPr>
          <a:xfrm>
            <a:off x="6844901" y="3029964"/>
            <a:ext cx="208995" cy="26511"/>
          </a:xfrm>
          <a:custGeom>
            <a:rect b="b" l="l" r="r" t="t"/>
            <a:pathLst>
              <a:path extrusionOk="0" h="223" w="1758">
                <a:moveTo>
                  <a:pt x="0" y="0"/>
                </a:moveTo>
                <a:lnTo>
                  <a:pt x="0" y="222"/>
                </a:lnTo>
                <a:lnTo>
                  <a:pt x="1758" y="222"/>
                </a:lnTo>
                <a:lnTo>
                  <a:pt x="1758" y="0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4" name="Google Shape;344;p28"/>
          <p:cNvSpPr/>
          <p:nvPr/>
        </p:nvSpPr>
        <p:spPr>
          <a:xfrm>
            <a:off x="6844901" y="2962677"/>
            <a:ext cx="208995" cy="26986"/>
          </a:xfrm>
          <a:custGeom>
            <a:rect b="b" l="l" r="r" t="t"/>
            <a:pathLst>
              <a:path extrusionOk="0" h="227" w="1758">
                <a:moveTo>
                  <a:pt x="0" y="0"/>
                </a:moveTo>
                <a:lnTo>
                  <a:pt x="0" y="226"/>
                </a:lnTo>
                <a:lnTo>
                  <a:pt x="1758" y="226"/>
                </a:lnTo>
                <a:lnTo>
                  <a:pt x="1758" y="0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5" name="Google Shape;345;p28"/>
          <p:cNvSpPr/>
          <p:nvPr/>
        </p:nvSpPr>
        <p:spPr>
          <a:xfrm>
            <a:off x="6844901" y="2895747"/>
            <a:ext cx="208995" cy="26511"/>
          </a:xfrm>
          <a:custGeom>
            <a:rect b="b" l="l" r="r" t="t"/>
            <a:pathLst>
              <a:path extrusionOk="0" h="223" w="1758">
                <a:moveTo>
                  <a:pt x="0" y="1"/>
                </a:moveTo>
                <a:lnTo>
                  <a:pt x="0" y="223"/>
                </a:lnTo>
                <a:lnTo>
                  <a:pt x="1758" y="223"/>
                </a:lnTo>
                <a:lnTo>
                  <a:pt x="1758" y="1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6" name="Google Shape;346;p28"/>
          <p:cNvSpPr/>
          <p:nvPr/>
        </p:nvSpPr>
        <p:spPr>
          <a:xfrm>
            <a:off x="6844901" y="2828460"/>
            <a:ext cx="208995" cy="26273"/>
          </a:xfrm>
          <a:custGeom>
            <a:rect b="b" l="l" r="r" t="t"/>
            <a:pathLst>
              <a:path extrusionOk="0" h="221" w="1758">
                <a:moveTo>
                  <a:pt x="0" y="0"/>
                </a:moveTo>
                <a:lnTo>
                  <a:pt x="0" y="221"/>
                </a:lnTo>
                <a:lnTo>
                  <a:pt x="1758" y="221"/>
                </a:lnTo>
                <a:lnTo>
                  <a:pt x="1758" y="0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7" name="Google Shape;347;p28"/>
          <p:cNvSpPr/>
          <p:nvPr/>
        </p:nvSpPr>
        <p:spPr>
          <a:xfrm>
            <a:off x="6844901" y="2760935"/>
            <a:ext cx="208995" cy="26392"/>
          </a:xfrm>
          <a:custGeom>
            <a:rect b="b" l="l" r="r" t="t"/>
            <a:pathLst>
              <a:path extrusionOk="0" h="222" w="1758">
                <a:moveTo>
                  <a:pt x="0" y="0"/>
                </a:moveTo>
                <a:lnTo>
                  <a:pt x="0" y="221"/>
                </a:lnTo>
                <a:lnTo>
                  <a:pt x="1758" y="221"/>
                </a:lnTo>
                <a:lnTo>
                  <a:pt x="1758" y="0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8" name="Google Shape;348;p28"/>
          <p:cNvSpPr/>
          <p:nvPr/>
        </p:nvSpPr>
        <p:spPr>
          <a:xfrm>
            <a:off x="6844901" y="2693410"/>
            <a:ext cx="208995" cy="26511"/>
          </a:xfrm>
          <a:custGeom>
            <a:rect b="b" l="l" r="r" t="t"/>
            <a:pathLst>
              <a:path extrusionOk="0" h="223" w="1758">
                <a:moveTo>
                  <a:pt x="0" y="1"/>
                </a:moveTo>
                <a:lnTo>
                  <a:pt x="0" y="223"/>
                </a:lnTo>
                <a:lnTo>
                  <a:pt x="1758" y="223"/>
                </a:lnTo>
                <a:lnTo>
                  <a:pt x="1758" y="1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" name="Google Shape;349;p28"/>
          <p:cNvSpPr/>
          <p:nvPr/>
        </p:nvSpPr>
        <p:spPr>
          <a:xfrm>
            <a:off x="6844901" y="2626123"/>
            <a:ext cx="208995" cy="26986"/>
          </a:xfrm>
          <a:custGeom>
            <a:rect b="b" l="l" r="r" t="t"/>
            <a:pathLst>
              <a:path extrusionOk="0" h="227" w="1758">
                <a:moveTo>
                  <a:pt x="0" y="0"/>
                </a:moveTo>
                <a:lnTo>
                  <a:pt x="0" y="226"/>
                </a:lnTo>
                <a:lnTo>
                  <a:pt x="1758" y="226"/>
                </a:lnTo>
                <a:lnTo>
                  <a:pt x="1758" y="0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0" name="Google Shape;350;p28"/>
          <p:cNvSpPr/>
          <p:nvPr/>
        </p:nvSpPr>
        <p:spPr>
          <a:xfrm>
            <a:off x="6844901" y="2559193"/>
            <a:ext cx="208995" cy="26511"/>
          </a:xfrm>
          <a:custGeom>
            <a:rect b="b" l="l" r="r" t="t"/>
            <a:pathLst>
              <a:path extrusionOk="0" h="223" w="1758">
                <a:moveTo>
                  <a:pt x="0" y="1"/>
                </a:moveTo>
                <a:lnTo>
                  <a:pt x="0" y="223"/>
                </a:lnTo>
                <a:lnTo>
                  <a:pt x="1758" y="223"/>
                </a:lnTo>
                <a:lnTo>
                  <a:pt x="1758" y="1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1" name="Google Shape;351;p28"/>
          <p:cNvSpPr/>
          <p:nvPr/>
        </p:nvSpPr>
        <p:spPr>
          <a:xfrm>
            <a:off x="7285950" y="3098083"/>
            <a:ext cx="219338" cy="26511"/>
          </a:xfrm>
          <a:custGeom>
            <a:rect b="b" l="l" r="r" t="t"/>
            <a:pathLst>
              <a:path extrusionOk="0" h="223" w="1845">
                <a:moveTo>
                  <a:pt x="1" y="1"/>
                </a:moveTo>
                <a:lnTo>
                  <a:pt x="1" y="223"/>
                </a:lnTo>
                <a:lnTo>
                  <a:pt x="1844" y="223"/>
                </a:lnTo>
                <a:lnTo>
                  <a:pt x="1844" y="1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2" name="Google Shape;352;p28"/>
          <p:cNvSpPr/>
          <p:nvPr/>
        </p:nvSpPr>
        <p:spPr>
          <a:xfrm>
            <a:off x="7285950" y="3030796"/>
            <a:ext cx="219338" cy="26986"/>
          </a:xfrm>
          <a:custGeom>
            <a:rect b="b" l="l" r="r" t="t"/>
            <a:pathLst>
              <a:path extrusionOk="0" h="227" w="1845">
                <a:moveTo>
                  <a:pt x="1" y="0"/>
                </a:moveTo>
                <a:lnTo>
                  <a:pt x="1" y="226"/>
                </a:lnTo>
                <a:lnTo>
                  <a:pt x="1844" y="226"/>
                </a:lnTo>
                <a:lnTo>
                  <a:pt x="1844" y="0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3" name="Google Shape;353;p28"/>
          <p:cNvSpPr/>
          <p:nvPr/>
        </p:nvSpPr>
        <p:spPr>
          <a:xfrm>
            <a:off x="7285950" y="2963866"/>
            <a:ext cx="219338" cy="26511"/>
          </a:xfrm>
          <a:custGeom>
            <a:rect b="b" l="l" r="r" t="t"/>
            <a:pathLst>
              <a:path extrusionOk="0" h="223" w="1845">
                <a:moveTo>
                  <a:pt x="1" y="1"/>
                </a:moveTo>
                <a:lnTo>
                  <a:pt x="1" y="223"/>
                </a:lnTo>
                <a:lnTo>
                  <a:pt x="1844" y="223"/>
                </a:lnTo>
                <a:lnTo>
                  <a:pt x="1844" y="1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4" name="Google Shape;354;p28"/>
          <p:cNvSpPr/>
          <p:nvPr/>
        </p:nvSpPr>
        <p:spPr>
          <a:xfrm>
            <a:off x="7285950" y="2896460"/>
            <a:ext cx="219338" cy="26511"/>
          </a:xfrm>
          <a:custGeom>
            <a:rect b="b" l="l" r="r" t="t"/>
            <a:pathLst>
              <a:path extrusionOk="0" h="223" w="1845">
                <a:moveTo>
                  <a:pt x="1" y="0"/>
                </a:moveTo>
                <a:lnTo>
                  <a:pt x="1" y="222"/>
                </a:lnTo>
                <a:lnTo>
                  <a:pt x="1844" y="222"/>
                </a:lnTo>
                <a:lnTo>
                  <a:pt x="1844" y="0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5" name="Google Shape;355;p28"/>
          <p:cNvSpPr/>
          <p:nvPr/>
        </p:nvSpPr>
        <p:spPr>
          <a:xfrm>
            <a:off x="7285950" y="2829054"/>
            <a:ext cx="219338" cy="26392"/>
          </a:xfrm>
          <a:custGeom>
            <a:rect b="b" l="l" r="r" t="t"/>
            <a:pathLst>
              <a:path extrusionOk="0" h="222" w="1845">
                <a:moveTo>
                  <a:pt x="1" y="1"/>
                </a:moveTo>
                <a:lnTo>
                  <a:pt x="1" y="221"/>
                </a:lnTo>
                <a:lnTo>
                  <a:pt x="1844" y="221"/>
                </a:lnTo>
                <a:lnTo>
                  <a:pt x="1844" y="1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6" name="Google Shape;356;p28"/>
          <p:cNvSpPr/>
          <p:nvPr/>
        </p:nvSpPr>
        <p:spPr>
          <a:xfrm>
            <a:off x="7285950" y="2761529"/>
            <a:ext cx="219338" cy="26511"/>
          </a:xfrm>
          <a:custGeom>
            <a:rect b="b" l="l" r="r" t="t"/>
            <a:pathLst>
              <a:path extrusionOk="0" h="223" w="1845">
                <a:moveTo>
                  <a:pt x="1" y="1"/>
                </a:moveTo>
                <a:lnTo>
                  <a:pt x="1" y="223"/>
                </a:lnTo>
                <a:lnTo>
                  <a:pt x="1844" y="223"/>
                </a:lnTo>
                <a:lnTo>
                  <a:pt x="1844" y="1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" name="Google Shape;357;p28"/>
          <p:cNvSpPr/>
          <p:nvPr/>
        </p:nvSpPr>
        <p:spPr>
          <a:xfrm>
            <a:off x="7285950" y="2694124"/>
            <a:ext cx="219338" cy="27105"/>
          </a:xfrm>
          <a:custGeom>
            <a:rect b="b" l="l" r="r" t="t"/>
            <a:pathLst>
              <a:path extrusionOk="0" h="228" w="1845">
                <a:moveTo>
                  <a:pt x="1" y="0"/>
                </a:moveTo>
                <a:lnTo>
                  <a:pt x="1" y="228"/>
                </a:lnTo>
                <a:lnTo>
                  <a:pt x="1844" y="228"/>
                </a:lnTo>
                <a:lnTo>
                  <a:pt x="1844" y="0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" name="Google Shape;358;p28"/>
          <p:cNvSpPr/>
          <p:nvPr/>
        </p:nvSpPr>
        <p:spPr>
          <a:xfrm>
            <a:off x="7285950" y="2627431"/>
            <a:ext cx="219338" cy="26273"/>
          </a:xfrm>
          <a:custGeom>
            <a:rect b="b" l="l" r="r" t="t"/>
            <a:pathLst>
              <a:path extrusionOk="0" h="221" w="1845">
                <a:moveTo>
                  <a:pt x="1" y="0"/>
                </a:moveTo>
                <a:lnTo>
                  <a:pt x="1" y="221"/>
                </a:lnTo>
                <a:lnTo>
                  <a:pt x="1844" y="221"/>
                </a:lnTo>
                <a:lnTo>
                  <a:pt x="1844" y="0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" name="Google Shape;359;p28"/>
          <p:cNvSpPr/>
          <p:nvPr/>
        </p:nvSpPr>
        <p:spPr>
          <a:xfrm>
            <a:off x="7285950" y="2559906"/>
            <a:ext cx="219338" cy="26511"/>
          </a:xfrm>
          <a:custGeom>
            <a:rect b="b" l="l" r="r" t="t"/>
            <a:pathLst>
              <a:path extrusionOk="0" h="223" w="1845">
                <a:moveTo>
                  <a:pt x="1" y="0"/>
                </a:moveTo>
                <a:lnTo>
                  <a:pt x="1" y="222"/>
                </a:lnTo>
                <a:lnTo>
                  <a:pt x="1844" y="222"/>
                </a:lnTo>
                <a:lnTo>
                  <a:pt x="1844" y="0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0" name="Google Shape;360;p28"/>
          <p:cNvSpPr/>
          <p:nvPr/>
        </p:nvSpPr>
        <p:spPr>
          <a:xfrm>
            <a:off x="7285950" y="2492500"/>
            <a:ext cx="219338" cy="26392"/>
          </a:xfrm>
          <a:custGeom>
            <a:rect b="b" l="l" r="r" t="t"/>
            <a:pathLst>
              <a:path extrusionOk="0" h="222" w="1845">
                <a:moveTo>
                  <a:pt x="1" y="1"/>
                </a:moveTo>
                <a:lnTo>
                  <a:pt x="1" y="222"/>
                </a:lnTo>
                <a:lnTo>
                  <a:pt x="1844" y="222"/>
                </a:lnTo>
                <a:lnTo>
                  <a:pt x="1844" y="1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1" name="Google Shape;361;p28"/>
          <p:cNvSpPr/>
          <p:nvPr/>
        </p:nvSpPr>
        <p:spPr>
          <a:xfrm>
            <a:off x="7285950" y="2425095"/>
            <a:ext cx="219338" cy="27105"/>
          </a:xfrm>
          <a:custGeom>
            <a:rect b="b" l="l" r="r" t="t"/>
            <a:pathLst>
              <a:path extrusionOk="0" h="228" w="1845">
                <a:moveTo>
                  <a:pt x="1" y="0"/>
                </a:moveTo>
                <a:lnTo>
                  <a:pt x="1" y="228"/>
                </a:lnTo>
                <a:lnTo>
                  <a:pt x="1844" y="228"/>
                </a:lnTo>
                <a:lnTo>
                  <a:pt x="1844" y="0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2" name="Google Shape;362;p28"/>
          <p:cNvSpPr/>
          <p:nvPr/>
        </p:nvSpPr>
        <p:spPr>
          <a:xfrm>
            <a:off x="7285950" y="2358164"/>
            <a:ext cx="219338" cy="26511"/>
          </a:xfrm>
          <a:custGeom>
            <a:rect b="b" l="l" r="r" t="t"/>
            <a:pathLst>
              <a:path extrusionOk="0" h="223" w="1845">
                <a:moveTo>
                  <a:pt x="1" y="1"/>
                </a:moveTo>
                <a:lnTo>
                  <a:pt x="1" y="223"/>
                </a:lnTo>
                <a:lnTo>
                  <a:pt x="1844" y="223"/>
                </a:lnTo>
                <a:lnTo>
                  <a:pt x="1844" y="1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" name="Google Shape;363;p28"/>
          <p:cNvSpPr/>
          <p:nvPr/>
        </p:nvSpPr>
        <p:spPr>
          <a:xfrm>
            <a:off x="7285950" y="2290877"/>
            <a:ext cx="219338" cy="26273"/>
          </a:xfrm>
          <a:custGeom>
            <a:rect b="b" l="l" r="r" t="t"/>
            <a:pathLst>
              <a:path extrusionOk="0" h="221" w="1845">
                <a:moveTo>
                  <a:pt x="1" y="0"/>
                </a:moveTo>
                <a:lnTo>
                  <a:pt x="1" y="221"/>
                </a:lnTo>
                <a:lnTo>
                  <a:pt x="1844" y="221"/>
                </a:lnTo>
                <a:lnTo>
                  <a:pt x="1844" y="0"/>
                </a:lnTo>
                <a:close/>
              </a:path>
            </a:pathLst>
          </a:custGeom>
          <a:solidFill>
            <a:srgbClr val="925775"/>
          </a:solidFill>
          <a:ln cap="flat" cmpd="sng" w="952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" name="Google Shape;364;p28"/>
          <p:cNvSpPr/>
          <p:nvPr/>
        </p:nvSpPr>
        <p:spPr>
          <a:xfrm>
            <a:off x="1100525" y="3763325"/>
            <a:ext cx="2634300" cy="499500"/>
          </a:xfrm>
          <a:prstGeom prst="rect">
            <a:avLst/>
          </a:prstGeom>
          <a:noFill/>
          <a:ln cap="flat" cmpd="sng" w="19050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94C84"/>
              </a:solidFill>
            </a:endParaRPr>
          </a:p>
        </p:txBody>
      </p:sp>
      <p:sp>
        <p:nvSpPr>
          <p:cNvPr id="365" name="Google Shape;365;p28"/>
          <p:cNvSpPr txBox="1"/>
          <p:nvPr>
            <p:ph idx="4294967295" type="subTitle"/>
          </p:nvPr>
        </p:nvSpPr>
        <p:spPr>
          <a:xfrm flipH="1">
            <a:off x="1213525" y="3763325"/>
            <a:ext cx="2408400" cy="34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900">
                <a:solidFill>
                  <a:srgbClr val="694C84"/>
                </a:solidFill>
              </a:rPr>
              <a:t>I</a:t>
            </a:r>
            <a:r>
              <a:rPr lang="es" sz="900">
                <a:solidFill>
                  <a:srgbClr val="694C84"/>
                </a:solidFill>
              </a:rPr>
              <a:t>f you want to modify th</a:t>
            </a:r>
            <a:r>
              <a:rPr lang="es" sz="900"/>
              <a:t>is</a:t>
            </a:r>
            <a:r>
              <a:rPr lang="es" sz="900">
                <a:solidFill>
                  <a:srgbClr val="694C84"/>
                </a:solidFill>
              </a:rPr>
              <a:t> graph, click on </a:t>
            </a:r>
            <a:r>
              <a:rPr lang="es" sz="900"/>
              <a:t>it</a:t>
            </a:r>
            <a:r>
              <a:rPr lang="es" sz="900">
                <a:solidFill>
                  <a:srgbClr val="694C84"/>
                </a:solidFill>
              </a:rPr>
              <a:t>, follow the link, change the data and replace </a:t>
            </a:r>
            <a:r>
              <a:rPr lang="es" sz="900"/>
              <a:t>it</a:t>
            </a:r>
            <a:endParaRPr sz="900">
              <a:solidFill>
                <a:srgbClr val="694C84"/>
              </a:solidFill>
            </a:endParaRPr>
          </a:p>
        </p:txBody>
      </p:sp>
      <p:pic>
        <p:nvPicPr>
          <p:cNvPr id="366" name="Google Shape;366;p28" title="Gráfico">
            <a:hlinkClick r:id="rId4"/>
          </p:cNvPr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938744" y="1770125"/>
            <a:ext cx="2890762" cy="1785551"/>
          </a:xfrm>
          <a:prstGeom prst="rect">
            <a:avLst/>
          </a:prstGeom>
          <a:noFill/>
          <a:ln>
            <a:noFill/>
          </a:ln>
        </p:spPr>
      </p:pic>
      <p:sp>
        <p:nvSpPr>
          <p:cNvPr id="367" name="Google Shape;367;p28"/>
          <p:cNvSpPr txBox="1"/>
          <p:nvPr>
            <p:ph idx="4294967295" type="ctrTitle"/>
          </p:nvPr>
        </p:nvSpPr>
        <p:spPr>
          <a:xfrm>
            <a:off x="5684831" y="3711286"/>
            <a:ext cx="2015700" cy="39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694C84"/>
                </a:solidFill>
              </a:rPr>
              <a:t>200,000,000</a:t>
            </a:r>
            <a:endParaRPr sz="1400">
              <a:solidFill>
                <a:srgbClr val="694C84"/>
              </a:solidFill>
            </a:endParaRPr>
          </a:p>
        </p:txBody>
      </p:sp>
      <p:sp>
        <p:nvSpPr>
          <p:cNvPr id="368" name="Google Shape;368;p28"/>
          <p:cNvSpPr txBox="1"/>
          <p:nvPr/>
        </p:nvSpPr>
        <p:spPr>
          <a:xfrm>
            <a:off x="5881102" y="4003808"/>
            <a:ext cx="16233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rPr>
              <a:t>BIG NUMBER</a:t>
            </a:r>
            <a:endParaRPr sz="1200">
              <a:solidFill>
                <a:srgbClr val="694C84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369" name="Google Shape;369;p28"/>
          <p:cNvSpPr txBox="1"/>
          <p:nvPr>
            <p:ph idx="4294967295" type="ctrTitle"/>
          </p:nvPr>
        </p:nvSpPr>
        <p:spPr>
          <a:xfrm>
            <a:off x="1443475" y="1253586"/>
            <a:ext cx="1881300" cy="390600"/>
          </a:xfrm>
          <a:prstGeom prst="rect">
            <a:avLst/>
          </a:prstGeom>
          <a:solidFill>
            <a:srgbClr val="925775"/>
          </a:solidFill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FFFFF"/>
                </a:solidFill>
              </a:rPr>
              <a:t>Evolution</a:t>
            </a:r>
            <a:endParaRPr sz="1400">
              <a:solidFill>
                <a:srgbClr val="FFFFFF"/>
              </a:solidFill>
            </a:endParaRPr>
          </a:p>
        </p:txBody>
      </p:sp>
      <p:sp>
        <p:nvSpPr>
          <p:cNvPr id="370" name="Google Shape;370;p28"/>
          <p:cNvSpPr txBox="1"/>
          <p:nvPr>
            <p:ph idx="4294967295" type="ctrTitle"/>
          </p:nvPr>
        </p:nvSpPr>
        <p:spPr>
          <a:xfrm>
            <a:off x="5752025" y="1250158"/>
            <a:ext cx="1881300" cy="390600"/>
          </a:xfrm>
          <a:prstGeom prst="rect">
            <a:avLst/>
          </a:prstGeom>
          <a:solidFill>
            <a:srgbClr val="925775"/>
          </a:solidFill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FFFFF"/>
                </a:solidFill>
              </a:rPr>
              <a:t>Prevalence</a:t>
            </a:r>
            <a:endParaRPr sz="14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74" name="Shape 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" name="Google Shape;375;p29"/>
          <p:cNvSpPr txBox="1"/>
          <p:nvPr>
            <p:ph type="title"/>
          </p:nvPr>
        </p:nvSpPr>
        <p:spPr>
          <a:xfrm>
            <a:off x="1162800" y="376475"/>
            <a:ext cx="6818400" cy="67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DISCUSSION</a:t>
            </a:r>
            <a:endParaRPr/>
          </a:p>
        </p:txBody>
      </p:sp>
      <p:sp>
        <p:nvSpPr>
          <p:cNvPr id="376" name="Google Shape;376;p29"/>
          <p:cNvSpPr txBox="1"/>
          <p:nvPr>
            <p:ph idx="1" type="subTitle"/>
          </p:nvPr>
        </p:nvSpPr>
        <p:spPr>
          <a:xfrm>
            <a:off x="4369900" y="2789300"/>
            <a:ext cx="3654600" cy="45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“Jupiter is a gas giant and the biggest planet in our Solar System. It’s the fourth-brightest object in the sky”</a:t>
            </a:r>
            <a:endParaRPr sz="1200"/>
          </a:p>
        </p:txBody>
      </p:sp>
      <p:sp>
        <p:nvSpPr>
          <p:cNvPr id="377" name="Google Shape;377;p29"/>
          <p:cNvSpPr txBox="1"/>
          <p:nvPr>
            <p:ph idx="2" type="subTitle"/>
          </p:nvPr>
        </p:nvSpPr>
        <p:spPr>
          <a:xfrm>
            <a:off x="4631450" y="2561876"/>
            <a:ext cx="3131400" cy="356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latin typeface="Josefin Sans"/>
                <a:ea typeface="Josefin Sans"/>
                <a:cs typeface="Josefin Sans"/>
                <a:sym typeface="Josefin Sans"/>
              </a:rPr>
              <a:t>D</a:t>
            </a:r>
            <a:r>
              <a:rPr lang="es"/>
              <a:t>r</a:t>
            </a:r>
            <a:r>
              <a:rPr b="1" lang="es">
                <a:latin typeface="Josefin Sans"/>
                <a:ea typeface="Josefin Sans"/>
                <a:cs typeface="Josefin Sans"/>
                <a:sym typeface="Josefin Sans"/>
              </a:rPr>
              <a:t>. Jenna James</a:t>
            </a:r>
            <a:endParaRPr b="1"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378" name="Google Shape;378;p29"/>
          <p:cNvSpPr txBox="1"/>
          <p:nvPr>
            <p:ph idx="3" type="subTitle"/>
          </p:nvPr>
        </p:nvSpPr>
        <p:spPr>
          <a:xfrm>
            <a:off x="4369900" y="1939750"/>
            <a:ext cx="3654600" cy="45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“Despite being red, Mars is a cold place, not hot. It’s full of iron oxide dust, which gives the planet its reddish cast”</a:t>
            </a:r>
            <a:endParaRPr sz="1200"/>
          </a:p>
        </p:txBody>
      </p:sp>
      <p:sp>
        <p:nvSpPr>
          <p:cNvPr id="379" name="Google Shape;379;p29"/>
          <p:cNvSpPr txBox="1"/>
          <p:nvPr>
            <p:ph idx="4" type="subTitle"/>
          </p:nvPr>
        </p:nvSpPr>
        <p:spPr>
          <a:xfrm>
            <a:off x="4631450" y="1712325"/>
            <a:ext cx="3131400" cy="356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latin typeface="Josefin Sans"/>
                <a:ea typeface="Josefin Sans"/>
                <a:cs typeface="Josefin Sans"/>
                <a:sym typeface="Josefin Sans"/>
              </a:rPr>
              <a:t>D</a:t>
            </a:r>
            <a:r>
              <a:rPr lang="es"/>
              <a:t>r</a:t>
            </a:r>
            <a:r>
              <a:rPr b="1" lang="es">
                <a:latin typeface="Josefin Sans"/>
                <a:ea typeface="Josefin Sans"/>
                <a:cs typeface="Josefin Sans"/>
                <a:sym typeface="Josefin Sans"/>
              </a:rPr>
              <a:t>. John Doe</a:t>
            </a:r>
            <a:endParaRPr b="1"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380" name="Google Shape;380;p29"/>
          <p:cNvSpPr txBox="1"/>
          <p:nvPr>
            <p:ph idx="5" type="subTitle"/>
          </p:nvPr>
        </p:nvSpPr>
        <p:spPr>
          <a:xfrm>
            <a:off x="4369900" y="3638850"/>
            <a:ext cx="3654600" cy="45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“Saturn is the ringed one. It’s a gas giant, composed mostly of hydrogen and helium”</a:t>
            </a:r>
            <a:endParaRPr sz="1200"/>
          </a:p>
        </p:txBody>
      </p:sp>
      <p:sp>
        <p:nvSpPr>
          <p:cNvPr id="381" name="Google Shape;381;p29"/>
          <p:cNvSpPr txBox="1"/>
          <p:nvPr>
            <p:ph idx="6" type="subTitle"/>
          </p:nvPr>
        </p:nvSpPr>
        <p:spPr>
          <a:xfrm>
            <a:off x="4631450" y="3411427"/>
            <a:ext cx="3131400" cy="356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latin typeface="Josefin Sans"/>
                <a:ea typeface="Josefin Sans"/>
                <a:cs typeface="Josefin Sans"/>
                <a:sym typeface="Josefin Sans"/>
              </a:rPr>
              <a:t>D</a:t>
            </a:r>
            <a:r>
              <a:rPr lang="es"/>
              <a:t>r</a:t>
            </a:r>
            <a:r>
              <a:rPr b="1" lang="es">
                <a:latin typeface="Josefin Sans"/>
                <a:ea typeface="Josefin Sans"/>
                <a:cs typeface="Josefin Sans"/>
                <a:sym typeface="Josefin Sans"/>
              </a:rPr>
              <a:t>. Daniel Patterson</a:t>
            </a:r>
            <a:endParaRPr b="1">
              <a:latin typeface="Josefin Sans"/>
              <a:ea typeface="Josefin Sans"/>
              <a:cs typeface="Josefin Sans"/>
              <a:sym typeface="Josefin Sans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85" name="Shape 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" name="Google Shape;386;p30"/>
          <p:cNvSpPr txBox="1"/>
          <p:nvPr>
            <p:ph idx="4" type="title"/>
          </p:nvPr>
        </p:nvSpPr>
        <p:spPr>
          <a:xfrm>
            <a:off x="1162800" y="376475"/>
            <a:ext cx="6818400" cy="67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DISCUSSION SUMMARY</a:t>
            </a:r>
            <a:endParaRPr/>
          </a:p>
        </p:txBody>
      </p:sp>
      <p:sp>
        <p:nvSpPr>
          <p:cNvPr id="387" name="Google Shape;387;p30"/>
          <p:cNvSpPr txBox="1"/>
          <p:nvPr>
            <p:ph type="title"/>
          </p:nvPr>
        </p:nvSpPr>
        <p:spPr>
          <a:xfrm flipH="1">
            <a:off x="-260054" y="1974775"/>
            <a:ext cx="2474100" cy="53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01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88" name="Google Shape;388;p30"/>
          <p:cNvSpPr txBox="1"/>
          <p:nvPr>
            <p:ph idx="1" type="subTitle"/>
          </p:nvPr>
        </p:nvSpPr>
        <p:spPr>
          <a:xfrm>
            <a:off x="2224350" y="1826575"/>
            <a:ext cx="2192100" cy="63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FFFFFF"/>
                </a:solidFill>
              </a:rPr>
              <a:t>Mercury is the closest planet to the Sun and the smallest one in the Solar System—it’s only a bit larger than our Moon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89" name="Google Shape;389;p30"/>
          <p:cNvSpPr txBox="1"/>
          <p:nvPr>
            <p:ph idx="2" type="title"/>
          </p:nvPr>
        </p:nvSpPr>
        <p:spPr>
          <a:xfrm flipH="1">
            <a:off x="-260054" y="3225500"/>
            <a:ext cx="2474100" cy="53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02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90" name="Google Shape;390;p30"/>
          <p:cNvSpPr txBox="1"/>
          <p:nvPr>
            <p:ph idx="3" type="subTitle"/>
          </p:nvPr>
        </p:nvSpPr>
        <p:spPr>
          <a:xfrm>
            <a:off x="2224350" y="3077300"/>
            <a:ext cx="2192100" cy="63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94" name="Shape 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5" name="Google Shape;395;p31"/>
          <p:cNvGrpSpPr/>
          <p:nvPr/>
        </p:nvGrpSpPr>
        <p:grpSpPr>
          <a:xfrm>
            <a:off x="2269975" y="1606275"/>
            <a:ext cx="4604050" cy="3022938"/>
            <a:chOff x="2269975" y="1606275"/>
            <a:chExt cx="4604050" cy="3022938"/>
          </a:xfrm>
        </p:grpSpPr>
        <p:grpSp>
          <p:nvGrpSpPr>
            <p:cNvPr id="396" name="Google Shape;396;p31"/>
            <p:cNvGrpSpPr/>
            <p:nvPr/>
          </p:nvGrpSpPr>
          <p:grpSpPr>
            <a:xfrm>
              <a:off x="2269975" y="1711275"/>
              <a:ext cx="4604050" cy="2917938"/>
              <a:chOff x="1900825" y="1532825"/>
              <a:chExt cx="4604050" cy="2917938"/>
            </a:xfrm>
          </p:grpSpPr>
          <p:sp>
            <p:nvSpPr>
              <p:cNvPr id="397" name="Google Shape;397;p31"/>
              <p:cNvSpPr/>
              <p:nvPr/>
            </p:nvSpPr>
            <p:spPr>
              <a:xfrm>
                <a:off x="1900825" y="1532825"/>
                <a:ext cx="567300" cy="548100"/>
              </a:xfrm>
              <a:prstGeom prst="rect">
                <a:avLst/>
              </a:prstGeom>
              <a:solidFill>
                <a:srgbClr val="925775"/>
              </a:solidFill>
              <a:ln cap="flat" cmpd="sng" w="19050">
                <a:solidFill>
                  <a:srgbClr val="92577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" name="Google Shape;398;p31"/>
              <p:cNvSpPr/>
              <p:nvPr/>
            </p:nvSpPr>
            <p:spPr>
              <a:xfrm>
                <a:off x="2712625" y="1532825"/>
                <a:ext cx="567300" cy="548100"/>
              </a:xfrm>
              <a:prstGeom prst="rect">
                <a:avLst/>
              </a:prstGeom>
              <a:noFill/>
              <a:ln cap="flat" cmpd="sng" w="19050">
                <a:solidFill>
                  <a:srgbClr val="694C8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" name="Google Shape;399;p31"/>
              <p:cNvSpPr/>
              <p:nvPr/>
            </p:nvSpPr>
            <p:spPr>
              <a:xfrm>
                <a:off x="3524425" y="1532825"/>
                <a:ext cx="567300" cy="548100"/>
              </a:xfrm>
              <a:prstGeom prst="rect">
                <a:avLst/>
              </a:prstGeom>
              <a:noFill/>
              <a:ln cap="flat" cmpd="sng" w="19050">
                <a:solidFill>
                  <a:srgbClr val="694C8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" name="Google Shape;400;p31"/>
              <p:cNvSpPr/>
              <p:nvPr/>
            </p:nvSpPr>
            <p:spPr>
              <a:xfrm>
                <a:off x="4336225" y="1532825"/>
                <a:ext cx="567300" cy="548100"/>
              </a:xfrm>
              <a:prstGeom prst="rect">
                <a:avLst/>
              </a:prstGeom>
              <a:noFill/>
              <a:ln cap="flat" cmpd="sng" w="19050">
                <a:solidFill>
                  <a:srgbClr val="694C8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" name="Google Shape;401;p31"/>
              <p:cNvSpPr/>
              <p:nvPr/>
            </p:nvSpPr>
            <p:spPr>
              <a:xfrm>
                <a:off x="5136900" y="1532825"/>
                <a:ext cx="567300" cy="548100"/>
              </a:xfrm>
              <a:prstGeom prst="rect">
                <a:avLst/>
              </a:prstGeom>
              <a:noFill/>
              <a:ln cap="flat" cmpd="sng" w="19050">
                <a:solidFill>
                  <a:srgbClr val="694C8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" name="Google Shape;402;p31"/>
              <p:cNvSpPr/>
              <p:nvPr/>
            </p:nvSpPr>
            <p:spPr>
              <a:xfrm>
                <a:off x="5937575" y="1532825"/>
                <a:ext cx="567300" cy="548100"/>
              </a:xfrm>
              <a:prstGeom prst="rect">
                <a:avLst/>
              </a:prstGeom>
              <a:noFill/>
              <a:ln cap="flat" cmpd="sng" w="19050">
                <a:solidFill>
                  <a:srgbClr val="694C8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" name="Google Shape;403;p31"/>
              <p:cNvSpPr/>
              <p:nvPr/>
            </p:nvSpPr>
            <p:spPr>
              <a:xfrm>
                <a:off x="1900825" y="2322250"/>
                <a:ext cx="567300" cy="548100"/>
              </a:xfrm>
              <a:prstGeom prst="rect">
                <a:avLst/>
              </a:prstGeom>
              <a:solidFill>
                <a:srgbClr val="925775"/>
              </a:solidFill>
              <a:ln cap="flat" cmpd="sng" w="19050">
                <a:solidFill>
                  <a:srgbClr val="92577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" name="Google Shape;404;p31"/>
              <p:cNvSpPr/>
              <p:nvPr/>
            </p:nvSpPr>
            <p:spPr>
              <a:xfrm>
                <a:off x="2712625" y="2322250"/>
                <a:ext cx="567300" cy="548100"/>
              </a:xfrm>
              <a:prstGeom prst="rect">
                <a:avLst/>
              </a:prstGeom>
              <a:noFill/>
              <a:ln cap="flat" cmpd="sng" w="19050">
                <a:solidFill>
                  <a:srgbClr val="694C8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" name="Google Shape;405;p31"/>
              <p:cNvSpPr/>
              <p:nvPr/>
            </p:nvSpPr>
            <p:spPr>
              <a:xfrm>
                <a:off x="3524425" y="2322250"/>
                <a:ext cx="567300" cy="548100"/>
              </a:xfrm>
              <a:prstGeom prst="rect">
                <a:avLst/>
              </a:prstGeom>
              <a:noFill/>
              <a:ln cap="flat" cmpd="sng" w="19050">
                <a:solidFill>
                  <a:srgbClr val="694C8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" name="Google Shape;406;p31"/>
              <p:cNvSpPr/>
              <p:nvPr/>
            </p:nvSpPr>
            <p:spPr>
              <a:xfrm>
                <a:off x="4336225" y="2322250"/>
                <a:ext cx="567300" cy="548100"/>
              </a:xfrm>
              <a:prstGeom prst="rect">
                <a:avLst/>
              </a:prstGeom>
              <a:noFill/>
              <a:ln cap="flat" cmpd="sng" w="19050">
                <a:solidFill>
                  <a:srgbClr val="694C8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" name="Google Shape;407;p31"/>
              <p:cNvSpPr/>
              <p:nvPr/>
            </p:nvSpPr>
            <p:spPr>
              <a:xfrm>
                <a:off x="5136900" y="2322250"/>
                <a:ext cx="567300" cy="548100"/>
              </a:xfrm>
              <a:prstGeom prst="rect">
                <a:avLst/>
              </a:prstGeom>
              <a:noFill/>
              <a:ln cap="flat" cmpd="sng" w="19050">
                <a:solidFill>
                  <a:srgbClr val="694C8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" name="Google Shape;408;p31"/>
              <p:cNvSpPr/>
              <p:nvPr/>
            </p:nvSpPr>
            <p:spPr>
              <a:xfrm>
                <a:off x="5937575" y="2322250"/>
                <a:ext cx="567300" cy="548100"/>
              </a:xfrm>
              <a:prstGeom prst="rect">
                <a:avLst/>
              </a:prstGeom>
              <a:noFill/>
              <a:ln cap="flat" cmpd="sng" w="19050">
                <a:solidFill>
                  <a:srgbClr val="694C8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" name="Google Shape;409;p31"/>
              <p:cNvSpPr/>
              <p:nvPr/>
            </p:nvSpPr>
            <p:spPr>
              <a:xfrm>
                <a:off x="1900825" y="3145988"/>
                <a:ext cx="567300" cy="548100"/>
              </a:xfrm>
              <a:prstGeom prst="rect">
                <a:avLst/>
              </a:prstGeom>
              <a:solidFill>
                <a:srgbClr val="925775"/>
              </a:solidFill>
              <a:ln cap="flat" cmpd="sng" w="19050">
                <a:solidFill>
                  <a:srgbClr val="92577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" name="Google Shape;410;p31"/>
              <p:cNvSpPr/>
              <p:nvPr/>
            </p:nvSpPr>
            <p:spPr>
              <a:xfrm>
                <a:off x="2712625" y="3145988"/>
                <a:ext cx="567300" cy="548100"/>
              </a:xfrm>
              <a:prstGeom prst="rect">
                <a:avLst/>
              </a:prstGeom>
              <a:noFill/>
              <a:ln cap="flat" cmpd="sng" w="19050">
                <a:solidFill>
                  <a:srgbClr val="694C8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" name="Google Shape;411;p31"/>
              <p:cNvSpPr/>
              <p:nvPr/>
            </p:nvSpPr>
            <p:spPr>
              <a:xfrm>
                <a:off x="3524425" y="3145988"/>
                <a:ext cx="567300" cy="548100"/>
              </a:xfrm>
              <a:prstGeom prst="rect">
                <a:avLst/>
              </a:prstGeom>
              <a:noFill/>
              <a:ln cap="flat" cmpd="sng" w="19050">
                <a:solidFill>
                  <a:srgbClr val="694C8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" name="Google Shape;412;p31"/>
              <p:cNvSpPr/>
              <p:nvPr/>
            </p:nvSpPr>
            <p:spPr>
              <a:xfrm>
                <a:off x="4336225" y="3145988"/>
                <a:ext cx="567300" cy="548100"/>
              </a:xfrm>
              <a:prstGeom prst="rect">
                <a:avLst/>
              </a:prstGeom>
              <a:noFill/>
              <a:ln cap="flat" cmpd="sng" w="19050">
                <a:solidFill>
                  <a:srgbClr val="694C8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" name="Google Shape;413;p31"/>
              <p:cNvSpPr/>
              <p:nvPr/>
            </p:nvSpPr>
            <p:spPr>
              <a:xfrm>
                <a:off x="5136900" y="3145988"/>
                <a:ext cx="567300" cy="548100"/>
              </a:xfrm>
              <a:prstGeom prst="rect">
                <a:avLst/>
              </a:prstGeom>
              <a:noFill/>
              <a:ln cap="flat" cmpd="sng" w="19050">
                <a:solidFill>
                  <a:srgbClr val="694C8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" name="Google Shape;414;p31"/>
              <p:cNvSpPr/>
              <p:nvPr/>
            </p:nvSpPr>
            <p:spPr>
              <a:xfrm>
                <a:off x="5937575" y="3145988"/>
                <a:ext cx="567300" cy="548100"/>
              </a:xfrm>
              <a:prstGeom prst="rect">
                <a:avLst/>
              </a:prstGeom>
              <a:noFill/>
              <a:ln cap="flat" cmpd="sng" w="19050">
                <a:solidFill>
                  <a:srgbClr val="694C8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" name="Google Shape;415;p31"/>
              <p:cNvSpPr/>
              <p:nvPr/>
            </p:nvSpPr>
            <p:spPr>
              <a:xfrm>
                <a:off x="1900825" y="3902663"/>
                <a:ext cx="567300" cy="548100"/>
              </a:xfrm>
              <a:prstGeom prst="rect">
                <a:avLst/>
              </a:prstGeom>
              <a:solidFill>
                <a:srgbClr val="925775"/>
              </a:solidFill>
              <a:ln cap="flat" cmpd="sng" w="19050">
                <a:solidFill>
                  <a:srgbClr val="92577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" name="Google Shape;416;p31"/>
              <p:cNvSpPr/>
              <p:nvPr/>
            </p:nvSpPr>
            <p:spPr>
              <a:xfrm>
                <a:off x="2712625" y="3902663"/>
                <a:ext cx="567300" cy="548100"/>
              </a:xfrm>
              <a:prstGeom prst="rect">
                <a:avLst/>
              </a:prstGeom>
              <a:noFill/>
              <a:ln cap="flat" cmpd="sng" w="19050">
                <a:solidFill>
                  <a:srgbClr val="694C8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" name="Google Shape;417;p31"/>
              <p:cNvSpPr/>
              <p:nvPr/>
            </p:nvSpPr>
            <p:spPr>
              <a:xfrm>
                <a:off x="3524425" y="3902663"/>
                <a:ext cx="567300" cy="548100"/>
              </a:xfrm>
              <a:prstGeom prst="rect">
                <a:avLst/>
              </a:prstGeom>
              <a:noFill/>
              <a:ln cap="flat" cmpd="sng" w="19050">
                <a:solidFill>
                  <a:srgbClr val="694C8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" name="Google Shape;418;p31"/>
              <p:cNvSpPr/>
              <p:nvPr/>
            </p:nvSpPr>
            <p:spPr>
              <a:xfrm>
                <a:off x="4336225" y="3902663"/>
                <a:ext cx="567300" cy="548100"/>
              </a:xfrm>
              <a:prstGeom prst="rect">
                <a:avLst/>
              </a:prstGeom>
              <a:noFill/>
              <a:ln cap="flat" cmpd="sng" w="19050">
                <a:solidFill>
                  <a:srgbClr val="694C8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" name="Google Shape;419;p31"/>
              <p:cNvSpPr/>
              <p:nvPr/>
            </p:nvSpPr>
            <p:spPr>
              <a:xfrm>
                <a:off x="5136900" y="3902663"/>
                <a:ext cx="567300" cy="548100"/>
              </a:xfrm>
              <a:prstGeom prst="rect">
                <a:avLst/>
              </a:prstGeom>
              <a:noFill/>
              <a:ln cap="flat" cmpd="sng" w="19050">
                <a:solidFill>
                  <a:srgbClr val="694C8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" name="Google Shape;420;p31"/>
              <p:cNvSpPr/>
              <p:nvPr/>
            </p:nvSpPr>
            <p:spPr>
              <a:xfrm>
                <a:off x="5937575" y="3902663"/>
                <a:ext cx="567300" cy="548100"/>
              </a:xfrm>
              <a:prstGeom prst="rect">
                <a:avLst/>
              </a:prstGeom>
              <a:noFill/>
              <a:ln cap="flat" cmpd="sng" w="19050">
                <a:solidFill>
                  <a:srgbClr val="694C8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421" name="Google Shape;421;p31"/>
            <p:cNvCxnSpPr>
              <a:stCxn id="398" idx="0"/>
            </p:cNvCxnSpPr>
            <p:nvPr/>
          </p:nvCxnSpPr>
          <p:spPr>
            <a:xfrm rot="10800000">
              <a:off x="3365425" y="1606275"/>
              <a:ext cx="0" cy="105000"/>
            </a:xfrm>
            <a:prstGeom prst="straightConnector1">
              <a:avLst/>
            </a:prstGeom>
            <a:noFill/>
            <a:ln cap="flat" cmpd="sng" w="19050">
              <a:solidFill>
                <a:srgbClr val="694C8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22" name="Google Shape;422;p31"/>
            <p:cNvCxnSpPr/>
            <p:nvPr/>
          </p:nvCxnSpPr>
          <p:spPr>
            <a:xfrm rot="10800000">
              <a:off x="4174875" y="1606275"/>
              <a:ext cx="0" cy="105000"/>
            </a:xfrm>
            <a:prstGeom prst="straightConnector1">
              <a:avLst/>
            </a:prstGeom>
            <a:noFill/>
            <a:ln cap="flat" cmpd="sng" w="19050">
              <a:solidFill>
                <a:srgbClr val="694C8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23" name="Google Shape;423;p31"/>
            <p:cNvCxnSpPr/>
            <p:nvPr/>
          </p:nvCxnSpPr>
          <p:spPr>
            <a:xfrm rot="10800000">
              <a:off x="4984325" y="1606275"/>
              <a:ext cx="0" cy="105000"/>
            </a:xfrm>
            <a:prstGeom prst="straightConnector1">
              <a:avLst/>
            </a:prstGeom>
            <a:noFill/>
            <a:ln cap="flat" cmpd="sng" w="19050">
              <a:solidFill>
                <a:srgbClr val="694C8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24" name="Google Shape;424;p31"/>
            <p:cNvCxnSpPr/>
            <p:nvPr/>
          </p:nvCxnSpPr>
          <p:spPr>
            <a:xfrm rot="10800000">
              <a:off x="5793775" y="1606275"/>
              <a:ext cx="0" cy="105000"/>
            </a:xfrm>
            <a:prstGeom prst="straightConnector1">
              <a:avLst/>
            </a:prstGeom>
            <a:noFill/>
            <a:ln cap="flat" cmpd="sng" w="19050">
              <a:solidFill>
                <a:srgbClr val="694C8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25" name="Google Shape;425;p31"/>
            <p:cNvCxnSpPr/>
            <p:nvPr/>
          </p:nvCxnSpPr>
          <p:spPr>
            <a:xfrm rot="10800000">
              <a:off x="6590478" y="1606275"/>
              <a:ext cx="0" cy="105000"/>
            </a:xfrm>
            <a:prstGeom prst="straightConnector1">
              <a:avLst/>
            </a:prstGeom>
            <a:noFill/>
            <a:ln cap="flat" cmpd="sng" w="19050">
              <a:solidFill>
                <a:srgbClr val="694C84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426" name="Google Shape;426;p31"/>
          <p:cNvGrpSpPr/>
          <p:nvPr/>
        </p:nvGrpSpPr>
        <p:grpSpPr>
          <a:xfrm>
            <a:off x="2414498" y="1835765"/>
            <a:ext cx="304571" cy="298265"/>
            <a:chOff x="-22881800" y="1971800"/>
            <a:chExt cx="301675" cy="295400"/>
          </a:xfrm>
        </p:grpSpPr>
        <p:sp>
          <p:nvSpPr>
            <p:cNvPr id="427" name="Google Shape;427;p31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31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31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31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31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31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3" name="Google Shape;433;p31"/>
          <p:cNvGrpSpPr/>
          <p:nvPr/>
        </p:nvGrpSpPr>
        <p:grpSpPr>
          <a:xfrm>
            <a:off x="2416875" y="4206724"/>
            <a:ext cx="299801" cy="297230"/>
            <a:chOff x="-22859750" y="2335900"/>
            <a:chExt cx="296950" cy="294375"/>
          </a:xfrm>
        </p:grpSpPr>
        <p:sp>
          <p:nvSpPr>
            <p:cNvPr id="434" name="Google Shape;434;p31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31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31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7" name="Google Shape;437;p31"/>
          <p:cNvSpPr/>
          <p:nvPr/>
        </p:nvSpPr>
        <p:spPr>
          <a:xfrm>
            <a:off x="2417686" y="2600276"/>
            <a:ext cx="298211" cy="299830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8" name="Google Shape;438;p31"/>
          <p:cNvGrpSpPr/>
          <p:nvPr/>
        </p:nvGrpSpPr>
        <p:grpSpPr>
          <a:xfrm>
            <a:off x="2452659" y="3446922"/>
            <a:ext cx="228245" cy="299830"/>
            <a:chOff x="-23177950" y="2340425"/>
            <a:chExt cx="226075" cy="296950"/>
          </a:xfrm>
        </p:grpSpPr>
        <p:sp>
          <p:nvSpPr>
            <p:cNvPr id="439" name="Google Shape;439;p31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31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1" name="Google Shape;441;p31"/>
          <p:cNvSpPr txBox="1"/>
          <p:nvPr>
            <p:ph type="title"/>
          </p:nvPr>
        </p:nvSpPr>
        <p:spPr>
          <a:xfrm>
            <a:off x="2973075" y="376475"/>
            <a:ext cx="3197700" cy="67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COMPARISON</a:t>
            </a:r>
            <a:endParaRPr/>
          </a:p>
        </p:txBody>
      </p:sp>
      <p:sp>
        <p:nvSpPr>
          <p:cNvPr id="442" name="Google Shape;442;p31"/>
          <p:cNvSpPr txBox="1"/>
          <p:nvPr>
            <p:ph idx="4294967295" type="subTitle"/>
          </p:nvPr>
        </p:nvSpPr>
        <p:spPr>
          <a:xfrm>
            <a:off x="3058225" y="1274375"/>
            <a:ext cx="614400" cy="29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100">
                <a:latin typeface="Josefin Sans"/>
                <a:ea typeface="Josefin Sans"/>
                <a:cs typeface="Josefin Sans"/>
                <a:sym typeface="Josefin Sans"/>
              </a:rPr>
              <a:t>Mars</a:t>
            </a:r>
            <a:endParaRPr b="1" sz="1100"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443" name="Google Shape;443;p31"/>
          <p:cNvSpPr txBox="1"/>
          <p:nvPr>
            <p:ph idx="4294967295" type="subTitle"/>
          </p:nvPr>
        </p:nvSpPr>
        <p:spPr>
          <a:xfrm>
            <a:off x="3799000" y="1274375"/>
            <a:ext cx="751800" cy="29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100">
                <a:latin typeface="Josefin Sans"/>
                <a:ea typeface="Josefin Sans"/>
                <a:cs typeface="Josefin Sans"/>
                <a:sym typeface="Josefin Sans"/>
              </a:rPr>
              <a:t>Jupiter</a:t>
            </a:r>
            <a:endParaRPr b="1" sz="1100"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444" name="Google Shape;444;p31"/>
          <p:cNvSpPr txBox="1"/>
          <p:nvPr>
            <p:ph idx="4294967295" type="subTitle"/>
          </p:nvPr>
        </p:nvSpPr>
        <p:spPr>
          <a:xfrm>
            <a:off x="4640375" y="1274375"/>
            <a:ext cx="687900" cy="29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100">
                <a:latin typeface="Josefin Sans"/>
                <a:ea typeface="Josefin Sans"/>
                <a:cs typeface="Josefin Sans"/>
                <a:sym typeface="Josefin Sans"/>
              </a:rPr>
              <a:t>Venus</a:t>
            </a:r>
            <a:endParaRPr b="1" sz="1100"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445" name="Google Shape;445;p31"/>
          <p:cNvSpPr txBox="1"/>
          <p:nvPr>
            <p:ph idx="4294967295" type="subTitle"/>
          </p:nvPr>
        </p:nvSpPr>
        <p:spPr>
          <a:xfrm>
            <a:off x="5417825" y="1274375"/>
            <a:ext cx="751800" cy="29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100">
                <a:latin typeface="Josefin Sans"/>
                <a:ea typeface="Josefin Sans"/>
                <a:cs typeface="Josefin Sans"/>
                <a:sym typeface="Josefin Sans"/>
              </a:rPr>
              <a:t>Mercury</a:t>
            </a:r>
            <a:endParaRPr b="1" sz="1100"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446" name="Google Shape;446;p31"/>
          <p:cNvSpPr txBox="1"/>
          <p:nvPr>
            <p:ph idx="4294967295" type="subTitle"/>
          </p:nvPr>
        </p:nvSpPr>
        <p:spPr>
          <a:xfrm>
            <a:off x="6188899" y="1274375"/>
            <a:ext cx="803100" cy="29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100">
                <a:latin typeface="Josefin Sans"/>
                <a:ea typeface="Josefin Sans"/>
                <a:cs typeface="Josefin Sans"/>
                <a:sym typeface="Josefin Sans"/>
              </a:rPr>
              <a:t>Saturn</a:t>
            </a:r>
            <a:endParaRPr b="1" sz="1100">
              <a:latin typeface="Josefin Sans"/>
              <a:ea typeface="Josefin Sans"/>
              <a:cs typeface="Josefin Sans"/>
              <a:sym typeface="Josefin Sans"/>
            </a:endParaRPr>
          </a:p>
        </p:txBody>
      </p:sp>
      <p:grpSp>
        <p:nvGrpSpPr>
          <p:cNvPr id="447" name="Google Shape;447;p31"/>
          <p:cNvGrpSpPr/>
          <p:nvPr/>
        </p:nvGrpSpPr>
        <p:grpSpPr>
          <a:xfrm>
            <a:off x="3292432" y="1924414"/>
            <a:ext cx="3370997" cy="2491397"/>
            <a:chOff x="3292432" y="1924414"/>
            <a:chExt cx="3370997" cy="2491397"/>
          </a:xfrm>
        </p:grpSpPr>
        <p:sp>
          <p:nvSpPr>
            <p:cNvPr id="448" name="Google Shape;448;p31"/>
            <p:cNvSpPr/>
            <p:nvPr/>
          </p:nvSpPr>
          <p:spPr>
            <a:xfrm>
              <a:off x="3304943" y="1924427"/>
              <a:ext cx="120961" cy="120960"/>
            </a:xfrm>
            <a:custGeom>
              <a:rect b="b" l="l" r="r" t="t"/>
              <a:pathLst>
                <a:path extrusionOk="0" h="62190" w="62191">
                  <a:moveTo>
                    <a:pt x="5676" y="0"/>
                  </a:moveTo>
                  <a:lnTo>
                    <a:pt x="1" y="5675"/>
                  </a:lnTo>
                  <a:lnTo>
                    <a:pt x="25460" y="31095"/>
                  </a:lnTo>
                  <a:lnTo>
                    <a:pt x="1" y="56554"/>
                  </a:lnTo>
                  <a:lnTo>
                    <a:pt x="5676" y="62190"/>
                  </a:lnTo>
                  <a:lnTo>
                    <a:pt x="31096" y="36770"/>
                  </a:lnTo>
                  <a:lnTo>
                    <a:pt x="56515" y="62190"/>
                  </a:lnTo>
                  <a:lnTo>
                    <a:pt x="62190" y="56554"/>
                  </a:lnTo>
                  <a:lnTo>
                    <a:pt x="36771" y="31095"/>
                  </a:lnTo>
                  <a:lnTo>
                    <a:pt x="62190" y="5675"/>
                  </a:lnTo>
                  <a:lnTo>
                    <a:pt x="56515" y="0"/>
                  </a:lnTo>
                  <a:lnTo>
                    <a:pt x="31096" y="25459"/>
                  </a:lnTo>
                  <a:lnTo>
                    <a:pt x="5676" y="0"/>
                  </a:lnTo>
                  <a:close/>
                </a:path>
              </a:pathLst>
            </a:custGeom>
            <a:solidFill>
              <a:srgbClr val="694C84"/>
            </a:solidFill>
            <a:ln cap="flat" cmpd="sng" w="9525">
              <a:solidFill>
                <a:srgbClr val="694C8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31"/>
            <p:cNvSpPr/>
            <p:nvPr/>
          </p:nvSpPr>
          <p:spPr>
            <a:xfrm>
              <a:off x="4114418" y="2689714"/>
              <a:ext cx="120961" cy="120960"/>
            </a:xfrm>
            <a:custGeom>
              <a:rect b="b" l="l" r="r" t="t"/>
              <a:pathLst>
                <a:path extrusionOk="0" h="62190" w="62191">
                  <a:moveTo>
                    <a:pt x="5676" y="0"/>
                  </a:moveTo>
                  <a:lnTo>
                    <a:pt x="1" y="5675"/>
                  </a:lnTo>
                  <a:lnTo>
                    <a:pt x="25460" y="31095"/>
                  </a:lnTo>
                  <a:lnTo>
                    <a:pt x="1" y="56554"/>
                  </a:lnTo>
                  <a:lnTo>
                    <a:pt x="5676" y="62190"/>
                  </a:lnTo>
                  <a:lnTo>
                    <a:pt x="31096" y="36770"/>
                  </a:lnTo>
                  <a:lnTo>
                    <a:pt x="56515" y="62190"/>
                  </a:lnTo>
                  <a:lnTo>
                    <a:pt x="62190" y="56554"/>
                  </a:lnTo>
                  <a:lnTo>
                    <a:pt x="36771" y="31095"/>
                  </a:lnTo>
                  <a:lnTo>
                    <a:pt x="62190" y="5675"/>
                  </a:lnTo>
                  <a:lnTo>
                    <a:pt x="56515" y="0"/>
                  </a:lnTo>
                  <a:lnTo>
                    <a:pt x="31096" y="25459"/>
                  </a:lnTo>
                  <a:lnTo>
                    <a:pt x="5676" y="0"/>
                  </a:lnTo>
                  <a:close/>
                </a:path>
              </a:pathLst>
            </a:custGeom>
            <a:solidFill>
              <a:srgbClr val="694C84"/>
            </a:solidFill>
            <a:ln cap="flat" cmpd="sng" w="9525">
              <a:solidFill>
                <a:srgbClr val="694C8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31"/>
            <p:cNvSpPr/>
            <p:nvPr/>
          </p:nvSpPr>
          <p:spPr>
            <a:xfrm>
              <a:off x="4923843" y="1924414"/>
              <a:ext cx="120961" cy="120960"/>
            </a:xfrm>
            <a:custGeom>
              <a:rect b="b" l="l" r="r" t="t"/>
              <a:pathLst>
                <a:path extrusionOk="0" h="62190" w="62191">
                  <a:moveTo>
                    <a:pt x="5676" y="0"/>
                  </a:moveTo>
                  <a:lnTo>
                    <a:pt x="1" y="5675"/>
                  </a:lnTo>
                  <a:lnTo>
                    <a:pt x="25460" y="31095"/>
                  </a:lnTo>
                  <a:lnTo>
                    <a:pt x="1" y="56554"/>
                  </a:lnTo>
                  <a:lnTo>
                    <a:pt x="5676" y="62190"/>
                  </a:lnTo>
                  <a:lnTo>
                    <a:pt x="31096" y="36770"/>
                  </a:lnTo>
                  <a:lnTo>
                    <a:pt x="56515" y="62190"/>
                  </a:lnTo>
                  <a:lnTo>
                    <a:pt x="62190" y="56554"/>
                  </a:lnTo>
                  <a:lnTo>
                    <a:pt x="36771" y="31095"/>
                  </a:lnTo>
                  <a:lnTo>
                    <a:pt x="62190" y="5675"/>
                  </a:lnTo>
                  <a:lnTo>
                    <a:pt x="56515" y="0"/>
                  </a:lnTo>
                  <a:lnTo>
                    <a:pt x="31096" y="25459"/>
                  </a:lnTo>
                  <a:lnTo>
                    <a:pt x="5676" y="0"/>
                  </a:lnTo>
                  <a:close/>
                </a:path>
              </a:pathLst>
            </a:custGeom>
            <a:solidFill>
              <a:srgbClr val="694C84"/>
            </a:solidFill>
            <a:ln cap="flat" cmpd="sng" w="9525">
              <a:solidFill>
                <a:srgbClr val="694C8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31"/>
            <p:cNvSpPr/>
            <p:nvPr/>
          </p:nvSpPr>
          <p:spPr>
            <a:xfrm>
              <a:off x="4923843" y="4294852"/>
              <a:ext cx="120961" cy="120960"/>
            </a:xfrm>
            <a:custGeom>
              <a:rect b="b" l="l" r="r" t="t"/>
              <a:pathLst>
                <a:path extrusionOk="0" h="62190" w="62191">
                  <a:moveTo>
                    <a:pt x="5676" y="0"/>
                  </a:moveTo>
                  <a:lnTo>
                    <a:pt x="1" y="5675"/>
                  </a:lnTo>
                  <a:lnTo>
                    <a:pt x="25460" y="31095"/>
                  </a:lnTo>
                  <a:lnTo>
                    <a:pt x="1" y="56554"/>
                  </a:lnTo>
                  <a:lnTo>
                    <a:pt x="5676" y="62190"/>
                  </a:lnTo>
                  <a:lnTo>
                    <a:pt x="31096" y="36770"/>
                  </a:lnTo>
                  <a:lnTo>
                    <a:pt x="56515" y="62190"/>
                  </a:lnTo>
                  <a:lnTo>
                    <a:pt x="62190" y="56554"/>
                  </a:lnTo>
                  <a:lnTo>
                    <a:pt x="36771" y="31095"/>
                  </a:lnTo>
                  <a:lnTo>
                    <a:pt x="62190" y="5675"/>
                  </a:lnTo>
                  <a:lnTo>
                    <a:pt x="56515" y="0"/>
                  </a:lnTo>
                  <a:lnTo>
                    <a:pt x="31096" y="25459"/>
                  </a:lnTo>
                  <a:lnTo>
                    <a:pt x="5676" y="0"/>
                  </a:lnTo>
                  <a:close/>
                </a:path>
              </a:pathLst>
            </a:custGeom>
            <a:solidFill>
              <a:srgbClr val="694C84"/>
            </a:solidFill>
            <a:ln cap="flat" cmpd="sng" w="9525">
              <a:solidFill>
                <a:srgbClr val="694C8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31"/>
            <p:cNvSpPr/>
            <p:nvPr/>
          </p:nvSpPr>
          <p:spPr>
            <a:xfrm>
              <a:off x="3304943" y="4294852"/>
              <a:ext cx="120961" cy="120960"/>
            </a:xfrm>
            <a:custGeom>
              <a:rect b="b" l="l" r="r" t="t"/>
              <a:pathLst>
                <a:path extrusionOk="0" h="62190" w="62191">
                  <a:moveTo>
                    <a:pt x="5676" y="0"/>
                  </a:moveTo>
                  <a:lnTo>
                    <a:pt x="1" y="5675"/>
                  </a:lnTo>
                  <a:lnTo>
                    <a:pt x="25460" y="31095"/>
                  </a:lnTo>
                  <a:lnTo>
                    <a:pt x="1" y="56554"/>
                  </a:lnTo>
                  <a:lnTo>
                    <a:pt x="5676" y="62190"/>
                  </a:lnTo>
                  <a:lnTo>
                    <a:pt x="31096" y="36770"/>
                  </a:lnTo>
                  <a:lnTo>
                    <a:pt x="56515" y="62190"/>
                  </a:lnTo>
                  <a:lnTo>
                    <a:pt x="62190" y="56554"/>
                  </a:lnTo>
                  <a:lnTo>
                    <a:pt x="36771" y="31095"/>
                  </a:lnTo>
                  <a:lnTo>
                    <a:pt x="62190" y="5675"/>
                  </a:lnTo>
                  <a:lnTo>
                    <a:pt x="56515" y="0"/>
                  </a:lnTo>
                  <a:lnTo>
                    <a:pt x="31096" y="25459"/>
                  </a:lnTo>
                  <a:lnTo>
                    <a:pt x="5676" y="0"/>
                  </a:lnTo>
                  <a:close/>
                </a:path>
              </a:pathLst>
            </a:custGeom>
            <a:solidFill>
              <a:srgbClr val="694C84"/>
            </a:solidFill>
            <a:ln cap="flat" cmpd="sng" w="9525">
              <a:solidFill>
                <a:srgbClr val="694C8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31"/>
            <p:cNvSpPr/>
            <p:nvPr/>
          </p:nvSpPr>
          <p:spPr>
            <a:xfrm>
              <a:off x="6529968" y="3536364"/>
              <a:ext cx="120961" cy="120960"/>
            </a:xfrm>
            <a:custGeom>
              <a:rect b="b" l="l" r="r" t="t"/>
              <a:pathLst>
                <a:path extrusionOk="0" h="62190" w="62191">
                  <a:moveTo>
                    <a:pt x="5676" y="0"/>
                  </a:moveTo>
                  <a:lnTo>
                    <a:pt x="1" y="5675"/>
                  </a:lnTo>
                  <a:lnTo>
                    <a:pt x="25460" y="31095"/>
                  </a:lnTo>
                  <a:lnTo>
                    <a:pt x="1" y="56554"/>
                  </a:lnTo>
                  <a:lnTo>
                    <a:pt x="5676" y="62190"/>
                  </a:lnTo>
                  <a:lnTo>
                    <a:pt x="31096" y="36770"/>
                  </a:lnTo>
                  <a:lnTo>
                    <a:pt x="56515" y="62190"/>
                  </a:lnTo>
                  <a:lnTo>
                    <a:pt x="62190" y="56554"/>
                  </a:lnTo>
                  <a:lnTo>
                    <a:pt x="36771" y="31095"/>
                  </a:lnTo>
                  <a:lnTo>
                    <a:pt x="62190" y="5675"/>
                  </a:lnTo>
                  <a:lnTo>
                    <a:pt x="56515" y="0"/>
                  </a:lnTo>
                  <a:lnTo>
                    <a:pt x="31096" y="25459"/>
                  </a:lnTo>
                  <a:lnTo>
                    <a:pt x="5676" y="0"/>
                  </a:lnTo>
                  <a:close/>
                </a:path>
              </a:pathLst>
            </a:custGeom>
            <a:solidFill>
              <a:srgbClr val="694C84"/>
            </a:solidFill>
            <a:ln cap="flat" cmpd="sng" w="9525">
              <a:solidFill>
                <a:srgbClr val="694C8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31"/>
            <p:cNvSpPr/>
            <p:nvPr/>
          </p:nvSpPr>
          <p:spPr>
            <a:xfrm>
              <a:off x="6529968" y="2689714"/>
              <a:ext cx="120961" cy="120960"/>
            </a:xfrm>
            <a:custGeom>
              <a:rect b="b" l="l" r="r" t="t"/>
              <a:pathLst>
                <a:path extrusionOk="0" h="62190" w="62191">
                  <a:moveTo>
                    <a:pt x="5676" y="0"/>
                  </a:moveTo>
                  <a:lnTo>
                    <a:pt x="1" y="5675"/>
                  </a:lnTo>
                  <a:lnTo>
                    <a:pt x="25460" y="31095"/>
                  </a:lnTo>
                  <a:lnTo>
                    <a:pt x="1" y="56554"/>
                  </a:lnTo>
                  <a:lnTo>
                    <a:pt x="5676" y="62190"/>
                  </a:lnTo>
                  <a:lnTo>
                    <a:pt x="31096" y="36770"/>
                  </a:lnTo>
                  <a:lnTo>
                    <a:pt x="56515" y="62190"/>
                  </a:lnTo>
                  <a:lnTo>
                    <a:pt x="62190" y="56554"/>
                  </a:lnTo>
                  <a:lnTo>
                    <a:pt x="36771" y="31095"/>
                  </a:lnTo>
                  <a:lnTo>
                    <a:pt x="62190" y="5675"/>
                  </a:lnTo>
                  <a:lnTo>
                    <a:pt x="56515" y="0"/>
                  </a:lnTo>
                  <a:lnTo>
                    <a:pt x="31096" y="25459"/>
                  </a:lnTo>
                  <a:lnTo>
                    <a:pt x="5676" y="0"/>
                  </a:lnTo>
                  <a:close/>
                </a:path>
              </a:pathLst>
            </a:custGeom>
            <a:solidFill>
              <a:srgbClr val="694C84"/>
            </a:solidFill>
            <a:ln cap="flat" cmpd="sng" w="9525">
              <a:solidFill>
                <a:srgbClr val="694C8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31"/>
            <p:cNvSpPr/>
            <p:nvPr/>
          </p:nvSpPr>
          <p:spPr>
            <a:xfrm>
              <a:off x="5733243" y="2689714"/>
              <a:ext cx="120961" cy="120960"/>
            </a:xfrm>
            <a:custGeom>
              <a:rect b="b" l="l" r="r" t="t"/>
              <a:pathLst>
                <a:path extrusionOk="0" h="62190" w="62191">
                  <a:moveTo>
                    <a:pt x="5676" y="0"/>
                  </a:moveTo>
                  <a:lnTo>
                    <a:pt x="1" y="5675"/>
                  </a:lnTo>
                  <a:lnTo>
                    <a:pt x="25460" y="31095"/>
                  </a:lnTo>
                  <a:lnTo>
                    <a:pt x="1" y="56554"/>
                  </a:lnTo>
                  <a:lnTo>
                    <a:pt x="5676" y="62190"/>
                  </a:lnTo>
                  <a:lnTo>
                    <a:pt x="31096" y="36770"/>
                  </a:lnTo>
                  <a:lnTo>
                    <a:pt x="56515" y="62190"/>
                  </a:lnTo>
                  <a:lnTo>
                    <a:pt x="62190" y="56554"/>
                  </a:lnTo>
                  <a:lnTo>
                    <a:pt x="36771" y="31095"/>
                  </a:lnTo>
                  <a:lnTo>
                    <a:pt x="62190" y="5675"/>
                  </a:lnTo>
                  <a:lnTo>
                    <a:pt x="56515" y="0"/>
                  </a:lnTo>
                  <a:lnTo>
                    <a:pt x="31096" y="25459"/>
                  </a:lnTo>
                  <a:lnTo>
                    <a:pt x="5676" y="0"/>
                  </a:lnTo>
                  <a:close/>
                </a:path>
              </a:pathLst>
            </a:custGeom>
            <a:solidFill>
              <a:srgbClr val="694C84"/>
            </a:solidFill>
            <a:ln cap="flat" cmpd="sng" w="9525">
              <a:solidFill>
                <a:srgbClr val="694C8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31"/>
            <p:cNvSpPr/>
            <p:nvPr/>
          </p:nvSpPr>
          <p:spPr>
            <a:xfrm>
              <a:off x="3292432" y="2696404"/>
              <a:ext cx="145971" cy="107577"/>
            </a:xfrm>
            <a:custGeom>
              <a:rect b="b" l="l" r="r" t="t"/>
              <a:pathLst>
                <a:path extrusionOk="0" h="59353" w="80536">
                  <a:moveTo>
                    <a:pt x="74860" y="0"/>
                  </a:moveTo>
                  <a:lnTo>
                    <a:pt x="26819" y="48041"/>
                  </a:lnTo>
                  <a:lnTo>
                    <a:pt x="5636" y="26898"/>
                  </a:lnTo>
                  <a:lnTo>
                    <a:pt x="0" y="32534"/>
                  </a:lnTo>
                  <a:lnTo>
                    <a:pt x="26819" y="59352"/>
                  </a:lnTo>
                  <a:lnTo>
                    <a:pt x="80535" y="5676"/>
                  </a:lnTo>
                  <a:lnTo>
                    <a:pt x="74860" y="0"/>
                  </a:ln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31"/>
            <p:cNvSpPr/>
            <p:nvPr/>
          </p:nvSpPr>
          <p:spPr>
            <a:xfrm>
              <a:off x="3292432" y="3543054"/>
              <a:ext cx="145971" cy="107577"/>
            </a:xfrm>
            <a:custGeom>
              <a:rect b="b" l="l" r="r" t="t"/>
              <a:pathLst>
                <a:path extrusionOk="0" h="59353" w="80536">
                  <a:moveTo>
                    <a:pt x="74860" y="0"/>
                  </a:moveTo>
                  <a:lnTo>
                    <a:pt x="26819" y="48041"/>
                  </a:lnTo>
                  <a:lnTo>
                    <a:pt x="5636" y="26898"/>
                  </a:lnTo>
                  <a:lnTo>
                    <a:pt x="0" y="32534"/>
                  </a:lnTo>
                  <a:lnTo>
                    <a:pt x="26819" y="59352"/>
                  </a:lnTo>
                  <a:lnTo>
                    <a:pt x="80535" y="5676"/>
                  </a:lnTo>
                  <a:lnTo>
                    <a:pt x="74860" y="0"/>
                  </a:ln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31"/>
            <p:cNvSpPr/>
            <p:nvPr/>
          </p:nvSpPr>
          <p:spPr>
            <a:xfrm>
              <a:off x="4911345" y="3543054"/>
              <a:ext cx="145971" cy="107577"/>
            </a:xfrm>
            <a:custGeom>
              <a:rect b="b" l="l" r="r" t="t"/>
              <a:pathLst>
                <a:path extrusionOk="0" h="59353" w="80536">
                  <a:moveTo>
                    <a:pt x="74860" y="0"/>
                  </a:moveTo>
                  <a:lnTo>
                    <a:pt x="26819" y="48041"/>
                  </a:lnTo>
                  <a:lnTo>
                    <a:pt x="5636" y="26898"/>
                  </a:lnTo>
                  <a:lnTo>
                    <a:pt x="0" y="32534"/>
                  </a:lnTo>
                  <a:lnTo>
                    <a:pt x="26819" y="59352"/>
                  </a:lnTo>
                  <a:lnTo>
                    <a:pt x="80535" y="5676"/>
                  </a:lnTo>
                  <a:lnTo>
                    <a:pt x="74860" y="0"/>
                  </a:ln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31"/>
            <p:cNvSpPr/>
            <p:nvPr/>
          </p:nvSpPr>
          <p:spPr>
            <a:xfrm>
              <a:off x="4101895" y="3543067"/>
              <a:ext cx="145971" cy="107577"/>
            </a:xfrm>
            <a:custGeom>
              <a:rect b="b" l="l" r="r" t="t"/>
              <a:pathLst>
                <a:path extrusionOk="0" h="59353" w="80536">
                  <a:moveTo>
                    <a:pt x="74860" y="0"/>
                  </a:moveTo>
                  <a:lnTo>
                    <a:pt x="26819" y="48041"/>
                  </a:lnTo>
                  <a:lnTo>
                    <a:pt x="5636" y="26898"/>
                  </a:lnTo>
                  <a:lnTo>
                    <a:pt x="0" y="32534"/>
                  </a:lnTo>
                  <a:lnTo>
                    <a:pt x="26819" y="59352"/>
                  </a:lnTo>
                  <a:lnTo>
                    <a:pt x="80535" y="5676"/>
                  </a:lnTo>
                  <a:lnTo>
                    <a:pt x="74860" y="0"/>
                  </a:ln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31"/>
            <p:cNvSpPr/>
            <p:nvPr/>
          </p:nvSpPr>
          <p:spPr>
            <a:xfrm>
              <a:off x="5720657" y="3543067"/>
              <a:ext cx="145971" cy="107577"/>
            </a:xfrm>
            <a:custGeom>
              <a:rect b="b" l="l" r="r" t="t"/>
              <a:pathLst>
                <a:path extrusionOk="0" h="59353" w="80536">
                  <a:moveTo>
                    <a:pt x="74860" y="0"/>
                  </a:moveTo>
                  <a:lnTo>
                    <a:pt x="26819" y="48041"/>
                  </a:lnTo>
                  <a:lnTo>
                    <a:pt x="5636" y="26898"/>
                  </a:lnTo>
                  <a:lnTo>
                    <a:pt x="0" y="32534"/>
                  </a:lnTo>
                  <a:lnTo>
                    <a:pt x="26819" y="59352"/>
                  </a:lnTo>
                  <a:lnTo>
                    <a:pt x="80535" y="5676"/>
                  </a:lnTo>
                  <a:lnTo>
                    <a:pt x="74860" y="0"/>
                  </a:ln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31"/>
            <p:cNvSpPr/>
            <p:nvPr/>
          </p:nvSpPr>
          <p:spPr>
            <a:xfrm>
              <a:off x="4101895" y="1931104"/>
              <a:ext cx="145971" cy="107577"/>
            </a:xfrm>
            <a:custGeom>
              <a:rect b="b" l="l" r="r" t="t"/>
              <a:pathLst>
                <a:path extrusionOk="0" h="59353" w="80536">
                  <a:moveTo>
                    <a:pt x="74860" y="0"/>
                  </a:moveTo>
                  <a:lnTo>
                    <a:pt x="26819" y="48041"/>
                  </a:lnTo>
                  <a:lnTo>
                    <a:pt x="5636" y="26898"/>
                  </a:lnTo>
                  <a:lnTo>
                    <a:pt x="0" y="32534"/>
                  </a:lnTo>
                  <a:lnTo>
                    <a:pt x="26819" y="59352"/>
                  </a:lnTo>
                  <a:lnTo>
                    <a:pt x="80535" y="5676"/>
                  </a:lnTo>
                  <a:lnTo>
                    <a:pt x="74860" y="0"/>
                  </a:ln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31"/>
            <p:cNvSpPr/>
            <p:nvPr/>
          </p:nvSpPr>
          <p:spPr>
            <a:xfrm>
              <a:off x="4101895" y="4301542"/>
              <a:ext cx="145971" cy="107577"/>
            </a:xfrm>
            <a:custGeom>
              <a:rect b="b" l="l" r="r" t="t"/>
              <a:pathLst>
                <a:path extrusionOk="0" h="59353" w="80536">
                  <a:moveTo>
                    <a:pt x="74860" y="0"/>
                  </a:moveTo>
                  <a:lnTo>
                    <a:pt x="26819" y="48041"/>
                  </a:lnTo>
                  <a:lnTo>
                    <a:pt x="5636" y="26898"/>
                  </a:lnTo>
                  <a:lnTo>
                    <a:pt x="0" y="32534"/>
                  </a:lnTo>
                  <a:lnTo>
                    <a:pt x="26819" y="59352"/>
                  </a:lnTo>
                  <a:lnTo>
                    <a:pt x="80535" y="5676"/>
                  </a:lnTo>
                  <a:lnTo>
                    <a:pt x="74860" y="0"/>
                  </a:ln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31"/>
            <p:cNvSpPr/>
            <p:nvPr/>
          </p:nvSpPr>
          <p:spPr>
            <a:xfrm>
              <a:off x="5720770" y="1931104"/>
              <a:ext cx="145971" cy="107577"/>
            </a:xfrm>
            <a:custGeom>
              <a:rect b="b" l="l" r="r" t="t"/>
              <a:pathLst>
                <a:path extrusionOk="0" h="59353" w="80536">
                  <a:moveTo>
                    <a:pt x="74860" y="0"/>
                  </a:moveTo>
                  <a:lnTo>
                    <a:pt x="26819" y="48041"/>
                  </a:lnTo>
                  <a:lnTo>
                    <a:pt x="5636" y="26898"/>
                  </a:lnTo>
                  <a:lnTo>
                    <a:pt x="0" y="32534"/>
                  </a:lnTo>
                  <a:lnTo>
                    <a:pt x="26819" y="59352"/>
                  </a:lnTo>
                  <a:lnTo>
                    <a:pt x="80535" y="5676"/>
                  </a:lnTo>
                  <a:lnTo>
                    <a:pt x="74860" y="0"/>
                  </a:ln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31"/>
            <p:cNvSpPr/>
            <p:nvPr/>
          </p:nvSpPr>
          <p:spPr>
            <a:xfrm>
              <a:off x="6517457" y="1931104"/>
              <a:ext cx="145972" cy="107577"/>
            </a:xfrm>
            <a:custGeom>
              <a:rect b="b" l="l" r="r" t="t"/>
              <a:pathLst>
                <a:path extrusionOk="0" h="59353" w="80536">
                  <a:moveTo>
                    <a:pt x="74860" y="0"/>
                  </a:moveTo>
                  <a:lnTo>
                    <a:pt x="26819" y="48041"/>
                  </a:lnTo>
                  <a:lnTo>
                    <a:pt x="5636" y="26898"/>
                  </a:lnTo>
                  <a:lnTo>
                    <a:pt x="0" y="32534"/>
                  </a:lnTo>
                  <a:lnTo>
                    <a:pt x="26819" y="59352"/>
                  </a:lnTo>
                  <a:lnTo>
                    <a:pt x="80535" y="5676"/>
                  </a:lnTo>
                  <a:lnTo>
                    <a:pt x="74860" y="0"/>
                  </a:ln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31"/>
            <p:cNvSpPr/>
            <p:nvPr/>
          </p:nvSpPr>
          <p:spPr>
            <a:xfrm>
              <a:off x="5720770" y="4301542"/>
              <a:ext cx="145971" cy="107577"/>
            </a:xfrm>
            <a:custGeom>
              <a:rect b="b" l="l" r="r" t="t"/>
              <a:pathLst>
                <a:path extrusionOk="0" h="59353" w="80536">
                  <a:moveTo>
                    <a:pt x="74860" y="0"/>
                  </a:moveTo>
                  <a:lnTo>
                    <a:pt x="26819" y="48041"/>
                  </a:lnTo>
                  <a:lnTo>
                    <a:pt x="5636" y="26898"/>
                  </a:lnTo>
                  <a:lnTo>
                    <a:pt x="0" y="32534"/>
                  </a:lnTo>
                  <a:lnTo>
                    <a:pt x="26819" y="59352"/>
                  </a:lnTo>
                  <a:lnTo>
                    <a:pt x="80535" y="5676"/>
                  </a:lnTo>
                  <a:lnTo>
                    <a:pt x="74860" y="0"/>
                  </a:ln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31"/>
            <p:cNvSpPr/>
            <p:nvPr/>
          </p:nvSpPr>
          <p:spPr>
            <a:xfrm>
              <a:off x="4911345" y="2696417"/>
              <a:ext cx="145971" cy="107577"/>
            </a:xfrm>
            <a:custGeom>
              <a:rect b="b" l="l" r="r" t="t"/>
              <a:pathLst>
                <a:path extrusionOk="0" h="59353" w="80536">
                  <a:moveTo>
                    <a:pt x="74860" y="0"/>
                  </a:moveTo>
                  <a:lnTo>
                    <a:pt x="26819" y="48041"/>
                  </a:lnTo>
                  <a:lnTo>
                    <a:pt x="5636" y="26898"/>
                  </a:lnTo>
                  <a:lnTo>
                    <a:pt x="0" y="32534"/>
                  </a:lnTo>
                  <a:lnTo>
                    <a:pt x="26819" y="59352"/>
                  </a:lnTo>
                  <a:lnTo>
                    <a:pt x="80535" y="5676"/>
                  </a:lnTo>
                  <a:lnTo>
                    <a:pt x="74860" y="0"/>
                  </a:ln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31"/>
            <p:cNvSpPr/>
            <p:nvPr/>
          </p:nvSpPr>
          <p:spPr>
            <a:xfrm>
              <a:off x="6529968" y="4294852"/>
              <a:ext cx="120961" cy="120960"/>
            </a:xfrm>
            <a:custGeom>
              <a:rect b="b" l="l" r="r" t="t"/>
              <a:pathLst>
                <a:path extrusionOk="0" h="62190" w="62191">
                  <a:moveTo>
                    <a:pt x="5676" y="0"/>
                  </a:moveTo>
                  <a:lnTo>
                    <a:pt x="1" y="5675"/>
                  </a:lnTo>
                  <a:lnTo>
                    <a:pt x="25460" y="31095"/>
                  </a:lnTo>
                  <a:lnTo>
                    <a:pt x="1" y="56554"/>
                  </a:lnTo>
                  <a:lnTo>
                    <a:pt x="5676" y="62190"/>
                  </a:lnTo>
                  <a:lnTo>
                    <a:pt x="31096" y="36770"/>
                  </a:lnTo>
                  <a:lnTo>
                    <a:pt x="56515" y="62190"/>
                  </a:lnTo>
                  <a:lnTo>
                    <a:pt x="62190" y="56554"/>
                  </a:lnTo>
                  <a:lnTo>
                    <a:pt x="36771" y="31095"/>
                  </a:lnTo>
                  <a:lnTo>
                    <a:pt x="62190" y="5675"/>
                  </a:lnTo>
                  <a:lnTo>
                    <a:pt x="56515" y="0"/>
                  </a:lnTo>
                  <a:lnTo>
                    <a:pt x="31096" y="25459"/>
                  </a:lnTo>
                  <a:lnTo>
                    <a:pt x="5676" y="0"/>
                  </a:lnTo>
                  <a:close/>
                </a:path>
              </a:pathLst>
            </a:custGeom>
            <a:solidFill>
              <a:srgbClr val="694C84"/>
            </a:solidFill>
            <a:ln cap="flat" cmpd="sng" w="9525">
              <a:solidFill>
                <a:srgbClr val="694C8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71" name="Shape 4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2" name="Google Shape;472;p32"/>
          <p:cNvSpPr txBox="1"/>
          <p:nvPr>
            <p:ph idx="1" type="subTitle"/>
          </p:nvPr>
        </p:nvSpPr>
        <p:spPr>
          <a:xfrm>
            <a:off x="1421675" y="2142375"/>
            <a:ext cx="1782600" cy="63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/>
              <a:t>Mercury is the closest planet to the Su</a:t>
            </a:r>
            <a:r>
              <a:rPr lang="es"/>
              <a:t>n.</a:t>
            </a:r>
            <a:r>
              <a:rPr lang="es" sz="1200"/>
              <a:t> </a:t>
            </a:r>
            <a:r>
              <a:rPr lang="es"/>
              <a:t>It’</a:t>
            </a:r>
            <a:r>
              <a:rPr lang="es" sz="1200"/>
              <a:t>s only a bit larger than our Moon</a:t>
            </a:r>
            <a:endParaRPr sz="1200"/>
          </a:p>
        </p:txBody>
      </p:sp>
      <p:sp>
        <p:nvSpPr>
          <p:cNvPr id="473" name="Google Shape;473;p32"/>
          <p:cNvSpPr txBox="1"/>
          <p:nvPr>
            <p:ph idx="2" type="subTitle"/>
          </p:nvPr>
        </p:nvSpPr>
        <p:spPr>
          <a:xfrm>
            <a:off x="1421675" y="3585350"/>
            <a:ext cx="1782600" cy="63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/>
              <a:t>Venus has a beautiful name, but it’s terribly hot, ev</a:t>
            </a:r>
            <a:r>
              <a:rPr lang="es"/>
              <a:t>en hotter than Mercury</a:t>
            </a:r>
            <a:endParaRPr sz="1200"/>
          </a:p>
        </p:txBody>
      </p:sp>
      <p:sp>
        <p:nvSpPr>
          <p:cNvPr id="474" name="Google Shape;474;p32"/>
          <p:cNvSpPr txBox="1"/>
          <p:nvPr>
            <p:ph idx="3" type="subTitle"/>
          </p:nvPr>
        </p:nvSpPr>
        <p:spPr>
          <a:xfrm>
            <a:off x="3845875" y="2142375"/>
            <a:ext cx="1782600" cy="63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Saturn is a gas giant, composed mostly of hydrogen and helium</a:t>
            </a:r>
            <a:endParaRPr sz="1200"/>
          </a:p>
        </p:txBody>
      </p:sp>
      <p:sp>
        <p:nvSpPr>
          <p:cNvPr id="475" name="Google Shape;475;p32"/>
          <p:cNvSpPr txBox="1"/>
          <p:nvPr>
            <p:ph idx="4" type="subTitle"/>
          </p:nvPr>
        </p:nvSpPr>
        <p:spPr>
          <a:xfrm>
            <a:off x="3845875" y="3585350"/>
            <a:ext cx="1782600" cy="63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Despite being red, Mars is a cold place, not hot. It’s full of iron oxide dust</a:t>
            </a:r>
            <a:endParaRPr sz="1200"/>
          </a:p>
        </p:txBody>
      </p:sp>
      <p:sp>
        <p:nvSpPr>
          <p:cNvPr id="476" name="Google Shape;476;p32"/>
          <p:cNvSpPr txBox="1"/>
          <p:nvPr>
            <p:ph type="title"/>
          </p:nvPr>
        </p:nvSpPr>
        <p:spPr>
          <a:xfrm>
            <a:off x="1162800" y="376475"/>
            <a:ext cx="6818400" cy="67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DIAGNOSIS</a:t>
            </a:r>
            <a:endParaRPr/>
          </a:p>
        </p:txBody>
      </p:sp>
      <p:grpSp>
        <p:nvGrpSpPr>
          <p:cNvPr id="477" name="Google Shape;477;p32"/>
          <p:cNvGrpSpPr/>
          <p:nvPr/>
        </p:nvGrpSpPr>
        <p:grpSpPr>
          <a:xfrm>
            <a:off x="1613680" y="1718730"/>
            <a:ext cx="2751438" cy="1777441"/>
            <a:chOff x="1613680" y="1718730"/>
            <a:chExt cx="2751438" cy="1777441"/>
          </a:xfrm>
        </p:grpSpPr>
        <p:grpSp>
          <p:nvGrpSpPr>
            <p:cNvPr id="478" name="Google Shape;478;p32"/>
            <p:cNvGrpSpPr/>
            <p:nvPr/>
          </p:nvGrpSpPr>
          <p:grpSpPr>
            <a:xfrm>
              <a:off x="1613680" y="3162133"/>
              <a:ext cx="334915" cy="334038"/>
              <a:chOff x="-24709875" y="1970225"/>
              <a:chExt cx="296175" cy="295400"/>
            </a:xfrm>
          </p:grpSpPr>
          <p:sp>
            <p:nvSpPr>
              <p:cNvPr id="479" name="Google Shape;479;p32"/>
              <p:cNvSpPr/>
              <p:nvPr/>
            </p:nvSpPr>
            <p:spPr>
              <a:xfrm>
                <a:off x="-24709875" y="1970225"/>
                <a:ext cx="296175" cy="295400"/>
              </a:xfrm>
              <a:custGeom>
                <a:rect b="b" l="l" r="r" t="t"/>
                <a:pathLst>
                  <a:path extrusionOk="0" h="11816" w="11847">
                    <a:moveTo>
                      <a:pt x="9767" y="1450"/>
                    </a:moveTo>
                    <a:cubicBezTo>
                      <a:pt x="9956" y="1450"/>
                      <a:pt x="10366" y="1545"/>
                      <a:pt x="10681" y="1734"/>
                    </a:cubicBezTo>
                    <a:cubicBezTo>
                      <a:pt x="11027" y="1923"/>
                      <a:pt x="11153" y="2080"/>
                      <a:pt x="11153" y="2175"/>
                    </a:cubicBezTo>
                    <a:cubicBezTo>
                      <a:pt x="11153" y="2238"/>
                      <a:pt x="11027" y="2395"/>
                      <a:pt x="10681" y="2584"/>
                    </a:cubicBezTo>
                    <a:cubicBezTo>
                      <a:pt x="10334" y="2773"/>
                      <a:pt x="9956" y="2868"/>
                      <a:pt x="9767" y="2868"/>
                    </a:cubicBezTo>
                    <a:cubicBezTo>
                      <a:pt x="9389" y="2868"/>
                      <a:pt x="9042" y="2553"/>
                      <a:pt x="9042" y="2175"/>
                    </a:cubicBezTo>
                    <a:cubicBezTo>
                      <a:pt x="9105" y="1765"/>
                      <a:pt x="9420" y="1450"/>
                      <a:pt x="9767" y="1450"/>
                    </a:cubicBezTo>
                    <a:close/>
                    <a:moveTo>
                      <a:pt x="4915" y="694"/>
                    </a:moveTo>
                    <a:cubicBezTo>
                      <a:pt x="5671" y="694"/>
                      <a:pt x="6301" y="1324"/>
                      <a:pt x="6301" y="2080"/>
                    </a:cubicBezTo>
                    <a:cubicBezTo>
                      <a:pt x="6301" y="2584"/>
                      <a:pt x="6018" y="3025"/>
                      <a:pt x="5577" y="3309"/>
                    </a:cubicBezTo>
                    <a:lnTo>
                      <a:pt x="5577" y="3151"/>
                    </a:lnTo>
                    <a:cubicBezTo>
                      <a:pt x="5577" y="2553"/>
                      <a:pt x="5104" y="2112"/>
                      <a:pt x="4569" y="2112"/>
                    </a:cubicBezTo>
                    <a:lnTo>
                      <a:pt x="1418" y="2112"/>
                    </a:lnTo>
                    <a:cubicBezTo>
                      <a:pt x="1009" y="2112"/>
                      <a:pt x="693" y="1797"/>
                      <a:pt x="693" y="1419"/>
                    </a:cubicBezTo>
                    <a:cubicBezTo>
                      <a:pt x="693" y="1009"/>
                      <a:pt x="1009" y="694"/>
                      <a:pt x="1418" y="694"/>
                    </a:cubicBezTo>
                    <a:close/>
                    <a:moveTo>
                      <a:pt x="725" y="2584"/>
                    </a:moveTo>
                    <a:cubicBezTo>
                      <a:pt x="914" y="2710"/>
                      <a:pt x="1135" y="2805"/>
                      <a:pt x="1418" y="2805"/>
                    </a:cubicBezTo>
                    <a:lnTo>
                      <a:pt x="4569" y="2805"/>
                    </a:lnTo>
                    <a:cubicBezTo>
                      <a:pt x="4758" y="2805"/>
                      <a:pt x="4915" y="2962"/>
                      <a:pt x="4915" y="3151"/>
                    </a:cubicBezTo>
                    <a:lnTo>
                      <a:pt x="4915" y="3498"/>
                    </a:lnTo>
                    <a:lnTo>
                      <a:pt x="2458" y="3498"/>
                    </a:lnTo>
                    <a:cubicBezTo>
                      <a:pt x="1859" y="3498"/>
                      <a:pt x="1418" y="3970"/>
                      <a:pt x="1418" y="4538"/>
                    </a:cubicBezTo>
                    <a:lnTo>
                      <a:pt x="1418" y="6270"/>
                    </a:lnTo>
                    <a:cubicBezTo>
                      <a:pt x="1009" y="6113"/>
                      <a:pt x="725" y="5703"/>
                      <a:pt x="725" y="5262"/>
                    </a:cubicBezTo>
                    <a:lnTo>
                      <a:pt x="725" y="2584"/>
                    </a:lnTo>
                    <a:close/>
                    <a:moveTo>
                      <a:pt x="10460" y="4884"/>
                    </a:moveTo>
                    <a:cubicBezTo>
                      <a:pt x="10870" y="4884"/>
                      <a:pt x="11185" y="5199"/>
                      <a:pt x="11185" y="5577"/>
                    </a:cubicBezTo>
                    <a:cubicBezTo>
                      <a:pt x="11185" y="5987"/>
                      <a:pt x="10870" y="6302"/>
                      <a:pt x="10460" y="6302"/>
                    </a:cubicBezTo>
                    <a:cubicBezTo>
                      <a:pt x="10082" y="6302"/>
                      <a:pt x="9767" y="5987"/>
                      <a:pt x="9767" y="5577"/>
                    </a:cubicBezTo>
                    <a:cubicBezTo>
                      <a:pt x="9767" y="5199"/>
                      <a:pt x="10082" y="4884"/>
                      <a:pt x="10460" y="4884"/>
                    </a:cubicBezTo>
                    <a:close/>
                    <a:moveTo>
                      <a:pt x="6301" y="3655"/>
                    </a:moveTo>
                    <a:lnTo>
                      <a:pt x="6301" y="6648"/>
                    </a:lnTo>
                    <a:cubicBezTo>
                      <a:pt x="6301" y="7247"/>
                      <a:pt x="5829" y="7657"/>
                      <a:pt x="5293" y="7657"/>
                    </a:cubicBezTo>
                    <a:lnTo>
                      <a:pt x="2458" y="7657"/>
                    </a:lnTo>
                    <a:cubicBezTo>
                      <a:pt x="2439" y="7659"/>
                      <a:pt x="2420" y="7661"/>
                      <a:pt x="2402" y="7661"/>
                    </a:cubicBezTo>
                    <a:cubicBezTo>
                      <a:pt x="2211" y="7661"/>
                      <a:pt x="2080" y="7517"/>
                      <a:pt x="2080" y="7373"/>
                    </a:cubicBezTo>
                    <a:lnTo>
                      <a:pt x="2080" y="4538"/>
                    </a:lnTo>
                    <a:cubicBezTo>
                      <a:pt x="2080" y="4317"/>
                      <a:pt x="2237" y="4159"/>
                      <a:pt x="2458" y="4159"/>
                    </a:cubicBezTo>
                    <a:lnTo>
                      <a:pt x="4915" y="4159"/>
                    </a:lnTo>
                    <a:cubicBezTo>
                      <a:pt x="5073" y="4159"/>
                      <a:pt x="5199" y="4159"/>
                      <a:pt x="5325" y="4128"/>
                    </a:cubicBezTo>
                    <a:lnTo>
                      <a:pt x="5356" y="4128"/>
                    </a:lnTo>
                    <a:cubicBezTo>
                      <a:pt x="5703" y="4033"/>
                      <a:pt x="6081" y="3907"/>
                      <a:pt x="6301" y="3655"/>
                    </a:cubicBezTo>
                    <a:close/>
                    <a:moveTo>
                      <a:pt x="1387" y="1"/>
                    </a:moveTo>
                    <a:cubicBezTo>
                      <a:pt x="630" y="1"/>
                      <a:pt x="0" y="631"/>
                      <a:pt x="0" y="1387"/>
                    </a:cubicBezTo>
                    <a:lnTo>
                      <a:pt x="0" y="5231"/>
                    </a:lnTo>
                    <a:cubicBezTo>
                      <a:pt x="0" y="6050"/>
                      <a:pt x="599" y="6774"/>
                      <a:pt x="1387" y="6932"/>
                    </a:cubicBezTo>
                    <a:lnTo>
                      <a:pt x="1387" y="7310"/>
                    </a:lnTo>
                    <a:cubicBezTo>
                      <a:pt x="1387" y="7909"/>
                      <a:pt x="1859" y="8350"/>
                      <a:pt x="2395" y="8350"/>
                    </a:cubicBezTo>
                    <a:lnTo>
                      <a:pt x="3497" y="8350"/>
                    </a:lnTo>
                    <a:cubicBezTo>
                      <a:pt x="3592" y="10271"/>
                      <a:pt x="5199" y="11815"/>
                      <a:pt x="7120" y="11815"/>
                    </a:cubicBezTo>
                    <a:cubicBezTo>
                      <a:pt x="8066" y="11815"/>
                      <a:pt x="9011" y="11311"/>
                      <a:pt x="9735" y="10366"/>
                    </a:cubicBezTo>
                    <a:cubicBezTo>
                      <a:pt x="10397" y="9515"/>
                      <a:pt x="10744" y="8413"/>
                      <a:pt x="10744" y="7467"/>
                    </a:cubicBezTo>
                    <a:lnTo>
                      <a:pt x="10744" y="6932"/>
                    </a:lnTo>
                    <a:cubicBezTo>
                      <a:pt x="11342" y="6774"/>
                      <a:pt x="11783" y="6207"/>
                      <a:pt x="11783" y="5577"/>
                    </a:cubicBezTo>
                    <a:cubicBezTo>
                      <a:pt x="11846" y="4853"/>
                      <a:pt x="11216" y="4222"/>
                      <a:pt x="10460" y="4222"/>
                    </a:cubicBezTo>
                    <a:cubicBezTo>
                      <a:pt x="9735" y="4222"/>
                      <a:pt x="9105" y="4821"/>
                      <a:pt x="9105" y="5577"/>
                    </a:cubicBezTo>
                    <a:cubicBezTo>
                      <a:pt x="9105" y="6207"/>
                      <a:pt x="9515" y="6774"/>
                      <a:pt x="10113" y="6932"/>
                    </a:cubicBezTo>
                    <a:lnTo>
                      <a:pt x="10113" y="7467"/>
                    </a:lnTo>
                    <a:cubicBezTo>
                      <a:pt x="10113" y="8318"/>
                      <a:pt x="9798" y="9200"/>
                      <a:pt x="9200" y="9956"/>
                    </a:cubicBezTo>
                    <a:cubicBezTo>
                      <a:pt x="8633" y="10712"/>
                      <a:pt x="7908" y="11154"/>
                      <a:pt x="7152" y="11154"/>
                    </a:cubicBezTo>
                    <a:cubicBezTo>
                      <a:pt x="5577" y="11154"/>
                      <a:pt x="4317" y="9925"/>
                      <a:pt x="4222" y="8381"/>
                    </a:cubicBezTo>
                    <a:lnTo>
                      <a:pt x="4915" y="8381"/>
                    </a:lnTo>
                    <a:cubicBezTo>
                      <a:pt x="5010" y="8791"/>
                      <a:pt x="5199" y="9106"/>
                      <a:pt x="5514" y="9358"/>
                    </a:cubicBezTo>
                    <a:cubicBezTo>
                      <a:pt x="5829" y="9641"/>
                      <a:pt x="6238" y="9767"/>
                      <a:pt x="6648" y="9767"/>
                    </a:cubicBezTo>
                    <a:cubicBezTo>
                      <a:pt x="6742" y="9767"/>
                      <a:pt x="6837" y="9767"/>
                      <a:pt x="6931" y="9736"/>
                    </a:cubicBezTo>
                    <a:cubicBezTo>
                      <a:pt x="7751" y="9610"/>
                      <a:pt x="8381" y="8822"/>
                      <a:pt x="8381" y="7940"/>
                    </a:cubicBezTo>
                    <a:lnTo>
                      <a:pt x="8381" y="3183"/>
                    </a:lnTo>
                    <a:cubicBezTo>
                      <a:pt x="8381" y="3025"/>
                      <a:pt x="8412" y="2868"/>
                      <a:pt x="8507" y="2710"/>
                    </a:cubicBezTo>
                    <a:cubicBezTo>
                      <a:pt x="8696" y="3183"/>
                      <a:pt x="9200" y="3529"/>
                      <a:pt x="9767" y="3529"/>
                    </a:cubicBezTo>
                    <a:cubicBezTo>
                      <a:pt x="10113" y="3529"/>
                      <a:pt x="10586" y="3435"/>
                      <a:pt x="11027" y="3183"/>
                    </a:cubicBezTo>
                    <a:cubicBezTo>
                      <a:pt x="11563" y="2899"/>
                      <a:pt x="11846" y="2521"/>
                      <a:pt x="11846" y="2175"/>
                    </a:cubicBezTo>
                    <a:cubicBezTo>
                      <a:pt x="11846" y="1765"/>
                      <a:pt x="11531" y="1419"/>
                      <a:pt x="11027" y="1135"/>
                    </a:cubicBezTo>
                    <a:cubicBezTo>
                      <a:pt x="10618" y="946"/>
                      <a:pt x="10113" y="788"/>
                      <a:pt x="9767" y="788"/>
                    </a:cubicBezTo>
                    <a:cubicBezTo>
                      <a:pt x="9137" y="788"/>
                      <a:pt x="8570" y="1198"/>
                      <a:pt x="8412" y="1765"/>
                    </a:cubicBezTo>
                    <a:cubicBezTo>
                      <a:pt x="7940" y="2080"/>
                      <a:pt x="7688" y="2647"/>
                      <a:pt x="7688" y="3183"/>
                    </a:cubicBezTo>
                    <a:lnTo>
                      <a:pt x="7688" y="7940"/>
                    </a:lnTo>
                    <a:cubicBezTo>
                      <a:pt x="7688" y="8507"/>
                      <a:pt x="7310" y="8980"/>
                      <a:pt x="6805" y="9043"/>
                    </a:cubicBezTo>
                    <a:cubicBezTo>
                      <a:pt x="6740" y="9056"/>
                      <a:pt x="6674" y="9062"/>
                      <a:pt x="6609" y="9062"/>
                    </a:cubicBezTo>
                    <a:cubicBezTo>
                      <a:pt x="6363" y="9062"/>
                      <a:pt x="6129" y="8972"/>
                      <a:pt x="5955" y="8822"/>
                    </a:cubicBezTo>
                    <a:cubicBezTo>
                      <a:pt x="5797" y="8696"/>
                      <a:pt x="5671" y="8507"/>
                      <a:pt x="5640" y="8350"/>
                    </a:cubicBezTo>
                    <a:cubicBezTo>
                      <a:pt x="6427" y="8161"/>
                      <a:pt x="6963" y="7467"/>
                      <a:pt x="6963" y="6648"/>
                    </a:cubicBezTo>
                    <a:lnTo>
                      <a:pt x="6963" y="2427"/>
                    </a:lnTo>
                    <a:lnTo>
                      <a:pt x="6963" y="2080"/>
                    </a:lnTo>
                    <a:cubicBezTo>
                      <a:pt x="6963" y="946"/>
                      <a:pt x="6018" y="1"/>
                      <a:pt x="488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" name="Google Shape;480;p32"/>
              <p:cNvSpPr/>
              <p:nvPr/>
            </p:nvSpPr>
            <p:spPr>
              <a:xfrm>
                <a:off x="-24639775" y="2092325"/>
                <a:ext cx="17350" cy="17350"/>
              </a:xfrm>
              <a:custGeom>
                <a:rect b="b" l="l" r="r" t="t"/>
                <a:pathLst>
                  <a:path extrusionOk="0" h="694" w="694">
                    <a:moveTo>
                      <a:pt x="347" y="0"/>
                    </a:moveTo>
                    <a:cubicBezTo>
                      <a:pt x="158" y="0"/>
                      <a:pt x="0" y="158"/>
                      <a:pt x="0" y="347"/>
                    </a:cubicBezTo>
                    <a:cubicBezTo>
                      <a:pt x="0" y="536"/>
                      <a:pt x="158" y="693"/>
                      <a:pt x="347" y="693"/>
                    </a:cubicBezTo>
                    <a:cubicBezTo>
                      <a:pt x="536" y="693"/>
                      <a:pt x="693" y="536"/>
                      <a:pt x="693" y="347"/>
                    </a:cubicBezTo>
                    <a:cubicBezTo>
                      <a:pt x="693" y="158"/>
                      <a:pt x="536" y="0"/>
                      <a:pt x="34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81" name="Google Shape;481;p32"/>
            <p:cNvSpPr/>
            <p:nvPr/>
          </p:nvSpPr>
          <p:spPr>
            <a:xfrm>
              <a:off x="4031108" y="3162144"/>
              <a:ext cx="334010" cy="334010"/>
            </a:xfrm>
            <a:custGeom>
              <a:rect b="b" l="l" r="r" t="t"/>
              <a:pathLst>
                <a:path extrusionOk="0" h="11815" w="11815">
                  <a:moveTo>
                    <a:pt x="6270" y="662"/>
                  </a:moveTo>
                  <a:lnTo>
                    <a:pt x="6270" y="2048"/>
                  </a:lnTo>
                  <a:cubicBezTo>
                    <a:pt x="6270" y="2678"/>
                    <a:pt x="6616" y="3245"/>
                    <a:pt x="7247" y="3497"/>
                  </a:cubicBezTo>
                  <a:cubicBezTo>
                    <a:pt x="7467" y="3623"/>
                    <a:pt x="7625" y="3875"/>
                    <a:pt x="7625" y="4127"/>
                  </a:cubicBezTo>
                  <a:cubicBezTo>
                    <a:pt x="7625" y="4537"/>
                    <a:pt x="7310" y="4852"/>
                    <a:pt x="6931" y="4852"/>
                  </a:cubicBezTo>
                  <a:cubicBezTo>
                    <a:pt x="6711" y="4852"/>
                    <a:pt x="6522" y="4758"/>
                    <a:pt x="6396" y="4600"/>
                  </a:cubicBezTo>
                  <a:cubicBezTo>
                    <a:pt x="6301" y="4443"/>
                    <a:pt x="6081" y="4380"/>
                    <a:pt x="5892" y="4380"/>
                  </a:cubicBezTo>
                  <a:cubicBezTo>
                    <a:pt x="5703" y="4380"/>
                    <a:pt x="5514" y="4443"/>
                    <a:pt x="5388" y="4600"/>
                  </a:cubicBezTo>
                  <a:cubicBezTo>
                    <a:pt x="5262" y="4758"/>
                    <a:pt x="5073" y="4852"/>
                    <a:pt x="4884" y="4852"/>
                  </a:cubicBezTo>
                  <a:cubicBezTo>
                    <a:pt x="4663" y="4852"/>
                    <a:pt x="4474" y="4758"/>
                    <a:pt x="4348" y="4600"/>
                  </a:cubicBezTo>
                  <a:cubicBezTo>
                    <a:pt x="4254" y="4443"/>
                    <a:pt x="4159" y="4285"/>
                    <a:pt x="4159" y="4096"/>
                  </a:cubicBezTo>
                  <a:cubicBezTo>
                    <a:pt x="4159" y="3875"/>
                    <a:pt x="4348" y="3623"/>
                    <a:pt x="4600" y="3497"/>
                  </a:cubicBezTo>
                  <a:cubicBezTo>
                    <a:pt x="5136" y="3277"/>
                    <a:pt x="5545" y="2647"/>
                    <a:pt x="5545" y="1922"/>
                  </a:cubicBezTo>
                  <a:lnTo>
                    <a:pt x="5545" y="662"/>
                  </a:lnTo>
                  <a:close/>
                  <a:moveTo>
                    <a:pt x="6963" y="788"/>
                  </a:moveTo>
                  <a:cubicBezTo>
                    <a:pt x="7940" y="977"/>
                    <a:pt x="8885" y="1513"/>
                    <a:pt x="9609" y="2206"/>
                  </a:cubicBezTo>
                  <a:cubicBezTo>
                    <a:pt x="10586" y="3182"/>
                    <a:pt x="11153" y="4506"/>
                    <a:pt x="11153" y="5923"/>
                  </a:cubicBezTo>
                  <a:cubicBezTo>
                    <a:pt x="11122" y="7278"/>
                    <a:pt x="10586" y="8633"/>
                    <a:pt x="9609" y="9609"/>
                  </a:cubicBezTo>
                  <a:cubicBezTo>
                    <a:pt x="8853" y="10365"/>
                    <a:pt x="7940" y="10838"/>
                    <a:pt x="6963" y="11027"/>
                  </a:cubicBezTo>
                  <a:lnTo>
                    <a:pt x="6963" y="9735"/>
                  </a:lnTo>
                  <a:cubicBezTo>
                    <a:pt x="6963" y="9357"/>
                    <a:pt x="7215" y="9074"/>
                    <a:pt x="7562" y="8916"/>
                  </a:cubicBezTo>
                  <a:cubicBezTo>
                    <a:pt x="8034" y="8664"/>
                    <a:pt x="8349" y="8192"/>
                    <a:pt x="8349" y="7656"/>
                  </a:cubicBezTo>
                  <a:cubicBezTo>
                    <a:pt x="8349" y="6900"/>
                    <a:pt x="7719" y="6270"/>
                    <a:pt x="6963" y="6270"/>
                  </a:cubicBezTo>
                  <a:cubicBezTo>
                    <a:pt x="6585" y="6270"/>
                    <a:pt x="6175" y="6427"/>
                    <a:pt x="5955" y="6742"/>
                  </a:cubicBezTo>
                  <a:cubicBezTo>
                    <a:pt x="5671" y="6427"/>
                    <a:pt x="5325" y="6270"/>
                    <a:pt x="4915" y="6270"/>
                  </a:cubicBezTo>
                  <a:cubicBezTo>
                    <a:pt x="4537" y="6270"/>
                    <a:pt x="4159" y="6427"/>
                    <a:pt x="3907" y="6711"/>
                  </a:cubicBezTo>
                  <a:cubicBezTo>
                    <a:pt x="3623" y="6963"/>
                    <a:pt x="3497" y="7372"/>
                    <a:pt x="3529" y="7751"/>
                  </a:cubicBezTo>
                  <a:cubicBezTo>
                    <a:pt x="3592" y="8286"/>
                    <a:pt x="3907" y="8696"/>
                    <a:pt x="4380" y="8948"/>
                  </a:cubicBezTo>
                  <a:cubicBezTo>
                    <a:pt x="4695" y="9105"/>
                    <a:pt x="4915" y="9483"/>
                    <a:pt x="4915" y="9924"/>
                  </a:cubicBezTo>
                  <a:lnTo>
                    <a:pt x="4915" y="11059"/>
                  </a:lnTo>
                  <a:cubicBezTo>
                    <a:pt x="3939" y="10870"/>
                    <a:pt x="2993" y="10365"/>
                    <a:pt x="2269" y="9641"/>
                  </a:cubicBezTo>
                  <a:cubicBezTo>
                    <a:pt x="1292" y="8664"/>
                    <a:pt x="757" y="7372"/>
                    <a:pt x="757" y="5955"/>
                  </a:cubicBezTo>
                  <a:cubicBezTo>
                    <a:pt x="757" y="4569"/>
                    <a:pt x="1292" y="3214"/>
                    <a:pt x="2269" y="2237"/>
                  </a:cubicBezTo>
                  <a:cubicBezTo>
                    <a:pt x="3025" y="1481"/>
                    <a:pt x="3939" y="1040"/>
                    <a:pt x="4915" y="819"/>
                  </a:cubicBezTo>
                  <a:lnTo>
                    <a:pt x="4915" y="1985"/>
                  </a:lnTo>
                  <a:cubicBezTo>
                    <a:pt x="4915" y="2395"/>
                    <a:pt x="4695" y="2804"/>
                    <a:pt x="4380" y="2962"/>
                  </a:cubicBezTo>
                  <a:cubicBezTo>
                    <a:pt x="3907" y="3151"/>
                    <a:pt x="3592" y="3623"/>
                    <a:pt x="3529" y="4127"/>
                  </a:cubicBezTo>
                  <a:cubicBezTo>
                    <a:pt x="3497" y="4537"/>
                    <a:pt x="3655" y="4884"/>
                    <a:pt x="3907" y="5199"/>
                  </a:cubicBezTo>
                  <a:cubicBezTo>
                    <a:pt x="4159" y="5482"/>
                    <a:pt x="4537" y="5640"/>
                    <a:pt x="4915" y="5640"/>
                  </a:cubicBezTo>
                  <a:cubicBezTo>
                    <a:pt x="5325" y="5640"/>
                    <a:pt x="5703" y="5482"/>
                    <a:pt x="5955" y="5167"/>
                  </a:cubicBezTo>
                  <a:cubicBezTo>
                    <a:pt x="6207" y="5482"/>
                    <a:pt x="6585" y="5640"/>
                    <a:pt x="6963" y="5640"/>
                  </a:cubicBezTo>
                  <a:cubicBezTo>
                    <a:pt x="7719" y="5640"/>
                    <a:pt x="8349" y="5010"/>
                    <a:pt x="8349" y="4253"/>
                  </a:cubicBezTo>
                  <a:cubicBezTo>
                    <a:pt x="8349" y="3749"/>
                    <a:pt x="8034" y="3245"/>
                    <a:pt x="7562" y="2993"/>
                  </a:cubicBezTo>
                  <a:cubicBezTo>
                    <a:pt x="7152" y="2804"/>
                    <a:pt x="6963" y="2489"/>
                    <a:pt x="6963" y="2174"/>
                  </a:cubicBezTo>
                  <a:lnTo>
                    <a:pt x="6963" y="788"/>
                  </a:lnTo>
                  <a:close/>
                  <a:moveTo>
                    <a:pt x="6931" y="6900"/>
                  </a:moveTo>
                  <a:cubicBezTo>
                    <a:pt x="7310" y="6900"/>
                    <a:pt x="7625" y="7215"/>
                    <a:pt x="7625" y="7593"/>
                  </a:cubicBezTo>
                  <a:cubicBezTo>
                    <a:pt x="7625" y="7877"/>
                    <a:pt x="7467" y="8129"/>
                    <a:pt x="7247" y="8223"/>
                  </a:cubicBezTo>
                  <a:cubicBezTo>
                    <a:pt x="6616" y="8538"/>
                    <a:pt x="6270" y="9105"/>
                    <a:pt x="6270" y="9735"/>
                  </a:cubicBezTo>
                  <a:lnTo>
                    <a:pt x="6270" y="11090"/>
                  </a:lnTo>
                  <a:lnTo>
                    <a:pt x="5545" y="11090"/>
                  </a:lnTo>
                  <a:lnTo>
                    <a:pt x="5545" y="9861"/>
                  </a:lnTo>
                  <a:cubicBezTo>
                    <a:pt x="5545" y="9137"/>
                    <a:pt x="5136" y="8507"/>
                    <a:pt x="4600" y="8223"/>
                  </a:cubicBezTo>
                  <a:cubicBezTo>
                    <a:pt x="4348" y="8129"/>
                    <a:pt x="4191" y="7877"/>
                    <a:pt x="4159" y="7656"/>
                  </a:cubicBezTo>
                  <a:cubicBezTo>
                    <a:pt x="4159" y="7435"/>
                    <a:pt x="4191" y="7246"/>
                    <a:pt x="4348" y="7120"/>
                  </a:cubicBezTo>
                  <a:cubicBezTo>
                    <a:pt x="4474" y="6963"/>
                    <a:pt x="4695" y="6900"/>
                    <a:pt x="4884" y="6900"/>
                  </a:cubicBezTo>
                  <a:cubicBezTo>
                    <a:pt x="5073" y="6900"/>
                    <a:pt x="5262" y="6963"/>
                    <a:pt x="5388" y="7120"/>
                  </a:cubicBezTo>
                  <a:cubicBezTo>
                    <a:pt x="5514" y="7278"/>
                    <a:pt x="5703" y="7372"/>
                    <a:pt x="5892" y="7372"/>
                  </a:cubicBezTo>
                  <a:cubicBezTo>
                    <a:pt x="6112" y="7372"/>
                    <a:pt x="6301" y="7278"/>
                    <a:pt x="6427" y="7120"/>
                  </a:cubicBezTo>
                  <a:cubicBezTo>
                    <a:pt x="6522" y="6963"/>
                    <a:pt x="6742" y="6900"/>
                    <a:pt x="6931" y="6900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0" y="2836"/>
                    <a:pt x="0" y="4348"/>
                    <a:pt x="0" y="5923"/>
                  </a:cubicBezTo>
                  <a:cubicBezTo>
                    <a:pt x="0" y="7498"/>
                    <a:pt x="630" y="8979"/>
                    <a:pt x="1733" y="10082"/>
                  </a:cubicBezTo>
                  <a:cubicBezTo>
                    <a:pt x="2836" y="11185"/>
                    <a:pt x="4317" y="11815"/>
                    <a:pt x="5892" y="11815"/>
                  </a:cubicBezTo>
                  <a:cubicBezTo>
                    <a:pt x="7467" y="11815"/>
                    <a:pt x="8979" y="11185"/>
                    <a:pt x="10082" y="10082"/>
                  </a:cubicBezTo>
                  <a:cubicBezTo>
                    <a:pt x="11185" y="8979"/>
                    <a:pt x="11815" y="7498"/>
                    <a:pt x="11815" y="5923"/>
                  </a:cubicBezTo>
                  <a:cubicBezTo>
                    <a:pt x="11815" y="4348"/>
                    <a:pt x="11216" y="2836"/>
                    <a:pt x="10082" y="1733"/>
                  </a:cubicBezTo>
                  <a:cubicBezTo>
                    <a:pt x="8979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2" name="Google Shape;482;p32"/>
            <p:cNvGrpSpPr/>
            <p:nvPr/>
          </p:nvGrpSpPr>
          <p:grpSpPr>
            <a:xfrm>
              <a:off x="1627052" y="1720048"/>
              <a:ext cx="308171" cy="332257"/>
              <a:chOff x="-28461325" y="2701925"/>
              <a:chExt cx="272525" cy="293825"/>
            </a:xfrm>
          </p:grpSpPr>
          <p:sp>
            <p:nvSpPr>
              <p:cNvPr id="483" name="Google Shape;483;p32"/>
              <p:cNvSpPr/>
              <p:nvPr/>
            </p:nvSpPr>
            <p:spPr>
              <a:xfrm>
                <a:off x="-28427475" y="2789200"/>
                <a:ext cx="54375" cy="80525"/>
              </a:xfrm>
              <a:custGeom>
                <a:rect b="b" l="l" r="r" t="t"/>
                <a:pathLst>
                  <a:path extrusionOk="0" h="3221" w="2175">
                    <a:moveTo>
                      <a:pt x="1805" y="1"/>
                    </a:moveTo>
                    <a:cubicBezTo>
                      <a:pt x="1782" y="1"/>
                      <a:pt x="1758" y="3"/>
                      <a:pt x="1734" y="7"/>
                    </a:cubicBezTo>
                    <a:cubicBezTo>
                      <a:pt x="946" y="164"/>
                      <a:pt x="285" y="826"/>
                      <a:pt x="127" y="1645"/>
                    </a:cubicBezTo>
                    <a:cubicBezTo>
                      <a:pt x="1" y="2275"/>
                      <a:pt x="190" y="2811"/>
                      <a:pt x="348" y="3063"/>
                    </a:cubicBezTo>
                    <a:cubicBezTo>
                      <a:pt x="442" y="3189"/>
                      <a:pt x="537" y="3220"/>
                      <a:pt x="663" y="3220"/>
                    </a:cubicBezTo>
                    <a:cubicBezTo>
                      <a:pt x="694" y="3220"/>
                      <a:pt x="789" y="3220"/>
                      <a:pt x="820" y="3189"/>
                    </a:cubicBezTo>
                    <a:cubicBezTo>
                      <a:pt x="978" y="3126"/>
                      <a:pt x="1072" y="2874"/>
                      <a:pt x="946" y="2716"/>
                    </a:cubicBezTo>
                    <a:cubicBezTo>
                      <a:pt x="820" y="2527"/>
                      <a:pt x="726" y="2181"/>
                      <a:pt x="789" y="1740"/>
                    </a:cubicBezTo>
                    <a:cubicBezTo>
                      <a:pt x="883" y="1173"/>
                      <a:pt x="1356" y="763"/>
                      <a:pt x="1860" y="637"/>
                    </a:cubicBezTo>
                    <a:cubicBezTo>
                      <a:pt x="2049" y="605"/>
                      <a:pt x="2175" y="448"/>
                      <a:pt x="2112" y="227"/>
                    </a:cubicBezTo>
                    <a:cubicBezTo>
                      <a:pt x="2084" y="90"/>
                      <a:pt x="1961" y="1"/>
                      <a:pt x="180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" name="Google Shape;484;p32"/>
              <p:cNvSpPr/>
              <p:nvPr/>
            </p:nvSpPr>
            <p:spPr>
              <a:xfrm>
                <a:off x="-28362875" y="2824025"/>
                <a:ext cx="124475" cy="103200"/>
              </a:xfrm>
              <a:custGeom>
                <a:rect b="b" l="l" r="r" t="t"/>
                <a:pathLst>
                  <a:path extrusionOk="0" h="4128" w="4979">
                    <a:moveTo>
                      <a:pt x="3434" y="693"/>
                    </a:moveTo>
                    <a:cubicBezTo>
                      <a:pt x="3844" y="693"/>
                      <a:pt x="4159" y="1008"/>
                      <a:pt x="4159" y="1418"/>
                    </a:cubicBezTo>
                    <a:cubicBezTo>
                      <a:pt x="4159" y="1922"/>
                      <a:pt x="3592" y="2394"/>
                      <a:pt x="2741" y="3056"/>
                    </a:cubicBezTo>
                    <a:cubicBezTo>
                      <a:pt x="2615" y="3151"/>
                      <a:pt x="2521" y="3214"/>
                      <a:pt x="2426" y="3340"/>
                    </a:cubicBezTo>
                    <a:cubicBezTo>
                      <a:pt x="2300" y="3245"/>
                      <a:pt x="2174" y="3182"/>
                      <a:pt x="2111" y="3056"/>
                    </a:cubicBezTo>
                    <a:cubicBezTo>
                      <a:pt x="1229" y="2394"/>
                      <a:pt x="694" y="1922"/>
                      <a:pt x="694" y="1418"/>
                    </a:cubicBezTo>
                    <a:cubicBezTo>
                      <a:pt x="694" y="977"/>
                      <a:pt x="1009" y="693"/>
                      <a:pt x="1387" y="693"/>
                    </a:cubicBezTo>
                    <a:cubicBezTo>
                      <a:pt x="1891" y="693"/>
                      <a:pt x="2111" y="1260"/>
                      <a:pt x="2111" y="1292"/>
                    </a:cubicBezTo>
                    <a:cubicBezTo>
                      <a:pt x="2143" y="1449"/>
                      <a:pt x="2269" y="1512"/>
                      <a:pt x="2426" y="1512"/>
                    </a:cubicBezTo>
                    <a:cubicBezTo>
                      <a:pt x="2584" y="1512"/>
                      <a:pt x="2678" y="1418"/>
                      <a:pt x="2741" y="1292"/>
                    </a:cubicBezTo>
                    <a:cubicBezTo>
                      <a:pt x="2741" y="1260"/>
                      <a:pt x="2930" y="693"/>
                      <a:pt x="3434" y="693"/>
                    </a:cubicBezTo>
                    <a:close/>
                    <a:moveTo>
                      <a:pt x="1387" y="0"/>
                    </a:moveTo>
                    <a:cubicBezTo>
                      <a:pt x="599" y="0"/>
                      <a:pt x="0" y="630"/>
                      <a:pt x="0" y="1418"/>
                    </a:cubicBezTo>
                    <a:cubicBezTo>
                      <a:pt x="0" y="2268"/>
                      <a:pt x="725" y="2835"/>
                      <a:pt x="1702" y="3623"/>
                    </a:cubicBezTo>
                    <a:cubicBezTo>
                      <a:pt x="1859" y="3718"/>
                      <a:pt x="2048" y="3875"/>
                      <a:pt x="2269" y="4033"/>
                    </a:cubicBezTo>
                    <a:cubicBezTo>
                      <a:pt x="2332" y="4064"/>
                      <a:pt x="2426" y="4127"/>
                      <a:pt x="2489" y="4127"/>
                    </a:cubicBezTo>
                    <a:cubicBezTo>
                      <a:pt x="2584" y="4127"/>
                      <a:pt x="2647" y="4064"/>
                      <a:pt x="2741" y="4033"/>
                    </a:cubicBezTo>
                    <a:cubicBezTo>
                      <a:pt x="2930" y="3875"/>
                      <a:pt x="3088" y="3718"/>
                      <a:pt x="3277" y="3623"/>
                    </a:cubicBezTo>
                    <a:cubicBezTo>
                      <a:pt x="4254" y="2835"/>
                      <a:pt x="4978" y="2268"/>
                      <a:pt x="4978" y="1418"/>
                    </a:cubicBezTo>
                    <a:cubicBezTo>
                      <a:pt x="4852" y="630"/>
                      <a:pt x="4222" y="0"/>
                      <a:pt x="3434" y="0"/>
                    </a:cubicBezTo>
                    <a:cubicBezTo>
                      <a:pt x="3056" y="0"/>
                      <a:pt x="2647" y="158"/>
                      <a:pt x="2426" y="504"/>
                    </a:cubicBezTo>
                    <a:cubicBezTo>
                      <a:pt x="2143" y="189"/>
                      <a:pt x="1796" y="0"/>
                      <a:pt x="13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" name="Google Shape;485;p32"/>
              <p:cNvSpPr/>
              <p:nvPr/>
            </p:nvSpPr>
            <p:spPr>
              <a:xfrm>
                <a:off x="-28461325" y="2701925"/>
                <a:ext cx="272525" cy="293825"/>
              </a:xfrm>
              <a:custGeom>
                <a:rect b="b" l="l" r="r" t="t"/>
                <a:pathLst>
                  <a:path extrusionOk="0" h="11753" w="10901">
                    <a:moveTo>
                      <a:pt x="7845" y="2647"/>
                    </a:moveTo>
                    <a:cubicBezTo>
                      <a:pt x="9168" y="2647"/>
                      <a:pt x="10208" y="3781"/>
                      <a:pt x="10208" y="5136"/>
                    </a:cubicBezTo>
                    <a:cubicBezTo>
                      <a:pt x="10208" y="5577"/>
                      <a:pt x="10145" y="5924"/>
                      <a:pt x="9987" y="6239"/>
                    </a:cubicBezTo>
                    <a:lnTo>
                      <a:pt x="8034" y="10303"/>
                    </a:lnTo>
                    <a:cubicBezTo>
                      <a:pt x="7814" y="10807"/>
                      <a:pt x="7341" y="11090"/>
                      <a:pt x="6837" y="11090"/>
                    </a:cubicBezTo>
                    <a:cubicBezTo>
                      <a:pt x="6396" y="11090"/>
                      <a:pt x="6049" y="10901"/>
                      <a:pt x="5766" y="10555"/>
                    </a:cubicBezTo>
                    <a:cubicBezTo>
                      <a:pt x="5703" y="10460"/>
                      <a:pt x="5608" y="10429"/>
                      <a:pt x="5482" y="10429"/>
                    </a:cubicBezTo>
                    <a:cubicBezTo>
                      <a:pt x="5388" y="10429"/>
                      <a:pt x="5293" y="10460"/>
                      <a:pt x="5230" y="10555"/>
                    </a:cubicBezTo>
                    <a:cubicBezTo>
                      <a:pt x="4947" y="10901"/>
                      <a:pt x="4537" y="11090"/>
                      <a:pt x="4159" y="11090"/>
                    </a:cubicBezTo>
                    <a:cubicBezTo>
                      <a:pt x="3655" y="11090"/>
                      <a:pt x="3182" y="10775"/>
                      <a:pt x="2930" y="10303"/>
                    </a:cubicBezTo>
                    <a:lnTo>
                      <a:pt x="1008" y="6239"/>
                    </a:lnTo>
                    <a:cubicBezTo>
                      <a:pt x="851" y="5892"/>
                      <a:pt x="756" y="5546"/>
                      <a:pt x="756" y="5136"/>
                    </a:cubicBezTo>
                    <a:cubicBezTo>
                      <a:pt x="756" y="3781"/>
                      <a:pt x="1828" y="2647"/>
                      <a:pt x="3119" y="2647"/>
                    </a:cubicBezTo>
                    <a:cubicBezTo>
                      <a:pt x="3970" y="2647"/>
                      <a:pt x="4758" y="3120"/>
                      <a:pt x="5167" y="3876"/>
                    </a:cubicBezTo>
                    <a:cubicBezTo>
                      <a:pt x="5262" y="4002"/>
                      <a:pt x="5325" y="4033"/>
                      <a:pt x="5482" y="4033"/>
                    </a:cubicBezTo>
                    <a:cubicBezTo>
                      <a:pt x="5640" y="4033"/>
                      <a:pt x="5734" y="3970"/>
                      <a:pt x="5797" y="3876"/>
                    </a:cubicBezTo>
                    <a:cubicBezTo>
                      <a:pt x="6238" y="3120"/>
                      <a:pt x="7026" y="2647"/>
                      <a:pt x="7845" y="2647"/>
                    </a:cubicBezTo>
                    <a:close/>
                    <a:moveTo>
                      <a:pt x="6774" y="1"/>
                    </a:moveTo>
                    <a:cubicBezTo>
                      <a:pt x="5829" y="1"/>
                      <a:pt x="5104" y="788"/>
                      <a:pt x="5104" y="1734"/>
                    </a:cubicBezTo>
                    <a:lnTo>
                      <a:pt x="5104" y="2773"/>
                    </a:lnTo>
                    <a:cubicBezTo>
                      <a:pt x="4537" y="2301"/>
                      <a:pt x="3844" y="1986"/>
                      <a:pt x="3088" y="1986"/>
                    </a:cubicBezTo>
                    <a:cubicBezTo>
                      <a:pt x="1386" y="1986"/>
                      <a:pt x="0" y="3403"/>
                      <a:pt x="0" y="5136"/>
                    </a:cubicBezTo>
                    <a:cubicBezTo>
                      <a:pt x="0" y="5609"/>
                      <a:pt x="126" y="6081"/>
                      <a:pt x="315" y="6522"/>
                    </a:cubicBezTo>
                    <a:lnTo>
                      <a:pt x="2269" y="10586"/>
                    </a:lnTo>
                    <a:cubicBezTo>
                      <a:pt x="2615" y="11343"/>
                      <a:pt x="3308" y="11752"/>
                      <a:pt x="4096" y="11752"/>
                    </a:cubicBezTo>
                    <a:cubicBezTo>
                      <a:pt x="4632" y="11752"/>
                      <a:pt x="5104" y="11563"/>
                      <a:pt x="5451" y="11248"/>
                    </a:cubicBezTo>
                    <a:cubicBezTo>
                      <a:pt x="5797" y="11563"/>
                      <a:pt x="6270" y="11752"/>
                      <a:pt x="6774" y="11752"/>
                    </a:cubicBezTo>
                    <a:cubicBezTo>
                      <a:pt x="7561" y="11752"/>
                      <a:pt x="8286" y="11280"/>
                      <a:pt x="8633" y="10586"/>
                    </a:cubicBezTo>
                    <a:lnTo>
                      <a:pt x="10554" y="6522"/>
                    </a:lnTo>
                    <a:cubicBezTo>
                      <a:pt x="10775" y="6081"/>
                      <a:pt x="10901" y="5609"/>
                      <a:pt x="10901" y="5136"/>
                    </a:cubicBezTo>
                    <a:cubicBezTo>
                      <a:pt x="10869" y="3466"/>
                      <a:pt x="9515" y="1986"/>
                      <a:pt x="7814" y="1986"/>
                    </a:cubicBezTo>
                    <a:cubicBezTo>
                      <a:pt x="7057" y="1986"/>
                      <a:pt x="6364" y="2269"/>
                      <a:pt x="5797" y="2773"/>
                    </a:cubicBezTo>
                    <a:lnTo>
                      <a:pt x="5797" y="1734"/>
                    </a:lnTo>
                    <a:cubicBezTo>
                      <a:pt x="5797" y="1135"/>
                      <a:pt x="6238" y="694"/>
                      <a:pt x="6774" y="694"/>
                    </a:cubicBezTo>
                    <a:cubicBezTo>
                      <a:pt x="6994" y="694"/>
                      <a:pt x="7152" y="536"/>
                      <a:pt x="7152" y="347"/>
                    </a:cubicBezTo>
                    <a:cubicBezTo>
                      <a:pt x="7152" y="158"/>
                      <a:pt x="6994" y="1"/>
                      <a:pt x="677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6" name="Google Shape;486;p32"/>
            <p:cNvGrpSpPr/>
            <p:nvPr/>
          </p:nvGrpSpPr>
          <p:grpSpPr>
            <a:xfrm>
              <a:off x="4060933" y="1718730"/>
              <a:ext cx="274360" cy="334886"/>
              <a:chOff x="-24683100" y="2340425"/>
              <a:chExt cx="242625" cy="296150"/>
            </a:xfrm>
          </p:grpSpPr>
          <p:sp>
            <p:nvSpPr>
              <p:cNvPr id="487" name="Google Shape;487;p32"/>
              <p:cNvSpPr/>
              <p:nvPr/>
            </p:nvSpPr>
            <p:spPr>
              <a:xfrm>
                <a:off x="-24683100" y="2392400"/>
                <a:ext cx="104000" cy="244175"/>
              </a:xfrm>
              <a:custGeom>
                <a:rect b="b" l="l" r="r" t="t"/>
                <a:pathLst>
                  <a:path extrusionOk="0" h="9767" w="4160">
                    <a:moveTo>
                      <a:pt x="2080" y="725"/>
                    </a:moveTo>
                    <a:cubicBezTo>
                      <a:pt x="2836" y="725"/>
                      <a:pt x="3466" y="1324"/>
                      <a:pt x="3466" y="2080"/>
                    </a:cubicBezTo>
                    <a:lnTo>
                      <a:pt x="3466" y="4537"/>
                    </a:lnTo>
                    <a:lnTo>
                      <a:pt x="694" y="4537"/>
                    </a:lnTo>
                    <a:lnTo>
                      <a:pt x="694" y="2080"/>
                    </a:lnTo>
                    <a:cubicBezTo>
                      <a:pt x="694" y="1324"/>
                      <a:pt x="1324" y="725"/>
                      <a:pt x="2080" y="725"/>
                    </a:cubicBezTo>
                    <a:close/>
                    <a:moveTo>
                      <a:pt x="3466" y="5230"/>
                    </a:moveTo>
                    <a:lnTo>
                      <a:pt x="3466" y="7688"/>
                    </a:lnTo>
                    <a:cubicBezTo>
                      <a:pt x="3498" y="8475"/>
                      <a:pt x="2867" y="9074"/>
                      <a:pt x="2080" y="9074"/>
                    </a:cubicBezTo>
                    <a:cubicBezTo>
                      <a:pt x="1324" y="9074"/>
                      <a:pt x="694" y="8444"/>
                      <a:pt x="694" y="7688"/>
                    </a:cubicBezTo>
                    <a:lnTo>
                      <a:pt x="694" y="5230"/>
                    </a:lnTo>
                    <a:close/>
                    <a:moveTo>
                      <a:pt x="2080" y="0"/>
                    </a:moveTo>
                    <a:cubicBezTo>
                      <a:pt x="946" y="0"/>
                      <a:pt x="1" y="946"/>
                      <a:pt x="1" y="2080"/>
                    </a:cubicBezTo>
                    <a:lnTo>
                      <a:pt x="1" y="7688"/>
                    </a:lnTo>
                    <a:cubicBezTo>
                      <a:pt x="1" y="8822"/>
                      <a:pt x="946" y="9767"/>
                      <a:pt x="2080" y="9767"/>
                    </a:cubicBezTo>
                    <a:cubicBezTo>
                      <a:pt x="3214" y="9767"/>
                      <a:pt x="4159" y="8822"/>
                      <a:pt x="4159" y="7688"/>
                    </a:cubicBezTo>
                    <a:lnTo>
                      <a:pt x="4159" y="2080"/>
                    </a:lnTo>
                    <a:cubicBezTo>
                      <a:pt x="4159" y="946"/>
                      <a:pt x="3246" y="0"/>
                      <a:pt x="208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" name="Google Shape;488;p32"/>
              <p:cNvSpPr/>
              <p:nvPr/>
            </p:nvSpPr>
            <p:spPr>
              <a:xfrm>
                <a:off x="-24649225" y="2541250"/>
                <a:ext cx="26800" cy="60675"/>
              </a:xfrm>
              <a:custGeom>
                <a:rect b="b" l="l" r="r" t="t"/>
                <a:pathLst>
                  <a:path extrusionOk="0" h="2427" w="1072">
                    <a:moveTo>
                      <a:pt x="378" y="1"/>
                    </a:moveTo>
                    <a:cubicBezTo>
                      <a:pt x="158" y="1"/>
                      <a:pt x="0" y="158"/>
                      <a:pt x="0" y="347"/>
                    </a:cubicBezTo>
                    <a:lnTo>
                      <a:pt x="0" y="1734"/>
                    </a:lnTo>
                    <a:cubicBezTo>
                      <a:pt x="0" y="2112"/>
                      <a:pt x="315" y="2427"/>
                      <a:pt x="725" y="2427"/>
                    </a:cubicBezTo>
                    <a:cubicBezTo>
                      <a:pt x="914" y="2427"/>
                      <a:pt x="1071" y="2269"/>
                      <a:pt x="1071" y="2080"/>
                    </a:cubicBezTo>
                    <a:cubicBezTo>
                      <a:pt x="1071" y="1891"/>
                      <a:pt x="914" y="1734"/>
                      <a:pt x="725" y="1734"/>
                    </a:cubicBezTo>
                    <a:lnTo>
                      <a:pt x="725" y="347"/>
                    </a:lnTo>
                    <a:cubicBezTo>
                      <a:pt x="725" y="158"/>
                      <a:pt x="567" y="1"/>
                      <a:pt x="37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" name="Google Shape;489;p32"/>
              <p:cNvSpPr/>
              <p:nvPr/>
            </p:nvSpPr>
            <p:spPr>
              <a:xfrm>
                <a:off x="-24544475" y="2340425"/>
                <a:ext cx="104000" cy="244175"/>
              </a:xfrm>
              <a:custGeom>
                <a:rect b="b" l="l" r="r" t="t"/>
                <a:pathLst>
                  <a:path extrusionOk="0" h="9767" w="4160">
                    <a:moveTo>
                      <a:pt x="2080" y="693"/>
                    </a:moveTo>
                    <a:cubicBezTo>
                      <a:pt x="2836" y="693"/>
                      <a:pt x="3466" y="1323"/>
                      <a:pt x="3466" y="2079"/>
                    </a:cubicBezTo>
                    <a:lnTo>
                      <a:pt x="3466" y="4537"/>
                    </a:lnTo>
                    <a:lnTo>
                      <a:pt x="694" y="4537"/>
                    </a:lnTo>
                    <a:lnTo>
                      <a:pt x="694" y="2079"/>
                    </a:lnTo>
                    <a:cubicBezTo>
                      <a:pt x="694" y="1323"/>
                      <a:pt x="1324" y="693"/>
                      <a:pt x="2080" y="693"/>
                    </a:cubicBezTo>
                    <a:close/>
                    <a:moveTo>
                      <a:pt x="3466" y="5261"/>
                    </a:moveTo>
                    <a:lnTo>
                      <a:pt x="3466" y="7719"/>
                    </a:lnTo>
                    <a:cubicBezTo>
                      <a:pt x="3497" y="8475"/>
                      <a:pt x="2867" y="9105"/>
                      <a:pt x="2080" y="9105"/>
                    </a:cubicBezTo>
                    <a:cubicBezTo>
                      <a:pt x="1324" y="9105"/>
                      <a:pt x="694" y="8475"/>
                      <a:pt x="694" y="7719"/>
                    </a:cubicBezTo>
                    <a:lnTo>
                      <a:pt x="694" y="5261"/>
                    </a:lnTo>
                    <a:close/>
                    <a:moveTo>
                      <a:pt x="2080" y="0"/>
                    </a:moveTo>
                    <a:cubicBezTo>
                      <a:pt x="946" y="0"/>
                      <a:pt x="0" y="945"/>
                      <a:pt x="0" y="2079"/>
                    </a:cubicBezTo>
                    <a:lnTo>
                      <a:pt x="0" y="7687"/>
                    </a:lnTo>
                    <a:cubicBezTo>
                      <a:pt x="0" y="8821"/>
                      <a:pt x="946" y="9767"/>
                      <a:pt x="2080" y="9767"/>
                    </a:cubicBezTo>
                    <a:cubicBezTo>
                      <a:pt x="3214" y="9767"/>
                      <a:pt x="4159" y="8821"/>
                      <a:pt x="4159" y="7687"/>
                    </a:cubicBezTo>
                    <a:lnTo>
                      <a:pt x="4159" y="2079"/>
                    </a:lnTo>
                    <a:cubicBezTo>
                      <a:pt x="4159" y="945"/>
                      <a:pt x="3277" y="0"/>
                      <a:pt x="208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" name="Google Shape;490;p32"/>
              <p:cNvSpPr/>
              <p:nvPr/>
            </p:nvSpPr>
            <p:spPr>
              <a:xfrm>
                <a:off x="-24501150" y="2375075"/>
                <a:ext cx="26800" cy="60675"/>
              </a:xfrm>
              <a:custGeom>
                <a:rect b="b" l="l" r="r" t="t"/>
                <a:pathLst>
                  <a:path extrusionOk="0" h="2427" w="1072">
                    <a:moveTo>
                      <a:pt x="347" y="0"/>
                    </a:moveTo>
                    <a:cubicBezTo>
                      <a:pt x="158" y="0"/>
                      <a:pt x="0" y="158"/>
                      <a:pt x="0" y="347"/>
                    </a:cubicBezTo>
                    <a:cubicBezTo>
                      <a:pt x="32" y="536"/>
                      <a:pt x="189" y="693"/>
                      <a:pt x="347" y="693"/>
                    </a:cubicBezTo>
                    <a:lnTo>
                      <a:pt x="347" y="2080"/>
                    </a:lnTo>
                    <a:cubicBezTo>
                      <a:pt x="347" y="2269"/>
                      <a:pt x="504" y="2426"/>
                      <a:pt x="693" y="2426"/>
                    </a:cubicBezTo>
                    <a:cubicBezTo>
                      <a:pt x="914" y="2426"/>
                      <a:pt x="1071" y="2269"/>
                      <a:pt x="1071" y="2080"/>
                    </a:cubicBezTo>
                    <a:lnTo>
                      <a:pt x="1071" y="693"/>
                    </a:lnTo>
                    <a:cubicBezTo>
                      <a:pt x="1071" y="315"/>
                      <a:pt x="756" y="0"/>
                      <a:pt x="34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94" name="Shape 4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5" name="Google Shape;495;p33"/>
          <p:cNvSpPr txBox="1"/>
          <p:nvPr>
            <p:ph type="title"/>
          </p:nvPr>
        </p:nvSpPr>
        <p:spPr>
          <a:xfrm>
            <a:off x="1162800" y="376475"/>
            <a:ext cx="6818400" cy="67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TREATMENT</a:t>
            </a:r>
            <a:endParaRPr/>
          </a:p>
        </p:txBody>
      </p:sp>
      <p:grpSp>
        <p:nvGrpSpPr>
          <p:cNvPr id="496" name="Google Shape;496;p33"/>
          <p:cNvGrpSpPr/>
          <p:nvPr/>
        </p:nvGrpSpPr>
        <p:grpSpPr>
          <a:xfrm>
            <a:off x="2614295" y="2099776"/>
            <a:ext cx="204851" cy="315762"/>
            <a:chOff x="2107225" y="238125"/>
            <a:chExt cx="3385975" cy="5219200"/>
          </a:xfrm>
        </p:grpSpPr>
        <p:sp>
          <p:nvSpPr>
            <p:cNvPr id="497" name="Google Shape;497;p33"/>
            <p:cNvSpPr/>
            <p:nvPr/>
          </p:nvSpPr>
          <p:spPr>
            <a:xfrm>
              <a:off x="2840350" y="541475"/>
              <a:ext cx="153350" cy="327050"/>
            </a:xfrm>
            <a:custGeom>
              <a:rect b="b" l="l" r="r" t="t"/>
              <a:pathLst>
                <a:path extrusionOk="0" h="13082" w="6134">
                  <a:moveTo>
                    <a:pt x="3067" y="1"/>
                  </a:moveTo>
                  <a:cubicBezTo>
                    <a:pt x="1371" y="1"/>
                    <a:pt x="1" y="1371"/>
                    <a:pt x="1" y="3067"/>
                  </a:cubicBezTo>
                  <a:lnTo>
                    <a:pt x="1" y="10015"/>
                  </a:lnTo>
                  <a:cubicBezTo>
                    <a:pt x="1" y="11711"/>
                    <a:pt x="1371" y="13081"/>
                    <a:pt x="3067" y="13081"/>
                  </a:cubicBezTo>
                  <a:cubicBezTo>
                    <a:pt x="4763" y="13081"/>
                    <a:pt x="6134" y="11711"/>
                    <a:pt x="6134" y="10015"/>
                  </a:cubicBezTo>
                  <a:lnTo>
                    <a:pt x="6134" y="3067"/>
                  </a:lnTo>
                  <a:cubicBezTo>
                    <a:pt x="6134" y="1371"/>
                    <a:pt x="4763" y="1"/>
                    <a:pt x="30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33"/>
            <p:cNvSpPr/>
            <p:nvPr/>
          </p:nvSpPr>
          <p:spPr>
            <a:xfrm>
              <a:off x="3282350" y="541475"/>
              <a:ext cx="152525" cy="327050"/>
            </a:xfrm>
            <a:custGeom>
              <a:rect b="b" l="l" r="r" t="t"/>
              <a:pathLst>
                <a:path extrusionOk="0" h="13082" w="6101">
                  <a:moveTo>
                    <a:pt x="3067" y="1"/>
                  </a:moveTo>
                  <a:cubicBezTo>
                    <a:pt x="1371" y="1"/>
                    <a:pt x="1" y="1371"/>
                    <a:pt x="1" y="3067"/>
                  </a:cubicBezTo>
                  <a:lnTo>
                    <a:pt x="1" y="10015"/>
                  </a:lnTo>
                  <a:cubicBezTo>
                    <a:pt x="1" y="11711"/>
                    <a:pt x="1371" y="13081"/>
                    <a:pt x="3067" y="13081"/>
                  </a:cubicBezTo>
                  <a:cubicBezTo>
                    <a:pt x="4731" y="13081"/>
                    <a:pt x="6101" y="11711"/>
                    <a:pt x="6101" y="10015"/>
                  </a:cubicBezTo>
                  <a:lnTo>
                    <a:pt x="6101" y="3067"/>
                  </a:lnTo>
                  <a:cubicBezTo>
                    <a:pt x="6101" y="1371"/>
                    <a:pt x="4731" y="1"/>
                    <a:pt x="30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33"/>
            <p:cNvSpPr/>
            <p:nvPr/>
          </p:nvSpPr>
          <p:spPr>
            <a:xfrm>
              <a:off x="3723550" y="541475"/>
              <a:ext cx="153325" cy="327050"/>
            </a:xfrm>
            <a:custGeom>
              <a:rect b="b" l="l" r="r" t="t"/>
              <a:pathLst>
                <a:path extrusionOk="0" h="13082" w="6133">
                  <a:moveTo>
                    <a:pt x="3067" y="1"/>
                  </a:moveTo>
                  <a:cubicBezTo>
                    <a:pt x="1370" y="1"/>
                    <a:pt x="0" y="1371"/>
                    <a:pt x="0" y="3067"/>
                  </a:cubicBezTo>
                  <a:lnTo>
                    <a:pt x="0" y="10015"/>
                  </a:lnTo>
                  <a:cubicBezTo>
                    <a:pt x="0" y="11711"/>
                    <a:pt x="1370" y="13081"/>
                    <a:pt x="3067" y="13081"/>
                  </a:cubicBezTo>
                  <a:cubicBezTo>
                    <a:pt x="4763" y="13081"/>
                    <a:pt x="6133" y="11711"/>
                    <a:pt x="6133" y="10015"/>
                  </a:cubicBezTo>
                  <a:lnTo>
                    <a:pt x="6133" y="3067"/>
                  </a:lnTo>
                  <a:cubicBezTo>
                    <a:pt x="6133" y="1371"/>
                    <a:pt x="4763" y="1"/>
                    <a:pt x="30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33"/>
            <p:cNvSpPr/>
            <p:nvPr/>
          </p:nvSpPr>
          <p:spPr>
            <a:xfrm>
              <a:off x="4165550" y="541475"/>
              <a:ext cx="152525" cy="327050"/>
            </a:xfrm>
            <a:custGeom>
              <a:rect b="b" l="l" r="r" t="t"/>
              <a:pathLst>
                <a:path extrusionOk="0" h="13082" w="6101">
                  <a:moveTo>
                    <a:pt x="3034" y="1"/>
                  </a:moveTo>
                  <a:cubicBezTo>
                    <a:pt x="1370" y="1"/>
                    <a:pt x="0" y="1371"/>
                    <a:pt x="0" y="3067"/>
                  </a:cubicBezTo>
                  <a:lnTo>
                    <a:pt x="0" y="10015"/>
                  </a:lnTo>
                  <a:cubicBezTo>
                    <a:pt x="0" y="11711"/>
                    <a:pt x="1370" y="13081"/>
                    <a:pt x="3034" y="13081"/>
                  </a:cubicBezTo>
                  <a:cubicBezTo>
                    <a:pt x="4730" y="13081"/>
                    <a:pt x="6100" y="11711"/>
                    <a:pt x="6100" y="10015"/>
                  </a:cubicBezTo>
                  <a:lnTo>
                    <a:pt x="6100" y="3067"/>
                  </a:lnTo>
                  <a:cubicBezTo>
                    <a:pt x="6100" y="1371"/>
                    <a:pt x="4730" y="1"/>
                    <a:pt x="30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33"/>
            <p:cNvSpPr/>
            <p:nvPr/>
          </p:nvSpPr>
          <p:spPr>
            <a:xfrm>
              <a:off x="4606725" y="541475"/>
              <a:ext cx="153350" cy="327050"/>
            </a:xfrm>
            <a:custGeom>
              <a:rect b="b" l="l" r="r" t="t"/>
              <a:pathLst>
                <a:path extrusionOk="0" h="13082" w="6134">
                  <a:moveTo>
                    <a:pt x="3067" y="1"/>
                  </a:moveTo>
                  <a:cubicBezTo>
                    <a:pt x="1371" y="1"/>
                    <a:pt x="1" y="1371"/>
                    <a:pt x="1" y="3067"/>
                  </a:cubicBezTo>
                  <a:lnTo>
                    <a:pt x="1" y="10015"/>
                  </a:lnTo>
                  <a:cubicBezTo>
                    <a:pt x="1" y="11711"/>
                    <a:pt x="1371" y="13081"/>
                    <a:pt x="3067" y="13081"/>
                  </a:cubicBezTo>
                  <a:cubicBezTo>
                    <a:pt x="4763" y="13081"/>
                    <a:pt x="6133" y="11711"/>
                    <a:pt x="6133" y="10015"/>
                  </a:cubicBezTo>
                  <a:lnTo>
                    <a:pt x="6133" y="3067"/>
                  </a:lnTo>
                  <a:cubicBezTo>
                    <a:pt x="6133" y="1371"/>
                    <a:pt x="4763" y="1"/>
                    <a:pt x="30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33"/>
            <p:cNvSpPr/>
            <p:nvPr/>
          </p:nvSpPr>
          <p:spPr>
            <a:xfrm>
              <a:off x="2930875" y="2682150"/>
              <a:ext cx="1738675" cy="1738675"/>
            </a:xfrm>
            <a:custGeom>
              <a:rect b="b" l="l" r="r" t="t"/>
              <a:pathLst>
                <a:path extrusionOk="0" h="69547" w="69547">
                  <a:moveTo>
                    <a:pt x="39667" y="6133"/>
                  </a:moveTo>
                  <a:lnTo>
                    <a:pt x="39667" y="26814"/>
                  </a:lnTo>
                  <a:cubicBezTo>
                    <a:pt x="39667" y="28510"/>
                    <a:pt x="41037" y="29881"/>
                    <a:pt x="42733" y="29881"/>
                  </a:cubicBezTo>
                  <a:lnTo>
                    <a:pt x="63414" y="29881"/>
                  </a:lnTo>
                  <a:lnTo>
                    <a:pt x="63414" y="39666"/>
                  </a:lnTo>
                  <a:lnTo>
                    <a:pt x="42733" y="39666"/>
                  </a:lnTo>
                  <a:cubicBezTo>
                    <a:pt x="41037" y="39666"/>
                    <a:pt x="39667" y="41037"/>
                    <a:pt x="39667" y="42733"/>
                  </a:cubicBezTo>
                  <a:lnTo>
                    <a:pt x="39667" y="63446"/>
                  </a:lnTo>
                  <a:lnTo>
                    <a:pt x="29881" y="63446"/>
                  </a:lnTo>
                  <a:lnTo>
                    <a:pt x="29881" y="42733"/>
                  </a:lnTo>
                  <a:cubicBezTo>
                    <a:pt x="29881" y="41037"/>
                    <a:pt x="28511" y="39666"/>
                    <a:pt x="26814" y="39666"/>
                  </a:cubicBezTo>
                  <a:lnTo>
                    <a:pt x="6133" y="39666"/>
                  </a:lnTo>
                  <a:lnTo>
                    <a:pt x="6133" y="29881"/>
                  </a:lnTo>
                  <a:lnTo>
                    <a:pt x="26814" y="29881"/>
                  </a:lnTo>
                  <a:cubicBezTo>
                    <a:pt x="28511" y="29881"/>
                    <a:pt x="29881" y="28510"/>
                    <a:pt x="29881" y="26814"/>
                  </a:cubicBezTo>
                  <a:lnTo>
                    <a:pt x="29881" y="6133"/>
                  </a:lnTo>
                  <a:close/>
                  <a:moveTo>
                    <a:pt x="28119" y="1"/>
                  </a:moveTo>
                  <a:cubicBezTo>
                    <a:pt x="25705" y="1"/>
                    <a:pt x="23748" y="1958"/>
                    <a:pt x="23748" y="4372"/>
                  </a:cubicBezTo>
                  <a:lnTo>
                    <a:pt x="23748" y="23748"/>
                  </a:lnTo>
                  <a:lnTo>
                    <a:pt x="4339" y="23748"/>
                  </a:lnTo>
                  <a:cubicBezTo>
                    <a:pt x="1958" y="23748"/>
                    <a:pt x="1" y="25705"/>
                    <a:pt x="1" y="28119"/>
                  </a:cubicBezTo>
                  <a:lnTo>
                    <a:pt x="1" y="41428"/>
                  </a:lnTo>
                  <a:cubicBezTo>
                    <a:pt x="1" y="43842"/>
                    <a:pt x="1958" y="45799"/>
                    <a:pt x="4339" y="45799"/>
                  </a:cubicBezTo>
                  <a:lnTo>
                    <a:pt x="23748" y="45799"/>
                  </a:lnTo>
                  <a:lnTo>
                    <a:pt x="23748" y="65208"/>
                  </a:lnTo>
                  <a:cubicBezTo>
                    <a:pt x="23748" y="67589"/>
                    <a:pt x="25705" y="69546"/>
                    <a:pt x="28119" y="69546"/>
                  </a:cubicBezTo>
                  <a:lnTo>
                    <a:pt x="41428" y="69546"/>
                  </a:lnTo>
                  <a:cubicBezTo>
                    <a:pt x="43842" y="69546"/>
                    <a:pt x="45799" y="67589"/>
                    <a:pt x="45799" y="65208"/>
                  </a:cubicBezTo>
                  <a:lnTo>
                    <a:pt x="45799" y="45799"/>
                  </a:lnTo>
                  <a:lnTo>
                    <a:pt x="65208" y="45799"/>
                  </a:lnTo>
                  <a:cubicBezTo>
                    <a:pt x="67589" y="45799"/>
                    <a:pt x="69546" y="43842"/>
                    <a:pt x="69546" y="41428"/>
                  </a:cubicBezTo>
                  <a:lnTo>
                    <a:pt x="69546" y="28119"/>
                  </a:lnTo>
                  <a:cubicBezTo>
                    <a:pt x="69546" y="25705"/>
                    <a:pt x="67589" y="23748"/>
                    <a:pt x="65208" y="23748"/>
                  </a:cubicBezTo>
                  <a:lnTo>
                    <a:pt x="45799" y="23748"/>
                  </a:lnTo>
                  <a:lnTo>
                    <a:pt x="45799" y="4372"/>
                  </a:lnTo>
                  <a:cubicBezTo>
                    <a:pt x="45799" y="1958"/>
                    <a:pt x="43842" y="1"/>
                    <a:pt x="4142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33"/>
            <p:cNvSpPr/>
            <p:nvPr/>
          </p:nvSpPr>
          <p:spPr>
            <a:xfrm>
              <a:off x="2107225" y="238125"/>
              <a:ext cx="3385975" cy="5219200"/>
            </a:xfrm>
            <a:custGeom>
              <a:rect b="b" l="l" r="r" t="t"/>
              <a:pathLst>
                <a:path extrusionOk="0" h="208768" w="135439">
                  <a:moveTo>
                    <a:pt x="114725" y="6133"/>
                  </a:moveTo>
                  <a:cubicBezTo>
                    <a:pt x="116356" y="6133"/>
                    <a:pt x="117661" y="7437"/>
                    <a:pt x="117661" y="9068"/>
                  </a:cubicBezTo>
                  <a:lnTo>
                    <a:pt x="117661" y="28281"/>
                  </a:lnTo>
                  <a:cubicBezTo>
                    <a:pt x="117661" y="29912"/>
                    <a:pt x="116356" y="31217"/>
                    <a:pt x="114725" y="31217"/>
                  </a:cubicBezTo>
                  <a:lnTo>
                    <a:pt x="20714" y="31217"/>
                  </a:lnTo>
                  <a:cubicBezTo>
                    <a:pt x="19083" y="31217"/>
                    <a:pt x="17779" y="29912"/>
                    <a:pt x="17779" y="28281"/>
                  </a:cubicBezTo>
                  <a:lnTo>
                    <a:pt x="17779" y="9068"/>
                  </a:lnTo>
                  <a:cubicBezTo>
                    <a:pt x="17779" y="7437"/>
                    <a:pt x="19083" y="6133"/>
                    <a:pt x="20714" y="6133"/>
                  </a:cubicBezTo>
                  <a:close/>
                  <a:moveTo>
                    <a:pt x="105983" y="37350"/>
                  </a:moveTo>
                  <a:lnTo>
                    <a:pt x="105983" y="45081"/>
                  </a:lnTo>
                  <a:lnTo>
                    <a:pt x="29456" y="45081"/>
                  </a:lnTo>
                  <a:lnTo>
                    <a:pt x="29456" y="37350"/>
                  </a:lnTo>
                  <a:close/>
                  <a:moveTo>
                    <a:pt x="107842" y="51181"/>
                  </a:moveTo>
                  <a:lnTo>
                    <a:pt x="122945" y="64750"/>
                  </a:lnTo>
                  <a:cubicBezTo>
                    <a:pt x="126990" y="68404"/>
                    <a:pt x="129306" y="73623"/>
                    <a:pt x="129306" y="79071"/>
                  </a:cubicBezTo>
                  <a:lnTo>
                    <a:pt x="129306" y="80245"/>
                  </a:lnTo>
                  <a:lnTo>
                    <a:pt x="38981" y="80245"/>
                  </a:lnTo>
                  <a:cubicBezTo>
                    <a:pt x="37285" y="80245"/>
                    <a:pt x="35915" y="81615"/>
                    <a:pt x="35915" y="83311"/>
                  </a:cubicBezTo>
                  <a:cubicBezTo>
                    <a:pt x="35915" y="85007"/>
                    <a:pt x="37285" y="86377"/>
                    <a:pt x="38981" y="86377"/>
                  </a:cubicBezTo>
                  <a:lnTo>
                    <a:pt x="129306" y="86377"/>
                  </a:lnTo>
                  <a:lnTo>
                    <a:pt x="129306" y="176734"/>
                  </a:lnTo>
                  <a:lnTo>
                    <a:pt x="110843" y="176734"/>
                  </a:lnTo>
                  <a:cubicBezTo>
                    <a:pt x="109147" y="176734"/>
                    <a:pt x="107777" y="178104"/>
                    <a:pt x="107777" y="179801"/>
                  </a:cubicBezTo>
                  <a:cubicBezTo>
                    <a:pt x="107777" y="181464"/>
                    <a:pt x="109147" y="182834"/>
                    <a:pt x="110843" y="182834"/>
                  </a:cubicBezTo>
                  <a:lnTo>
                    <a:pt x="129306" y="182834"/>
                  </a:lnTo>
                  <a:lnTo>
                    <a:pt x="129306" y="193110"/>
                  </a:lnTo>
                  <a:cubicBezTo>
                    <a:pt x="129306" y="198361"/>
                    <a:pt x="125033" y="202635"/>
                    <a:pt x="119748" y="202635"/>
                  </a:cubicBezTo>
                  <a:lnTo>
                    <a:pt x="15691" y="202635"/>
                  </a:lnTo>
                  <a:cubicBezTo>
                    <a:pt x="10406" y="202635"/>
                    <a:pt x="6133" y="198361"/>
                    <a:pt x="6133" y="193110"/>
                  </a:cubicBezTo>
                  <a:lnTo>
                    <a:pt x="6133" y="182834"/>
                  </a:lnTo>
                  <a:lnTo>
                    <a:pt x="96392" y="182834"/>
                  </a:lnTo>
                  <a:cubicBezTo>
                    <a:pt x="98089" y="182834"/>
                    <a:pt x="99459" y="181464"/>
                    <a:pt x="99459" y="179801"/>
                  </a:cubicBezTo>
                  <a:cubicBezTo>
                    <a:pt x="99459" y="178104"/>
                    <a:pt x="98089" y="176734"/>
                    <a:pt x="96392" y="176734"/>
                  </a:cubicBezTo>
                  <a:lnTo>
                    <a:pt x="6133" y="176734"/>
                  </a:lnTo>
                  <a:lnTo>
                    <a:pt x="6133" y="86377"/>
                  </a:lnTo>
                  <a:lnTo>
                    <a:pt x="24596" y="86377"/>
                  </a:lnTo>
                  <a:cubicBezTo>
                    <a:pt x="26292" y="86377"/>
                    <a:pt x="27662" y="85007"/>
                    <a:pt x="27662" y="83311"/>
                  </a:cubicBezTo>
                  <a:cubicBezTo>
                    <a:pt x="27662" y="81615"/>
                    <a:pt x="26292" y="80245"/>
                    <a:pt x="24596" y="80245"/>
                  </a:cubicBezTo>
                  <a:lnTo>
                    <a:pt x="6133" y="80245"/>
                  </a:lnTo>
                  <a:lnTo>
                    <a:pt x="6133" y="79071"/>
                  </a:lnTo>
                  <a:cubicBezTo>
                    <a:pt x="6133" y="73623"/>
                    <a:pt x="8449" y="68404"/>
                    <a:pt x="12494" y="64750"/>
                  </a:cubicBezTo>
                  <a:lnTo>
                    <a:pt x="27597" y="51181"/>
                  </a:lnTo>
                  <a:close/>
                  <a:moveTo>
                    <a:pt x="20714" y="0"/>
                  </a:moveTo>
                  <a:cubicBezTo>
                    <a:pt x="15724" y="0"/>
                    <a:pt x="11646" y="4045"/>
                    <a:pt x="11646" y="9068"/>
                  </a:cubicBezTo>
                  <a:lnTo>
                    <a:pt x="11646" y="28281"/>
                  </a:lnTo>
                  <a:cubicBezTo>
                    <a:pt x="11646" y="33272"/>
                    <a:pt x="15724" y="37350"/>
                    <a:pt x="20714" y="37350"/>
                  </a:cubicBezTo>
                  <a:lnTo>
                    <a:pt x="23357" y="37350"/>
                  </a:lnTo>
                  <a:lnTo>
                    <a:pt x="23357" y="46777"/>
                  </a:lnTo>
                  <a:lnTo>
                    <a:pt x="8417" y="60216"/>
                  </a:lnTo>
                  <a:cubicBezTo>
                    <a:pt x="3067" y="65011"/>
                    <a:pt x="1" y="71894"/>
                    <a:pt x="1" y="79071"/>
                  </a:cubicBezTo>
                  <a:lnTo>
                    <a:pt x="1" y="193110"/>
                  </a:lnTo>
                  <a:cubicBezTo>
                    <a:pt x="1" y="201754"/>
                    <a:pt x="7047" y="208767"/>
                    <a:pt x="15691" y="208767"/>
                  </a:cubicBezTo>
                  <a:lnTo>
                    <a:pt x="119748" y="208767"/>
                  </a:lnTo>
                  <a:cubicBezTo>
                    <a:pt x="128393" y="208767"/>
                    <a:pt x="135438" y="201754"/>
                    <a:pt x="135438" y="193110"/>
                  </a:cubicBezTo>
                  <a:lnTo>
                    <a:pt x="135438" y="79071"/>
                  </a:lnTo>
                  <a:cubicBezTo>
                    <a:pt x="135438" y="71894"/>
                    <a:pt x="132372" y="65011"/>
                    <a:pt x="127022" y="60216"/>
                  </a:cubicBezTo>
                  <a:lnTo>
                    <a:pt x="112083" y="46777"/>
                  </a:lnTo>
                  <a:lnTo>
                    <a:pt x="112083" y="37350"/>
                  </a:lnTo>
                  <a:lnTo>
                    <a:pt x="114725" y="37350"/>
                  </a:lnTo>
                  <a:cubicBezTo>
                    <a:pt x="119716" y="37350"/>
                    <a:pt x="123793" y="33305"/>
                    <a:pt x="123793" y="28281"/>
                  </a:cubicBezTo>
                  <a:lnTo>
                    <a:pt x="123793" y="9068"/>
                  </a:lnTo>
                  <a:cubicBezTo>
                    <a:pt x="123793" y="4045"/>
                    <a:pt x="119716" y="0"/>
                    <a:pt x="1147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" name="Google Shape;504;p33"/>
          <p:cNvGrpSpPr/>
          <p:nvPr/>
        </p:nvGrpSpPr>
        <p:grpSpPr>
          <a:xfrm rot="5400000">
            <a:off x="4432143" y="2069241"/>
            <a:ext cx="279676" cy="376826"/>
            <a:chOff x="1863400" y="238125"/>
            <a:chExt cx="3873625" cy="5219200"/>
          </a:xfrm>
        </p:grpSpPr>
        <p:sp>
          <p:nvSpPr>
            <p:cNvPr id="505" name="Google Shape;505;p33"/>
            <p:cNvSpPr/>
            <p:nvPr/>
          </p:nvSpPr>
          <p:spPr>
            <a:xfrm>
              <a:off x="3723550" y="1633425"/>
              <a:ext cx="153325" cy="3447125"/>
            </a:xfrm>
            <a:custGeom>
              <a:rect b="b" l="l" r="r" t="t"/>
              <a:pathLst>
                <a:path extrusionOk="0" h="137885" w="6133">
                  <a:moveTo>
                    <a:pt x="3067" y="1"/>
                  </a:moveTo>
                  <a:cubicBezTo>
                    <a:pt x="1370" y="1"/>
                    <a:pt x="0" y="1371"/>
                    <a:pt x="0" y="3067"/>
                  </a:cubicBezTo>
                  <a:lnTo>
                    <a:pt x="0" y="134818"/>
                  </a:lnTo>
                  <a:cubicBezTo>
                    <a:pt x="0" y="136515"/>
                    <a:pt x="1370" y="137885"/>
                    <a:pt x="3067" y="137885"/>
                  </a:cubicBezTo>
                  <a:cubicBezTo>
                    <a:pt x="4763" y="137885"/>
                    <a:pt x="6133" y="136515"/>
                    <a:pt x="6133" y="134818"/>
                  </a:cubicBezTo>
                  <a:lnTo>
                    <a:pt x="6133" y="3067"/>
                  </a:lnTo>
                  <a:cubicBezTo>
                    <a:pt x="6133" y="1371"/>
                    <a:pt x="4763" y="1"/>
                    <a:pt x="3067" y="1"/>
                  </a:cubicBezTo>
                  <a:close/>
                </a:path>
              </a:pathLst>
            </a:custGeom>
            <a:solidFill>
              <a:srgbClr val="694C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33"/>
            <p:cNvSpPr/>
            <p:nvPr/>
          </p:nvSpPr>
          <p:spPr>
            <a:xfrm>
              <a:off x="3723550" y="700500"/>
              <a:ext cx="153325" cy="727450"/>
            </a:xfrm>
            <a:custGeom>
              <a:rect b="b" l="l" r="r" t="t"/>
              <a:pathLst>
                <a:path extrusionOk="0" h="29098" w="6133">
                  <a:moveTo>
                    <a:pt x="3067" y="0"/>
                  </a:moveTo>
                  <a:cubicBezTo>
                    <a:pt x="1370" y="0"/>
                    <a:pt x="0" y="1370"/>
                    <a:pt x="0" y="3067"/>
                  </a:cubicBezTo>
                  <a:lnTo>
                    <a:pt x="0" y="26031"/>
                  </a:lnTo>
                  <a:cubicBezTo>
                    <a:pt x="0" y="27727"/>
                    <a:pt x="1370" y="29097"/>
                    <a:pt x="3067" y="29097"/>
                  </a:cubicBezTo>
                  <a:cubicBezTo>
                    <a:pt x="4763" y="29097"/>
                    <a:pt x="6133" y="27727"/>
                    <a:pt x="6133" y="26031"/>
                  </a:cubicBezTo>
                  <a:lnTo>
                    <a:pt x="6133" y="3067"/>
                  </a:lnTo>
                  <a:cubicBezTo>
                    <a:pt x="6133" y="1370"/>
                    <a:pt x="4763" y="0"/>
                    <a:pt x="3067" y="0"/>
                  </a:cubicBezTo>
                  <a:close/>
                </a:path>
              </a:pathLst>
            </a:custGeom>
            <a:solidFill>
              <a:srgbClr val="694C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33"/>
            <p:cNvSpPr/>
            <p:nvPr/>
          </p:nvSpPr>
          <p:spPr>
            <a:xfrm>
              <a:off x="1863400" y="238125"/>
              <a:ext cx="3873625" cy="5219200"/>
            </a:xfrm>
            <a:custGeom>
              <a:rect b="b" l="l" r="r" t="t"/>
              <a:pathLst>
                <a:path extrusionOk="0" h="208768" w="154945">
                  <a:moveTo>
                    <a:pt x="13375" y="0"/>
                  </a:moveTo>
                  <a:cubicBezTo>
                    <a:pt x="6002" y="0"/>
                    <a:pt x="0" y="6002"/>
                    <a:pt x="0" y="13374"/>
                  </a:cubicBezTo>
                  <a:lnTo>
                    <a:pt x="0" y="144506"/>
                  </a:lnTo>
                  <a:cubicBezTo>
                    <a:pt x="0" y="146170"/>
                    <a:pt x="1370" y="147540"/>
                    <a:pt x="3067" y="147540"/>
                  </a:cubicBezTo>
                  <a:cubicBezTo>
                    <a:pt x="4763" y="147540"/>
                    <a:pt x="6133" y="146170"/>
                    <a:pt x="6133" y="144506"/>
                  </a:cubicBezTo>
                  <a:lnTo>
                    <a:pt x="6133" y="13374"/>
                  </a:lnTo>
                  <a:cubicBezTo>
                    <a:pt x="6133" y="9362"/>
                    <a:pt x="9362" y="6100"/>
                    <a:pt x="13375" y="6100"/>
                  </a:cubicBezTo>
                  <a:lnTo>
                    <a:pt x="68959" y="6100"/>
                  </a:lnTo>
                  <a:cubicBezTo>
                    <a:pt x="68991" y="9427"/>
                    <a:pt x="71699" y="12135"/>
                    <a:pt x="75026" y="12135"/>
                  </a:cubicBezTo>
                  <a:lnTo>
                    <a:pt x="81648" y="12135"/>
                  </a:lnTo>
                  <a:cubicBezTo>
                    <a:pt x="84975" y="12135"/>
                    <a:pt x="87683" y="9427"/>
                    <a:pt x="87715" y="6100"/>
                  </a:cubicBezTo>
                  <a:lnTo>
                    <a:pt x="141571" y="6100"/>
                  </a:lnTo>
                  <a:cubicBezTo>
                    <a:pt x="145583" y="6100"/>
                    <a:pt x="148812" y="9362"/>
                    <a:pt x="148812" y="13374"/>
                  </a:cubicBezTo>
                  <a:lnTo>
                    <a:pt x="148812" y="195393"/>
                  </a:lnTo>
                  <a:cubicBezTo>
                    <a:pt x="148812" y="199405"/>
                    <a:pt x="145583" y="202667"/>
                    <a:pt x="141571" y="202667"/>
                  </a:cubicBezTo>
                  <a:lnTo>
                    <a:pt x="87715" y="202667"/>
                  </a:lnTo>
                  <a:cubicBezTo>
                    <a:pt x="87683" y="199340"/>
                    <a:pt x="84975" y="196633"/>
                    <a:pt x="81648" y="196633"/>
                  </a:cubicBezTo>
                  <a:lnTo>
                    <a:pt x="75026" y="196633"/>
                  </a:lnTo>
                  <a:cubicBezTo>
                    <a:pt x="71699" y="196633"/>
                    <a:pt x="68991" y="199340"/>
                    <a:pt x="68959" y="202667"/>
                  </a:cubicBezTo>
                  <a:lnTo>
                    <a:pt x="13375" y="202667"/>
                  </a:lnTo>
                  <a:cubicBezTo>
                    <a:pt x="9362" y="202667"/>
                    <a:pt x="6133" y="199405"/>
                    <a:pt x="6133" y="195393"/>
                  </a:cubicBezTo>
                  <a:lnTo>
                    <a:pt x="6133" y="158761"/>
                  </a:lnTo>
                  <a:cubicBezTo>
                    <a:pt x="6133" y="157065"/>
                    <a:pt x="4763" y="155695"/>
                    <a:pt x="3067" y="155695"/>
                  </a:cubicBezTo>
                  <a:cubicBezTo>
                    <a:pt x="1370" y="155695"/>
                    <a:pt x="0" y="157065"/>
                    <a:pt x="0" y="158761"/>
                  </a:cubicBezTo>
                  <a:lnTo>
                    <a:pt x="0" y="195393"/>
                  </a:lnTo>
                  <a:cubicBezTo>
                    <a:pt x="0" y="202765"/>
                    <a:pt x="6002" y="208767"/>
                    <a:pt x="13375" y="208767"/>
                  </a:cubicBezTo>
                  <a:lnTo>
                    <a:pt x="68991" y="208767"/>
                  </a:lnTo>
                  <a:cubicBezTo>
                    <a:pt x="72319" y="208767"/>
                    <a:pt x="75059" y="206060"/>
                    <a:pt x="75059" y="202765"/>
                  </a:cubicBezTo>
                  <a:lnTo>
                    <a:pt x="81583" y="202765"/>
                  </a:lnTo>
                  <a:cubicBezTo>
                    <a:pt x="81615" y="206060"/>
                    <a:pt x="84323" y="208767"/>
                    <a:pt x="87650" y="208767"/>
                  </a:cubicBezTo>
                  <a:lnTo>
                    <a:pt x="141571" y="208767"/>
                  </a:lnTo>
                  <a:cubicBezTo>
                    <a:pt x="148943" y="208767"/>
                    <a:pt x="154945" y="202765"/>
                    <a:pt x="154945" y="195393"/>
                  </a:cubicBezTo>
                  <a:lnTo>
                    <a:pt x="154945" y="13374"/>
                  </a:lnTo>
                  <a:cubicBezTo>
                    <a:pt x="154945" y="6002"/>
                    <a:pt x="148943" y="0"/>
                    <a:pt x="141571" y="0"/>
                  </a:cubicBezTo>
                  <a:lnTo>
                    <a:pt x="87650" y="0"/>
                  </a:lnTo>
                  <a:cubicBezTo>
                    <a:pt x="84323" y="0"/>
                    <a:pt x="81615" y="2707"/>
                    <a:pt x="81583" y="6002"/>
                  </a:cubicBezTo>
                  <a:lnTo>
                    <a:pt x="75059" y="6002"/>
                  </a:lnTo>
                  <a:cubicBezTo>
                    <a:pt x="75059" y="2707"/>
                    <a:pt x="72319" y="0"/>
                    <a:pt x="68991" y="0"/>
                  </a:cubicBezTo>
                  <a:close/>
                </a:path>
              </a:pathLst>
            </a:custGeom>
            <a:solidFill>
              <a:srgbClr val="694C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33"/>
            <p:cNvSpPr/>
            <p:nvPr/>
          </p:nvSpPr>
          <p:spPr>
            <a:xfrm>
              <a:off x="2414675" y="675225"/>
              <a:ext cx="927250" cy="927250"/>
            </a:xfrm>
            <a:custGeom>
              <a:rect b="b" l="l" r="r" t="t"/>
              <a:pathLst>
                <a:path extrusionOk="0" h="37090" w="37090">
                  <a:moveTo>
                    <a:pt x="18529" y="6100"/>
                  </a:moveTo>
                  <a:cubicBezTo>
                    <a:pt x="25411" y="6100"/>
                    <a:pt x="30989" y="11678"/>
                    <a:pt x="30989" y="18528"/>
                  </a:cubicBezTo>
                  <a:cubicBezTo>
                    <a:pt x="30989" y="25411"/>
                    <a:pt x="25411" y="30989"/>
                    <a:pt x="18529" y="30989"/>
                  </a:cubicBezTo>
                  <a:cubicBezTo>
                    <a:pt x="11678" y="30989"/>
                    <a:pt x="6100" y="25411"/>
                    <a:pt x="6100" y="18528"/>
                  </a:cubicBezTo>
                  <a:cubicBezTo>
                    <a:pt x="6100" y="11678"/>
                    <a:pt x="11678" y="6100"/>
                    <a:pt x="18529" y="6100"/>
                  </a:cubicBezTo>
                  <a:close/>
                  <a:moveTo>
                    <a:pt x="18529" y="0"/>
                  </a:moveTo>
                  <a:cubicBezTo>
                    <a:pt x="8318" y="0"/>
                    <a:pt x="0" y="8318"/>
                    <a:pt x="0" y="18528"/>
                  </a:cubicBezTo>
                  <a:cubicBezTo>
                    <a:pt x="0" y="28771"/>
                    <a:pt x="8318" y="37089"/>
                    <a:pt x="18529" y="37089"/>
                  </a:cubicBezTo>
                  <a:cubicBezTo>
                    <a:pt x="28771" y="37089"/>
                    <a:pt x="37089" y="28771"/>
                    <a:pt x="37089" y="18528"/>
                  </a:cubicBezTo>
                  <a:cubicBezTo>
                    <a:pt x="37089" y="8318"/>
                    <a:pt x="28771" y="0"/>
                    <a:pt x="18529" y="0"/>
                  </a:cubicBezTo>
                  <a:close/>
                </a:path>
              </a:pathLst>
            </a:custGeom>
            <a:solidFill>
              <a:srgbClr val="694C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33"/>
            <p:cNvSpPr/>
            <p:nvPr/>
          </p:nvSpPr>
          <p:spPr>
            <a:xfrm>
              <a:off x="2414675" y="1834050"/>
              <a:ext cx="927250" cy="928050"/>
            </a:xfrm>
            <a:custGeom>
              <a:rect b="b" l="l" r="r" t="t"/>
              <a:pathLst>
                <a:path extrusionOk="0" h="37122" w="37090">
                  <a:moveTo>
                    <a:pt x="18529" y="6133"/>
                  </a:moveTo>
                  <a:cubicBezTo>
                    <a:pt x="25411" y="6133"/>
                    <a:pt x="30989" y="11711"/>
                    <a:pt x="30989" y="18561"/>
                  </a:cubicBezTo>
                  <a:cubicBezTo>
                    <a:pt x="30989" y="25411"/>
                    <a:pt x="25411" y="30989"/>
                    <a:pt x="18529" y="30989"/>
                  </a:cubicBezTo>
                  <a:cubicBezTo>
                    <a:pt x="11678" y="30989"/>
                    <a:pt x="6100" y="25411"/>
                    <a:pt x="6100" y="18561"/>
                  </a:cubicBezTo>
                  <a:cubicBezTo>
                    <a:pt x="6100" y="11711"/>
                    <a:pt x="11678" y="6133"/>
                    <a:pt x="18529" y="6133"/>
                  </a:cubicBezTo>
                  <a:close/>
                  <a:moveTo>
                    <a:pt x="18529" y="0"/>
                  </a:moveTo>
                  <a:cubicBezTo>
                    <a:pt x="8318" y="0"/>
                    <a:pt x="0" y="8318"/>
                    <a:pt x="0" y="18561"/>
                  </a:cubicBezTo>
                  <a:cubicBezTo>
                    <a:pt x="0" y="28803"/>
                    <a:pt x="8318" y="37121"/>
                    <a:pt x="18529" y="37121"/>
                  </a:cubicBezTo>
                  <a:cubicBezTo>
                    <a:pt x="28771" y="37121"/>
                    <a:pt x="37089" y="28803"/>
                    <a:pt x="37089" y="18561"/>
                  </a:cubicBezTo>
                  <a:cubicBezTo>
                    <a:pt x="37089" y="8318"/>
                    <a:pt x="28771" y="0"/>
                    <a:pt x="18529" y="0"/>
                  </a:cubicBezTo>
                  <a:close/>
                </a:path>
              </a:pathLst>
            </a:custGeom>
            <a:solidFill>
              <a:srgbClr val="694C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33"/>
            <p:cNvSpPr/>
            <p:nvPr/>
          </p:nvSpPr>
          <p:spPr>
            <a:xfrm>
              <a:off x="2414675" y="2993675"/>
              <a:ext cx="927250" cy="927250"/>
            </a:xfrm>
            <a:custGeom>
              <a:rect b="b" l="l" r="r" t="t"/>
              <a:pathLst>
                <a:path extrusionOk="0" h="37090" w="37090">
                  <a:moveTo>
                    <a:pt x="18529" y="6133"/>
                  </a:moveTo>
                  <a:cubicBezTo>
                    <a:pt x="25411" y="6133"/>
                    <a:pt x="30989" y="11711"/>
                    <a:pt x="30989" y="18561"/>
                  </a:cubicBezTo>
                  <a:cubicBezTo>
                    <a:pt x="30989" y="25411"/>
                    <a:pt x="25411" y="30989"/>
                    <a:pt x="18529" y="30989"/>
                  </a:cubicBezTo>
                  <a:cubicBezTo>
                    <a:pt x="11678" y="30989"/>
                    <a:pt x="6100" y="25411"/>
                    <a:pt x="6100" y="18561"/>
                  </a:cubicBezTo>
                  <a:cubicBezTo>
                    <a:pt x="6100" y="11711"/>
                    <a:pt x="11678" y="6133"/>
                    <a:pt x="18529" y="6133"/>
                  </a:cubicBezTo>
                  <a:close/>
                  <a:moveTo>
                    <a:pt x="18529" y="1"/>
                  </a:moveTo>
                  <a:cubicBezTo>
                    <a:pt x="8318" y="1"/>
                    <a:pt x="0" y="8319"/>
                    <a:pt x="0" y="18561"/>
                  </a:cubicBezTo>
                  <a:cubicBezTo>
                    <a:pt x="0" y="28771"/>
                    <a:pt x="8318" y="37089"/>
                    <a:pt x="18529" y="37089"/>
                  </a:cubicBezTo>
                  <a:cubicBezTo>
                    <a:pt x="28771" y="37089"/>
                    <a:pt x="37089" y="28771"/>
                    <a:pt x="37089" y="18561"/>
                  </a:cubicBezTo>
                  <a:cubicBezTo>
                    <a:pt x="37089" y="8319"/>
                    <a:pt x="28771" y="1"/>
                    <a:pt x="18529" y="1"/>
                  </a:cubicBezTo>
                  <a:close/>
                </a:path>
              </a:pathLst>
            </a:custGeom>
            <a:solidFill>
              <a:srgbClr val="694C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33"/>
            <p:cNvSpPr/>
            <p:nvPr/>
          </p:nvSpPr>
          <p:spPr>
            <a:xfrm>
              <a:off x="4258500" y="675225"/>
              <a:ext cx="927250" cy="927250"/>
            </a:xfrm>
            <a:custGeom>
              <a:rect b="b" l="l" r="r" t="t"/>
              <a:pathLst>
                <a:path extrusionOk="0" h="37090" w="37090">
                  <a:moveTo>
                    <a:pt x="18562" y="6100"/>
                  </a:moveTo>
                  <a:cubicBezTo>
                    <a:pt x="25412" y="6100"/>
                    <a:pt x="30990" y="11678"/>
                    <a:pt x="30990" y="18528"/>
                  </a:cubicBezTo>
                  <a:cubicBezTo>
                    <a:pt x="30990" y="25411"/>
                    <a:pt x="25412" y="30989"/>
                    <a:pt x="18562" y="30989"/>
                  </a:cubicBezTo>
                  <a:cubicBezTo>
                    <a:pt x="11679" y="30989"/>
                    <a:pt x="6101" y="25411"/>
                    <a:pt x="6101" y="18528"/>
                  </a:cubicBezTo>
                  <a:cubicBezTo>
                    <a:pt x="6101" y="11678"/>
                    <a:pt x="11679" y="6100"/>
                    <a:pt x="18562" y="6100"/>
                  </a:cubicBezTo>
                  <a:close/>
                  <a:moveTo>
                    <a:pt x="18562" y="0"/>
                  </a:moveTo>
                  <a:cubicBezTo>
                    <a:pt x="8319" y="0"/>
                    <a:pt x="1" y="8318"/>
                    <a:pt x="1" y="18528"/>
                  </a:cubicBezTo>
                  <a:cubicBezTo>
                    <a:pt x="1" y="28771"/>
                    <a:pt x="8319" y="37089"/>
                    <a:pt x="18562" y="37089"/>
                  </a:cubicBezTo>
                  <a:cubicBezTo>
                    <a:pt x="28772" y="37089"/>
                    <a:pt x="37090" y="28771"/>
                    <a:pt x="37090" y="18528"/>
                  </a:cubicBezTo>
                  <a:cubicBezTo>
                    <a:pt x="37090" y="8318"/>
                    <a:pt x="28772" y="0"/>
                    <a:pt x="18562" y="0"/>
                  </a:cubicBezTo>
                  <a:close/>
                </a:path>
              </a:pathLst>
            </a:custGeom>
            <a:solidFill>
              <a:srgbClr val="694C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33"/>
            <p:cNvSpPr/>
            <p:nvPr/>
          </p:nvSpPr>
          <p:spPr>
            <a:xfrm>
              <a:off x="4258500" y="1834050"/>
              <a:ext cx="927250" cy="928050"/>
            </a:xfrm>
            <a:custGeom>
              <a:rect b="b" l="l" r="r" t="t"/>
              <a:pathLst>
                <a:path extrusionOk="0" h="37122" w="37090">
                  <a:moveTo>
                    <a:pt x="18562" y="6133"/>
                  </a:moveTo>
                  <a:cubicBezTo>
                    <a:pt x="25412" y="6133"/>
                    <a:pt x="30990" y="11711"/>
                    <a:pt x="30990" y="18561"/>
                  </a:cubicBezTo>
                  <a:cubicBezTo>
                    <a:pt x="30990" y="25411"/>
                    <a:pt x="25412" y="30989"/>
                    <a:pt x="18562" y="30989"/>
                  </a:cubicBezTo>
                  <a:cubicBezTo>
                    <a:pt x="11679" y="30989"/>
                    <a:pt x="6101" y="25411"/>
                    <a:pt x="6101" y="18561"/>
                  </a:cubicBezTo>
                  <a:cubicBezTo>
                    <a:pt x="6101" y="11711"/>
                    <a:pt x="11679" y="6133"/>
                    <a:pt x="18562" y="6133"/>
                  </a:cubicBezTo>
                  <a:close/>
                  <a:moveTo>
                    <a:pt x="18562" y="0"/>
                  </a:moveTo>
                  <a:cubicBezTo>
                    <a:pt x="8319" y="0"/>
                    <a:pt x="1" y="8318"/>
                    <a:pt x="1" y="18561"/>
                  </a:cubicBezTo>
                  <a:cubicBezTo>
                    <a:pt x="1" y="28803"/>
                    <a:pt x="8319" y="37121"/>
                    <a:pt x="18562" y="37121"/>
                  </a:cubicBezTo>
                  <a:cubicBezTo>
                    <a:pt x="28772" y="37121"/>
                    <a:pt x="37090" y="28803"/>
                    <a:pt x="37090" y="18561"/>
                  </a:cubicBezTo>
                  <a:cubicBezTo>
                    <a:pt x="37090" y="8318"/>
                    <a:pt x="28772" y="0"/>
                    <a:pt x="18562" y="0"/>
                  </a:cubicBezTo>
                  <a:close/>
                </a:path>
              </a:pathLst>
            </a:custGeom>
            <a:solidFill>
              <a:srgbClr val="694C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33"/>
            <p:cNvSpPr/>
            <p:nvPr/>
          </p:nvSpPr>
          <p:spPr>
            <a:xfrm>
              <a:off x="4258500" y="2993675"/>
              <a:ext cx="927250" cy="927250"/>
            </a:xfrm>
            <a:custGeom>
              <a:rect b="b" l="l" r="r" t="t"/>
              <a:pathLst>
                <a:path extrusionOk="0" h="37090" w="37090">
                  <a:moveTo>
                    <a:pt x="18562" y="6133"/>
                  </a:moveTo>
                  <a:cubicBezTo>
                    <a:pt x="25412" y="6133"/>
                    <a:pt x="30990" y="11711"/>
                    <a:pt x="30990" y="18561"/>
                  </a:cubicBezTo>
                  <a:cubicBezTo>
                    <a:pt x="30990" y="25411"/>
                    <a:pt x="25412" y="30989"/>
                    <a:pt x="18562" y="30989"/>
                  </a:cubicBezTo>
                  <a:cubicBezTo>
                    <a:pt x="11679" y="30989"/>
                    <a:pt x="6101" y="25411"/>
                    <a:pt x="6101" y="18561"/>
                  </a:cubicBezTo>
                  <a:cubicBezTo>
                    <a:pt x="6101" y="11711"/>
                    <a:pt x="11679" y="6133"/>
                    <a:pt x="18562" y="6133"/>
                  </a:cubicBezTo>
                  <a:close/>
                  <a:moveTo>
                    <a:pt x="18562" y="1"/>
                  </a:moveTo>
                  <a:cubicBezTo>
                    <a:pt x="8319" y="1"/>
                    <a:pt x="1" y="8319"/>
                    <a:pt x="1" y="18561"/>
                  </a:cubicBezTo>
                  <a:cubicBezTo>
                    <a:pt x="1" y="28771"/>
                    <a:pt x="8319" y="37089"/>
                    <a:pt x="18562" y="37089"/>
                  </a:cubicBezTo>
                  <a:cubicBezTo>
                    <a:pt x="28772" y="37089"/>
                    <a:pt x="37090" y="28771"/>
                    <a:pt x="37090" y="18561"/>
                  </a:cubicBezTo>
                  <a:cubicBezTo>
                    <a:pt x="37090" y="8319"/>
                    <a:pt x="28772" y="1"/>
                    <a:pt x="18562" y="1"/>
                  </a:cubicBezTo>
                  <a:close/>
                </a:path>
              </a:pathLst>
            </a:custGeom>
            <a:solidFill>
              <a:srgbClr val="694C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33"/>
            <p:cNvSpPr/>
            <p:nvPr/>
          </p:nvSpPr>
          <p:spPr>
            <a:xfrm>
              <a:off x="2414675" y="4153300"/>
              <a:ext cx="927250" cy="927250"/>
            </a:xfrm>
            <a:custGeom>
              <a:rect b="b" l="l" r="r" t="t"/>
              <a:pathLst>
                <a:path extrusionOk="0" h="37090" w="37090">
                  <a:moveTo>
                    <a:pt x="18529" y="6101"/>
                  </a:moveTo>
                  <a:cubicBezTo>
                    <a:pt x="25411" y="6101"/>
                    <a:pt x="30989" y="11679"/>
                    <a:pt x="30989" y="18562"/>
                  </a:cubicBezTo>
                  <a:cubicBezTo>
                    <a:pt x="30989" y="25412"/>
                    <a:pt x="25411" y="30990"/>
                    <a:pt x="18529" y="30990"/>
                  </a:cubicBezTo>
                  <a:cubicBezTo>
                    <a:pt x="11678" y="30990"/>
                    <a:pt x="6100" y="25412"/>
                    <a:pt x="6100" y="18562"/>
                  </a:cubicBezTo>
                  <a:cubicBezTo>
                    <a:pt x="6100" y="11679"/>
                    <a:pt x="11678" y="6101"/>
                    <a:pt x="18529" y="6101"/>
                  </a:cubicBezTo>
                  <a:close/>
                  <a:moveTo>
                    <a:pt x="18529" y="1"/>
                  </a:moveTo>
                  <a:cubicBezTo>
                    <a:pt x="8318" y="1"/>
                    <a:pt x="0" y="8319"/>
                    <a:pt x="0" y="18562"/>
                  </a:cubicBezTo>
                  <a:cubicBezTo>
                    <a:pt x="0" y="28772"/>
                    <a:pt x="8318" y="37090"/>
                    <a:pt x="18529" y="37090"/>
                  </a:cubicBezTo>
                  <a:cubicBezTo>
                    <a:pt x="28771" y="37090"/>
                    <a:pt x="37089" y="28772"/>
                    <a:pt x="37089" y="18562"/>
                  </a:cubicBezTo>
                  <a:cubicBezTo>
                    <a:pt x="37089" y="8319"/>
                    <a:pt x="28771" y="1"/>
                    <a:pt x="18529" y="1"/>
                  </a:cubicBezTo>
                  <a:close/>
                </a:path>
              </a:pathLst>
            </a:custGeom>
            <a:solidFill>
              <a:srgbClr val="694C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33"/>
            <p:cNvSpPr/>
            <p:nvPr/>
          </p:nvSpPr>
          <p:spPr>
            <a:xfrm>
              <a:off x="4258500" y="4153300"/>
              <a:ext cx="927250" cy="927250"/>
            </a:xfrm>
            <a:custGeom>
              <a:rect b="b" l="l" r="r" t="t"/>
              <a:pathLst>
                <a:path extrusionOk="0" h="37090" w="37090">
                  <a:moveTo>
                    <a:pt x="18562" y="6101"/>
                  </a:moveTo>
                  <a:cubicBezTo>
                    <a:pt x="25412" y="6101"/>
                    <a:pt x="30990" y="11679"/>
                    <a:pt x="30990" y="18562"/>
                  </a:cubicBezTo>
                  <a:cubicBezTo>
                    <a:pt x="30990" y="25412"/>
                    <a:pt x="25412" y="30990"/>
                    <a:pt x="18562" y="30990"/>
                  </a:cubicBezTo>
                  <a:cubicBezTo>
                    <a:pt x="11679" y="30990"/>
                    <a:pt x="6101" y="25412"/>
                    <a:pt x="6101" y="18562"/>
                  </a:cubicBezTo>
                  <a:cubicBezTo>
                    <a:pt x="6101" y="11679"/>
                    <a:pt x="11679" y="6101"/>
                    <a:pt x="18562" y="6101"/>
                  </a:cubicBezTo>
                  <a:close/>
                  <a:moveTo>
                    <a:pt x="18562" y="1"/>
                  </a:moveTo>
                  <a:cubicBezTo>
                    <a:pt x="8319" y="1"/>
                    <a:pt x="1" y="8319"/>
                    <a:pt x="1" y="18562"/>
                  </a:cubicBezTo>
                  <a:cubicBezTo>
                    <a:pt x="1" y="28772"/>
                    <a:pt x="8319" y="37090"/>
                    <a:pt x="18562" y="37090"/>
                  </a:cubicBezTo>
                  <a:cubicBezTo>
                    <a:pt x="28772" y="37090"/>
                    <a:pt x="37090" y="28772"/>
                    <a:pt x="37090" y="18562"/>
                  </a:cubicBezTo>
                  <a:cubicBezTo>
                    <a:pt x="37090" y="8319"/>
                    <a:pt x="28772" y="1"/>
                    <a:pt x="18562" y="1"/>
                  </a:cubicBezTo>
                  <a:close/>
                </a:path>
              </a:pathLst>
            </a:custGeom>
            <a:solidFill>
              <a:srgbClr val="694C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" name="Google Shape;516;p33"/>
          <p:cNvGrpSpPr/>
          <p:nvPr/>
        </p:nvGrpSpPr>
        <p:grpSpPr>
          <a:xfrm>
            <a:off x="6287151" y="2093881"/>
            <a:ext cx="280548" cy="327766"/>
            <a:chOff x="1566550" y="238125"/>
            <a:chExt cx="4467325" cy="5219200"/>
          </a:xfrm>
        </p:grpSpPr>
        <p:sp>
          <p:nvSpPr>
            <p:cNvPr id="517" name="Google Shape;517;p33"/>
            <p:cNvSpPr/>
            <p:nvPr/>
          </p:nvSpPr>
          <p:spPr>
            <a:xfrm>
              <a:off x="1566550" y="238125"/>
              <a:ext cx="1182500" cy="5219200"/>
            </a:xfrm>
            <a:custGeom>
              <a:rect b="b" l="l" r="r" t="t"/>
              <a:pathLst>
                <a:path extrusionOk="0" h="208768" w="47300">
                  <a:moveTo>
                    <a:pt x="23879" y="6133"/>
                  </a:moveTo>
                  <a:cubicBezTo>
                    <a:pt x="25640" y="6133"/>
                    <a:pt x="27140" y="7470"/>
                    <a:pt x="27336" y="9231"/>
                  </a:cubicBezTo>
                  <a:lnTo>
                    <a:pt x="32979" y="61325"/>
                  </a:lnTo>
                  <a:cubicBezTo>
                    <a:pt x="33208" y="63446"/>
                    <a:pt x="32392" y="65566"/>
                    <a:pt x="30859" y="67034"/>
                  </a:cubicBezTo>
                  <a:lnTo>
                    <a:pt x="28021" y="69709"/>
                  </a:lnTo>
                  <a:cubicBezTo>
                    <a:pt x="26880" y="70818"/>
                    <a:pt x="26195" y="72351"/>
                    <a:pt x="26195" y="73949"/>
                  </a:cubicBezTo>
                  <a:cubicBezTo>
                    <a:pt x="26195" y="75548"/>
                    <a:pt x="26847" y="77113"/>
                    <a:pt x="28021" y="78190"/>
                  </a:cubicBezTo>
                  <a:lnTo>
                    <a:pt x="38818" y="88400"/>
                  </a:lnTo>
                  <a:cubicBezTo>
                    <a:pt x="40319" y="89835"/>
                    <a:pt x="41200" y="91858"/>
                    <a:pt x="41200" y="93945"/>
                  </a:cubicBezTo>
                  <a:lnTo>
                    <a:pt x="41200" y="108559"/>
                  </a:lnTo>
                  <a:lnTo>
                    <a:pt x="6133" y="108559"/>
                  </a:lnTo>
                  <a:lnTo>
                    <a:pt x="6133" y="94043"/>
                  </a:lnTo>
                  <a:cubicBezTo>
                    <a:pt x="6133" y="91923"/>
                    <a:pt x="7014" y="89868"/>
                    <a:pt x="8580" y="88432"/>
                  </a:cubicBezTo>
                  <a:lnTo>
                    <a:pt x="19638" y="78222"/>
                  </a:lnTo>
                  <a:cubicBezTo>
                    <a:pt x="20812" y="77146"/>
                    <a:pt x="21497" y="75580"/>
                    <a:pt x="21530" y="73982"/>
                  </a:cubicBezTo>
                  <a:cubicBezTo>
                    <a:pt x="21530" y="72351"/>
                    <a:pt x="20845" y="70785"/>
                    <a:pt x="19671" y="69676"/>
                  </a:cubicBezTo>
                  <a:lnTo>
                    <a:pt x="16898" y="67034"/>
                  </a:lnTo>
                  <a:cubicBezTo>
                    <a:pt x="15332" y="65566"/>
                    <a:pt x="14549" y="63446"/>
                    <a:pt x="14778" y="61325"/>
                  </a:cubicBezTo>
                  <a:lnTo>
                    <a:pt x="20421" y="9231"/>
                  </a:lnTo>
                  <a:cubicBezTo>
                    <a:pt x="20584" y="7470"/>
                    <a:pt x="22084" y="6133"/>
                    <a:pt x="23879" y="6133"/>
                  </a:cubicBezTo>
                  <a:close/>
                  <a:moveTo>
                    <a:pt x="41200" y="178365"/>
                  </a:moveTo>
                  <a:lnTo>
                    <a:pt x="41200" y="197318"/>
                  </a:lnTo>
                  <a:cubicBezTo>
                    <a:pt x="41200" y="200253"/>
                    <a:pt x="38818" y="202635"/>
                    <a:pt x="35883" y="202635"/>
                  </a:cubicBezTo>
                  <a:lnTo>
                    <a:pt x="11450" y="202635"/>
                  </a:lnTo>
                  <a:cubicBezTo>
                    <a:pt x="8515" y="202635"/>
                    <a:pt x="6133" y="200253"/>
                    <a:pt x="6133" y="197318"/>
                  </a:cubicBezTo>
                  <a:lnTo>
                    <a:pt x="6133" y="178365"/>
                  </a:lnTo>
                  <a:close/>
                  <a:moveTo>
                    <a:pt x="23879" y="0"/>
                  </a:moveTo>
                  <a:cubicBezTo>
                    <a:pt x="18953" y="0"/>
                    <a:pt x="14843" y="3686"/>
                    <a:pt x="14321" y="8579"/>
                  </a:cubicBezTo>
                  <a:lnTo>
                    <a:pt x="8678" y="60673"/>
                  </a:lnTo>
                  <a:cubicBezTo>
                    <a:pt x="8254" y="64685"/>
                    <a:pt x="9754" y="68730"/>
                    <a:pt x="12690" y="71503"/>
                  </a:cubicBezTo>
                  <a:lnTo>
                    <a:pt x="15267" y="73949"/>
                  </a:lnTo>
                  <a:lnTo>
                    <a:pt x="4437" y="83931"/>
                  </a:lnTo>
                  <a:cubicBezTo>
                    <a:pt x="1599" y="86508"/>
                    <a:pt x="1" y="90194"/>
                    <a:pt x="1" y="94043"/>
                  </a:cubicBezTo>
                  <a:lnTo>
                    <a:pt x="1" y="122488"/>
                  </a:lnTo>
                  <a:cubicBezTo>
                    <a:pt x="1" y="124151"/>
                    <a:pt x="1371" y="125521"/>
                    <a:pt x="3067" y="125521"/>
                  </a:cubicBezTo>
                  <a:cubicBezTo>
                    <a:pt x="4763" y="125521"/>
                    <a:pt x="6133" y="124151"/>
                    <a:pt x="6133" y="122488"/>
                  </a:cubicBezTo>
                  <a:lnTo>
                    <a:pt x="6133" y="114659"/>
                  </a:lnTo>
                  <a:lnTo>
                    <a:pt x="41200" y="114659"/>
                  </a:lnTo>
                  <a:lnTo>
                    <a:pt x="41200" y="172233"/>
                  </a:lnTo>
                  <a:lnTo>
                    <a:pt x="6133" y="172233"/>
                  </a:lnTo>
                  <a:lnTo>
                    <a:pt x="6133" y="136612"/>
                  </a:lnTo>
                  <a:cubicBezTo>
                    <a:pt x="6133" y="134916"/>
                    <a:pt x="4763" y="133546"/>
                    <a:pt x="3067" y="133546"/>
                  </a:cubicBezTo>
                  <a:cubicBezTo>
                    <a:pt x="1371" y="133546"/>
                    <a:pt x="1" y="134916"/>
                    <a:pt x="1" y="136612"/>
                  </a:cubicBezTo>
                  <a:lnTo>
                    <a:pt x="1" y="197318"/>
                  </a:lnTo>
                  <a:cubicBezTo>
                    <a:pt x="1" y="203646"/>
                    <a:pt x="5122" y="208767"/>
                    <a:pt x="11450" y="208767"/>
                  </a:cubicBezTo>
                  <a:lnTo>
                    <a:pt x="35883" y="208767"/>
                  </a:lnTo>
                  <a:cubicBezTo>
                    <a:pt x="42178" y="208767"/>
                    <a:pt x="47300" y="203646"/>
                    <a:pt x="47300" y="197318"/>
                  </a:cubicBezTo>
                  <a:lnTo>
                    <a:pt x="47300" y="93945"/>
                  </a:lnTo>
                  <a:cubicBezTo>
                    <a:pt x="47300" y="90194"/>
                    <a:pt x="45734" y="86541"/>
                    <a:pt x="43026" y="83964"/>
                  </a:cubicBezTo>
                  <a:lnTo>
                    <a:pt x="32425" y="73949"/>
                  </a:lnTo>
                  <a:lnTo>
                    <a:pt x="35067" y="71503"/>
                  </a:lnTo>
                  <a:cubicBezTo>
                    <a:pt x="38003" y="68730"/>
                    <a:pt x="39471" y="64685"/>
                    <a:pt x="39047" y="60673"/>
                  </a:cubicBezTo>
                  <a:lnTo>
                    <a:pt x="33404" y="8579"/>
                  </a:lnTo>
                  <a:cubicBezTo>
                    <a:pt x="32882" y="3686"/>
                    <a:pt x="28771" y="0"/>
                    <a:pt x="238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33"/>
            <p:cNvSpPr/>
            <p:nvPr/>
          </p:nvSpPr>
          <p:spPr>
            <a:xfrm>
              <a:off x="3205700" y="238125"/>
              <a:ext cx="1182500" cy="5219200"/>
            </a:xfrm>
            <a:custGeom>
              <a:rect b="b" l="l" r="r" t="t"/>
              <a:pathLst>
                <a:path extrusionOk="0" h="208768" w="47300">
                  <a:moveTo>
                    <a:pt x="23846" y="6133"/>
                  </a:moveTo>
                  <a:cubicBezTo>
                    <a:pt x="25640" y="6133"/>
                    <a:pt x="27140" y="7470"/>
                    <a:pt x="27304" y="9231"/>
                  </a:cubicBezTo>
                  <a:lnTo>
                    <a:pt x="32947" y="61325"/>
                  </a:lnTo>
                  <a:cubicBezTo>
                    <a:pt x="33175" y="63446"/>
                    <a:pt x="32392" y="65566"/>
                    <a:pt x="30826" y="67034"/>
                  </a:cubicBezTo>
                  <a:lnTo>
                    <a:pt x="28021" y="69709"/>
                  </a:lnTo>
                  <a:cubicBezTo>
                    <a:pt x="26847" y="70818"/>
                    <a:pt x="26194" y="72351"/>
                    <a:pt x="26194" y="73949"/>
                  </a:cubicBezTo>
                  <a:cubicBezTo>
                    <a:pt x="26194" y="75548"/>
                    <a:pt x="26847" y="77113"/>
                    <a:pt x="28021" y="78190"/>
                  </a:cubicBezTo>
                  <a:lnTo>
                    <a:pt x="38786" y="88400"/>
                  </a:lnTo>
                  <a:cubicBezTo>
                    <a:pt x="40319" y="89835"/>
                    <a:pt x="41167" y="91858"/>
                    <a:pt x="41167" y="93945"/>
                  </a:cubicBezTo>
                  <a:lnTo>
                    <a:pt x="41167" y="108559"/>
                  </a:lnTo>
                  <a:lnTo>
                    <a:pt x="6101" y="108559"/>
                  </a:lnTo>
                  <a:lnTo>
                    <a:pt x="6101" y="94043"/>
                  </a:lnTo>
                  <a:cubicBezTo>
                    <a:pt x="6101" y="91923"/>
                    <a:pt x="7014" y="89868"/>
                    <a:pt x="8580" y="88432"/>
                  </a:cubicBezTo>
                  <a:lnTo>
                    <a:pt x="19638" y="78222"/>
                  </a:lnTo>
                  <a:cubicBezTo>
                    <a:pt x="20812" y="77146"/>
                    <a:pt x="21497" y="75580"/>
                    <a:pt x="21497" y="73982"/>
                  </a:cubicBezTo>
                  <a:cubicBezTo>
                    <a:pt x="21530" y="72351"/>
                    <a:pt x="20845" y="70785"/>
                    <a:pt x="19670" y="69676"/>
                  </a:cubicBezTo>
                  <a:lnTo>
                    <a:pt x="16865" y="67034"/>
                  </a:lnTo>
                  <a:cubicBezTo>
                    <a:pt x="15332" y="65566"/>
                    <a:pt x="14517" y="63446"/>
                    <a:pt x="14777" y="61325"/>
                  </a:cubicBezTo>
                  <a:lnTo>
                    <a:pt x="20388" y="9231"/>
                  </a:lnTo>
                  <a:cubicBezTo>
                    <a:pt x="20584" y="7470"/>
                    <a:pt x="22084" y="6133"/>
                    <a:pt x="23846" y="6133"/>
                  </a:cubicBezTo>
                  <a:close/>
                  <a:moveTo>
                    <a:pt x="41167" y="114659"/>
                  </a:moveTo>
                  <a:lnTo>
                    <a:pt x="41167" y="172233"/>
                  </a:lnTo>
                  <a:lnTo>
                    <a:pt x="6101" y="172233"/>
                  </a:lnTo>
                  <a:lnTo>
                    <a:pt x="6101" y="114659"/>
                  </a:lnTo>
                  <a:close/>
                  <a:moveTo>
                    <a:pt x="41167" y="178365"/>
                  </a:moveTo>
                  <a:lnTo>
                    <a:pt x="41167" y="197318"/>
                  </a:lnTo>
                  <a:cubicBezTo>
                    <a:pt x="41167" y="200253"/>
                    <a:pt x="38786" y="202635"/>
                    <a:pt x="35850" y="202635"/>
                  </a:cubicBezTo>
                  <a:lnTo>
                    <a:pt x="11418" y="202635"/>
                  </a:lnTo>
                  <a:cubicBezTo>
                    <a:pt x="8482" y="202635"/>
                    <a:pt x="6101" y="200253"/>
                    <a:pt x="6101" y="197318"/>
                  </a:cubicBezTo>
                  <a:lnTo>
                    <a:pt x="6101" y="178365"/>
                  </a:lnTo>
                  <a:close/>
                  <a:moveTo>
                    <a:pt x="23846" y="0"/>
                  </a:moveTo>
                  <a:cubicBezTo>
                    <a:pt x="18953" y="0"/>
                    <a:pt x="14843" y="3686"/>
                    <a:pt x="14321" y="8579"/>
                  </a:cubicBezTo>
                  <a:lnTo>
                    <a:pt x="8678" y="60673"/>
                  </a:lnTo>
                  <a:cubicBezTo>
                    <a:pt x="8254" y="64685"/>
                    <a:pt x="9721" y="68730"/>
                    <a:pt x="12657" y="71503"/>
                  </a:cubicBezTo>
                  <a:lnTo>
                    <a:pt x="15267" y="73949"/>
                  </a:lnTo>
                  <a:lnTo>
                    <a:pt x="4404" y="83931"/>
                  </a:lnTo>
                  <a:cubicBezTo>
                    <a:pt x="1599" y="86508"/>
                    <a:pt x="1" y="90194"/>
                    <a:pt x="1" y="94043"/>
                  </a:cubicBezTo>
                  <a:lnTo>
                    <a:pt x="1" y="197318"/>
                  </a:lnTo>
                  <a:cubicBezTo>
                    <a:pt x="1" y="203646"/>
                    <a:pt x="5122" y="208767"/>
                    <a:pt x="11418" y="208767"/>
                  </a:cubicBezTo>
                  <a:lnTo>
                    <a:pt x="35850" y="208767"/>
                  </a:lnTo>
                  <a:cubicBezTo>
                    <a:pt x="42178" y="208767"/>
                    <a:pt x="47299" y="203646"/>
                    <a:pt x="47299" y="197318"/>
                  </a:cubicBezTo>
                  <a:lnTo>
                    <a:pt x="47299" y="93945"/>
                  </a:lnTo>
                  <a:cubicBezTo>
                    <a:pt x="47299" y="90194"/>
                    <a:pt x="45734" y="86541"/>
                    <a:pt x="42994" y="83964"/>
                  </a:cubicBezTo>
                  <a:lnTo>
                    <a:pt x="32425" y="73949"/>
                  </a:lnTo>
                  <a:lnTo>
                    <a:pt x="35034" y="71503"/>
                  </a:lnTo>
                  <a:cubicBezTo>
                    <a:pt x="37970" y="68730"/>
                    <a:pt x="39471" y="64685"/>
                    <a:pt x="39047" y="60673"/>
                  </a:cubicBezTo>
                  <a:lnTo>
                    <a:pt x="33403" y="8579"/>
                  </a:lnTo>
                  <a:cubicBezTo>
                    <a:pt x="32882" y="3686"/>
                    <a:pt x="28771" y="0"/>
                    <a:pt x="238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33"/>
            <p:cNvSpPr/>
            <p:nvPr/>
          </p:nvSpPr>
          <p:spPr>
            <a:xfrm>
              <a:off x="4851375" y="238125"/>
              <a:ext cx="1182500" cy="5219200"/>
            </a:xfrm>
            <a:custGeom>
              <a:rect b="b" l="l" r="r" t="t"/>
              <a:pathLst>
                <a:path extrusionOk="0" h="208768" w="47300">
                  <a:moveTo>
                    <a:pt x="23846" y="6133"/>
                  </a:moveTo>
                  <a:cubicBezTo>
                    <a:pt x="25640" y="6133"/>
                    <a:pt x="27140" y="7470"/>
                    <a:pt x="27303" y="9231"/>
                  </a:cubicBezTo>
                  <a:lnTo>
                    <a:pt x="32947" y="61325"/>
                  </a:lnTo>
                  <a:cubicBezTo>
                    <a:pt x="33175" y="63446"/>
                    <a:pt x="32392" y="65566"/>
                    <a:pt x="30826" y="67034"/>
                  </a:cubicBezTo>
                  <a:lnTo>
                    <a:pt x="28021" y="69709"/>
                  </a:lnTo>
                  <a:cubicBezTo>
                    <a:pt x="26847" y="70818"/>
                    <a:pt x="26194" y="72351"/>
                    <a:pt x="26194" y="73949"/>
                  </a:cubicBezTo>
                  <a:cubicBezTo>
                    <a:pt x="26194" y="75548"/>
                    <a:pt x="26847" y="77113"/>
                    <a:pt x="28021" y="78190"/>
                  </a:cubicBezTo>
                  <a:lnTo>
                    <a:pt x="38786" y="88400"/>
                  </a:lnTo>
                  <a:cubicBezTo>
                    <a:pt x="40319" y="89835"/>
                    <a:pt x="41167" y="91858"/>
                    <a:pt x="41167" y="93945"/>
                  </a:cubicBezTo>
                  <a:lnTo>
                    <a:pt x="41167" y="108559"/>
                  </a:lnTo>
                  <a:lnTo>
                    <a:pt x="6100" y="108559"/>
                  </a:lnTo>
                  <a:lnTo>
                    <a:pt x="6100" y="94043"/>
                  </a:lnTo>
                  <a:cubicBezTo>
                    <a:pt x="6100" y="91923"/>
                    <a:pt x="7014" y="89868"/>
                    <a:pt x="8580" y="88432"/>
                  </a:cubicBezTo>
                  <a:lnTo>
                    <a:pt x="19638" y="78222"/>
                  </a:lnTo>
                  <a:cubicBezTo>
                    <a:pt x="20812" y="77146"/>
                    <a:pt x="21497" y="75580"/>
                    <a:pt x="21497" y="73982"/>
                  </a:cubicBezTo>
                  <a:cubicBezTo>
                    <a:pt x="21530" y="72351"/>
                    <a:pt x="20845" y="70785"/>
                    <a:pt x="19670" y="69676"/>
                  </a:cubicBezTo>
                  <a:lnTo>
                    <a:pt x="16865" y="67034"/>
                  </a:lnTo>
                  <a:cubicBezTo>
                    <a:pt x="15332" y="65566"/>
                    <a:pt x="14516" y="63446"/>
                    <a:pt x="14745" y="61325"/>
                  </a:cubicBezTo>
                  <a:lnTo>
                    <a:pt x="20388" y="9231"/>
                  </a:lnTo>
                  <a:cubicBezTo>
                    <a:pt x="20584" y="7470"/>
                    <a:pt x="22084" y="6133"/>
                    <a:pt x="23846" y="6133"/>
                  </a:cubicBezTo>
                  <a:close/>
                  <a:moveTo>
                    <a:pt x="41167" y="178365"/>
                  </a:moveTo>
                  <a:lnTo>
                    <a:pt x="41167" y="197318"/>
                  </a:lnTo>
                  <a:cubicBezTo>
                    <a:pt x="41167" y="200253"/>
                    <a:pt x="38786" y="202635"/>
                    <a:pt x="35850" y="202635"/>
                  </a:cubicBezTo>
                  <a:lnTo>
                    <a:pt x="11418" y="202635"/>
                  </a:lnTo>
                  <a:cubicBezTo>
                    <a:pt x="8482" y="202635"/>
                    <a:pt x="6100" y="200253"/>
                    <a:pt x="6100" y="197318"/>
                  </a:cubicBezTo>
                  <a:lnTo>
                    <a:pt x="6100" y="178365"/>
                  </a:lnTo>
                  <a:close/>
                  <a:moveTo>
                    <a:pt x="23846" y="0"/>
                  </a:moveTo>
                  <a:cubicBezTo>
                    <a:pt x="18953" y="0"/>
                    <a:pt x="14843" y="3686"/>
                    <a:pt x="14321" y="8579"/>
                  </a:cubicBezTo>
                  <a:lnTo>
                    <a:pt x="8677" y="60673"/>
                  </a:lnTo>
                  <a:cubicBezTo>
                    <a:pt x="8253" y="64685"/>
                    <a:pt x="9721" y="68730"/>
                    <a:pt x="12657" y="71503"/>
                  </a:cubicBezTo>
                  <a:lnTo>
                    <a:pt x="15267" y="73949"/>
                  </a:lnTo>
                  <a:lnTo>
                    <a:pt x="4404" y="83931"/>
                  </a:lnTo>
                  <a:cubicBezTo>
                    <a:pt x="1599" y="86508"/>
                    <a:pt x="1" y="90194"/>
                    <a:pt x="1" y="94043"/>
                  </a:cubicBezTo>
                  <a:lnTo>
                    <a:pt x="1" y="149921"/>
                  </a:lnTo>
                  <a:cubicBezTo>
                    <a:pt x="1" y="151617"/>
                    <a:pt x="1371" y="152987"/>
                    <a:pt x="3034" y="152987"/>
                  </a:cubicBezTo>
                  <a:cubicBezTo>
                    <a:pt x="4730" y="152987"/>
                    <a:pt x="6100" y="151617"/>
                    <a:pt x="6100" y="149921"/>
                  </a:cubicBezTo>
                  <a:lnTo>
                    <a:pt x="6100" y="114659"/>
                  </a:lnTo>
                  <a:lnTo>
                    <a:pt x="41167" y="114659"/>
                  </a:lnTo>
                  <a:lnTo>
                    <a:pt x="41167" y="172233"/>
                  </a:lnTo>
                  <a:lnTo>
                    <a:pt x="6100" y="172233"/>
                  </a:lnTo>
                  <a:lnTo>
                    <a:pt x="6100" y="164143"/>
                  </a:lnTo>
                  <a:cubicBezTo>
                    <a:pt x="6100" y="162480"/>
                    <a:pt x="4730" y="161110"/>
                    <a:pt x="3034" y="161110"/>
                  </a:cubicBezTo>
                  <a:cubicBezTo>
                    <a:pt x="1371" y="161110"/>
                    <a:pt x="1" y="162480"/>
                    <a:pt x="1" y="164143"/>
                  </a:cubicBezTo>
                  <a:lnTo>
                    <a:pt x="1" y="197318"/>
                  </a:lnTo>
                  <a:cubicBezTo>
                    <a:pt x="1" y="203646"/>
                    <a:pt x="5122" y="208767"/>
                    <a:pt x="11418" y="208767"/>
                  </a:cubicBezTo>
                  <a:lnTo>
                    <a:pt x="35850" y="208767"/>
                  </a:lnTo>
                  <a:cubicBezTo>
                    <a:pt x="42178" y="208767"/>
                    <a:pt x="47299" y="203646"/>
                    <a:pt x="47299" y="197318"/>
                  </a:cubicBezTo>
                  <a:lnTo>
                    <a:pt x="47299" y="93945"/>
                  </a:lnTo>
                  <a:cubicBezTo>
                    <a:pt x="47299" y="90194"/>
                    <a:pt x="45734" y="86541"/>
                    <a:pt x="42994" y="83964"/>
                  </a:cubicBezTo>
                  <a:lnTo>
                    <a:pt x="32425" y="73949"/>
                  </a:lnTo>
                  <a:lnTo>
                    <a:pt x="35034" y="71503"/>
                  </a:lnTo>
                  <a:cubicBezTo>
                    <a:pt x="37970" y="68730"/>
                    <a:pt x="39471" y="64685"/>
                    <a:pt x="39047" y="60673"/>
                  </a:cubicBezTo>
                  <a:lnTo>
                    <a:pt x="33403" y="8579"/>
                  </a:lnTo>
                  <a:cubicBezTo>
                    <a:pt x="32881" y="3686"/>
                    <a:pt x="28771" y="0"/>
                    <a:pt x="238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0" name="Google Shape;520;p33"/>
          <p:cNvSpPr txBox="1"/>
          <p:nvPr>
            <p:ph idx="1" type="subTitle"/>
          </p:nvPr>
        </p:nvSpPr>
        <p:spPr>
          <a:xfrm>
            <a:off x="1940900" y="2738000"/>
            <a:ext cx="1551300" cy="76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</a:t>
            </a:r>
            <a:endParaRPr/>
          </a:p>
        </p:txBody>
      </p:sp>
      <p:sp>
        <p:nvSpPr>
          <p:cNvPr id="521" name="Google Shape;521;p33"/>
          <p:cNvSpPr txBox="1"/>
          <p:nvPr>
            <p:ph idx="2" type="subTitle"/>
          </p:nvPr>
        </p:nvSpPr>
        <p:spPr>
          <a:xfrm>
            <a:off x="3787800" y="2738000"/>
            <a:ext cx="1551300" cy="76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</a:t>
            </a:r>
            <a:endParaRPr/>
          </a:p>
        </p:txBody>
      </p:sp>
      <p:sp>
        <p:nvSpPr>
          <p:cNvPr id="522" name="Google Shape;522;p33"/>
          <p:cNvSpPr txBox="1"/>
          <p:nvPr>
            <p:ph idx="3" type="subTitle"/>
          </p:nvPr>
        </p:nvSpPr>
        <p:spPr>
          <a:xfrm>
            <a:off x="1863075" y="2556625"/>
            <a:ext cx="1707000" cy="24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523" name="Google Shape;523;p33"/>
          <p:cNvSpPr txBox="1"/>
          <p:nvPr>
            <p:ph idx="4" type="subTitle"/>
          </p:nvPr>
        </p:nvSpPr>
        <p:spPr>
          <a:xfrm>
            <a:off x="3709950" y="2556625"/>
            <a:ext cx="1707000" cy="24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524" name="Google Shape;524;p33"/>
          <p:cNvSpPr txBox="1"/>
          <p:nvPr>
            <p:ph idx="5" type="subTitle"/>
          </p:nvPr>
        </p:nvSpPr>
        <p:spPr>
          <a:xfrm>
            <a:off x="5652525" y="2738000"/>
            <a:ext cx="1551300" cy="76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 is the ringed one. It’s composed mostly of hydrogen and helium</a:t>
            </a:r>
            <a:endParaRPr/>
          </a:p>
        </p:txBody>
      </p:sp>
      <p:sp>
        <p:nvSpPr>
          <p:cNvPr id="525" name="Google Shape;525;p33"/>
          <p:cNvSpPr txBox="1"/>
          <p:nvPr>
            <p:ph idx="6" type="subTitle"/>
          </p:nvPr>
        </p:nvSpPr>
        <p:spPr>
          <a:xfrm>
            <a:off x="5574675" y="2556625"/>
            <a:ext cx="1707000" cy="24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</a:t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529" name="Shape 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" name="Google Shape;530;p34"/>
          <p:cNvSpPr txBox="1"/>
          <p:nvPr>
            <p:ph idx="4294967295" type="subTitle"/>
          </p:nvPr>
        </p:nvSpPr>
        <p:spPr>
          <a:xfrm>
            <a:off x="790825" y="1263136"/>
            <a:ext cx="1907700" cy="42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Mercury is the closest planet to the Sun and the smallest one</a:t>
            </a:r>
            <a:endParaRPr sz="1000"/>
          </a:p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531" name="Google Shape;531;p34"/>
          <p:cNvSpPr txBox="1"/>
          <p:nvPr/>
        </p:nvSpPr>
        <p:spPr>
          <a:xfrm>
            <a:off x="790970" y="1023138"/>
            <a:ext cx="9663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694C84"/>
                </a:solidFill>
                <a:latin typeface="Josefin Sans"/>
                <a:ea typeface="Josefin Sans"/>
                <a:cs typeface="Josefin Sans"/>
                <a:sym typeface="Josefin Sans"/>
              </a:rPr>
              <a:t>Week 1</a:t>
            </a:r>
            <a:endParaRPr b="1" sz="1200">
              <a:solidFill>
                <a:srgbClr val="694C84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532" name="Google Shape;532;p34"/>
          <p:cNvSpPr txBox="1"/>
          <p:nvPr>
            <p:ph idx="4294967295" type="subTitle"/>
          </p:nvPr>
        </p:nvSpPr>
        <p:spPr>
          <a:xfrm>
            <a:off x="6451220" y="1263155"/>
            <a:ext cx="1907700" cy="42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Despite being red, Mars is a cold place, not hot</a:t>
            </a:r>
            <a:endParaRPr sz="1000"/>
          </a:p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533" name="Google Shape;533;p34"/>
          <p:cNvSpPr txBox="1"/>
          <p:nvPr>
            <p:ph idx="4294967295" type="subTitle"/>
          </p:nvPr>
        </p:nvSpPr>
        <p:spPr>
          <a:xfrm>
            <a:off x="790825" y="4073121"/>
            <a:ext cx="1907700" cy="42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Saturn is composed mostly of hydrogen and helium</a:t>
            </a:r>
            <a:endParaRPr sz="1000"/>
          </a:p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534" name="Google Shape;534;p34"/>
          <p:cNvSpPr txBox="1"/>
          <p:nvPr>
            <p:ph idx="4294967295" type="subTitle"/>
          </p:nvPr>
        </p:nvSpPr>
        <p:spPr>
          <a:xfrm>
            <a:off x="6445375" y="4073121"/>
            <a:ext cx="1907700" cy="42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Jupiter is the biggest planet in our Solar System</a:t>
            </a:r>
            <a:endParaRPr sz="1000"/>
          </a:p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535" name="Google Shape;535;p34"/>
          <p:cNvSpPr txBox="1"/>
          <p:nvPr>
            <p:ph type="title"/>
          </p:nvPr>
        </p:nvSpPr>
        <p:spPr>
          <a:xfrm>
            <a:off x="1162800" y="376475"/>
            <a:ext cx="6818400" cy="67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PATIENT MONITORING</a:t>
            </a:r>
            <a:endParaRPr/>
          </a:p>
        </p:txBody>
      </p:sp>
      <p:sp>
        <p:nvSpPr>
          <p:cNvPr id="536" name="Google Shape;536;p34"/>
          <p:cNvSpPr txBox="1"/>
          <p:nvPr/>
        </p:nvSpPr>
        <p:spPr>
          <a:xfrm>
            <a:off x="7386783" y="1019101"/>
            <a:ext cx="9663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694C84"/>
                </a:solidFill>
                <a:latin typeface="Josefin Sans"/>
                <a:ea typeface="Josefin Sans"/>
                <a:cs typeface="Josefin Sans"/>
                <a:sym typeface="Josefin Sans"/>
              </a:rPr>
              <a:t>Week 2</a:t>
            </a:r>
            <a:endParaRPr b="1" sz="1200">
              <a:solidFill>
                <a:srgbClr val="694C84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grpSp>
        <p:nvGrpSpPr>
          <p:cNvPr id="537" name="Google Shape;537;p34"/>
          <p:cNvGrpSpPr/>
          <p:nvPr/>
        </p:nvGrpSpPr>
        <p:grpSpPr>
          <a:xfrm>
            <a:off x="6685801" y="1807969"/>
            <a:ext cx="1570777" cy="725132"/>
            <a:chOff x="6685801" y="1640344"/>
            <a:chExt cx="1570777" cy="725132"/>
          </a:xfrm>
        </p:grpSpPr>
        <p:sp>
          <p:nvSpPr>
            <p:cNvPr id="538" name="Google Shape;538;p34"/>
            <p:cNvSpPr/>
            <p:nvPr/>
          </p:nvSpPr>
          <p:spPr>
            <a:xfrm>
              <a:off x="6794125" y="1640344"/>
              <a:ext cx="1462453" cy="119680"/>
            </a:xfrm>
            <a:custGeom>
              <a:rect b="b" l="l" r="r" t="t"/>
              <a:pathLst>
                <a:path extrusionOk="0" h="1517" w="21674">
                  <a:moveTo>
                    <a:pt x="20913" y="223"/>
                  </a:moveTo>
                  <a:cubicBezTo>
                    <a:pt x="21207" y="223"/>
                    <a:pt x="21451" y="461"/>
                    <a:pt x="21451" y="757"/>
                  </a:cubicBezTo>
                  <a:cubicBezTo>
                    <a:pt x="21451" y="1051"/>
                    <a:pt x="21207" y="1294"/>
                    <a:pt x="20913" y="1294"/>
                  </a:cubicBezTo>
                  <a:lnTo>
                    <a:pt x="755" y="1294"/>
                  </a:lnTo>
                  <a:cubicBezTo>
                    <a:pt x="461" y="1294"/>
                    <a:pt x="222" y="1051"/>
                    <a:pt x="222" y="757"/>
                  </a:cubicBezTo>
                  <a:cubicBezTo>
                    <a:pt x="222" y="461"/>
                    <a:pt x="461" y="223"/>
                    <a:pt x="755" y="223"/>
                  </a:cubicBezTo>
                  <a:close/>
                  <a:moveTo>
                    <a:pt x="755" y="1"/>
                  </a:moveTo>
                  <a:cubicBezTo>
                    <a:pt x="341" y="1"/>
                    <a:pt x="0" y="341"/>
                    <a:pt x="0" y="757"/>
                  </a:cubicBezTo>
                  <a:cubicBezTo>
                    <a:pt x="0" y="1176"/>
                    <a:pt x="341" y="1516"/>
                    <a:pt x="755" y="1516"/>
                  </a:cubicBezTo>
                  <a:lnTo>
                    <a:pt x="20913" y="1516"/>
                  </a:lnTo>
                  <a:cubicBezTo>
                    <a:pt x="21333" y="1516"/>
                    <a:pt x="21673" y="1176"/>
                    <a:pt x="21673" y="757"/>
                  </a:cubicBezTo>
                  <a:cubicBezTo>
                    <a:pt x="21673" y="341"/>
                    <a:pt x="21333" y="1"/>
                    <a:pt x="20913" y="1"/>
                  </a:cubicBezTo>
                  <a:close/>
                </a:path>
              </a:pathLst>
            </a:cu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34"/>
            <p:cNvSpPr/>
            <p:nvPr/>
          </p:nvSpPr>
          <p:spPr>
            <a:xfrm>
              <a:off x="6821318" y="1672611"/>
              <a:ext cx="781360" cy="55146"/>
            </a:xfrm>
            <a:custGeom>
              <a:rect b="b" l="l" r="r" t="t"/>
              <a:pathLst>
                <a:path extrusionOk="0" h="699" w="11580">
                  <a:moveTo>
                    <a:pt x="352" y="0"/>
                  </a:moveTo>
                  <a:cubicBezTo>
                    <a:pt x="160" y="0"/>
                    <a:pt x="1" y="154"/>
                    <a:pt x="1" y="348"/>
                  </a:cubicBezTo>
                  <a:cubicBezTo>
                    <a:pt x="1" y="540"/>
                    <a:pt x="160" y="699"/>
                    <a:pt x="352" y="699"/>
                  </a:cubicBezTo>
                  <a:lnTo>
                    <a:pt x="11580" y="699"/>
                  </a:lnTo>
                  <a:lnTo>
                    <a:pt x="1158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34"/>
            <p:cNvSpPr/>
            <p:nvPr/>
          </p:nvSpPr>
          <p:spPr>
            <a:xfrm>
              <a:off x="6794125" y="1940212"/>
              <a:ext cx="1462453" cy="119601"/>
            </a:xfrm>
            <a:custGeom>
              <a:rect b="b" l="l" r="r" t="t"/>
              <a:pathLst>
                <a:path extrusionOk="0" h="1516" w="21674">
                  <a:moveTo>
                    <a:pt x="20913" y="228"/>
                  </a:moveTo>
                  <a:cubicBezTo>
                    <a:pt x="21207" y="228"/>
                    <a:pt x="21451" y="466"/>
                    <a:pt x="21451" y="761"/>
                  </a:cubicBezTo>
                  <a:cubicBezTo>
                    <a:pt x="21451" y="1055"/>
                    <a:pt x="21207" y="1294"/>
                    <a:pt x="20913" y="1294"/>
                  </a:cubicBezTo>
                  <a:lnTo>
                    <a:pt x="755" y="1294"/>
                  </a:lnTo>
                  <a:cubicBezTo>
                    <a:pt x="461" y="1294"/>
                    <a:pt x="222" y="1055"/>
                    <a:pt x="222" y="761"/>
                  </a:cubicBezTo>
                  <a:cubicBezTo>
                    <a:pt x="222" y="466"/>
                    <a:pt x="461" y="228"/>
                    <a:pt x="755" y="228"/>
                  </a:cubicBezTo>
                  <a:close/>
                  <a:moveTo>
                    <a:pt x="755" y="0"/>
                  </a:moveTo>
                  <a:cubicBezTo>
                    <a:pt x="341" y="0"/>
                    <a:pt x="0" y="341"/>
                    <a:pt x="0" y="761"/>
                  </a:cubicBezTo>
                  <a:cubicBezTo>
                    <a:pt x="0" y="1175"/>
                    <a:pt x="341" y="1516"/>
                    <a:pt x="755" y="1516"/>
                  </a:cubicBezTo>
                  <a:lnTo>
                    <a:pt x="20913" y="1516"/>
                  </a:lnTo>
                  <a:cubicBezTo>
                    <a:pt x="21333" y="1516"/>
                    <a:pt x="21673" y="1175"/>
                    <a:pt x="21673" y="761"/>
                  </a:cubicBezTo>
                  <a:cubicBezTo>
                    <a:pt x="21673" y="341"/>
                    <a:pt x="21333" y="0"/>
                    <a:pt x="20913" y="0"/>
                  </a:cubicBezTo>
                  <a:close/>
                </a:path>
              </a:pathLst>
            </a:cu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34"/>
            <p:cNvSpPr/>
            <p:nvPr/>
          </p:nvSpPr>
          <p:spPr>
            <a:xfrm>
              <a:off x="6821318" y="1972400"/>
              <a:ext cx="1238774" cy="55225"/>
            </a:xfrm>
            <a:custGeom>
              <a:rect b="b" l="l" r="r" t="t"/>
              <a:pathLst>
                <a:path extrusionOk="0" h="700" w="18359">
                  <a:moveTo>
                    <a:pt x="352" y="1"/>
                  </a:moveTo>
                  <a:cubicBezTo>
                    <a:pt x="160" y="1"/>
                    <a:pt x="1" y="160"/>
                    <a:pt x="1" y="353"/>
                  </a:cubicBezTo>
                  <a:cubicBezTo>
                    <a:pt x="1" y="545"/>
                    <a:pt x="160" y="699"/>
                    <a:pt x="352" y="699"/>
                  </a:cubicBezTo>
                  <a:lnTo>
                    <a:pt x="18359" y="699"/>
                  </a:lnTo>
                  <a:lnTo>
                    <a:pt x="183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34"/>
            <p:cNvSpPr/>
            <p:nvPr/>
          </p:nvSpPr>
          <p:spPr>
            <a:xfrm>
              <a:off x="6794125" y="2245796"/>
              <a:ext cx="1462453" cy="119680"/>
            </a:xfrm>
            <a:custGeom>
              <a:rect b="b" l="l" r="r" t="t"/>
              <a:pathLst>
                <a:path extrusionOk="0" h="1517" w="21674">
                  <a:moveTo>
                    <a:pt x="20913" y="223"/>
                  </a:moveTo>
                  <a:cubicBezTo>
                    <a:pt x="21207" y="223"/>
                    <a:pt x="21451" y="461"/>
                    <a:pt x="21451" y="755"/>
                  </a:cubicBezTo>
                  <a:cubicBezTo>
                    <a:pt x="21451" y="1051"/>
                    <a:pt x="21207" y="1294"/>
                    <a:pt x="20913" y="1294"/>
                  </a:cubicBezTo>
                  <a:lnTo>
                    <a:pt x="755" y="1294"/>
                  </a:lnTo>
                  <a:cubicBezTo>
                    <a:pt x="461" y="1294"/>
                    <a:pt x="222" y="1051"/>
                    <a:pt x="222" y="755"/>
                  </a:cubicBezTo>
                  <a:cubicBezTo>
                    <a:pt x="222" y="461"/>
                    <a:pt x="461" y="223"/>
                    <a:pt x="755" y="223"/>
                  </a:cubicBezTo>
                  <a:close/>
                  <a:moveTo>
                    <a:pt x="755" y="1"/>
                  </a:moveTo>
                  <a:cubicBezTo>
                    <a:pt x="341" y="1"/>
                    <a:pt x="0" y="341"/>
                    <a:pt x="0" y="755"/>
                  </a:cubicBezTo>
                  <a:cubicBezTo>
                    <a:pt x="0" y="1176"/>
                    <a:pt x="341" y="1516"/>
                    <a:pt x="755" y="1516"/>
                  </a:cubicBezTo>
                  <a:lnTo>
                    <a:pt x="20913" y="1516"/>
                  </a:lnTo>
                  <a:cubicBezTo>
                    <a:pt x="21333" y="1516"/>
                    <a:pt x="21673" y="1176"/>
                    <a:pt x="21673" y="755"/>
                  </a:cubicBezTo>
                  <a:cubicBezTo>
                    <a:pt x="21673" y="341"/>
                    <a:pt x="21333" y="1"/>
                    <a:pt x="20913" y="1"/>
                  </a:cubicBezTo>
                  <a:close/>
                </a:path>
              </a:pathLst>
            </a:cu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34"/>
            <p:cNvSpPr/>
            <p:nvPr/>
          </p:nvSpPr>
          <p:spPr>
            <a:xfrm>
              <a:off x="6821318" y="2278063"/>
              <a:ext cx="1061247" cy="55146"/>
            </a:xfrm>
            <a:custGeom>
              <a:rect b="b" l="l" r="r" t="t"/>
              <a:pathLst>
                <a:path extrusionOk="0" h="699" w="15728">
                  <a:moveTo>
                    <a:pt x="352" y="0"/>
                  </a:moveTo>
                  <a:cubicBezTo>
                    <a:pt x="160" y="0"/>
                    <a:pt x="1" y="154"/>
                    <a:pt x="1" y="346"/>
                  </a:cubicBezTo>
                  <a:cubicBezTo>
                    <a:pt x="1" y="540"/>
                    <a:pt x="160" y="699"/>
                    <a:pt x="352" y="699"/>
                  </a:cubicBezTo>
                  <a:lnTo>
                    <a:pt x="15727" y="699"/>
                  </a:lnTo>
                  <a:lnTo>
                    <a:pt x="1572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544" name="Google Shape;544;p34"/>
            <p:cNvCxnSpPr/>
            <p:nvPr/>
          </p:nvCxnSpPr>
          <p:spPr>
            <a:xfrm rot="10800000">
              <a:off x="6685801" y="1705450"/>
              <a:ext cx="121200" cy="0"/>
            </a:xfrm>
            <a:prstGeom prst="straightConnector1">
              <a:avLst/>
            </a:prstGeom>
            <a:noFill/>
            <a:ln cap="flat" cmpd="sng" w="19050">
              <a:solidFill>
                <a:srgbClr val="92577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45" name="Google Shape;545;p34"/>
            <p:cNvCxnSpPr/>
            <p:nvPr/>
          </p:nvCxnSpPr>
          <p:spPr>
            <a:xfrm rot="10800000">
              <a:off x="6685801" y="2000013"/>
              <a:ext cx="121200" cy="0"/>
            </a:xfrm>
            <a:prstGeom prst="straightConnector1">
              <a:avLst/>
            </a:prstGeom>
            <a:noFill/>
            <a:ln cap="flat" cmpd="sng" w="19050">
              <a:solidFill>
                <a:srgbClr val="92577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46" name="Google Shape;546;p34"/>
            <p:cNvCxnSpPr/>
            <p:nvPr/>
          </p:nvCxnSpPr>
          <p:spPr>
            <a:xfrm rot="10800000">
              <a:off x="6685801" y="2305625"/>
              <a:ext cx="121200" cy="0"/>
            </a:xfrm>
            <a:prstGeom prst="straightConnector1">
              <a:avLst/>
            </a:prstGeom>
            <a:noFill/>
            <a:ln cap="flat" cmpd="sng" w="19050">
              <a:solidFill>
                <a:srgbClr val="92577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547" name="Google Shape;547;p34"/>
          <p:cNvSpPr txBox="1"/>
          <p:nvPr/>
        </p:nvSpPr>
        <p:spPr>
          <a:xfrm>
            <a:off x="5576905" y="1688073"/>
            <a:ext cx="1032600" cy="26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694C84"/>
                </a:solidFill>
                <a:latin typeface="Josefin Sans"/>
                <a:ea typeface="Josefin Sans"/>
                <a:cs typeface="Josefin Sans"/>
                <a:sym typeface="Josefin Sans"/>
              </a:rPr>
              <a:t>Mars</a:t>
            </a:r>
            <a:endParaRPr b="1" sz="1100">
              <a:solidFill>
                <a:srgbClr val="694C84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548" name="Google Shape;548;p34"/>
          <p:cNvSpPr txBox="1"/>
          <p:nvPr/>
        </p:nvSpPr>
        <p:spPr>
          <a:xfrm>
            <a:off x="5576905" y="1981241"/>
            <a:ext cx="1032600" cy="26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694C84"/>
                </a:solidFill>
                <a:latin typeface="Josefin Sans"/>
                <a:ea typeface="Josefin Sans"/>
                <a:cs typeface="Josefin Sans"/>
                <a:sym typeface="Josefin Sans"/>
              </a:rPr>
              <a:t>Jupiter</a:t>
            </a:r>
            <a:endParaRPr b="1" sz="1100">
              <a:solidFill>
                <a:srgbClr val="694C84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549" name="Google Shape;549;p34"/>
          <p:cNvSpPr txBox="1"/>
          <p:nvPr/>
        </p:nvSpPr>
        <p:spPr>
          <a:xfrm>
            <a:off x="5576905" y="2274416"/>
            <a:ext cx="1032600" cy="26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694C84"/>
                </a:solidFill>
                <a:latin typeface="Josefin Sans"/>
                <a:ea typeface="Josefin Sans"/>
                <a:cs typeface="Josefin Sans"/>
                <a:sym typeface="Josefin Sans"/>
              </a:rPr>
              <a:t>Venus</a:t>
            </a:r>
            <a:endParaRPr b="1" sz="1100">
              <a:solidFill>
                <a:srgbClr val="694C84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grpSp>
        <p:nvGrpSpPr>
          <p:cNvPr id="550" name="Google Shape;550;p34"/>
          <p:cNvGrpSpPr/>
          <p:nvPr/>
        </p:nvGrpSpPr>
        <p:grpSpPr>
          <a:xfrm>
            <a:off x="923375" y="1796038"/>
            <a:ext cx="1425175" cy="746675"/>
            <a:chOff x="923375" y="1796038"/>
            <a:chExt cx="1425175" cy="746675"/>
          </a:xfrm>
        </p:grpSpPr>
        <p:sp>
          <p:nvSpPr>
            <p:cNvPr id="551" name="Google Shape;551;p34"/>
            <p:cNvSpPr/>
            <p:nvPr/>
          </p:nvSpPr>
          <p:spPr>
            <a:xfrm>
              <a:off x="923375" y="1857646"/>
              <a:ext cx="1425175" cy="15350"/>
            </a:xfrm>
            <a:custGeom>
              <a:rect b="b" l="l" r="r" t="t"/>
              <a:pathLst>
                <a:path extrusionOk="0" h="614" w="57007">
                  <a:moveTo>
                    <a:pt x="307" y="1"/>
                  </a:moveTo>
                  <a:cubicBezTo>
                    <a:pt x="137" y="1"/>
                    <a:pt x="1" y="137"/>
                    <a:pt x="1" y="307"/>
                  </a:cubicBezTo>
                  <a:cubicBezTo>
                    <a:pt x="1" y="477"/>
                    <a:pt x="137" y="613"/>
                    <a:pt x="307" y="613"/>
                  </a:cubicBezTo>
                  <a:lnTo>
                    <a:pt x="56700" y="613"/>
                  </a:lnTo>
                  <a:cubicBezTo>
                    <a:pt x="56871" y="613"/>
                    <a:pt x="57007" y="477"/>
                    <a:pt x="57007" y="307"/>
                  </a:cubicBezTo>
                  <a:cubicBezTo>
                    <a:pt x="57007" y="137"/>
                    <a:pt x="56871" y="1"/>
                    <a:pt x="56700" y="1"/>
                  </a:cubicBezTo>
                  <a:close/>
                </a:path>
              </a:pathLst>
            </a:custGeom>
            <a:solidFill>
              <a:srgbClr val="925775"/>
            </a:solidFill>
            <a:ln cap="flat" cmpd="sng" w="9525">
              <a:solidFill>
                <a:srgbClr val="92577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34"/>
            <p:cNvSpPr/>
            <p:nvPr/>
          </p:nvSpPr>
          <p:spPr>
            <a:xfrm>
              <a:off x="923375" y="2171339"/>
              <a:ext cx="1425175" cy="15350"/>
            </a:xfrm>
            <a:custGeom>
              <a:rect b="b" l="l" r="r" t="t"/>
              <a:pathLst>
                <a:path extrusionOk="0" h="614" w="57007">
                  <a:moveTo>
                    <a:pt x="307" y="1"/>
                  </a:moveTo>
                  <a:cubicBezTo>
                    <a:pt x="137" y="1"/>
                    <a:pt x="1" y="137"/>
                    <a:pt x="1" y="307"/>
                  </a:cubicBezTo>
                  <a:cubicBezTo>
                    <a:pt x="1" y="477"/>
                    <a:pt x="137" y="613"/>
                    <a:pt x="307" y="613"/>
                  </a:cubicBezTo>
                  <a:lnTo>
                    <a:pt x="56700" y="613"/>
                  </a:lnTo>
                  <a:cubicBezTo>
                    <a:pt x="56871" y="613"/>
                    <a:pt x="57007" y="477"/>
                    <a:pt x="57007" y="307"/>
                  </a:cubicBezTo>
                  <a:cubicBezTo>
                    <a:pt x="57007" y="137"/>
                    <a:pt x="56871" y="1"/>
                    <a:pt x="56700" y="1"/>
                  </a:cubicBezTo>
                  <a:close/>
                </a:path>
              </a:pathLst>
            </a:custGeom>
            <a:solidFill>
              <a:srgbClr val="925775"/>
            </a:solidFill>
            <a:ln cap="flat" cmpd="sng" w="9525">
              <a:solidFill>
                <a:srgbClr val="92577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34"/>
            <p:cNvSpPr/>
            <p:nvPr/>
          </p:nvSpPr>
          <p:spPr>
            <a:xfrm>
              <a:off x="923375" y="2465679"/>
              <a:ext cx="1425175" cy="15500"/>
            </a:xfrm>
            <a:custGeom>
              <a:rect b="b" l="l" r="r" t="t"/>
              <a:pathLst>
                <a:path extrusionOk="0" h="620" w="57007">
                  <a:moveTo>
                    <a:pt x="307" y="1"/>
                  </a:moveTo>
                  <a:cubicBezTo>
                    <a:pt x="137" y="1"/>
                    <a:pt x="1" y="143"/>
                    <a:pt x="1" y="313"/>
                  </a:cubicBezTo>
                  <a:cubicBezTo>
                    <a:pt x="1" y="483"/>
                    <a:pt x="137" y="619"/>
                    <a:pt x="307" y="619"/>
                  </a:cubicBezTo>
                  <a:lnTo>
                    <a:pt x="56700" y="619"/>
                  </a:lnTo>
                  <a:cubicBezTo>
                    <a:pt x="56871" y="619"/>
                    <a:pt x="57007" y="483"/>
                    <a:pt x="57007" y="313"/>
                  </a:cubicBezTo>
                  <a:cubicBezTo>
                    <a:pt x="57007" y="143"/>
                    <a:pt x="56871" y="1"/>
                    <a:pt x="56700" y="1"/>
                  </a:cubicBezTo>
                  <a:close/>
                </a:path>
              </a:pathLst>
            </a:custGeom>
            <a:solidFill>
              <a:srgbClr val="925775"/>
            </a:solidFill>
            <a:ln cap="flat" cmpd="sng" w="9525">
              <a:solidFill>
                <a:srgbClr val="92577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54" name="Google Shape;554;p34"/>
            <p:cNvGrpSpPr/>
            <p:nvPr/>
          </p:nvGrpSpPr>
          <p:grpSpPr>
            <a:xfrm>
              <a:off x="1725875" y="1796038"/>
              <a:ext cx="138600" cy="138600"/>
              <a:chOff x="1725875" y="1863363"/>
              <a:chExt cx="138600" cy="138600"/>
            </a:xfrm>
          </p:grpSpPr>
          <p:sp>
            <p:nvSpPr>
              <p:cNvPr id="555" name="Google Shape;555;p34"/>
              <p:cNvSpPr/>
              <p:nvPr/>
            </p:nvSpPr>
            <p:spPr>
              <a:xfrm>
                <a:off x="1759775" y="1897321"/>
                <a:ext cx="70800" cy="70675"/>
              </a:xfrm>
              <a:custGeom>
                <a:rect b="b" l="l" r="r" t="t"/>
                <a:pathLst>
                  <a:path extrusionOk="0" h="2827" w="2832">
                    <a:moveTo>
                      <a:pt x="1419" y="1"/>
                    </a:moveTo>
                    <a:cubicBezTo>
                      <a:pt x="636" y="1"/>
                      <a:pt x="1" y="630"/>
                      <a:pt x="1" y="1413"/>
                    </a:cubicBezTo>
                    <a:cubicBezTo>
                      <a:pt x="1" y="2196"/>
                      <a:pt x="636" y="2826"/>
                      <a:pt x="1419" y="2826"/>
                    </a:cubicBezTo>
                    <a:cubicBezTo>
                      <a:pt x="2202" y="2826"/>
                      <a:pt x="2831" y="2196"/>
                      <a:pt x="2831" y="1413"/>
                    </a:cubicBezTo>
                    <a:cubicBezTo>
                      <a:pt x="2831" y="630"/>
                      <a:pt x="2202" y="1"/>
                      <a:pt x="14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" name="Google Shape;556;p34"/>
              <p:cNvSpPr/>
              <p:nvPr/>
            </p:nvSpPr>
            <p:spPr>
              <a:xfrm>
                <a:off x="1725875" y="1863363"/>
                <a:ext cx="138600" cy="138600"/>
              </a:xfrm>
              <a:prstGeom prst="ellipse">
                <a:avLst/>
              </a:prstGeom>
              <a:noFill/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7" name="Google Shape;557;p34"/>
            <p:cNvGrpSpPr/>
            <p:nvPr/>
          </p:nvGrpSpPr>
          <p:grpSpPr>
            <a:xfrm>
              <a:off x="1869488" y="2109713"/>
              <a:ext cx="138600" cy="138600"/>
              <a:chOff x="1869488" y="2177038"/>
              <a:chExt cx="138600" cy="138600"/>
            </a:xfrm>
          </p:grpSpPr>
          <p:sp>
            <p:nvSpPr>
              <p:cNvPr id="558" name="Google Shape;558;p34"/>
              <p:cNvSpPr/>
              <p:nvPr/>
            </p:nvSpPr>
            <p:spPr>
              <a:xfrm>
                <a:off x="1903450" y="2210864"/>
                <a:ext cx="70675" cy="70800"/>
              </a:xfrm>
              <a:custGeom>
                <a:rect b="b" l="l" r="r" t="t"/>
                <a:pathLst>
                  <a:path extrusionOk="0" h="2832" w="2827">
                    <a:moveTo>
                      <a:pt x="1414" y="0"/>
                    </a:moveTo>
                    <a:cubicBezTo>
                      <a:pt x="631" y="0"/>
                      <a:pt x="1" y="636"/>
                      <a:pt x="1" y="1419"/>
                    </a:cubicBezTo>
                    <a:cubicBezTo>
                      <a:pt x="1" y="2197"/>
                      <a:pt x="631" y="2831"/>
                      <a:pt x="1414" y="2831"/>
                    </a:cubicBezTo>
                    <a:cubicBezTo>
                      <a:pt x="2197" y="2831"/>
                      <a:pt x="2826" y="2197"/>
                      <a:pt x="2826" y="1419"/>
                    </a:cubicBezTo>
                    <a:cubicBezTo>
                      <a:pt x="2826" y="636"/>
                      <a:pt x="2197" y="0"/>
                      <a:pt x="14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" name="Google Shape;559;p34"/>
              <p:cNvSpPr/>
              <p:nvPr/>
            </p:nvSpPr>
            <p:spPr>
              <a:xfrm>
                <a:off x="1869488" y="2177038"/>
                <a:ext cx="138600" cy="138600"/>
              </a:xfrm>
              <a:prstGeom prst="ellipse">
                <a:avLst/>
              </a:prstGeom>
              <a:noFill/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60" name="Google Shape;560;p34"/>
            <p:cNvGrpSpPr/>
            <p:nvPr/>
          </p:nvGrpSpPr>
          <p:grpSpPr>
            <a:xfrm>
              <a:off x="1420938" y="2404113"/>
              <a:ext cx="138600" cy="138600"/>
              <a:chOff x="1420938" y="2471438"/>
              <a:chExt cx="138600" cy="138600"/>
            </a:xfrm>
          </p:grpSpPr>
          <p:sp>
            <p:nvSpPr>
              <p:cNvPr id="561" name="Google Shape;561;p34"/>
              <p:cNvSpPr/>
              <p:nvPr/>
            </p:nvSpPr>
            <p:spPr>
              <a:xfrm>
                <a:off x="1454850" y="2505354"/>
                <a:ext cx="70800" cy="70825"/>
              </a:xfrm>
              <a:custGeom>
                <a:rect b="b" l="l" r="r" t="t"/>
                <a:pathLst>
                  <a:path extrusionOk="0" h="2833" w="2832">
                    <a:moveTo>
                      <a:pt x="1412" y="0"/>
                    </a:moveTo>
                    <a:cubicBezTo>
                      <a:pt x="636" y="0"/>
                      <a:pt x="0" y="636"/>
                      <a:pt x="0" y="1419"/>
                    </a:cubicBezTo>
                    <a:cubicBezTo>
                      <a:pt x="0" y="2196"/>
                      <a:pt x="636" y="2832"/>
                      <a:pt x="1412" y="2832"/>
                    </a:cubicBezTo>
                    <a:cubicBezTo>
                      <a:pt x="2195" y="2832"/>
                      <a:pt x="2831" y="2196"/>
                      <a:pt x="2831" y="1419"/>
                    </a:cubicBezTo>
                    <a:cubicBezTo>
                      <a:pt x="2831" y="636"/>
                      <a:pt x="2195" y="0"/>
                      <a:pt x="14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" name="Google Shape;562;p34"/>
              <p:cNvSpPr/>
              <p:nvPr/>
            </p:nvSpPr>
            <p:spPr>
              <a:xfrm>
                <a:off x="1420938" y="2471438"/>
                <a:ext cx="138600" cy="138600"/>
              </a:xfrm>
              <a:prstGeom prst="ellipse">
                <a:avLst/>
              </a:prstGeom>
              <a:noFill/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563" name="Google Shape;563;p34"/>
          <p:cNvSpPr txBox="1"/>
          <p:nvPr/>
        </p:nvSpPr>
        <p:spPr>
          <a:xfrm>
            <a:off x="790970" y="3823912"/>
            <a:ext cx="9663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694C84"/>
                </a:solidFill>
                <a:latin typeface="Josefin Sans"/>
                <a:ea typeface="Josefin Sans"/>
                <a:cs typeface="Josefin Sans"/>
                <a:sym typeface="Josefin Sans"/>
              </a:rPr>
              <a:t>Week 3</a:t>
            </a:r>
            <a:endParaRPr b="1" sz="1200">
              <a:solidFill>
                <a:srgbClr val="694C84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564" name="Google Shape;564;p34"/>
          <p:cNvSpPr txBox="1"/>
          <p:nvPr/>
        </p:nvSpPr>
        <p:spPr>
          <a:xfrm>
            <a:off x="7392620" y="3823912"/>
            <a:ext cx="9663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694C84"/>
                </a:solidFill>
                <a:latin typeface="Josefin Sans"/>
                <a:ea typeface="Josefin Sans"/>
                <a:cs typeface="Josefin Sans"/>
                <a:sym typeface="Josefin Sans"/>
              </a:rPr>
              <a:t>Week 4</a:t>
            </a:r>
            <a:endParaRPr b="1" sz="1200">
              <a:solidFill>
                <a:srgbClr val="694C84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565" name="Google Shape;565;p34"/>
          <p:cNvSpPr txBox="1"/>
          <p:nvPr/>
        </p:nvSpPr>
        <p:spPr>
          <a:xfrm>
            <a:off x="2527655" y="1688073"/>
            <a:ext cx="1032600" cy="26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694C84"/>
                </a:solidFill>
                <a:latin typeface="Josefin Sans"/>
                <a:ea typeface="Josefin Sans"/>
                <a:cs typeface="Josefin Sans"/>
                <a:sym typeface="Josefin Sans"/>
              </a:rPr>
              <a:t>Mars</a:t>
            </a:r>
            <a:endParaRPr b="1" sz="1100">
              <a:solidFill>
                <a:srgbClr val="694C84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566" name="Google Shape;566;p34"/>
          <p:cNvSpPr txBox="1"/>
          <p:nvPr/>
        </p:nvSpPr>
        <p:spPr>
          <a:xfrm>
            <a:off x="2527655" y="1981241"/>
            <a:ext cx="1032600" cy="26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694C84"/>
                </a:solidFill>
                <a:latin typeface="Josefin Sans"/>
                <a:ea typeface="Josefin Sans"/>
                <a:cs typeface="Josefin Sans"/>
                <a:sym typeface="Josefin Sans"/>
              </a:rPr>
              <a:t>Jupiter</a:t>
            </a:r>
            <a:endParaRPr b="1" sz="1100">
              <a:solidFill>
                <a:srgbClr val="694C84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567" name="Google Shape;567;p34"/>
          <p:cNvSpPr txBox="1"/>
          <p:nvPr/>
        </p:nvSpPr>
        <p:spPr>
          <a:xfrm>
            <a:off x="2527655" y="2274416"/>
            <a:ext cx="1032600" cy="26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694C84"/>
                </a:solidFill>
                <a:latin typeface="Josefin Sans"/>
                <a:ea typeface="Josefin Sans"/>
                <a:cs typeface="Josefin Sans"/>
                <a:sym typeface="Josefin Sans"/>
              </a:rPr>
              <a:t>Venus</a:t>
            </a:r>
            <a:endParaRPr b="1" sz="1100">
              <a:solidFill>
                <a:srgbClr val="694C84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568" name="Google Shape;568;p34"/>
          <p:cNvSpPr txBox="1"/>
          <p:nvPr/>
        </p:nvSpPr>
        <p:spPr>
          <a:xfrm>
            <a:off x="5576905" y="2880611"/>
            <a:ext cx="1032600" cy="261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694C84"/>
                </a:solidFill>
                <a:latin typeface="Josefin Sans"/>
                <a:ea typeface="Josefin Sans"/>
                <a:cs typeface="Josefin Sans"/>
                <a:sym typeface="Josefin Sans"/>
              </a:rPr>
              <a:t>Mars</a:t>
            </a:r>
            <a:endParaRPr b="1" sz="1100">
              <a:solidFill>
                <a:srgbClr val="694C84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569" name="Google Shape;569;p34"/>
          <p:cNvSpPr txBox="1"/>
          <p:nvPr/>
        </p:nvSpPr>
        <p:spPr>
          <a:xfrm>
            <a:off x="5576905" y="3405654"/>
            <a:ext cx="1032600" cy="261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694C84"/>
                </a:solidFill>
                <a:latin typeface="Josefin Sans"/>
                <a:ea typeface="Josefin Sans"/>
                <a:cs typeface="Josefin Sans"/>
                <a:sym typeface="Josefin Sans"/>
              </a:rPr>
              <a:t>Jupiter</a:t>
            </a:r>
            <a:endParaRPr b="1" sz="1100">
              <a:solidFill>
                <a:srgbClr val="694C84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570" name="Google Shape;570;p34"/>
          <p:cNvSpPr txBox="1"/>
          <p:nvPr/>
        </p:nvSpPr>
        <p:spPr>
          <a:xfrm>
            <a:off x="2527655" y="2819298"/>
            <a:ext cx="1032600" cy="26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694C84"/>
                </a:solidFill>
                <a:latin typeface="Josefin Sans"/>
                <a:ea typeface="Josefin Sans"/>
                <a:cs typeface="Josefin Sans"/>
                <a:sym typeface="Josefin Sans"/>
              </a:rPr>
              <a:t>Mars</a:t>
            </a:r>
            <a:endParaRPr b="1" sz="1100">
              <a:solidFill>
                <a:srgbClr val="694C84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571" name="Google Shape;571;p34"/>
          <p:cNvSpPr txBox="1"/>
          <p:nvPr/>
        </p:nvSpPr>
        <p:spPr>
          <a:xfrm>
            <a:off x="2527655" y="3112466"/>
            <a:ext cx="1032600" cy="26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694C84"/>
                </a:solidFill>
                <a:latin typeface="Josefin Sans"/>
                <a:ea typeface="Josefin Sans"/>
                <a:cs typeface="Josefin Sans"/>
                <a:sym typeface="Josefin Sans"/>
              </a:rPr>
              <a:t>Jupiter</a:t>
            </a:r>
            <a:endParaRPr b="1" sz="1100">
              <a:solidFill>
                <a:srgbClr val="694C84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572" name="Google Shape;572;p34"/>
          <p:cNvSpPr txBox="1"/>
          <p:nvPr/>
        </p:nvSpPr>
        <p:spPr>
          <a:xfrm>
            <a:off x="2527655" y="3405641"/>
            <a:ext cx="1032600" cy="26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694C84"/>
                </a:solidFill>
                <a:latin typeface="Josefin Sans"/>
                <a:ea typeface="Josefin Sans"/>
                <a:cs typeface="Josefin Sans"/>
                <a:sym typeface="Josefin Sans"/>
              </a:rPr>
              <a:t>Venus</a:t>
            </a:r>
            <a:endParaRPr b="1" sz="1100">
              <a:solidFill>
                <a:srgbClr val="694C84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grpSp>
        <p:nvGrpSpPr>
          <p:cNvPr id="573" name="Google Shape;573;p34"/>
          <p:cNvGrpSpPr/>
          <p:nvPr/>
        </p:nvGrpSpPr>
        <p:grpSpPr>
          <a:xfrm>
            <a:off x="923375" y="2963037"/>
            <a:ext cx="1406469" cy="674646"/>
            <a:chOff x="923375" y="2963037"/>
            <a:chExt cx="1406469" cy="674646"/>
          </a:xfrm>
        </p:grpSpPr>
        <p:sp>
          <p:nvSpPr>
            <p:cNvPr id="574" name="Google Shape;574;p34"/>
            <p:cNvSpPr/>
            <p:nvPr/>
          </p:nvSpPr>
          <p:spPr>
            <a:xfrm>
              <a:off x="923375" y="2963037"/>
              <a:ext cx="99000" cy="99000"/>
            </a:xfrm>
            <a:prstGeom prst="rect">
              <a:avLst/>
            </a:pr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34"/>
            <p:cNvSpPr/>
            <p:nvPr/>
          </p:nvSpPr>
          <p:spPr>
            <a:xfrm>
              <a:off x="1091004" y="2963037"/>
              <a:ext cx="99000" cy="99000"/>
            </a:xfrm>
            <a:prstGeom prst="rect">
              <a:avLst/>
            </a:pr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34"/>
            <p:cNvSpPr/>
            <p:nvPr/>
          </p:nvSpPr>
          <p:spPr>
            <a:xfrm>
              <a:off x="1258634" y="2963037"/>
              <a:ext cx="99000" cy="99000"/>
            </a:xfrm>
            <a:prstGeom prst="rect">
              <a:avLst/>
            </a:pr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34"/>
            <p:cNvSpPr/>
            <p:nvPr/>
          </p:nvSpPr>
          <p:spPr>
            <a:xfrm>
              <a:off x="1426263" y="2963037"/>
              <a:ext cx="99000" cy="99000"/>
            </a:xfrm>
            <a:prstGeom prst="rect">
              <a:avLst/>
            </a:pr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34"/>
            <p:cNvSpPr/>
            <p:nvPr/>
          </p:nvSpPr>
          <p:spPr>
            <a:xfrm>
              <a:off x="1580465" y="2963037"/>
              <a:ext cx="99000" cy="99000"/>
            </a:xfrm>
            <a:prstGeom prst="rect">
              <a:avLst/>
            </a:pr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34"/>
            <p:cNvSpPr/>
            <p:nvPr/>
          </p:nvSpPr>
          <p:spPr>
            <a:xfrm>
              <a:off x="1748086" y="2963037"/>
              <a:ext cx="99000" cy="99000"/>
            </a:xfrm>
            <a:prstGeom prst="rect">
              <a:avLst/>
            </a:pr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34"/>
            <p:cNvSpPr/>
            <p:nvPr/>
          </p:nvSpPr>
          <p:spPr>
            <a:xfrm>
              <a:off x="1909006" y="2963037"/>
              <a:ext cx="99000" cy="990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34"/>
            <p:cNvSpPr/>
            <p:nvPr/>
          </p:nvSpPr>
          <p:spPr>
            <a:xfrm>
              <a:off x="923375" y="3253462"/>
              <a:ext cx="99000" cy="99000"/>
            </a:xfrm>
            <a:prstGeom prst="rect">
              <a:avLst/>
            </a:pr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34"/>
            <p:cNvSpPr/>
            <p:nvPr/>
          </p:nvSpPr>
          <p:spPr>
            <a:xfrm>
              <a:off x="1091004" y="3253462"/>
              <a:ext cx="99000" cy="99000"/>
            </a:xfrm>
            <a:prstGeom prst="rect">
              <a:avLst/>
            </a:pr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34"/>
            <p:cNvSpPr/>
            <p:nvPr/>
          </p:nvSpPr>
          <p:spPr>
            <a:xfrm>
              <a:off x="1258634" y="3253462"/>
              <a:ext cx="99000" cy="99000"/>
            </a:xfrm>
            <a:prstGeom prst="rect">
              <a:avLst/>
            </a:pr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34"/>
            <p:cNvSpPr/>
            <p:nvPr/>
          </p:nvSpPr>
          <p:spPr>
            <a:xfrm>
              <a:off x="1426263" y="3253462"/>
              <a:ext cx="99000" cy="99000"/>
            </a:xfrm>
            <a:prstGeom prst="rect">
              <a:avLst/>
            </a:pr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34"/>
            <p:cNvSpPr/>
            <p:nvPr/>
          </p:nvSpPr>
          <p:spPr>
            <a:xfrm>
              <a:off x="1580465" y="3253462"/>
              <a:ext cx="99000" cy="990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34"/>
            <p:cNvSpPr/>
            <p:nvPr/>
          </p:nvSpPr>
          <p:spPr>
            <a:xfrm>
              <a:off x="1748086" y="3253462"/>
              <a:ext cx="99000" cy="990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34"/>
            <p:cNvSpPr/>
            <p:nvPr/>
          </p:nvSpPr>
          <p:spPr>
            <a:xfrm>
              <a:off x="1909006" y="3253462"/>
              <a:ext cx="99000" cy="990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34"/>
            <p:cNvSpPr/>
            <p:nvPr/>
          </p:nvSpPr>
          <p:spPr>
            <a:xfrm>
              <a:off x="923375" y="3538683"/>
              <a:ext cx="99000" cy="99000"/>
            </a:xfrm>
            <a:prstGeom prst="rect">
              <a:avLst/>
            </a:pr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34"/>
            <p:cNvSpPr/>
            <p:nvPr/>
          </p:nvSpPr>
          <p:spPr>
            <a:xfrm>
              <a:off x="1091004" y="3538683"/>
              <a:ext cx="99000" cy="99000"/>
            </a:xfrm>
            <a:prstGeom prst="rect">
              <a:avLst/>
            </a:pr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34"/>
            <p:cNvSpPr/>
            <p:nvPr/>
          </p:nvSpPr>
          <p:spPr>
            <a:xfrm>
              <a:off x="1258634" y="3538683"/>
              <a:ext cx="99000" cy="99000"/>
            </a:xfrm>
            <a:prstGeom prst="rect">
              <a:avLst/>
            </a:pr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34"/>
            <p:cNvSpPr/>
            <p:nvPr/>
          </p:nvSpPr>
          <p:spPr>
            <a:xfrm>
              <a:off x="1426263" y="3538683"/>
              <a:ext cx="99000" cy="99000"/>
            </a:xfrm>
            <a:prstGeom prst="rect">
              <a:avLst/>
            </a:pr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34"/>
            <p:cNvSpPr/>
            <p:nvPr/>
          </p:nvSpPr>
          <p:spPr>
            <a:xfrm>
              <a:off x="1580465" y="3538683"/>
              <a:ext cx="99000" cy="99000"/>
            </a:xfrm>
            <a:prstGeom prst="rect">
              <a:avLst/>
            </a:pr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34"/>
            <p:cNvSpPr/>
            <p:nvPr/>
          </p:nvSpPr>
          <p:spPr>
            <a:xfrm>
              <a:off x="1748086" y="3538683"/>
              <a:ext cx="99000" cy="99000"/>
            </a:xfrm>
            <a:prstGeom prst="rect">
              <a:avLst/>
            </a:pr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34"/>
            <p:cNvSpPr/>
            <p:nvPr/>
          </p:nvSpPr>
          <p:spPr>
            <a:xfrm>
              <a:off x="1909006" y="3538683"/>
              <a:ext cx="99000" cy="99000"/>
            </a:xfrm>
            <a:prstGeom prst="rect">
              <a:avLst/>
            </a:pr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34"/>
            <p:cNvSpPr/>
            <p:nvPr/>
          </p:nvSpPr>
          <p:spPr>
            <a:xfrm>
              <a:off x="2069923" y="2963037"/>
              <a:ext cx="99000" cy="990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34"/>
            <p:cNvSpPr/>
            <p:nvPr/>
          </p:nvSpPr>
          <p:spPr>
            <a:xfrm>
              <a:off x="2230844" y="2963037"/>
              <a:ext cx="99000" cy="990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34"/>
            <p:cNvSpPr/>
            <p:nvPr/>
          </p:nvSpPr>
          <p:spPr>
            <a:xfrm>
              <a:off x="2069923" y="3253462"/>
              <a:ext cx="99000" cy="990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34"/>
            <p:cNvSpPr/>
            <p:nvPr/>
          </p:nvSpPr>
          <p:spPr>
            <a:xfrm>
              <a:off x="2230844" y="3253462"/>
              <a:ext cx="99000" cy="990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34"/>
            <p:cNvSpPr/>
            <p:nvPr/>
          </p:nvSpPr>
          <p:spPr>
            <a:xfrm>
              <a:off x="2069923" y="3538683"/>
              <a:ext cx="99000" cy="990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34"/>
            <p:cNvSpPr/>
            <p:nvPr/>
          </p:nvSpPr>
          <p:spPr>
            <a:xfrm>
              <a:off x="2230844" y="3538683"/>
              <a:ext cx="99000" cy="990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" name="Google Shape;601;p34"/>
          <p:cNvGrpSpPr/>
          <p:nvPr/>
        </p:nvGrpSpPr>
        <p:grpSpPr>
          <a:xfrm>
            <a:off x="6685800" y="2786460"/>
            <a:ext cx="1570796" cy="1027787"/>
            <a:chOff x="6685800" y="2786460"/>
            <a:chExt cx="1570796" cy="1027787"/>
          </a:xfrm>
        </p:grpSpPr>
        <p:grpSp>
          <p:nvGrpSpPr>
            <p:cNvPr id="602" name="Google Shape;602;p34"/>
            <p:cNvGrpSpPr/>
            <p:nvPr/>
          </p:nvGrpSpPr>
          <p:grpSpPr>
            <a:xfrm>
              <a:off x="6685800" y="2786460"/>
              <a:ext cx="452090" cy="452137"/>
              <a:chOff x="6685800" y="2786460"/>
              <a:chExt cx="452090" cy="452137"/>
            </a:xfrm>
          </p:grpSpPr>
          <p:sp>
            <p:nvSpPr>
              <p:cNvPr id="603" name="Google Shape;603;p34"/>
              <p:cNvSpPr/>
              <p:nvPr/>
            </p:nvSpPr>
            <p:spPr>
              <a:xfrm>
                <a:off x="6904622" y="2786460"/>
                <a:ext cx="233257" cy="233281"/>
              </a:xfrm>
              <a:custGeom>
                <a:rect b="b" l="l" r="r" t="t"/>
                <a:pathLst>
                  <a:path extrusionOk="0" h="9930" w="9929">
                    <a:moveTo>
                      <a:pt x="306" y="1"/>
                    </a:moveTo>
                    <a:cubicBezTo>
                      <a:pt x="136" y="1"/>
                      <a:pt x="0" y="137"/>
                      <a:pt x="0" y="307"/>
                    </a:cubicBezTo>
                    <a:cubicBezTo>
                      <a:pt x="0" y="477"/>
                      <a:pt x="136" y="620"/>
                      <a:pt x="306" y="620"/>
                    </a:cubicBezTo>
                    <a:cubicBezTo>
                      <a:pt x="5271" y="620"/>
                      <a:pt x="9311" y="4659"/>
                      <a:pt x="9311" y="9623"/>
                    </a:cubicBezTo>
                    <a:cubicBezTo>
                      <a:pt x="9311" y="9793"/>
                      <a:pt x="9452" y="9929"/>
                      <a:pt x="9622" y="9929"/>
                    </a:cubicBezTo>
                    <a:cubicBezTo>
                      <a:pt x="9787" y="9929"/>
                      <a:pt x="9929" y="9793"/>
                      <a:pt x="9929" y="9623"/>
                    </a:cubicBezTo>
                    <a:cubicBezTo>
                      <a:pt x="9929" y="4318"/>
                      <a:pt x="5611" y="1"/>
                      <a:pt x="306" y="1"/>
                    </a:cubicBezTo>
                    <a:close/>
                  </a:path>
                </a:pathLst>
              </a:custGeom>
              <a:solidFill>
                <a:srgbClr val="9257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" name="Google Shape;604;p34"/>
              <p:cNvSpPr/>
              <p:nvPr/>
            </p:nvSpPr>
            <p:spPr>
              <a:xfrm>
                <a:off x="6685800" y="2786460"/>
                <a:ext cx="452090" cy="452137"/>
              </a:xfrm>
              <a:custGeom>
                <a:rect b="b" l="l" r="r" t="t"/>
                <a:pathLst>
                  <a:path extrusionOk="0" h="19246" w="19244">
                    <a:moveTo>
                      <a:pt x="9621" y="1"/>
                    </a:moveTo>
                    <a:cubicBezTo>
                      <a:pt x="4318" y="1"/>
                      <a:pt x="0" y="4318"/>
                      <a:pt x="0" y="9623"/>
                    </a:cubicBezTo>
                    <a:cubicBezTo>
                      <a:pt x="0" y="14928"/>
                      <a:pt x="4318" y="19245"/>
                      <a:pt x="9621" y="19245"/>
                    </a:cubicBezTo>
                    <a:cubicBezTo>
                      <a:pt x="14926" y="19245"/>
                      <a:pt x="19244" y="14928"/>
                      <a:pt x="19244" y="9623"/>
                    </a:cubicBezTo>
                    <a:cubicBezTo>
                      <a:pt x="19244" y="9453"/>
                      <a:pt x="19102" y="9317"/>
                      <a:pt x="18937" y="9317"/>
                    </a:cubicBezTo>
                    <a:cubicBezTo>
                      <a:pt x="18767" y="9317"/>
                      <a:pt x="18626" y="9453"/>
                      <a:pt x="18626" y="9623"/>
                    </a:cubicBezTo>
                    <a:cubicBezTo>
                      <a:pt x="18626" y="14587"/>
                      <a:pt x="14586" y="18627"/>
                      <a:pt x="9621" y="18627"/>
                    </a:cubicBezTo>
                    <a:cubicBezTo>
                      <a:pt x="4652" y="18627"/>
                      <a:pt x="613" y="14587"/>
                      <a:pt x="613" y="9623"/>
                    </a:cubicBezTo>
                    <a:cubicBezTo>
                      <a:pt x="613" y="4659"/>
                      <a:pt x="4652" y="620"/>
                      <a:pt x="9621" y="620"/>
                    </a:cubicBezTo>
                    <a:cubicBezTo>
                      <a:pt x="9792" y="620"/>
                      <a:pt x="9928" y="477"/>
                      <a:pt x="9928" y="307"/>
                    </a:cubicBezTo>
                    <a:cubicBezTo>
                      <a:pt x="9928" y="137"/>
                      <a:pt x="9792" y="1"/>
                      <a:pt x="9621" y="1"/>
                    </a:cubicBezTo>
                    <a:close/>
                  </a:path>
                </a:pathLst>
              </a:custGeom>
              <a:solidFill>
                <a:srgbClr val="9257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" name="Google Shape;605;p34"/>
              <p:cNvSpPr/>
              <p:nvPr/>
            </p:nvSpPr>
            <p:spPr>
              <a:xfrm>
                <a:off x="6761889" y="3005306"/>
                <a:ext cx="157141" cy="157188"/>
              </a:xfrm>
              <a:custGeom>
                <a:rect b="b" l="l" r="r" t="t"/>
                <a:pathLst>
                  <a:path extrusionOk="0" h="6691" w="6689">
                    <a:moveTo>
                      <a:pt x="307" y="1"/>
                    </a:moveTo>
                    <a:cubicBezTo>
                      <a:pt x="137" y="1"/>
                      <a:pt x="1" y="137"/>
                      <a:pt x="1" y="307"/>
                    </a:cubicBezTo>
                    <a:cubicBezTo>
                      <a:pt x="1" y="3824"/>
                      <a:pt x="2865" y="6690"/>
                      <a:pt x="6382" y="6690"/>
                    </a:cubicBezTo>
                    <a:cubicBezTo>
                      <a:pt x="6553" y="6690"/>
                      <a:pt x="6689" y="6547"/>
                      <a:pt x="6689" y="6377"/>
                    </a:cubicBezTo>
                    <a:cubicBezTo>
                      <a:pt x="6689" y="6207"/>
                      <a:pt x="6553" y="6071"/>
                      <a:pt x="6382" y="6071"/>
                    </a:cubicBezTo>
                    <a:cubicBezTo>
                      <a:pt x="3200" y="6071"/>
                      <a:pt x="619" y="3484"/>
                      <a:pt x="619" y="307"/>
                    </a:cubicBezTo>
                    <a:cubicBezTo>
                      <a:pt x="619" y="137"/>
                      <a:pt x="477" y="1"/>
                      <a:pt x="307" y="1"/>
                    </a:cubicBezTo>
                    <a:close/>
                  </a:path>
                </a:pathLst>
              </a:custGeom>
              <a:solidFill>
                <a:srgbClr val="9257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" name="Google Shape;606;p34"/>
              <p:cNvSpPr/>
              <p:nvPr/>
            </p:nvSpPr>
            <p:spPr>
              <a:xfrm>
                <a:off x="6761889" y="2862595"/>
                <a:ext cx="299788" cy="299905"/>
              </a:xfrm>
              <a:custGeom>
                <a:rect b="b" l="l" r="r" t="t"/>
                <a:pathLst>
                  <a:path extrusionOk="0" h="12766" w="12761">
                    <a:moveTo>
                      <a:pt x="6382" y="0"/>
                    </a:moveTo>
                    <a:cubicBezTo>
                      <a:pt x="2865" y="0"/>
                      <a:pt x="1" y="2865"/>
                      <a:pt x="1" y="6382"/>
                    </a:cubicBezTo>
                    <a:cubicBezTo>
                      <a:pt x="1" y="6552"/>
                      <a:pt x="137" y="6688"/>
                      <a:pt x="307" y="6688"/>
                    </a:cubicBezTo>
                    <a:cubicBezTo>
                      <a:pt x="477" y="6688"/>
                      <a:pt x="619" y="6552"/>
                      <a:pt x="619" y="6382"/>
                    </a:cubicBezTo>
                    <a:cubicBezTo>
                      <a:pt x="619" y="3205"/>
                      <a:pt x="3200" y="618"/>
                      <a:pt x="6382" y="618"/>
                    </a:cubicBezTo>
                    <a:cubicBezTo>
                      <a:pt x="9560" y="618"/>
                      <a:pt x="12147" y="3205"/>
                      <a:pt x="12147" y="6382"/>
                    </a:cubicBezTo>
                    <a:cubicBezTo>
                      <a:pt x="12147" y="9559"/>
                      <a:pt x="9560" y="12146"/>
                      <a:pt x="6382" y="12146"/>
                    </a:cubicBezTo>
                    <a:cubicBezTo>
                      <a:pt x="6212" y="12146"/>
                      <a:pt x="6076" y="12282"/>
                      <a:pt x="6076" y="12452"/>
                    </a:cubicBezTo>
                    <a:cubicBezTo>
                      <a:pt x="6076" y="12622"/>
                      <a:pt x="6212" y="12765"/>
                      <a:pt x="6382" y="12765"/>
                    </a:cubicBezTo>
                    <a:cubicBezTo>
                      <a:pt x="9901" y="12765"/>
                      <a:pt x="12760" y="9899"/>
                      <a:pt x="12760" y="6382"/>
                    </a:cubicBezTo>
                    <a:cubicBezTo>
                      <a:pt x="12760" y="2865"/>
                      <a:pt x="9901" y="0"/>
                      <a:pt x="63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" name="Google Shape;607;p34"/>
              <p:cNvSpPr/>
              <p:nvPr/>
            </p:nvSpPr>
            <p:spPr>
              <a:xfrm>
                <a:off x="6897410" y="3142848"/>
                <a:ext cx="24691" cy="24691"/>
              </a:xfrm>
              <a:custGeom>
                <a:rect b="b" l="l" r="r" t="t"/>
                <a:pathLst>
                  <a:path extrusionOk="0" h="1051" w="1051">
                    <a:moveTo>
                      <a:pt x="523" y="1"/>
                    </a:moveTo>
                    <a:cubicBezTo>
                      <a:pt x="233" y="1"/>
                      <a:pt x="1" y="233"/>
                      <a:pt x="1" y="522"/>
                    </a:cubicBezTo>
                    <a:cubicBezTo>
                      <a:pt x="1" y="812"/>
                      <a:pt x="233" y="1050"/>
                      <a:pt x="523" y="1050"/>
                    </a:cubicBezTo>
                    <a:cubicBezTo>
                      <a:pt x="812" y="1050"/>
                      <a:pt x="1050" y="812"/>
                      <a:pt x="1050" y="522"/>
                    </a:cubicBezTo>
                    <a:cubicBezTo>
                      <a:pt x="1050" y="233"/>
                      <a:pt x="812" y="1"/>
                      <a:pt x="52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" name="Google Shape;608;p34"/>
              <p:cNvSpPr/>
              <p:nvPr/>
            </p:nvSpPr>
            <p:spPr>
              <a:xfrm>
                <a:off x="6904622" y="3005306"/>
                <a:ext cx="79593" cy="79616"/>
              </a:xfrm>
              <a:custGeom>
                <a:rect b="b" l="l" r="r" t="t"/>
                <a:pathLst>
                  <a:path extrusionOk="0" h="3389" w="3388">
                    <a:moveTo>
                      <a:pt x="3076" y="1"/>
                    </a:moveTo>
                    <a:cubicBezTo>
                      <a:pt x="2906" y="1"/>
                      <a:pt x="2770" y="137"/>
                      <a:pt x="2770" y="307"/>
                    </a:cubicBezTo>
                    <a:cubicBezTo>
                      <a:pt x="2770" y="1669"/>
                      <a:pt x="1663" y="2769"/>
                      <a:pt x="306" y="2769"/>
                    </a:cubicBezTo>
                    <a:cubicBezTo>
                      <a:pt x="136" y="2769"/>
                      <a:pt x="0" y="2912"/>
                      <a:pt x="0" y="3082"/>
                    </a:cubicBezTo>
                    <a:cubicBezTo>
                      <a:pt x="0" y="3252"/>
                      <a:pt x="136" y="3388"/>
                      <a:pt x="306" y="3388"/>
                    </a:cubicBezTo>
                    <a:cubicBezTo>
                      <a:pt x="2003" y="3388"/>
                      <a:pt x="3388" y="2004"/>
                      <a:pt x="3388" y="307"/>
                    </a:cubicBezTo>
                    <a:cubicBezTo>
                      <a:pt x="3388" y="137"/>
                      <a:pt x="3246" y="1"/>
                      <a:pt x="3076" y="1"/>
                    </a:cubicBezTo>
                    <a:close/>
                  </a:path>
                </a:pathLst>
              </a:custGeom>
              <a:solidFill>
                <a:srgbClr val="9257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" name="Google Shape;609;p34"/>
              <p:cNvSpPr/>
              <p:nvPr/>
            </p:nvSpPr>
            <p:spPr>
              <a:xfrm>
                <a:off x="6839457" y="2940164"/>
                <a:ext cx="144761" cy="144761"/>
              </a:xfrm>
              <a:custGeom>
                <a:rect b="b" l="l" r="r" t="t"/>
                <a:pathLst>
                  <a:path extrusionOk="0" h="6162" w="6162">
                    <a:moveTo>
                      <a:pt x="3080" y="0"/>
                    </a:moveTo>
                    <a:cubicBezTo>
                      <a:pt x="1378" y="0"/>
                      <a:pt x="0" y="1384"/>
                      <a:pt x="0" y="3080"/>
                    </a:cubicBezTo>
                    <a:cubicBezTo>
                      <a:pt x="0" y="4777"/>
                      <a:pt x="1378" y="6161"/>
                      <a:pt x="3080" y="6161"/>
                    </a:cubicBezTo>
                    <a:cubicBezTo>
                      <a:pt x="3251" y="6161"/>
                      <a:pt x="3387" y="6025"/>
                      <a:pt x="3387" y="5855"/>
                    </a:cubicBezTo>
                    <a:cubicBezTo>
                      <a:pt x="3387" y="5685"/>
                      <a:pt x="3251" y="5542"/>
                      <a:pt x="3080" y="5542"/>
                    </a:cubicBezTo>
                    <a:cubicBezTo>
                      <a:pt x="1719" y="5542"/>
                      <a:pt x="613" y="4442"/>
                      <a:pt x="613" y="3080"/>
                    </a:cubicBezTo>
                    <a:cubicBezTo>
                      <a:pt x="613" y="1724"/>
                      <a:pt x="1719" y="618"/>
                      <a:pt x="3080" y="618"/>
                    </a:cubicBezTo>
                    <a:cubicBezTo>
                      <a:pt x="4437" y="618"/>
                      <a:pt x="5544" y="1724"/>
                      <a:pt x="5544" y="3080"/>
                    </a:cubicBezTo>
                    <a:cubicBezTo>
                      <a:pt x="5544" y="3250"/>
                      <a:pt x="5680" y="3386"/>
                      <a:pt x="5850" y="3386"/>
                    </a:cubicBezTo>
                    <a:cubicBezTo>
                      <a:pt x="6020" y="3386"/>
                      <a:pt x="6162" y="3250"/>
                      <a:pt x="6162" y="3080"/>
                    </a:cubicBezTo>
                    <a:cubicBezTo>
                      <a:pt x="6162" y="1384"/>
                      <a:pt x="4777" y="0"/>
                      <a:pt x="3080" y="0"/>
                    </a:cubicBezTo>
                    <a:close/>
                  </a:path>
                </a:pathLst>
              </a:custGeom>
              <a:solidFill>
                <a:srgbClr val="9257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10" name="Google Shape;610;p34"/>
            <p:cNvGrpSpPr/>
            <p:nvPr/>
          </p:nvGrpSpPr>
          <p:grpSpPr>
            <a:xfrm>
              <a:off x="7245130" y="2786460"/>
              <a:ext cx="452137" cy="452137"/>
              <a:chOff x="7245130" y="2786460"/>
              <a:chExt cx="452137" cy="452137"/>
            </a:xfrm>
          </p:grpSpPr>
          <p:sp>
            <p:nvSpPr>
              <p:cNvPr id="611" name="Google Shape;611;p34"/>
              <p:cNvSpPr/>
              <p:nvPr/>
            </p:nvSpPr>
            <p:spPr>
              <a:xfrm>
                <a:off x="7245130" y="2786460"/>
                <a:ext cx="452137" cy="452137"/>
              </a:xfrm>
              <a:custGeom>
                <a:rect b="b" l="l" r="r" t="t"/>
                <a:pathLst>
                  <a:path extrusionOk="0" h="19246" w="19246">
                    <a:moveTo>
                      <a:pt x="9623" y="620"/>
                    </a:moveTo>
                    <a:cubicBezTo>
                      <a:pt x="14587" y="620"/>
                      <a:pt x="18633" y="4659"/>
                      <a:pt x="18633" y="9623"/>
                    </a:cubicBezTo>
                    <a:cubicBezTo>
                      <a:pt x="18633" y="14587"/>
                      <a:pt x="14587" y="18627"/>
                      <a:pt x="9623" y="18627"/>
                    </a:cubicBezTo>
                    <a:cubicBezTo>
                      <a:pt x="4659" y="18627"/>
                      <a:pt x="619" y="14587"/>
                      <a:pt x="619" y="9623"/>
                    </a:cubicBezTo>
                    <a:cubicBezTo>
                      <a:pt x="619" y="4659"/>
                      <a:pt x="4659" y="620"/>
                      <a:pt x="9623" y="620"/>
                    </a:cubicBezTo>
                    <a:close/>
                    <a:moveTo>
                      <a:pt x="9623" y="1"/>
                    </a:moveTo>
                    <a:cubicBezTo>
                      <a:pt x="4318" y="1"/>
                      <a:pt x="1" y="4318"/>
                      <a:pt x="1" y="9623"/>
                    </a:cubicBezTo>
                    <a:cubicBezTo>
                      <a:pt x="1" y="14928"/>
                      <a:pt x="4318" y="19245"/>
                      <a:pt x="9623" y="19245"/>
                    </a:cubicBezTo>
                    <a:cubicBezTo>
                      <a:pt x="14928" y="19245"/>
                      <a:pt x="19246" y="14928"/>
                      <a:pt x="19246" y="9623"/>
                    </a:cubicBezTo>
                    <a:cubicBezTo>
                      <a:pt x="19246" y="4318"/>
                      <a:pt x="14928" y="1"/>
                      <a:pt x="9623" y="1"/>
                    </a:cubicBezTo>
                    <a:close/>
                  </a:path>
                </a:pathLst>
              </a:custGeom>
              <a:solidFill>
                <a:srgbClr val="9257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" name="Google Shape;612;p34"/>
              <p:cNvSpPr/>
              <p:nvPr/>
            </p:nvSpPr>
            <p:spPr>
              <a:xfrm>
                <a:off x="7463976" y="2786460"/>
                <a:ext cx="233281" cy="233281"/>
              </a:xfrm>
              <a:custGeom>
                <a:rect b="b" l="l" r="r" t="t"/>
                <a:pathLst>
                  <a:path extrusionOk="0" h="9930" w="9930">
                    <a:moveTo>
                      <a:pt x="307" y="1"/>
                    </a:moveTo>
                    <a:cubicBezTo>
                      <a:pt x="137" y="1"/>
                      <a:pt x="1" y="137"/>
                      <a:pt x="1" y="307"/>
                    </a:cubicBezTo>
                    <a:cubicBezTo>
                      <a:pt x="1" y="477"/>
                      <a:pt x="137" y="620"/>
                      <a:pt x="307" y="620"/>
                    </a:cubicBezTo>
                    <a:cubicBezTo>
                      <a:pt x="5271" y="620"/>
                      <a:pt x="9317" y="4659"/>
                      <a:pt x="9317" y="9623"/>
                    </a:cubicBezTo>
                    <a:cubicBezTo>
                      <a:pt x="9317" y="9793"/>
                      <a:pt x="9453" y="9929"/>
                      <a:pt x="9623" y="9929"/>
                    </a:cubicBezTo>
                    <a:cubicBezTo>
                      <a:pt x="9793" y="9929"/>
                      <a:pt x="9930" y="9793"/>
                      <a:pt x="9930" y="9623"/>
                    </a:cubicBezTo>
                    <a:cubicBezTo>
                      <a:pt x="9930" y="4318"/>
                      <a:pt x="5612" y="1"/>
                      <a:pt x="307" y="1"/>
                    </a:cubicBezTo>
                    <a:close/>
                  </a:path>
                </a:pathLst>
              </a:custGeom>
              <a:solidFill>
                <a:srgbClr val="9257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" name="Google Shape;613;p34"/>
              <p:cNvSpPr/>
              <p:nvPr/>
            </p:nvSpPr>
            <p:spPr>
              <a:xfrm>
                <a:off x="7269256" y="2786460"/>
                <a:ext cx="428010" cy="233281"/>
              </a:xfrm>
              <a:custGeom>
                <a:rect b="b" l="l" r="r" t="t"/>
                <a:pathLst>
                  <a:path extrusionOk="0" h="9930" w="18219">
                    <a:moveTo>
                      <a:pt x="8596" y="1"/>
                    </a:moveTo>
                    <a:cubicBezTo>
                      <a:pt x="5016" y="1"/>
                      <a:pt x="1754" y="1970"/>
                      <a:pt x="81" y="5135"/>
                    </a:cubicBezTo>
                    <a:cubicBezTo>
                      <a:pt x="0" y="5289"/>
                      <a:pt x="63" y="5476"/>
                      <a:pt x="211" y="5556"/>
                    </a:cubicBezTo>
                    <a:cubicBezTo>
                      <a:pt x="257" y="5579"/>
                      <a:pt x="304" y="5590"/>
                      <a:pt x="351" y="5590"/>
                    </a:cubicBezTo>
                    <a:cubicBezTo>
                      <a:pt x="462" y="5590"/>
                      <a:pt x="569" y="5529"/>
                      <a:pt x="625" y="5425"/>
                    </a:cubicBezTo>
                    <a:cubicBezTo>
                      <a:pt x="2191" y="2458"/>
                      <a:pt x="5249" y="620"/>
                      <a:pt x="8596" y="620"/>
                    </a:cubicBezTo>
                    <a:cubicBezTo>
                      <a:pt x="13560" y="620"/>
                      <a:pt x="17606" y="4659"/>
                      <a:pt x="17606" y="9623"/>
                    </a:cubicBezTo>
                    <a:cubicBezTo>
                      <a:pt x="17606" y="9793"/>
                      <a:pt x="17742" y="9929"/>
                      <a:pt x="17912" y="9929"/>
                    </a:cubicBezTo>
                    <a:cubicBezTo>
                      <a:pt x="18082" y="9929"/>
                      <a:pt x="18219" y="9793"/>
                      <a:pt x="18219" y="9623"/>
                    </a:cubicBezTo>
                    <a:cubicBezTo>
                      <a:pt x="18219" y="4318"/>
                      <a:pt x="13901" y="1"/>
                      <a:pt x="8596" y="1"/>
                    </a:cubicBezTo>
                    <a:close/>
                  </a:path>
                </a:pathLst>
              </a:custGeom>
              <a:solidFill>
                <a:srgbClr val="9257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" name="Google Shape;614;p34"/>
              <p:cNvSpPr/>
              <p:nvPr/>
            </p:nvSpPr>
            <p:spPr>
              <a:xfrm>
                <a:off x="7325635" y="2864522"/>
                <a:ext cx="314424" cy="299694"/>
              </a:xfrm>
              <a:custGeom>
                <a:rect b="b" l="l" r="r" t="t"/>
                <a:pathLst>
                  <a:path extrusionOk="0" h="12757" w="13384">
                    <a:moveTo>
                      <a:pt x="6383" y="615"/>
                    </a:moveTo>
                    <a:cubicBezTo>
                      <a:pt x="7859" y="615"/>
                      <a:pt x="9333" y="1178"/>
                      <a:pt x="10457" y="2301"/>
                    </a:cubicBezTo>
                    <a:cubicBezTo>
                      <a:pt x="12709" y="4548"/>
                      <a:pt x="12709" y="8206"/>
                      <a:pt x="10457" y="10453"/>
                    </a:cubicBezTo>
                    <a:cubicBezTo>
                      <a:pt x="9333" y="11576"/>
                      <a:pt x="7857" y="12138"/>
                      <a:pt x="6381" y="12138"/>
                    </a:cubicBezTo>
                    <a:cubicBezTo>
                      <a:pt x="4904" y="12138"/>
                      <a:pt x="3428" y="11576"/>
                      <a:pt x="2305" y="10453"/>
                    </a:cubicBezTo>
                    <a:cubicBezTo>
                      <a:pt x="1215" y="9364"/>
                      <a:pt x="619" y="7918"/>
                      <a:pt x="619" y="6379"/>
                    </a:cubicBezTo>
                    <a:cubicBezTo>
                      <a:pt x="619" y="4836"/>
                      <a:pt x="1215" y="3390"/>
                      <a:pt x="2305" y="2301"/>
                    </a:cubicBezTo>
                    <a:cubicBezTo>
                      <a:pt x="3428" y="1178"/>
                      <a:pt x="4908" y="615"/>
                      <a:pt x="6383" y="615"/>
                    </a:cubicBezTo>
                    <a:close/>
                    <a:moveTo>
                      <a:pt x="6383" y="0"/>
                    </a:moveTo>
                    <a:cubicBezTo>
                      <a:pt x="4749" y="0"/>
                      <a:pt x="3115" y="622"/>
                      <a:pt x="1873" y="1864"/>
                    </a:cubicBezTo>
                    <a:cubicBezTo>
                      <a:pt x="664" y="3072"/>
                      <a:pt x="1" y="4672"/>
                      <a:pt x="1" y="6379"/>
                    </a:cubicBezTo>
                    <a:cubicBezTo>
                      <a:pt x="1" y="8081"/>
                      <a:pt x="664" y="9681"/>
                      <a:pt x="1873" y="10890"/>
                    </a:cubicBezTo>
                    <a:cubicBezTo>
                      <a:pt x="3115" y="12132"/>
                      <a:pt x="4749" y="12757"/>
                      <a:pt x="6383" y="12757"/>
                    </a:cubicBezTo>
                    <a:cubicBezTo>
                      <a:pt x="8017" y="12757"/>
                      <a:pt x="9650" y="12132"/>
                      <a:pt x="10894" y="10890"/>
                    </a:cubicBezTo>
                    <a:cubicBezTo>
                      <a:pt x="13384" y="8400"/>
                      <a:pt x="13384" y="4354"/>
                      <a:pt x="10894" y="1864"/>
                    </a:cubicBezTo>
                    <a:cubicBezTo>
                      <a:pt x="9651" y="622"/>
                      <a:pt x="8017" y="0"/>
                      <a:pt x="6383" y="0"/>
                    </a:cubicBezTo>
                    <a:close/>
                  </a:path>
                </a:pathLst>
              </a:custGeom>
              <a:solidFill>
                <a:srgbClr val="9257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" name="Google Shape;615;p34"/>
              <p:cNvSpPr/>
              <p:nvPr/>
            </p:nvSpPr>
            <p:spPr>
              <a:xfrm>
                <a:off x="7325635" y="2906195"/>
                <a:ext cx="56946" cy="216319"/>
              </a:xfrm>
              <a:custGeom>
                <a:rect b="b" l="l" r="r" t="t"/>
                <a:pathLst>
                  <a:path extrusionOk="0" h="9208" w="2424">
                    <a:moveTo>
                      <a:pt x="2088" y="0"/>
                    </a:moveTo>
                    <a:cubicBezTo>
                      <a:pt x="2010" y="0"/>
                      <a:pt x="1932" y="30"/>
                      <a:pt x="1873" y="90"/>
                    </a:cubicBezTo>
                    <a:cubicBezTo>
                      <a:pt x="664" y="1298"/>
                      <a:pt x="1" y="2898"/>
                      <a:pt x="1" y="4605"/>
                    </a:cubicBezTo>
                    <a:cubicBezTo>
                      <a:pt x="1" y="6307"/>
                      <a:pt x="664" y="7907"/>
                      <a:pt x="1873" y="9116"/>
                    </a:cubicBezTo>
                    <a:cubicBezTo>
                      <a:pt x="1930" y="9173"/>
                      <a:pt x="2009" y="9207"/>
                      <a:pt x="2088" y="9207"/>
                    </a:cubicBezTo>
                    <a:cubicBezTo>
                      <a:pt x="2168" y="9207"/>
                      <a:pt x="2247" y="9173"/>
                      <a:pt x="2305" y="9116"/>
                    </a:cubicBezTo>
                    <a:cubicBezTo>
                      <a:pt x="2423" y="8996"/>
                      <a:pt x="2423" y="8799"/>
                      <a:pt x="2305" y="8679"/>
                    </a:cubicBezTo>
                    <a:cubicBezTo>
                      <a:pt x="1215" y="7590"/>
                      <a:pt x="619" y="6144"/>
                      <a:pt x="619" y="4605"/>
                    </a:cubicBezTo>
                    <a:cubicBezTo>
                      <a:pt x="619" y="3062"/>
                      <a:pt x="1215" y="1616"/>
                      <a:pt x="2305" y="527"/>
                    </a:cubicBezTo>
                    <a:cubicBezTo>
                      <a:pt x="2423" y="407"/>
                      <a:pt x="2423" y="208"/>
                      <a:pt x="2305" y="90"/>
                    </a:cubicBezTo>
                    <a:cubicBezTo>
                      <a:pt x="2245" y="30"/>
                      <a:pt x="2166" y="0"/>
                      <a:pt x="2088" y="0"/>
                    </a:cubicBezTo>
                    <a:close/>
                  </a:path>
                </a:pathLst>
              </a:custGeom>
              <a:solidFill>
                <a:srgbClr val="9257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" name="Google Shape;616;p34"/>
              <p:cNvSpPr/>
              <p:nvPr/>
            </p:nvSpPr>
            <p:spPr>
              <a:xfrm>
                <a:off x="7366674" y="2906195"/>
                <a:ext cx="273382" cy="258018"/>
              </a:xfrm>
              <a:custGeom>
                <a:rect b="b" l="l" r="r" t="t"/>
                <a:pathLst>
                  <a:path extrusionOk="0" h="10983" w="11637">
                    <a:moveTo>
                      <a:pt x="8928" y="0"/>
                    </a:moveTo>
                    <a:cubicBezTo>
                      <a:pt x="8849" y="0"/>
                      <a:pt x="8769" y="30"/>
                      <a:pt x="8710" y="90"/>
                    </a:cubicBezTo>
                    <a:cubicBezTo>
                      <a:pt x="8591" y="208"/>
                      <a:pt x="8591" y="407"/>
                      <a:pt x="8710" y="527"/>
                    </a:cubicBezTo>
                    <a:cubicBezTo>
                      <a:pt x="10962" y="2774"/>
                      <a:pt x="10962" y="6432"/>
                      <a:pt x="8710" y="8679"/>
                    </a:cubicBezTo>
                    <a:cubicBezTo>
                      <a:pt x="7586" y="9802"/>
                      <a:pt x="6110" y="10364"/>
                      <a:pt x="4634" y="10364"/>
                    </a:cubicBezTo>
                    <a:cubicBezTo>
                      <a:pt x="3157" y="10364"/>
                      <a:pt x="1681" y="9802"/>
                      <a:pt x="558" y="8679"/>
                    </a:cubicBezTo>
                    <a:cubicBezTo>
                      <a:pt x="498" y="8620"/>
                      <a:pt x="419" y="8590"/>
                      <a:pt x="341" y="8590"/>
                    </a:cubicBezTo>
                    <a:cubicBezTo>
                      <a:pt x="263" y="8590"/>
                      <a:pt x="185" y="8620"/>
                      <a:pt x="126" y="8679"/>
                    </a:cubicBezTo>
                    <a:cubicBezTo>
                      <a:pt x="1" y="8799"/>
                      <a:pt x="1" y="8996"/>
                      <a:pt x="126" y="9116"/>
                    </a:cubicBezTo>
                    <a:cubicBezTo>
                      <a:pt x="1368" y="10358"/>
                      <a:pt x="3002" y="10983"/>
                      <a:pt x="4636" y="10983"/>
                    </a:cubicBezTo>
                    <a:cubicBezTo>
                      <a:pt x="6270" y="10983"/>
                      <a:pt x="7903" y="10358"/>
                      <a:pt x="9147" y="9116"/>
                    </a:cubicBezTo>
                    <a:cubicBezTo>
                      <a:pt x="11637" y="6626"/>
                      <a:pt x="11637" y="2580"/>
                      <a:pt x="9147" y="90"/>
                    </a:cubicBezTo>
                    <a:cubicBezTo>
                      <a:pt x="9087" y="30"/>
                      <a:pt x="9007" y="0"/>
                      <a:pt x="8928" y="0"/>
                    </a:cubicBezTo>
                    <a:close/>
                  </a:path>
                </a:pathLst>
              </a:custGeom>
              <a:solidFill>
                <a:srgbClr val="9257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" name="Google Shape;617;p34"/>
              <p:cNvSpPr/>
              <p:nvPr/>
            </p:nvSpPr>
            <p:spPr>
              <a:xfrm>
                <a:off x="7398787" y="2940164"/>
                <a:ext cx="144784" cy="144761"/>
              </a:xfrm>
              <a:custGeom>
                <a:rect b="b" l="l" r="r" t="t"/>
                <a:pathLst>
                  <a:path extrusionOk="0" h="6162" w="6163">
                    <a:moveTo>
                      <a:pt x="3082" y="618"/>
                    </a:moveTo>
                    <a:cubicBezTo>
                      <a:pt x="4444" y="618"/>
                      <a:pt x="5544" y="1724"/>
                      <a:pt x="5544" y="3080"/>
                    </a:cubicBezTo>
                    <a:cubicBezTo>
                      <a:pt x="5544" y="4442"/>
                      <a:pt x="4444" y="5542"/>
                      <a:pt x="3082" y="5542"/>
                    </a:cubicBezTo>
                    <a:cubicBezTo>
                      <a:pt x="1726" y="5542"/>
                      <a:pt x="620" y="4442"/>
                      <a:pt x="620" y="3080"/>
                    </a:cubicBezTo>
                    <a:cubicBezTo>
                      <a:pt x="620" y="1724"/>
                      <a:pt x="1726" y="618"/>
                      <a:pt x="3082" y="618"/>
                    </a:cubicBezTo>
                    <a:close/>
                    <a:moveTo>
                      <a:pt x="3082" y="0"/>
                    </a:moveTo>
                    <a:cubicBezTo>
                      <a:pt x="1386" y="0"/>
                      <a:pt x="1" y="1384"/>
                      <a:pt x="1" y="3080"/>
                    </a:cubicBezTo>
                    <a:cubicBezTo>
                      <a:pt x="1" y="4777"/>
                      <a:pt x="1386" y="6161"/>
                      <a:pt x="3082" y="6161"/>
                    </a:cubicBezTo>
                    <a:cubicBezTo>
                      <a:pt x="4779" y="6161"/>
                      <a:pt x="6162" y="4777"/>
                      <a:pt x="6162" y="3080"/>
                    </a:cubicBezTo>
                    <a:cubicBezTo>
                      <a:pt x="6162" y="1384"/>
                      <a:pt x="4779" y="0"/>
                      <a:pt x="3082" y="0"/>
                    </a:cubicBezTo>
                    <a:close/>
                  </a:path>
                </a:pathLst>
              </a:custGeom>
              <a:solidFill>
                <a:srgbClr val="9257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" name="Google Shape;618;p34"/>
              <p:cNvSpPr/>
              <p:nvPr/>
            </p:nvSpPr>
            <p:spPr>
              <a:xfrm>
                <a:off x="7398787" y="2961753"/>
                <a:ext cx="79616" cy="123171"/>
              </a:xfrm>
              <a:custGeom>
                <a:rect b="b" l="l" r="r" t="t"/>
                <a:pathLst>
                  <a:path extrusionOk="0" h="5243" w="3389">
                    <a:moveTo>
                      <a:pt x="1021" y="1"/>
                    </a:moveTo>
                    <a:cubicBezTo>
                      <a:pt x="936" y="1"/>
                      <a:pt x="851" y="35"/>
                      <a:pt x="790" y="102"/>
                    </a:cubicBezTo>
                    <a:cubicBezTo>
                      <a:pt x="285" y="669"/>
                      <a:pt x="1" y="1401"/>
                      <a:pt x="1" y="2161"/>
                    </a:cubicBezTo>
                    <a:cubicBezTo>
                      <a:pt x="1" y="3858"/>
                      <a:pt x="1386" y="5242"/>
                      <a:pt x="3082" y="5242"/>
                    </a:cubicBezTo>
                    <a:cubicBezTo>
                      <a:pt x="3252" y="5242"/>
                      <a:pt x="3388" y="5106"/>
                      <a:pt x="3388" y="4936"/>
                    </a:cubicBezTo>
                    <a:cubicBezTo>
                      <a:pt x="3388" y="4766"/>
                      <a:pt x="3252" y="4623"/>
                      <a:pt x="3082" y="4623"/>
                    </a:cubicBezTo>
                    <a:cubicBezTo>
                      <a:pt x="1726" y="4623"/>
                      <a:pt x="620" y="3523"/>
                      <a:pt x="620" y="2161"/>
                    </a:cubicBezTo>
                    <a:cubicBezTo>
                      <a:pt x="620" y="1554"/>
                      <a:pt x="841" y="970"/>
                      <a:pt x="1249" y="516"/>
                    </a:cubicBezTo>
                    <a:cubicBezTo>
                      <a:pt x="1362" y="386"/>
                      <a:pt x="1351" y="192"/>
                      <a:pt x="1226" y="79"/>
                    </a:cubicBezTo>
                    <a:cubicBezTo>
                      <a:pt x="1169" y="27"/>
                      <a:pt x="1095" y="1"/>
                      <a:pt x="102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" name="Google Shape;619;p34"/>
              <p:cNvSpPr/>
              <p:nvPr/>
            </p:nvSpPr>
            <p:spPr>
              <a:xfrm>
                <a:off x="7410157" y="2956655"/>
                <a:ext cx="24644" cy="24691"/>
              </a:xfrm>
              <a:custGeom>
                <a:rect b="b" l="l" r="r" t="t"/>
                <a:pathLst>
                  <a:path extrusionOk="0" h="1051" w="1049">
                    <a:moveTo>
                      <a:pt x="527" y="1"/>
                    </a:moveTo>
                    <a:cubicBezTo>
                      <a:pt x="238" y="1"/>
                      <a:pt x="0" y="234"/>
                      <a:pt x="0" y="524"/>
                    </a:cubicBezTo>
                    <a:cubicBezTo>
                      <a:pt x="0" y="812"/>
                      <a:pt x="238" y="1051"/>
                      <a:pt x="527" y="1051"/>
                    </a:cubicBezTo>
                    <a:cubicBezTo>
                      <a:pt x="817" y="1051"/>
                      <a:pt x="1049" y="812"/>
                      <a:pt x="1049" y="524"/>
                    </a:cubicBezTo>
                    <a:cubicBezTo>
                      <a:pt x="1049" y="234"/>
                      <a:pt x="817" y="1"/>
                      <a:pt x="52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0" name="Google Shape;620;p34"/>
            <p:cNvGrpSpPr/>
            <p:nvPr/>
          </p:nvGrpSpPr>
          <p:grpSpPr>
            <a:xfrm>
              <a:off x="7804507" y="2786460"/>
              <a:ext cx="452090" cy="452137"/>
              <a:chOff x="7804507" y="2786460"/>
              <a:chExt cx="452090" cy="452137"/>
            </a:xfrm>
          </p:grpSpPr>
          <p:sp>
            <p:nvSpPr>
              <p:cNvPr id="621" name="Google Shape;621;p34"/>
              <p:cNvSpPr/>
              <p:nvPr/>
            </p:nvSpPr>
            <p:spPr>
              <a:xfrm>
                <a:off x="7923655" y="3101832"/>
                <a:ext cx="217541" cy="56100"/>
              </a:xfrm>
              <a:custGeom>
                <a:rect b="b" l="l" r="r" t="t"/>
                <a:pathLst>
                  <a:path extrusionOk="0" h="2388" w="9260">
                    <a:moveTo>
                      <a:pt x="335" y="1"/>
                    </a:moveTo>
                    <a:cubicBezTo>
                      <a:pt x="257" y="1"/>
                      <a:pt x="179" y="30"/>
                      <a:pt x="119" y="90"/>
                    </a:cubicBezTo>
                    <a:cubicBezTo>
                      <a:pt x="0" y="209"/>
                      <a:pt x="0" y="403"/>
                      <a:pt x="119" y="527"/>
                    </a:cubicBezTo>
                    <a:cubicBezTo>
                      <a:pt x="1362" y="1770"/>
                      <a:pt x="2996" y="2388"/>
                      <a:pt x="4630" y="2388"/>
                    </a:cubicBezTo>
                    <a:cubicBezTo>
                      <a:pt x="6264" y="2388"/>
                      <a:pt x="7898" y="1770"/>
                      <a:pt x="9139" y="527"/>
                    </a:cubicBezTo>
                    <a:cubicBezTo>
                      <a:pt x="9259" y="403"/>
                      <a:pt x="9259" y="209"/>
                      <a:pt x="9139" y="90"/>
                    </a:cubicBezTo>
                    <a:cubicBezTo>
                      <a:pt x="9080" y="30"/>
                      <a:pt x="9002" y="1"/>
                      <a:pt x="8924" y="1"/>
                    </a:cubicBezTo>
                    <a:cubicBezTo>
                      <a:pt x="8846" y="1"/>
                      <a:pt x="8768" y="30"/>
                      <a:pt x="8709" y="90"/>
                    </a:cubicBezTo>
                    <a:cubicBezTo>
                      <a:pt x="7582" y="1213"/>
                      <a:pt x="6106" y="1775"/>
                      <a:pt x="4629" y="1775"/>
                    </a:cubicBezTo>
                    <a:cubicBezTo>
                      <a:pt x="3153" y="1775"/>
                      <a:pt x="1676" y="1213"/>
                      <a:pt x="550" y="90"/>
                    </a:cubicBezTo>
                    <a:cubicBezTo>
                      <a:pt x="490" y="30"/>
                      <a:pt x="413" y="1"/>
                      <a:pt x="335" y="1"/>
                    </a:cubicBezTo>
                    <a:close/>
                  </a:path>
                </a:pathLst>
              </a:custGeom>
              <a:solidFill>
                <a:srgbClr val="9257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" name="Google Shape;622;p34"/>
              <p:cNvSpPr/>
              <p:nvPr/>
            </p:nvSpPr>
            <p:spPr>
              <a:xfrm>
                <a:off x="7804507" y="2786460"/>
                <a:ext cx="452090" cy="452137"/>
              </a:xfrm>
              <a:custGeom>
                <a:rect b="b" l="l" r="r" t="t"/>
                <a:pathLst>
                  <a:path extrusionOk="0" h="19246" w="19244">
                    <a:moveTo>
                      <a:pt x="9621" y="620"/>
                    </a:moveTo>
                    <a:cubicBezTo>
                      <a:pt x="14591" y="620"/>
                      <a:pt x="18631" y="4659"/>
                      <a:pt x="18631" y="9623"/>
                    </a:cubicBezTo>
                    <a:cubicBezTo>
                      <a:pt x="18631" y="14587"/>
                      <a:pt x="14591" y="18627"/>
                      <a:pt x="9621" y="18627"/>
                    </a:cubicBezTo>
                    <a:cubicBezTo>
                      <a:pt x="4658" y="18627"/>
                      <a:pt x="618" y="14587"/>
                      <a:pt x="618" y="9623"/>
                    </a:cubicBezTo>
                    <a:cubicBezTo>
                      <a:pt x="618" y="4659"/>
                      <a:pt x="4658" y="620"/>
                      <a:pt x="9621" y="620"/>
                    </a:cubicBezTo>
                    <a:close/>
                    <a:moveTo>
                      <a:pt x="9621" y="1"/>
                    </a:moveTo>
                    <a:cubicBezTo>
                      <a:pt x="4318" y="1"/>
                      <a:pt x="0" y="4318"/>
                      <a:pt x="0" y="9623"/>
                    </a:cubicBezTo>
                    <a:cubicBezTo>
                      <a:pt x="0" y="14928"/>
                      <a:pt x="4318" y="19245"/>
                      <a:pt x="9621" y="19245"/>
                    </a:cubicBezTo>
                    <a:cubicBezTo>
                      <a:pt x="14932" y="19245"/>
                      <a:pt x="19244" y="14928"/>
                      <a:pt x="19244" y="9623"/>
                    </a:cubicBezTo>
                    <a:cubicBezTo>
                      <a:pt x="19244" y="4318"/>
                      <a:pt x="14932" y="1"/>
                      <a:pt x="9621" y="1"/>
                    </a:cubicBezTo>
                    <a:close/>
                  </a:path>
                </a:pathLst>
              </a:custGeom>
              <a:solidFill>
                <a:srgbClr val="9257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" name="Google Shape;623;p34"/>
              <p:cNvSpPr/>
              <p:nvPr/>
            </p:nvSpPr>
            <p:spPr>
              <a:xfrm>
                <a:off x="7804507" y="2786460"/>
                <a:ext cx="233398" cy="233281"/>
              </a:xfrm>
              <a:custGeom>
                <a:rect b="b" l="l" r="r" t="t"/>
                <a:pathLst>
                  <a:path extrusionOk="0" h="9930" w="9935">
                    <a:moveTo>
                      <a:pt x="9621" y="1"/>
                    </a:moveTo>
                    <a:cubicBezTo>
                      <a:pt x="4318" y="1"/>
                      <a:pt x="0" y="4318"/>
                      <a:pt x="0" y="9623"/>
                    </a:cubicBezTo>
                    <a:cubicBezTo>
                      <a:pt x="0" y="9793"/>
                      <a:pt x="142" y="9929"/>
                      <a:pt x="312" y="9929"/>
                    </a:cubicBezTo>
                    <a:cubicBezTo>
                      <a:pt x="482" y="9929"/>
                      <a:pt x="618" y="9793"/>
                      <a:pt x="618" y="9623"/>
                    </a:cubicBezTo>
                    <a:cubicBezTo>
                      <a:pt x="618" y="4659"/>
                      <a:pt x="4658" y="620"/>
                      <a:pt x="9621" y="620"/>
                    </a:cubicBezTo>
                    <a:cubicBezTo>
                      <a:pt x="9792" y="620"/>
                      <a:pt x="9935" y="477"/>
                      <a:pt x="9935" y="307"/>
                    </a:cubicBezTo>
                    <a:cubicBezTo>
                      <a:pt x="9935" y="137"/>
                      <a:pt x="9792" y="1"/>
                      <a:pt x="9621" y="1"/>
                    </a:cubicBezTo>
                    <a:close/>
                  </a:path>
                </a:pathLst>
              </a:custGeom>
              <a:solidFill>
                <a:srgbClr val="9257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" name="Google Shape;624;p34"/>
              <p:cNvSpPr/>
              <p:nvPr/>
            </p:nvSpPr>
            <p:spPr>
              <a:xfrm>
                <a:off x="7804507" y="2786460"/>
                <a:ext cx="233398" cy="426929"/>
              </a:xfrm>
              <a:custGeom>
                <a:rect b="b" l="l" r="r" t="t"/>
                <a:pathLst>
                  <a:path extrusionOk="0" h="18173" w="9935">
                    <a:moveTo>
                      <a:pt x="9621" y="1"/>
                    </a:moveTo>
                    <a:cubicBezTo>
                      <a:pt x="4318" y="1"/>
                      <a:pt x="0" y="4318"/>
                      <a:pt x="0" y="9623"/>
                    </a:cubicBezTo>
                    <a:cubicBezTo>
                      <a:pt x="0" y="13203"/>
                      <a:pt x="1969" y="16465"/>
                      <a:pt x="5140" y="18139"/>
                    </a:cubicBezTo>
                    <a:cubicBezTo>
                      <a:pt x="5185" y="18162"/>
                      <a:pt x="5230" y="18173"/>
                      <a:pt x="5282" y="18173"/>
                    </a:cubicBezTo>
                    <a:cubicBezTo>
                      <a:pt x="5390" y="18173"/>
                      <a:pt x="5497" y="18110"/>
                      <a:pt x="5554" y="18008"/>
                    </a:cubicBezTo>
                    <a:cubicBezTo>
                      <a:pt x="5633" y="17861"/>
                      <a:pt x="5577" y="17674"/>
                      <a:pt x="5424" y="17594"/>
                    </a:cubicBezTo>
                    <a:cubicBezTo>
                      <a:pt x="2462" y="16028"/>
                      <a:pt x="618" y="12977"/>
                      <a:pt x="618" y="9623"/>
                    </a:cubicBezTo>
                    <a:cubicBezTo>
                      <a:pt x="618" y="4659"/>
                      <a:pt x="4658" y="620"/>
                      <a:pt x="9621" y="620"/>
                    </a:cubicBezTo>
                    <a:cubicBezTo>
                      <a:pt x="9792" y="620"/>
                      <a:pt x="9935" y="477"/>
                      <a:pt x="9935" y="307"/>
                    </a:cubicBezTo>
                    <a:cubicBezTo>
                      <a:pt x="9935" y="137"/>
                      <a:pt x="9792" y="1"/>
                      <a:pt x="9621" y="1"/>
                    </a:cubicBezTo>
                    <a:close/>
                  </a:path>
                </a:pathLst>
              </a:custGeom>
              <a:solidFill>
                <a:srgbClr val="9257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" name="Google Shape;625;p34"/>
              <p:cNvSpPr/>
              <p:nvPr/>
            </p:nvSpPr>
            <p:spPr>
              <a:xfrm>
                <a:off x="7867934" y="2858296"/>
                <a:ext cx="328942" cy="299647"/>
              </a:xfrm>
              <a:custGeom>
                <a:rect b="b" l="l" r="r" t="t"/>
                <a:pathLst>
                  <a:path extrusionOk="0" h="12755" w="14002">
                    <a:moveTo>
                      <a:pt x="7002" y="614"/>
                    </a:moveTo>
                    <a:cubicBezTo>
                      <a:pt x="8539" y="614"/>
                      <a:pt x="9992" y="1215"/>
                      <a:pt x="11081" y="2305"/>
                    </a:cubicBezTo>
                    <a:cubicBezTo>
                      <a:pt x="13328" y="4551"/>
                      <a:pt x="13328" y="8210"/>
                      <a:pt x="11081" y="10457"/>
                    </a:cubicBezTo>
                    <a:cubicBezTo>
                      <a:pt x="9954" y="11580"/>
                      <a:pt x="8478" y="12142"/>
                      <a:pt x="7001" y="12142"/>
                    </a:cubicBezTo>
                    <a:cubicBezTo>
                      <a:pt x="5525" y="12142"/>
                      <a:pt x="4048" y="11580"/>
                      <a:pt x="2922" y="10457"/>
                    </a:cubicBezTo>
                    <a:cubicBezTo>
                      <a:pt x="676" y="8210"/>
                      <a:pt x="676" y="4551"/>
                      <a:pt x="2922" y="2305"/>
                    </a:cubicBezTo>
                    <a:cubicBezTo>
                      <a:pt x="4012" y="1215"/>
                      <a:pt x="5465" y="614"/>
                      <a:pt x="7002" y="614"/>
                    </a:cubicBezTo>
                    <a:close/>
                    <a:moveTo>
                      <a:pt x="7002" y="1"/>
                    </a:moveTo>
                    <a:cubicBezTo>
                      <a:pt x="5300" y="1"/>
                      <a:pt x="3694" y="665"/>
                      <a:pt x="2491" y="1868"/>
                    </a:cubicBezTo>
                    <a:cubicBezTo>
                      <a:pt x="0" y="4358"/>
                      <a:pt x="0" y="8403"/>
                      <a:pt x="2491" y="10894"/>
                    </a:cubicBezTo>
                    <a:cubicBezTo>
                      <a:pt x="3734" y="12137"/>
                      <a:pt x="5368" y="12755"/>
                      <a:pt x="7002" y="12755"/>
                    </a:cubicBezTo>
                    <a:cubicBezTo>
                      <a:pt x="8636" y="12755"/>
                      <a:pt x="10270" y="12137"/>
                      <a:pt x="11511" y="10894"/>
                    </a:cubicBezTo>
                    <a:cubicBezTo>
                      <a:pt x="14002" y="8403"/>
                      <a:pt x="14002" y="4358"/>
                      <a:pt x="11511" y="1868"/>
                    </a:cubicBezTo>
                    <a:cubicBezTo>
                      <a:pt x="10309" y="665"/>
                      <a:pt x="8704" y="1"/>
                      <a:pt x="7002" y="1"/>
                    </a:cubicBezTo>
                    <a:close/>
                  </a:path>
                </a:pathLst>
              </a:custGeom>
              <a:solidFill>
                <a:srgbClr val="9257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" name="Google Shape;626;p34"/>
              <p:cNvSpPr/>
              <p:nvPr/>
            </p:nvSpPr>
            <p:spPr>
              <a:xfrm>
                <a:off x="7867934" y="2858296"/>
                <a:ext cx="273265" cy="257948"/>
              </a:xfrm>
              <a:custGeom>
                <a:rect b="b" l="l" r="r" t="t"/>
                <a:pathLst>
                  <a:path extrusionOk="0" h="10980" w="11632">
                    <a:moveTo>
                      <a:pt x="7002" y="1"/>
                    </a:moveTo>
                    <a:cubicBezTo>
                      <a:pt x="5300" y="1"/>
                      <a:pt x="3694" y="665"/>
                      <a:pt x="2491" y="1868"/>
                    </a:cubicBezTo>
                    <a:cubicBezTo>
                      <a:pt x="0" y="4358"/>
                      <a:pt x="0" y="8403"/>
                      <a:pt x="2491" y="10894"/>
                    </a:cubicBezTo>
                    <a:cubicBezTo>
                      <a:pt x="2548" y="10951"/>
                      <a:pt x="2627" y="10979"/>
                      <a:pt x="2707" y="10979"/>
                    </a:cubicBezTo>
                    <a:cubicBezTo>
                      <a:pt x="2786" y="10979"/>
                      <a:pt x="2865" y="10951"/>
                      <a:pt x="2922" y="10894"/>
                    </a:cubicBezTo>
                    <a:cubicBezTo>
                      <a:pt x="3048" y="10770"/>
                      <a:pt x="3048" y="10576"/>
                      <a:pt x="2922" y="10457"/>
                    </a:cubicBezTo>
                    <a:cubicBezTo>
                      <a:pt x="676" y="8210"/>
                      <a:pt x="676" y="4551"/>
                      <a:pt x="2922" y="2305"/>
                    </a:cubicBezTo>
                    <a:cubicBezTo>
                      <a:pt x="4012" y="1215"/>
                      <a:pt x="5465" y="614"/>
                      <a:pt x="7002" y="614"/>
                    </a:cubicBezTo>
                    <a:cubicBezTo>
                      <a:pt x="8539" y="614"/>
                      <a:pt x="9992" y="1215"/>
                      <a:pt x="11081" y="2305"/>
                    </a:cubicBezTo>
                    <a:cubicBezTo>
                      <a:pt x="11140" y="2364"/>
                      <a:pt x="11218" y="2394"/>
                      <a:pt x="11296" y="2394"/>
                    </a:cubicBezTo>
                    <a:cubicBezTo>
                      <a:pt x="11374" y="2394"/>
                      <a:pt x="11452" y="2364"/>
                      <a:pt x="11511" y="2305"/>
                    </a:cubicBezTo>
                    <a:cubicBezTo>
                      <a:pt x="11631" y="2185"/>
                      <a:pt x="11631" y="1987"/>
                      <a:pt x="11511" y="1868"/>
                    </a:cubicBezTo>
                    <a:cubicBezTo>
                      <a:pt x="10309" y="665"/>
                      <a:pt x="8704" y="1"/>
                      <a:pt x="7002" y="1"/>
                    </a:cubicBezTo>
                    <a:close/>
                  </a:path>
                </a:pathLst>
              </a:custGeom>
              <a:solidFill>
                <a:srgbClr val="9257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" name="Google Shape;627;p34"/>
              <p:cNvSpPr/>
              <p:nvPr/>
            </p:nvSpPr>
            <p:spPr>
              <a:xfrm>
                <a:off x="7958281" y="2940140"/>
                <a:ext cx="144643" cy="144784"/>
              </a:xfrm>
              <a:custGeom>
                <a:rect b="b" l="l" r="r" t="t"/>
                <a:pathLst>
                  <a:path extrusionOk="0" h="6163" w="6157">
                    <a:moveTo>
                      <a:pt x="3075" y="619"/>
                    </a:moveTo>
                    <a:cubicBezTo>
                      <a:pt x="3711" y="619"/>
                      <a:pt x="4342" y="858"/>
                      <a:pt x="4824" y="1340"/>
                    </a:cubicBezTo>
                    <a:cubicBezTo>
                      <a:pt x="5288" y="1805"/>
                      <a:pt x="5544" y="2423"/>
                      <a:pt x="5544" y="3081"/>
                    </a:cubicBezTo>
                    <a:cubicBezTo>
                      <a:pt x="5544" y="3739"/>
                      <a:pt x="5288" y="4358"/>
                      <a:pt x="4824" y="4823"/>
                    </a:cubicBezTo>
                    <a:cubicBezTo>
                      <a:pt x="4358" y="5288"/>
                      <a:pt x="3734" y="5543"/>
                      <a:pt x="3075" y="5543"/>
                    </a:cubicBezTo>
                    <a:cubicBezTo>
                      <a:pt x="2418" y="5543"/>
                      <a:pt x="1800" y="5288"/>
                      <a:pt x="1334" y="4823"/>
                    </a:cubicBezTo>
                    <a:cubicBezTo>
                      <a:pt x="870" y="4358"/>
                      <a:pt x="614" y="3739"/>
                      <a:pt x="614" y="3081"/>
                    </a:cubicBezTo>
                    <a:cubicBezTo>
                      <a:pt x="614" y="2423"/>
                      <a:pt x="870" y="1805"/>
                      <a:pt x="1334" y="1340"/>
                    </a:cubicBezTo>
                    <a:cubicBezTo>
                      <a:pt x="1816" y="858"/>
                      <a:pt x="2446" y="619"/>
                      <a:pt x="3075" y="619"/>
                    </a:cubicBezTo>
                    <a:close/>
                    <a:moveTo>
                      <a:pt x="3079" y="1"/>
                    </a:moveTo>
                    <a:cubicBezTo>
                      <a:pt x="2290" y="1"/>
                      <a:pt x="1502" y="301"/>
                      <a:pt x="904" y="903"/>
                    </a:cubicBezTo>
                    <a:cubicBezTo>
                      <a:pt x="318" y="1487"/>
                      <a:pt x="1" y="2259"/>
                      <a:pt x="1" y="3081"/>
                    </a:cubicBezTo>
                    <a:cubicBezTo>
                      <a:pt x="1" y="3904"/>
                      <a:pt x="318" y="4676"/>
                      <a:pt x="904" y="5260"/>
                    </a:cubicBezTo>
                    <a:cubicBezTo>
                      <a:pt x="1482" y="5838"/>
                      <a:pt x="2253" y="6162"/>
                      <a:pt x="3075" y="6162"/>
                    </a:cubicBezTo>
                    <a:cubicBezTo>
                      <a:pt x="3899" y="6162"/>
                      <a:pt x="4675" y="5838"/>
                      <a:pt x="5254" y="5260"/>
                    </a:cubicBezTo>
                    <a:cubicBezTo>
                      <a:pt x="5839" y="4676"/>
                      <a:pt x="6157" y="3904"/>
                      <a:pt x="6157" y="3081"/>
                    </a:cubicBezTo>
                    <a:cubicBezTo>
                      <a:pt x="6157" y="2259"/>
                      <a:pt x="5839" y="1487"/>
                      <a:pt x="5254" y="903"/>
                    </a:cubicBezTo>
                    <a:cubicBezTo>
                      <a:pt x="4656" y="301"/>
                      <a:pt x="3867" y="1"/>
                      <a:pt x="3079" y="1"/>
                    </a:cubicBezTo>
                    <a:close/>
                  </a:path>
                </a:pathLst>
              </a:custGeom>
              <a:solidFill>
                <a:srgbClr val="9257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" name="Google Shape;628;p34"/>
              <p:cNvSpPr/>
              <p:nvPr/>
            </p:nvSpPr>
            <p:spPr>
              <a:xfrm>
                <a:off x="7958281" y="2940281"/>
                <a:ext cx="76257" cy="125567"/>
              </a:xfrm>
              <a:custGeom>
                <a:rect b="b" l="l" r="r" t="t"/>
                <a:pathLst>
                  <a:path extrusionOk="0" h="5345" w="3246">
                    <a:moveTo>
                      <a:pt x="2923" y="0"/>
                    </a:moveTo>
                    <a:cubicBezTo>
                      <a:pt x="2919" y="0"/>
                      <a:pt x="2916" y="1"/>
                      <a:pt x="2912" y="1"/>
                    </a:cubicBezTo>
                    <a:cubicBezTo>
                      <a:pt x="2156" y="40"/>
                      <a:pt x="1441" y="357"/>
                      <a:pt x="904" y="897"/>
                    </a:cubicBezTo>
                    <a:cubicBezTo>
                      <a:pt x="318" y="1481"/>
                      <a:pt x="1" y="2253"/>
                      <a:pt x="1" y="3075"/>
                    </a:cubicBezTo>
                    <a:cubicBezTo>
                      <a:pt x="1" y="3898"/>
                      <a:pt x="318" y="4670"/>
                      <a:pt x="904" y="5254"/>
                    </a:cubicBezTo>
                    <a:cubicBezTo>
                      <a:pt x="959" y="5311"/>
                      <a:pt x="1040" y="5345"/>
                      <a:pt x="1119" y="5345"/>
                    </a:cubicBezTo>
                    <a:cubicBezTo>
                      <a:pt x="1198" y="5345"/>
                      <a:pt x="1278" y="5311"/>
                      <a:pt x="1334" y="5254"/>
                    </a:cubicBezTo>
                    <a:cubicBezTo>
                      <a:pt x="1454" y="5135"/>
                      <a:pt x="1454" y="4936"/>
                      <a:pt x="1334" y="4817"/>
                    </a:cubicBezTo>
                    <a:cubicBezTo>
                      <a:pt x="870" y="4352"/>
                      <a:pt x="614" y="3733"/>
                      <a:pt x="614" y="3075"/>
                    </a:cubicBezTo>
                    <a:cubicBezTo>
                      <a:pt x="614" y="2417"/>
                      <a:pt x="870" y="1799"/>
                      <a:pt x="1334" y="1334"/>
                    </a:cubicBezTo>
                    <a:cubicBezTo>
                      <a:pt x="1766" y="902"/>
                      <a:pt x="2339" y="647"/>
                      <a:pt x="2946" y="613"/>
                    </a:cubicBezTo>
                    <a:cubicBezTo>
                      <a:pt x="3116" y="608"/>
                      <a:pt x="3246" y="459"/>
                      <a:pt x="3235" y="289"/>
                    </a:cubicBezTo>
                    <a:cubicBezTo>
                      <a:pt x="3229" y="123"/>
                      <a:pt x="3088" y="0"/>
                      <a:pt x="29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" name="Google Shape;629;p34"/>
              <p:cNvSpPr/>
              <p:nvPr/>
            </p:nvSpPr>
            <p:spPr>
              <a:xfrm>
                <a:off x="8014802" y="2935066"/>
                <a:ext cx="24691" cy="24691"/>
              </a:xfrm>
              <a:custGeom>
                <a:rect b="b" l="l" r="r" t="t"/>
                <a:pathLst>
                  <a:path extrusionOk="0" h="1051" w="1051">
                    <a:moveTo>
                      <a:pt x="522" y="1"/>
                    </a:moveTo>
                    <a:cubicBezTo>
                      <a:pt x="234" y="1"/>
                      <a:pt x="1" y="234"/>
                      <a:pt x="1" y="524"/>
                    </a:cubicBezTo>
                    <a:cubicBezTo>
                      <a:pt x="1" y="812"/>
                      <a:pt x="234" y="1050"/>
                      <a:pt x="522" y="1050"/>
                    </a:cubicBezTo>
                    <a:cubicBezTo>
                      <a:pt x="812" y="1050"/>
                      <a:pt x="1051" y="812"/>
                      <a:pt x="1051" y="524"/>
                    </a:cubicBezTo>
                    <a:cubicBezTo>
                      <a:pt x="1051" y="234"/>
                      <a:pt x="812" y="1"/>
                      <a:pt x="52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0" name="Google Shape;630;p34"/>
            <p:cNvGrpSpPr/>
            <p:nvPr/>
          </p:nvGrpSpPr>
          <p:grpSpPr>
            <a:xfrm>
              <a:off x="6685800" y="3362110"/>
              <a:ext cx="452090" cy="452137"/>
              <a:chOff x="6685800" y="3362110"/>
              <a:chExt cx="452090" cy="452137"/>
            </a:xfrm>
          </p:grpSpPr>
          <p:sp>
            <p:nvSpPr>
              <p:cNvPr id="631" name="Google Shape;631;p34"/>
              <p:cNvSpPr/>
              <p:nvPr/>
            </p:nvSpPr>
            <p:spPr>
              <a:xfrm>
                <a:off x="6904622" y="3362110"/>
                <a:ext cx="233257" cy="233281"/>
              </a:xfrm>
              <a:custGeom>
                <a:rect b="b" l="l" r="r" t="t"/>
                <a:pathLst>
                  <a:path extrusionOk="0" h="9930" w="9929">
                    <a:moveTo>
                      <a:pt x="306" y="1"/>
                    </a:moveTo>
                    <a:cubicBezTo>
                      <a:pt x="136" y="1"/>
                      <a:pt x="0" y="137"/>
                      <a:pt x="0" y="307"/>
                    </a:cubicBezTo>
                    <a:cubicBezTo>
                      <a:pt x="0" y="477"/>
                      <a:pt x="136" y="620"/>
                      <a:pt x="306" y="620"/>
                    </a:cubicBezTo>
                    <a:cubicBezTo>
                      <a:pt x="5271" y="620"/>
                      <a:pt x="9311" y="4659"/>
                      <a:pt x="9311" y="9623"/>
                    </a:cubicBezTo>
                    <a:cubicBezTo>
                      <a:pt x="9311" y="9793"/>
                      <a:pt x="9452" y="9929"/>
                      <a:pt x="9622" y="9929"/>
                    </a:cubicBezTo>
                    <a:cubicBezTo>
                      <a:pt x="9787" y="9929"/>
                      <a:pt x="9929" y="9793"/>
                      <a:pt x="9929" y="9623"/>
                    </a:cubicBezTo>
                    <a:cubicBezTo>
                      <a:pt x="9929" y="4318"/>
                      <a:pt x="5611" y="1"/>
                      <a:pt x="306" y="1"/>
                    </a:cubicBezTo>
                    <a:close/>
                  </a:path>
                </a:pathLst>
              </a:custGeom>
              <a:solidFill>
                <a:srgbClr val="9257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" name="Google Shape;632;p34"/>
              <p:cNvSpPr/>
              <p:nvPr/>
            </p:nvSpPr>
            <p:spPr>
              <a:xfrm>
                <a:off x="6685800" y="3362110"/>
                <a:ext cx="452090" cy="452137"/>
              </a:xfrm>
              <a:custGeom>
                <a:rect b="b" l="l" r="r" t="t"/>
                <a:pathLst>
                  <a:path extrusionOk="0" h="19246" w="19244">
                    <a:moveTo>
                      <a:pt x="9621" y="1"/>
                    </a:moveTo>
                    <a:cubicBezTo>
                      <a:pt x="4318" y="1"/>
                      <a:pt x="0" y="4318"/>
                      <a:pt x="0" y="9623"/>
                    </a:cubicBezTo>
                    <a:cubicBezTo>
                      <a:pt x="0" y="14928"/>
                      <a:pt x="4318" y="19245"/>
                      <a:pt x="9621" y="19245"/>
                    </a:cubicBezTo>
                    <a:cubicBezTo>
                      <a:pt x="14926" y="19245"/>
                      <a:pt x="19244" y="14928"/>
                      <a:pt x="19244" y="9623"/>
                    </a:cubicBezTo>
                    <a:cubicBezTo>
                      <a:pt x="19244" y="9453"/>
                      <a:pt x="19102" y="9317"/>
                      <a:pt x="18937" y="9317"/>
                    </a:cubicBezTo>
                    <a:cubicBezTo>
                      <a:pt x="18767" y="9317"/>
                      <a:pt x="18626" y="9453"/>
                      <a:pt x="18626" y="9623"/>
                    </a:cubicBezTo>
                    <a:cubicBezTo>
                      <a:pt x="18626" y="14587"/>
                      <a:pt x="14586" y="18627"/>
                      <a:pt x="9621" y="18627"/>
                    </a:cubicBezTo>
                    <a:cubicBezTo>
                      <a:pt x="4652" y="18627"/>
                      <a:pt x="613" y="14587"/>
                      <a:pt x="613" y="9623"/>
                    </a:cubicBezTo>
                    <a:cubicBezTo>
                      <a:pt x="613" y="4659"/>
                      <a:pt x="4652" y="620"/>
                      <a:pt x="9621" y="620"/>
                    </a:cubicBezTo>
                    <a:cubicBezTo>
                      <a:pt x="9792" y="620"/>
                      <a:pt x="9928" y="477"/>
                      <a:pt x="9928" y="307"/>
                    </a:cubicBezTo>
                    <a:cubicBezTo>
                      <a:pt x="9928" y="137"/>
                      <a:pt x="9792" y="1"/>
                      <a:pt x="9621" y="1"/>
                    </a:cubicBezTo>
                    <a:close/>
                  </a:path>
                </a:pathLst>
              </a:custGeom>
              <a:solidFill>
                <a:srgbClr val="9257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" name="Google Shape;633;p34"/>
              <p:cNvSpPr/>
              <p:nvPr/>
            </p:nvSpPr>
            <p:spPr>
              <a:xfrm>
                <a:off x="6761889" y="3580956"/>
                <a:ext cx="157141" cy="157188"/>
              </a:xfrm>
              <a:custGeom>
                <a:rect b="b" l="l" r="r" t="t"/>
                <a:pathLst>
                  <a:path extrusionOk="0" h="6691" w="6689">
                    <a:moveTo>
                      <a:pt x="307" y="1"/>
                    </a:moveTo>
                    <a:cubicBezTo>
                      <a:pt x="137" y="1"/>
                      <a:pt x="1" y="137"/>
                      <a:pt x="1" y="307"/>
                    </a:cubicBezTo>
                    <a:cubicBezTo>
                      <a:pt x="1" y="3824"/>
                      <a:pt x="2865" y="6690"/>
                      <a:pt x="6382" y="6690"/>
                    </a:cubicBezTo>
                    <a:cubicBezTo>
                      <a:pt x="6553" y="6690"/>
                      <a:pt x="6689" y="6547"/>
                      <a:pt x="6689" y="6377"/>
                    </a:cubicBezTo>
                    <a:cubicBezTo>
                      <a:pt x="6689" y="6207"/>
                      <a:pt x="6553" y="6071"/>
                      <a:pt x="6382" y="6071"/>
                    </a:cubicBezTo>
                    <a:cubicBezTo>
                      <a:pt x="3200" y="6071"/>
                      <a:pt x="619" y="3484"/>
                      <a:pt x="619" y="307"/>
                    </a:cubicBezTo>
                    <a:cubicBezTo>
                      <a:pt x="619" y="137"/>
                      <a:pt x="477" y="1"/>
                      <a:pt x="307" y="1"/>
                    </a:cubicBezTo>
                    <a:close/>
                  </a:path>
                </a:pathLst>
              </a:custGeom>
              <a:solidFill>
                <a:srgbClr val="9257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" name="Google Shape;634;p34"/>
              <p:cNvSpPr/>
              <p:nvPr/>
            </p:nvSpPr>
            <p:spPr>
              <a:xfrm>
                <a:off x="6761889" y="3438245"/>
                <a:ext cx="299788" cy="299905"/>
              </a:xfrm>
              <a:custGeom>
                <a:rect b="b" l="l" r="r" t="t"/>
                <a:pathLst>
                  <a:path extrusionOk="0" h="12766" w="12761">
                    <a:moveTo>
                      <a:pt x="6382" y="0"/>
                    </a:moveTo>
                    <a:cubicBezTo>
                      <a:pt x="2865" y="0"/>
                      <a:pt x="1" y="2865"/>
                      <a:pt x="1" y="6382"/>
                    </a:cubicBezTo>
                    <a:cubicBezTo>
                      <a:pt x="1" y="6552"/>
                      <a:pt x="137" y="6688"/>
                      <a:pt x="307" y="6688"/>
                    </a:cubicBezTo>
                    <a:cubicBezTo>
                      <a:pt x="477" y="6688"/>
                      <a:pt x="619" y="6552"/>
                      <a:pt x="619" y="6382"/>
                    </a:cubicBezTo>
                    <a:cubicBezTo>
                      <a:pt x="619" y="3205"/>
                      <a:pt x="3200" y="618"/>
                      <a:pt x="6382" y="618"/>
                    </a:cubicBezTo>
                    <a:cubicBezTo>
                      <a:pt x="9560" y="618"/>
                      <a:pt x="12147" y="3205"/>
                      <a:pt x="12147" y="6382"/>
                    </a:cubicBezTo>
                    <a:cubicBezTo>
                      <a:pt x="12147" y="9559"/>
                      <a:pt x="9560" y="12146"/>
                      <a:pt x="6382" y="12146"/>
                    </a:cubicBezTo>
                    <a:cubicBezTo>
                      <a:pt x="6212" y="12146"/>
                      <a:pt x="6076" y="12282"/>
                      <a:pt x="6076" y="12452"/>
                    </a:cubicBezTo>
                    <a:cubicBezTo>
                      <a:pt x="6076" y="12622"/>
                      <a:pt x="6212" y="12765"/>
                      <a:pt x="6382" y="12765"/>
                    </a:cubicBezTo>
                    <a:cubicBezTo>
                      <a:pt x="9901" y="12765"/>
                      <a:pt x="12760" y="9899"/>
                      <a:pt x="12760" y="6382"/>
                    </a:cubicBezTo>
                    <a:cubicBezTo>
                      <a:pt x="12760" y="2865"/>
                      <a:pt x="9901" y="0"/>
                      <a:pt x="63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" name="Google Shape;635;p34"/>
              <p:cNvSpPr/>
              <p:nvPr/>
            </p:nvSpPr>
            <p:spPr>
              <a:xfrm>
                <a:off x="6897410" y="3718498"/>
                <a:ext cx="24691" cy="24691"/>
              </a:xfrm>
              <a:custGeom>
                <a:rect b="b" l="l" r="r" t="t"/>
                <a:pathLst>
                  <a:path extrusionOk="0" h="1051" w="1051">
                    <a:moveTo>
                      <a:pt x="523" y="1"/>
                    </a:moveTo>
                    <a:cubicBezTo>
                      <a:pt x="233" y="1"/>
                      <a:pt x="1" y="233"/>
                      <a:pt x="1" y="522"/>
                    </a:cubicBezTo>
                    <a:cubicBezTo>
                      <a:pt x="1" y="812"/>
                      <a:pt x="233" y="1050"/>
                      <a:pt x="523" y="1050"/>
                    </a:cubicBezTo>
                    <a:cubicBezTo>
                      <a:pt x="812" y="1050"/>
                      <a:pt x="1050" y="812"/>
                      <a:pt x="1050" y="522"/>
                    </a:cubicBezTo>
                    <a:cubicBezTo>
                      <a:pt x="1050" y="233"/>
                      <a:pt x="812" y="1"/>
                      <a:pt x="52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" name="Google Shape;636;p34"/>
              <p:cNvSpPr/>
              <p:nvPr/>
            </p:nvSpPr>
            <p:spPr>
              <a:xfrm>
                <a:off x="6904622" y="3580956"/>
                <a:ext cx="79593" cy="79616"/>
              </a:xfrm>
              <a:custGeom>
                <a:rect b="b" l="l" r="r" t="t"/>
                <a:pathLst>
                  <a:path extrusionOk="0" h="3389" w="3388">
                    <a:moveTo>
                      <a:pt x="3076" y="1"/>
                    </a:moveTo>
                    <a:cubicBezTo>
                      <a:pt x="2906" y="1"/>
                      <a:pt x="2770" y="137"/>
                      <a:pt x="2770" y="307"/>
                    </a:cubicBezTo>
                    <a:cubicBezTo>
                      <a:pt x="2770" y="1669"/>
                      <a:pt x="1663" y="2769"/>
                      <a:pt x="306" y="2769"/>
                    </a:cubicBezTo>
                    <a:cubicBezTo>
                      <a:pt x="136" y="2769"/>
                      <a:pt x="0" y="2912"/>
                      <a:pt x="0" y="3082"/>
                    </a:cubicBezTo>
                    <a:cubicBezTo>
                      <a:pt x="0" y="3252"/>
                      <a:pt x="136" y="3388"/>
                      <a:pt x="306" y="3388"/>
                    </a:cubicBezTo>
                    <a:cubicBezTo>
                      <a:pt x="2003" y="3388"/>
                      <a:pt x="3388" y="2004"/>
                      <a:pt x="3388" y="307"/>
                    </a:cubicBezTo>
                    <a:cubicBezTo>
                      <a:pt x="3388" y="137"/>
                      <a:pt x="3246" y="1"/>
                      <a:pt x="3076" y="1"/>
                    </a:cubicBezTo>
                    <a:close/>
                  </a:path>
                </a:pathLst>
              </a:custGeom>
              <a:solidFill>
                <a:srgbClr val="9257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" name="Google Shape;637;p34"/>
              <p:cNvSpPr/>
              <p:nvPr/>
            </p:nvSpPr>
            <p:spPr>
              <a:xfrm>
                <a:off x="6839457" y="3515814"/>
                <a:ext cx="144761" cy="144761"/>
              </a:xfrm>
              <a:custGeom>
                <a:rect b="b" l="l" r="r" t="t"/>
                <a:pathLst>
                  <a:path extrusionOk="0" h="6162" w="6162">
                    <a:moveTo>
                      <a:pt x="3080" y="0"/>
                    </a:moveTo>
                    <a:cubicBezTo>
                      <a:pt x="1378" y="0"/>
                      <a:pt x="0" y="1384"/>
                      <a:pt x="0" y="3080"/>
                    </a:cubicBezTo>
                    <a:cubicBezTo>
                      <a:pt x="0" y="4777"/>
                      <a:pt x="1378" y="6161"/>
                      <a:pt x="3080" y="6161"/>
                    </a:cubicBezTo>
                    <a:cubicBezTo>
                      <a:pt x="3251" y="6161"/>
                      <a:pt x="3387" y="6025"/>
                      <a:pt x="3387" y="5855"/>
                    </a:cubicBezTo>
                    <a:cubicBezTo>
                      <a:pt x="3387" y="5685"/>
                      <a:pt x="3251" y="5542"/>
                      <a:pt x="3080" y="5542"/>
                    </a:cubicBezTo>
                    <a:cubicBezTo>
                      <a:pt x="1719" y="5542"/>
                      <a:pt x="613" y="4442"/>
                      <a:pt x="613" y="3080"/>
                    </a:cubicBezTo>
                    <a:cubicBezTo>
                      <a:pt x="613" y="1724"/>
                      <a:pt x="1719" y="618"/>
                      <a:pt x="3080" y="618"/>
                    </a:cubicBezTo>
                    <a:cubicBezTo>
                      <a:pt x="4437" y="618"/>
                      <a:pt x="5544" y="1724"/>
                      <a:pt x="5544" y="3080"/>
                    </a:cubicBezTo>
                    <a:cubicBezTo>
                      <a:pt x="5544" y="3250"/>
                      <a:pt x="5680" y="3386"/>
                      <a:pt x="5850" y="3386"/>
                    </a:cubicBezTo>
                    <a:cubicBezTo>
                      <a:pt x="6020" y="3386"/>
                      <a:pt x="6162" y="3250"/>
                      <a:pt x="6162" y="3080"/>
                    </a:cubicBezTo>
                    <a:cubicBezTo>
                      <a:pt x="6162" y="1384"/>
                      <a:pt x="4777" y="0"/>
                      <a:pt x="3080" y="0"/>
                    </a:cubicBezTo>
                    <a:close/>
                  </a:path>
                </a:pathLst>
              </a:custGeom>
              <a:solidFill>
                <a:srgbClr val="9257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8" name="Google Shape;638;p34"/>
            <p:cNvGrpSpPr/>
            <p:nvPr/>
          </p:nvGrpSpPr>
          <p:grpSpPr>
            <a:xfrm>
              <a:off x="7245130" y="3362110"/>
              <a:ext cx="457167" cy="452137"/>
              <a:chOff x="7245130" y="3362110"/>
              <a:chExt cx="457167" cy="452137"/>
            </a:xfrm>
          </p:grpSpPr>
          <p:sp>
            <p:nvSpPr>
              <p:cNvPr id="639" name="Google Shape;639;p34"/>
              <p:cNvSpPr/>
              <p:nvPr/>
            </p:nvSpPr>
            <p:spPr>
              <a:xfrm>
                <a:off x="7245130" y="3362110"/>
                <a:ext cx="452137" cy="452137"/>
              </a:xfrm>
              <a:custGeom>
                <a:rect b="b" l="l" r="r" t="t"/>
                <a:pathLst>
                  <a:path extrusionOk="0" h="19246" w="19246">
                    <a:moveTo>
                      <a:pt x="9623" y="620"/>
                    </a:moveTo>
                    <a:cubicBezTo>
                      <a:pt x="14587" y="620"/>
                      <a:pt x="18633" y="4659"/>
                      <a:pt x="18633" y="9623"/>
                    </a:cubicBezTo>
                    <a:cubicBezTo>
                      <a:pt x="18633" y="14587"/>
                      <a:pt x="14587" y="18627"/>
                      <a:pt x="9623" y="18627"/>
                    </a:cubicBezTo>
                    <a:cubicBezTo>
                      <a:pt x="4659" y="18627"/>
                      <a:pt x="619" y="14587"/>
                      <a:pt x="619" y="9623"/>
                    </a:cubicBezTo>
                    <a:cubicBezTo>
                      <a:pt x="619" y="4659"/>
                      <a:pt x="4659" y="620"/>
                      <a:pt x="9623" y="620"/>
                    </a:cubicBezTo>
                    <a:close/>
                    <a:moveTo>
                      <a:pt x="9623" y="1"/>
                    </a:moveTo>
                    <a:cubicBezTo>
                      <a:pt x="4318" y="1"/>
                      <a:pt x="1" y="4318"/>
                      <a:pt x="1" y="9623"/>
                    </a:cubicBezTo>
                    <a:cubicBezTo>
                      <a:pt x="1" y="14928"/>
                      <a:pt x="4318" y="19245"/>
                      <a:pt x="9623" y="19245"/>
                    </a:cubicBezTo>
                    <a:cubicBezTo>
                      <a:pt x="14928" y="19245"/>
                      <a:pt x="19246" y="14928"/>
                      <a:pt x="19246" y="9623"/>
                    </a:cubicBezTo>
                    <a:cubicBezTo>
                      <a:pt x="19246" y="4318"/>
                      <a:pt x="14928" y="1"/>
                      <a:pt x="9623" y="1"/>
                    </a:cubicBezTo>
                    <a:close/>
                  </a:path>
                </a:pathLst>
              </a:custGeom>
              <a:solidFill>
                <a:srgbClr val="9257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" name="Google Shape;640;p34"/>
              <p:cNvSpPr/>
              <p:nvPr/>
            </p:nvSpPr>
            <p:spPr>
              <a:xfrm>
                <a:off x="7463976" y="3362110"/>
                <a:ext cx="233281" cy="233281"/>
              </a:xfrm>
              <a:custGeom>
                <a:rect b="b" l="l" r="r" t="t"/>
                <a:pathLst>
                  <a:path extrusionOk="0" h="9930" w="9930">
                    <a:moveTo>
                      <a:pt x="307" y="1"/>
                    </a:moveTo>
                    <a:cubicBezTo>
                      <a:pt x="137" y="1"/>
                      <a:pt x="1" y="137"/>
                      <a:pt x="1" y="307"/>
                    </a:cubicBezTo>
                    <a:cubicBezTo>
                      <a:pt x="1" y="477"/>
                      <a:pt x="137" y="620"/>
                      <a:pt x="307" y="620"/>
                    </a:cubicBezTo>
                    <a:cubicBezTo>
                      <a:pt x="5271" y="620"/>
                      <a:pt x="9317" y="4659"/>
                      <a:pt x="9317" y="9623"/>
                    </a:cubicBezTo>
                    <a:cubicBezTo>
                      <a:pt x="9317" y="9793"/>
                      <a:pt x="9453" y="9929"/>
                      <a:pt x="9623" y="9929"/>
                    </a:cubicBezTo>
                    <a:cubicBezTo>
                      <a:pt x="9793" y="9929"/>
                      <a:pt x="9930" y="9793"/>
                      <a:pt x="9930" y="9623"/>
                    </a:cubicBezTo>
                    <a:cubicBezTo>
                      <a:pt x="9930" y="4318"/>
                      <a:pt x="5612" y="1"/>
                      <a:pt x="307" y="1"/>
                    </a:cubicBezTo>
                    <a:close/>
                  </a:path>
                </a:pathLst>
              </a:custGeom>
              <a:solidFill>
                <a:srgbClr val="9257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" name="Google Shape;641;p34"/>
              <p:cNvSpPr/>
              <p:nvPr/>
            </p:nvSpPr>
            <p:spPr>
              <a:xfrm>
                <a:off x="7269256" y="3362110"/>
                <a:ext cx="428010" cy="233281"/>
              </a:xfrm>
              <a:custGeom>
                <a:rect b="b" l="l" r="r" t="t"/>
                <a:pathLst>
                  <a:path extrusionOk="0" h="9930" w="18219">
                    <a:moveTo>
                      <a:pt x="8596" y="1"/>
                    </a:moveTo>
                    <a:cubicBezTo>
                      <a:pt x="5016" y="1"/>
                      <a:pt x="1754" y="1970"/>
                      <a:pt x="81" y="5135"/>
                    </a:cubicBezTo>
                    <a:cubicBezTo>
                      <a:pt x="0" y="5289"/>
                      <a:pt x="63" y="5476"/>
                      <a:pt x="211" y="5556"/>
                    </a:cubicBezTo>
                    <a:cubicBezTo>
                      <a:pt x="257" y="5579"/>
                      <a:pt x="304" y="5590"/>
                      <a:pt x="351" y="5590"/>
                    </a:cubicBezTo>
                    <a:cubicBezTo>
                      <a:pt x="462" y="5590"/>
                      <a:pt x="569" y="5529"/>
                      <a:pt x="625" y="5425"/>
                    </a:cubicBezTo>
                    <a:cubicBezTo>
                      <a:pt x="2191" y="2458"/>
                      <a:pt x="5249" y="620"/>
                      <a:pt x="8596" y="620"/>
                    </a:cubicBezTo>
                    <a:cubicBezTo>
                      <a:pt x="13560" y="620"/>
                      <a:pt x="17606" y="4659"/>
                      <a:pt x="17606" y="9623"/>
                    </a:cubicBezTo>
                    <a:cubicBezTo>
                      <a:pt x="17606" y="9793"/>
                      <a:pt x="17742" y="9929"/>
                      <a:pt x="17912" y="9929"/>
                    </a:cubicBezTo>
                    <a:cubicBezTo>
                      <a:pt x="18082" y="9929"/>
                      <a:pt x="18219" y="9793"/>
                      <a:pt x="18219" y="9623"/>
                    </a:cubicBezTo>
                    <a:cubicBezTo>
                      <a:pt x="18219" y="4318"/>
                      <a:pt x="13901" y="1"/>
                      <a:pt x="859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" name="Google Shape;642;p34"/>
              <p:cNvSpPr/>
              <p:nvPr/>
            </p:nvSpPr>
            <p:spPr>
              <a:xfrm>
                <a:off x="7677747" y="3575905"/>
                <a:ext cx="24550" cy="24526"/>
              </a:xfrm>
              <a:custGeom>
                <a:rect b="b" l="l" r="r" t="t"/>
                <a:pathLst>
                  <a:path extrusionOk="0" h="1044" w="1045">
                    <a:moveTo>
                      <a:pt x="523" y="1"/>
                    </a:moveTo>
                    <a:cubicBezTo>
                      <a:pt x="233" y="1"/>
                      <a:pt x="0" y="233"/>
                      <a:pt x="0" y="522"/>
                    </a:cubicBezTo>
                    <a:cubicBezTo>
                      <a:pt x="0" y="812"/>
                      <a:pt x="233" y="1044"/>
                      <a:pt x="523" y="1044"/>
                    </a:cubicBezTo>
                    <a:cubicBezTo>
                      <a:pt x="812" y="1044"/>
                      <a:pt x="1045" y="812"/>
                      <a:pt x="1045" y="522"/>
                    </a:cubicBezTo>
                    <a:cubicBezTo>
                      <a:pt x="1045" y="233"/>
                      <a:pt x="812" y="1"/>
                      <a:pt x="52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" name="Google Shape;643;p34"/>
              <p:cNvSpPr/>
              <p:nvPr/>
            </p:nvSpPr>
            <p:spPr>
              <a:xfrm>
                <a:off x="7325635" y="3440172"/>
                <a:ext cx="314424" cy="299694"/>
              </a:xfrm>
              <a:custGeom>
                <a:rect b="b" l="l" r="r" t="t"/>
                <a:pathLst>
                  <a:path extrusionOk="0" h="12757" w="13384">
                    <a:moveTo>
                      <a:pt x="6383" y="615"/>
                    </a:moveTo>
                    <a:cubicBezTo>
                      <a:pt x="7859" y="615"/>
                      <a:pt x="9333" y="1178"/>
                      <a:pt x="10457" y="2301"/>
                    </a:cubicBezTo>
                    <a:cubicBezTo>
                      <a:pt x="12709" y="4548"/>
                      <a:pt x="12709" y="8206"/>
                      <a:pt x="10457" y="10453"/>
                    </a:cubicBezTo>
                    <a:cubicBezTo>
                      <a:pt x="9333" y="11576"/>
                      <a:pt x="7857" y="12138"/>
                      <a:pt x="6381" y="12138"/>
                    </a:cubicBezTo>
                    <a:cubicBezTo>
                      <a:pt x="4904" y="12138"/>
                      <a:pt x="3428" y="11576"/>
                      <a:pt x="2305" y="10453"/>
                    </a:cubicBezTo>
                    <a:cubicBezTo>
                      <a:pt x="1215" y="9364"/>
                      <a:pt x="619" y="7918"/>
                      <a:pt x="619" y="6379"/>
                    </a:cubicBezTo>
                    <a:cubicBezTo>
                      <a:pt x="619" y="4836"/>
                      <a:pt x="1215" y="3390"/>
                      <a:pt x="2305" y="2301"/>
                    </a:cubicBezTo>
                    <a:cubicBezTo>
                      <a:pt x="3428" y="1178"/>
                      <a:pt x="4908" y="615"/>
                      <a:pt x="6383" y="615"/>
                    </a:cubicBezTo>
                    <a:close/>
                    <a:moveTo>
                      <a:pt x="6383" y="0"/>
                    </a:moveTo>
                    <a:cubicBezTo>
                      <a:pt x="4749" y="0"/>
                      <a:pt x="3115" y="622"/>
                      <a:pt x="1873" y="1864"/>
                    </a:cubicBezTo>
                    <a:cubicBezTo>
                      <a:pt x="664" y="3072"/>
                      <a:pt x="1" y="4672"/>
                      <a:pt x="1" y="6379"/>
                    </a:cubicBezTo>
                    <a:cubicBezTo>
                      <a:pt x="1" y="8081"/>
                      <a:pt x="664" y="9681"/>
                      <a:pt x="1873" y="10890"/>
                    </a:cubicBezTo>
                    <a:cubicBezTo>
                      <a:pt x="3115" y="12132"/>
                      <a:pt x="4749" y="12757"/>
                      <a:pt x="6383" y="12757"/>
                    </a:cubicBezTo>
                    <a:cubicBezTo>
                      <a:pt x="8017" y="12757"/>
                      <a:pt x="9650" y="12132"/>
                      <a:pt x="10894" y="10890"/>
                    </a:cubicBezTo>
                    <a:cubicBezTo>
                      <a:pt x="13384" y="8400"/>
                      <a:pt x="13384" y="4354"/>
                      <a:pt x="10894" y="1864"/>
                    </a:cubicBezTo>
                    <a:cubicBezTo>
                      <a:pt x="9651" y="622"/>
                      <a:pt x="8017" y="0"/>
                      <a:pt x="6383" y="0"/>
                    </a:cubicBezTo>
                    <a:close/>
                  </a:path>
                </a:pathLst>
              </a:custGeom>
              <a:solidFill>
                <a:srgbClr val="9257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" name="Google Shape;644;p34"/>
              <p:cNvSpPr/>
              <p:nvPr/>
            </p:nvSpPr>
            <p:spPr>
              <a:xfrm>
                <a:off x="7325635" y="3481845"/>
                <a:ext cx="56946" cy="216319"/>
              </a:xfrm>
              <a:custGeom>
                <a:rect b="b" l="l" r="r" t="t"/>
                <a:pathLst>
                  <a:path extrusionOk="0" h="9208" w="2424">
                    <a:moveTo>
                      <a:pt x="2088" y="0"/>
                    </a:moveTo>
                    <a:cubicBezTo>
                      <a:pt x="2010" y="0"/>
                      <a:pt x="1932" y="30"/>
                      <a:pt x="1873" y="90"/>
                    </a:cubicBezTo>
                    <a:cubicBezTo>
                      <a:pt x="664" y="1298"/>
                      <a:pt x="1" y="2898"/>
                      <a:pt x="1" y="4605"/>
                    </a:cubicBezTo>
                    <a:cubicBezTo>
                      <a:pt x="1" y="6307"/>
                      <a:pt x="664" y="7907"/>
                      <a:pt x="1873" y="9116"/>
                    </a:cubicBezTo>
                    <a:cubicBezTo>
                      <a:pt x="1930" y="9173"/>
                      <a:pt x="2009" y="9207"/>
                      <a:pt x="2088" y="9207"/>
                    </a:cubicBezTo>
                    <a:cubicBezTo>
                      <a:pt x="2168" y="9207"/>
                      <a:pt x="2247" y="9173"/>
                      <a:pt x="2305" y="9116"/>
                    </a:cubicBezTo>
                    <a:cubicBezTo>
                      <a:pt x="2423" y="8996"/>
                      <a:pt x="2423" y="8799"/>
                      <a:pt x="2305" y="8679"/>
                    </a:cubicBezTo>
                    <a:cubicBezTo>
                      <a:pt x="1215" y="7590"/>
                      <a:pt x="619" y="6144"/>
                      <a:pt x="619" y="4605"/>
                    </a:cubicBezTo>
                    <a:cubicBezTo>
                      <a:pt x="619" y="3062"/>
                      <a:pt x="1215" y="1616"/>
                      <a:pt x="2305" y="527"/>
                    </a:cubicBezTo>
                    <a:cubicBezTo>
                      <a:pt x="2423" y="407"/>
                      <a:pt x="2423" y="208"/>
                      <a:pt x="2305" y="90"/>
                    </a:cubicBezTo>
                    <a:cubicBezTo>
                      <a:pt x="2245" y="30"/>
                      <a:pt x="2166" y="0"/>
                      <a:pt x="2088" y="0"/>
                    </a:cubicBezTo>
                    <a:close/>
                  </a:path>
                </a:pathLst>
              </a:custGeom>
              <a:solidFill>
                <a:srgbClr val="9257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" name="Google Shape;645;p34"/>
              <p:cNvSpPr/>
              <p:nvPr/>
            </p:nvSpPr>
            <p:spPr>
              <a:xfrm>
                <a:off x="7366674" y="3481845"/>
                <a:ext cx="273382" cy="258018"/>
              </a:xfrm>
              <a:custGeom>
                <a:rect b="b" l="l" r="r" t="t"/>
                <a:pathLst>
                  <a:path extrusionOk="0" h="10983" w="11637">
                    <a:moveTo>
                      <a:pt x="8928" y="0"/>
                    </a:moveTo>
                    <a:cubicBezTo>
                      <a:pt x="8849" y="0"/>
                      <a:pt x="8769" y="30"/>
                      <a:pt x="8710" y="90"/>
                    </a:cubicBezTo>
                    <a:cubicBezTo>
                      <a:pt x="8591" y="208"/>
                      <a:pt x="8591" y="407"/>
                      <a:pt x="8710" y="527"/>
                    </a:cubicBezTo>
                    <a:cubicBezTo>
                      <a:pt x="10962" y="2774"/>
                      <a:pt x="10962" y="6432"/>
                      <a:pt x="8710" y="8679"/>
                    </a:cubicBezTo>
                    <a:cubicBezTo>
                      <a:pt x="7586" y="9802"/>
                      <a:pt x="6110" y="10364"/>
                      <a:pt x="4634" y="10364"/>
                    </a:cubicBezTo>
                    <a:cubicBezTo>
                      <a:pt x="3157" y="10364"/>
                      <a:pt x="1681" y="9802"/>
                      <a:pt x="558" y="8679"/>
                    </a:cubicBezTo>
                    <a:cubicBezTo>
                      <a:pt x="498" y="8620"/>
                      <a:pt x="419" y="8590"/>
                      <a:pt x="341" y="8590"/>
                    </a:cubicBezTo>
                    <a:cubicBezTo>
                      <a:pt x="263" y="8590"/>
                      <a:pt x="185" y="8620"/>
                      <a:pt x="126" y="8679"/>
                    </a:cubicBezTo>
                    <a:cubicBezTo>
                      <a:pt x="1" y="8799"/>
                      <a:pt x="1" y="8996"/>
                      <a:pt x="126" y="9116"/>
                    </a:cubicBezTo>
                    <a:cubicBezTo>
                      <a:pt x="1368" y="10358"/>
                      <a:pt x="3002" y="10983"/>
                      <a:pt x="4636" y="10983"/>
                    </a:cubicBezTo>
                    <a:cubicBezTo>
                      <a:pt x="6270" y="10983"/>
                      <a:pt x="7903" y="10358"/>
                      <a:pt x="9147" y="9116"/>
                    </a:cubicBezTo>
                    <a:cubicBezTo>
                      <a:pt x="11637" y="6626"/>
                      <a:pt x="11637" y="2580"/>
                      <a:pt x="9147" y="90"/>
                    </a:cubicBezTo>
                    <a:cubicBezTo>
                      <a:pt x="9087" y="30"/>
                      <a:pt x="9007" y="0"/>
                      <a:pt x="8928" y="0"/>
                    </a:cubicBezTo>
                    <a:close/>
                  </a:path>
                </a:pathLst>
              </a:custGeom>
              <a:solidFill>
                <a:srgbClr val="9257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" name="Google Shape;646;p34"/>
              <p:cNvSpPr/>
              <p:nvPr/>
            </p:nvSpPr>
            <p:spPr>
              <a:xfrm>
                <a:off x="7398787" y="3515814"/>
                <a:ext cx="144784" cy="144761"/>
              </a:xfrm>
              <a:custGeom>
                <a:rect b="b" l="l" r="r" t="t"/>
                <a:pathLst>
                  <a:path extrusionOk="0" h="6162" w="6163">
                    <a:moveTo>
                      <a:pt x="3082" y="618"/>
                    </a:moveTo>
                    <a:cubicBezTo>
                      <a:pt x="4444" y="618"/>
                      <a:pt x="5544" y="1724"/>
                      <a:pt x="5544" y="3080"/>
                    </a:cubicBezTo>
                    <a:cubicBezTo>
                      <a:pt x="5544" y="4442"/>
                      <a:pt x="4444" y="5542"/>
                      <a:pt x="3082" y="5542"/>
                    </a:cubicBezTo>
                    <a:cubicBezTo>
                      <a:pt x="1726" y="5542"/>
                      <a:pt x="620" y="4442"/>
                      <a:pt x="620" y="3080"/>
                    </a:cubicBezTo>
                    <a:cubicBezTo>
                      <a:pt x="620" y="1724"/>
                      <a:pt x="1726" y="618"/>
                      <a:pt x="3082" y="618"/>
                    </a:cubicBezTo>
                    <a:close/>
                    <a:moveTo>
                      <a:pt x="3082" y="0"/>
                    </a:moveTo>
                    <a:cubicBezTo>
                      <a:pt x="1386" y="0"/>
                      <a:pt x="1" y="1384"/>
                      <a:pt x="1" y="3080"/>
                    </a:cubicBezTo>
                    <a:cubicBezTo>
                      <a:pt x="1" y="4777"/>
                      <a:pt x="1386" y="6161"/>
                      <a:pt x="3082" y="6161"/>
                    </a:cubicBezTo>
                    <a:cubicBezTo>
                      <a:pt x="4779" y="6161"/>
                      <a:pt x="6162" y="4777"/>
                      <a:pt x="6162" y="3080"/>
                    </a:cubicBezTo>
                    <a:cubicBezTo>
                      <a:pt x="6162" y="1384"/>
                      <a:pt x="4779" y="0"/>
                      <a:pt x="3082" y="0"/>
                    </a:cubicBezTo>
                    <a:close/>
                  </a:path>
                </a:pathLst>
              </a:custGeom>
              <a:solidFill>
                <a:srgbClr val="9257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" name="Google Shape;647;p34"/>
              <p:cNvSpPr/>
              <p:nvPr/>
            </p:nvSpPr>
            <p:spPr>
              <a:xfrm>
                <a:off x="7398787" y="3537403"/>
                <a:ext cx="79616" cy="123171"/>
              </a:xfrm>
              <a:custGeom>
                <a:rect b="b" l="l" r="r" t="t"/>
                <a:pathLst>
                  <a:path extrusionOk="0" h="5243" w="3389">
                    <a:moveTo>
                      <a:pt x="1021" y="1"/>
                    </a:moveTo>
                    <a:cubicBezTo>
                      <a:pt x="936" y="1"/>
                      <a:pt x="851" y="35"/>
                      <a:pt x="790" y="102"/>
                    </a:cubicBezTo>
                    <a:cubicBezTo>
                      <a:pt x="285" y="669"/>
                      <a:pt x="1" y="1401"/>
                      <a:pt x="1" y="2161"/>
                    </a:cubicBezTo>
                    <a:cubicBezTo>
                      <a:pt x="1" y="3858"/>
                      <a:pt x="1386" y="5242"/>
                      <a:pt x="3082" y="5242"/>
                    </a:cubicBezTo>
                    <a:cubicBezTo>
                      <a:pt x="3252" y="5242"/>
                      <a:pt x="3388" y="5106"/>
                      <a:pt x="3388" y="4936"/>
                    </a:cubicBezTo>
                    <a:cubicBezTo>
                      <a:pt x="3388" y="4766"/>
                      <a:pt x="3252" y="4623"/>
                      <a:pt x="3082" y="4623"/>
                    </a:cubicBezTo>
                    <a:cubicBezTo>
                      <a:pt x="1726" y="4623"/>
                      <a:pt x="620" y="3523"/>
                      <a:pt x="620" y="2161"/>
                    </a:cubicBezTo>
                    <a:cubicBezTo>
                      <a:pt x="620" y="1554"/>
                      <a:pt x="841" y="970"/>
                      <a:pt x="1249" y="516"/>
                    </a:cubicBezTo>
                    <a:cubicBezTo>
                      <a:pt x="1362" y="386"/>
                      <a:pt x="1351" y="192"/>
                      <a:pt x="1226" y="79"/>
                    </a:cubicBezTo>
                    <a:cubicBezTo>
                      <a:pt x="1169" y="27"/>
                      <a:pt x="1095" y="1"/>
                      <a:pt x="1021" y="1"/>
                    </a:cubicBezTo>
                    <a:close/>
                  </a:path>
                </a:pathLst>
              </a:custGeom>
              <a:solidFill>
                <a:srgbClr val="9257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8" name="Google Shape;648;p34"/>
            <p:cNvGrpSpPr/>
            <p:nvPr/>
          </p:nvGrpSpPr>
          <p:grpSpPr>
            <a:xfrm>
              <a:off x="7804507" y="3362110"/>
              <a:ext cx="452090" cy="452137"/>
              <a:chOff x="7804507" y="3362110"/>
              <a:chExt cx="452090" cy="452137"/>
            </a:xfrm>
          </p:grpSpPr>
          <p:sp>
            <p:nvSpPr>
              <p:cNvPr id="649" name="Google Shape;649;p34"/>
              <p:cNvSpPr/>
              <p:nvPr/>
            </p:nvSpPr>
            <p:spPr>
              <a:xfrm>
                <a:off x="7923655" y="3677482"/>
                <a:ext cx="217541" cy="56100"/>
              </a:xfrm>
              <a:custGeom>
                <a:rect b="b" l="l" r="r" t="t"/>
                <a:pathLst>
                  <a:path extrusionOk="0" h="2388" w="9260">
                    <a:moveTo>
                      <a:pt x="335" y="1"/>
                    </a:moveTo>
                    <a:cubicBezTo>
                      <a:pt x="257" y="1"/>
                      <a:pt x="179" y="30"/>
                      <a:pt x="119" y="90"/>
                    </a:cubicBezTo>
                    <a:cubicBezTo>
                      <a:pt x="0" y="209"/>
                      <a:pt x="0" y="403"/>
                      <a:pt x="119" y="527"/>
                    </a:cubicBezTo>
                    <a:cubicBezTo>
                      <a:pt x="1362" y="1770"/>
                      <a:pt x="2996" y="2388"/>
                      <a:pt x="4630" y="2388"/>
                    </a:cubicBezTo>
                    <a:cubicBezTo>
                      <a:pt x="6264" y="2388"/>
                      <a:pt x="7898" y="1770"/>
                      <a:pt x="9139" y="527"/>
                    </a:cubicBezTo>
                    <a:cubicBezTo>
                      <a:pt x="9259" y="403"/>
                      <a:pt x="9259" y="209"/>
                      <a:pt x="9139" y="90"/>
                    </a:cubicBezTo>
                    <a:cubicBezTo>
                      <a:pt x="9080" y="30"/>
                      <a:pt x="9002" y="1"/>
                      <a:pt x="8924" y="1"/>
                    </a:cubicBezTo>
                    <a:cubicBezTo>
                      <a:pt x="8846" y="1"/>
                      <a:pt x="8768" y="30"/>
                      <a:pt x="8709" y="90"/>
                    </a:cubicBezTo>
                    <a:cubicBezTo>
                      <a:pt x="7582" y="1213"/>
                      <a:pt x="6106" y="1775"/>
                      <a:pt x="4629" y="1775"/>
                    </a:cubicBezTo>
                    <a:cubicBezTo>
                      <a:pt x="3153" y="1775"/>
                      <a:pt x="1676" y="1213"/>
                      <a:pt x="550" y="90"/>
                    </a:cubicBezTo>
                    <a:cubicBezTo>
                      <a:pt x="490" y="30"/>
                      <a:pt x="413" y="1"/>
                      <a:pt x="335" y="1"/>
                    </a:cubicBezTo>
                    <a:close/>
                  </a:path>
                </a:pathLst>
              </a:custGeom>
              <a:solidFill>
                <a:srgbClr val="9257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" name="Google Shape;650;p34"/>
              <p:cNvSpPr/>
              <p:nvPr/>
            </p:nvSpPr>
            <p:spPr>
              <a:xfrm>
                <a:off x="7804507" y="3362110"/>
                <a:ext cx="452090" cy="452137"/>
              </a:xfrm>
              <a:custGeom>
                <a:rect b="b" l="l" r="r" t="t"/>
                <a:pathLst>
                  <a:path extrusionOk="0" h="19246" w="19244">
                    <a:moveTo>
                      <a:pt x="9621" y="620"/>
                    </a:moveTo>
                    <a:cubicBezTo>
                      <a:pt x="14591" y="620"/>
                      <a:pt x="18631" y="4659"/>
                      <a:pt x="18631" y="9623"/>
                    </a:cubicBezTo>
                    <a:cubicBezTo>
                      <a:pt x="18631" y="14587"/>
                      <a:pt x="14591" y="18627"/>
                      <a:pt x="9621" y="18627"/>
                    </a:cubicBezTo>
                    <a:cubicBezTo>
                      <a:pt x="4658" y="18627"/>
                      <a:pt x="618" y="14587"/>
                      <a:pt x="618" y="9623"/>
                    </a:cubicBezTo>
                    <a:cubicBezTo>
                      <a:pt x="618" y="4659"/>
                      <a:pt x="4658" y="620"/>
                      <a:pt x="9621" y="620"/>
                    </a:cubicBezTo>
                    <a:close/>
                    <a:moveTo>
                      <a:pt x="9621" y="1"/>
                    </a:moveTo>
                    <a:cubicBezTo>
                      <a:pt x="4318" y="1"/>
                      <a:pt x="0" y="4318"/>
                      <a:pt x="0" y="9623"/>
                    </a:cubicBezTo>
                    <a:cubicBezTo>
                      <a:pt x="0" y="14928"/>
                      <a:pt x="4318" y="19245"/>
                      <a:pt x="9621" y="19245"/>
                    </a:cubicBezTo>
                    <a:cubicBezTo>
                      <a:pt x="14932" y="19245"/>
                      <a:pt x="19244" y="14928"/>
                      <a:pt x="19244" y="9623"/>
                    </a:cubicBezTo>
                    <a:cubicBezTo>
                      <a:pt x="19244" y="4318"/>
                      <a:pt x="14932" y="1"/>
                      <a:pt x="9621" y="1"/>
                    </a:cubicBezTo>
                    <a:close/>
                  </a:path>
                </a:pathLst>
              </a:custGeom>
              <a:solidFill>
                <a:srgbClr val="9257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" name="Google Shape;651;p34"/>
              <p:cNvSpPr/>
              <p:nvPr/>
            </p:nvSpPr>
            <p:spPr>
              <a:xfrm>
                <a:off x="7804507" y="3362110"/>
                <a:ext cx="233398" cy="233281"/>
              </a:xfrm>
              <a:custGeom>
                <a:rect b="b" l="l" r="r" t="t"/>
                <a:pathLst>
                  <a:path extrusionOk="0" h="9930" w="9935">
                    <a:moveTo>
                      <a:pt x="9621" y="1"/>
                    </a:moveTo>
                    <a:cubicBezTo>
                      <a:pt x="4318" y="1"/>
                      <a:pt x="0" y="4318"/>
                      <a:pt x="0" y="9623"/>
                    </a:cubicBezTo>
                    <a:cubicBezTo>
                      <a:pt x="0" y="9793"/>
                      <a:pt x="142" y="9929"/>
                      <a:pt x="312" y="9929"/>
                    </a:cubicBezTo>
                    <a:cubicBezTo>
                      <a:pt x="482" y="9929"/>
                      <a:pt x="618" y="9793"/>
                      <a:pt x="618" y="9623"/>
                    </a:cubicBezTo>
                    <a:cubicBezTo>
                      <a:pt x="618" y="4659"/>
                      <a:pt x="4658" y="620"/>
                      <a:pt x="9621" y="620"/>
                    </a:cubicBezTo>
                    <a:cubicBezTo>
                      <a:pt x="9792" y="620"/>
                      <a:pt x="9935" y="477"/>
                      <a:pt x="9935" y="307"/>
                    </a:cubicBezTo>
                    <a:cubicBezTo>
                      <a:pt x="9935" y="137"/>
                      <a:pt x="9792" y="1"/>
                      <a:pt x="9621" y="1"/>
                    </a:cubicBezTo>
                    <a:close/>
                  </a:path>
                </a:pathLst>
              </a:custGeom>
              <a:solidFill>
                <a:srgbClr val="9257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" name="Google Shape;652;p34"/>
              <p:cNvSpPr/>
              <p:nvPr/>
            </p:nvSpPr>
            <p:spPr>
              <a:xfrm>
                <a:off x="7804507" y="3362110"/>
                <a:ext cx="233398" cy="426929"/>
              </a:xfrm>
              <a:custGeom>
                <a:rect b="b" l="l" r="r" t="t"/>
                <a:pathLst>
                  <a:path extrusionOk="0" h="18173" w="9935">
                    <a:moveTo>
                      <a:pt x="9621" y="1"/>
                    </a:moveTo>
                    <a:cubicBezTo>
                      <a:pt x="4318" y="1"/>
                      <a:pt x="0" y="4318"/>
                      <a:pt x="0" y="9623"/>
                    </a:cubicBezTo>
                    <a:cubicBezTo>
                      <a:pt x="0" y="13203"/>
                      <a:pt x="1969" y="16465"/>
                      <a:pt x="5140" y="18139"/>
                    </a:cubicBezTo>
                    <a:cubicBezTo>
                      <a:pt x="5185" y="18162"/>
                      <a:pt x="5230" y="18173"/>
                      <a:pt x="5282" y="18173"/>
                    </a:cubicBezTo>
                    <a:cubicBezTo>
                      <a:pt x="5390" y="18173"/>
                      <a:pt x="5497" y="18110"/>
                      <a:pt x="5554" y="18008"/>
                    </a:cubicBezTo>
                    <a:cubicBezTo>
                      <a:pt x="5633" y="17861"/>
                      <a:pt x="5577" y="17674"/>
                      <a:pt x="5424" y="17594"/>
                    </a:cubicBezTo>
                    <a:cubicBezTo>
                      <a:pt x="2462" y="16028"/>
                      <a:pt x="618" y="12977"/>
                      <a:pt x="618" y="9623"/>
                    </a:cubicBezTo>
                    <a:cubicBezTo>
                      <a:pt x="618" y="4659"/>
                      <a:pt x="4658" y="620"/>
                      <a:pt x="9621" y="620"/>
                    </a:cubicBezTo>
                    <a:cubicBezTo>
                      <a:pt x="9792" y="620"/>
                      <a:pt x="9935" y="477"/>
                      <a:pt x="9935" y="307"/>
                    </a:cubicBezTo>
                    <a:cubicBezTo>
                      <a:pt x="9935" y="137"/>
                      <a:pt x="9792" y="1"/>
                      <a:pt x="9621" y="1"/>
                    </a:cubicBezTo>
                    <a:close/>
                  </a:path>
                </a:pathLst>
              </a:custGeom>
              <a:solidFill>
                <a:srgbClr val="9257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" name="Google Shape;653;p34"/>
              <p:cNvSpPr/>
              <p:nvPr/>
            </p:nvSpPr>
            <p:spPr>
              <a:xfrm>
                <a:off x="7867934" y="3433946"/>
                <a:ext cx="328942" cy="299647"/>
              </a:xfrm>
              <a:custGeom>
                <a:rect b="b" l="l" r="r" t="t"/>
                <a:pathLst>
                  <a:path extrusionOk="0" h="12755" w="14002">
                    <a:moveTo>
                      <a:pt x="7002" y="614"/>
                    </a:moveTo>
                    <a:cubicBezTo>
                      <a:pt x="8539" y="614"/>
                      <a:pt x="9992" y="1215"/>
                      <a:pt x="11081" y="2305"/>
                    </a:cubicBezTo>
                    <a:cubicBezTo>
                      <a:pt x="13328" y="4551"/>
                      <a:pt x="13328" y="8210"/>
                      <a:pt x="11081" y="10457"/>
                    </a:cubicBezTo>
                    <a:cubicBezTo>
                      <a:pt x="9954" y="11580"/>
                      <a:pt x="8478" y="12142"/>
                      <a:pt x="7001" y="12142"/>
                    </a:cubicBezTo>
                    <a:cubicBezTo>
                      <a:pt x="5525" y="12142"/>
                      <a:pt x="4048" y="11580"/>
                      <a:pt x="2922" y="10457"/>
                    </a:cubicBezTo>
                    <a:cubicBezTo>
                      <a:pt x="676" y="8210"/>
                      <a:pt x="676" y="4551"/>
                      <a:pt x="2922" y="2305"/>
                    </a:cubicBezTo>
                    <a:cubicBezTo>
                      <a:pt x="4012" y="1215"/>
                      <a:pt x="5465" y="614"/>
                      <a:pt x="7002" y="614"/>
                    </a:cubicBezTo>
                    <a:close/>
                    <a:moveTo>
                      <a:pt x="7002" y="1"/>
                    </a:moveTo>
                    <a:cubicBezTo>
                      <a:pt x="5300" y="1"/>
                      <a:pt x="3694" y="665"/>
                      <a:pt x="2491" y="1868"/>
                    </a:cubicBezTo>
                    <a:cubicBezTo>
                      <a:pt x="0" y="4358"/>
                      <a:pt x="0" y="8403"/>
                      <a:pt x="2491" y="10894"/>
                    </a:cubicBezTo>
                    <a:cubicBezTo>
                      <a:pt x="3734" y="12137"/>
                      <a:pt x="5368" y="12755"/>
                      <a:pt x="7002" y="12755"/>
                    </a:cubicBezTo>
                    <a:cubicBezTo>
                      <a:pt x="8636" y="12755"/>
                      <a:pt x="10270" y="12137"/>
                      <a:pt x="11511" y="10894"/>
                    </a:cubicBezTo>
                    <a:cubicBezTo>
                      <a:pt x="14002" y="8403"/>
                      <a:pt x="14002" y="4358"/>
                      <a:pt x="11511" y="1868"/>
                    </a:cubicBezTo>
                    <a:cubicBezTo>
                      <a:pt x="10309" y="665"/>
                      <a:pt x="8704" y="1"/>
                      <a:pt x="7002" y="1"/>
                    </a:cubicBezTo>
                    <a:close/>
                  </a:path>
                </a:pathLst>
              </a:custGeom>
              <a:solidFill>
                <a:srgbClr val="9257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" name="Google Shape;654;p34"/>
              <p:cNvSpPr/>
              <p:nvPr/>
            </p:nvSpPr>
            <p:spPr>
              <a:xfrm>
                <a:off x="7867934" y="3433946"/>
                <a:ext cx="273265" cy="257948"/>
              </a:xfrm>
              <a:custGeom>
                <a:rect b="b" l="l" r="r" t="t"/>
                <a:pathLst>
                  <a:path extrusionOk="0" h="10980" w="11632">
                    <a:moveTo>
                      <a:pt x="7002" y="1"/>
                    </a:moveTo>
                    <a:cubicBezTo>
                      <a:pt x="5300" y="1"/>
                      <a:pt x="3694" y="665"/>
                      <a:pt x="2491" y="1868"/>
                    </a:cubicBezTo>
                    <a:cubicBezTo>
                      <a:pt x="0" y="4358"/>
                      <a:pt x="0" y="8403"/>
                      <a:pt x="2491" y="10894"/>
                    </a:cubicBezTo>
                    <a:cubicBezTo>
                      <a:pt x="2548" y="10951"/>
                      <a:pt x="2627" y="10979"/>
                      <a:pt x="2707" y="10979"/>
                    </a:cubicBezTo>
                    <a:cubicBezTo>
                      <a:pt x="2786" y="10979"/>
                      <a:pt x="2865" y="10951"/>
                      <a:pt x="2922" y="10894"/>
                    </a:cubicBezTo>
                    <a:cubicBezTo>
                      <a:pt x="3048" y="10770"/>
                      <a:pt x="3048" y="10576"/>
                      <a:pt x="2922" y="10457"/>
                    </a:cubicBezTo>
                    <a:cubicBezTo>
                      <a:pt x="676" y="8210"/>
                      <a:pt x="676" y="4551"/>
                      <a:pt x="2922" y="2305"/>
                    </a:cubicBezTo>
                    <a:cubicBezTo>
                      <a:pt x="4012" y="1215"/>
                      <a:pt x="5465" y="614"/>
                      <a:pt x="7002" y="614"/>
                    </a:cubicBezTo>
                    <a:cubicBezTo>
                      <a:pt x="8539" y="614"/>
                      <a:pt x="9992" y="1215"/>
                      <a:pt x="11081" y="2305"/>
                    </a:cubicBezTo>
                    <a:cubicBezTo>
                      <a:pt x="11140" y="2364"/>
                      <a:pt x="11218" y="2394"/>
                      <a:pt x="11296" y="2394"/>
                    </a:cubicBezTo>
                    <a:cubicBezTo>
                      <a:pt x="11374" y="2394"/>
                      <a:pt x="11452" y="2364"/>
                      <a:pt x="11511" y="2305"/>
                    </a:cubicBezTo>
                    <a:cubicBezTo>
                      <a:pt x="11631" y="2185"/>
                      <a:pt x="11631" y="1987"/>
                      <a:pt x="11511" y="1868"/>
                    </a:cubicBezTo>
                    <a:cubicBezTo>
                      <a:pt x="10309" y="665"/>
                      <a:pt x="8704" y="1"/>
                      <a:pt x="7002" y="1"/>
                    </a:cubicBezTo>
                    <a:close/>
                  </a:path>
                </a:pathLst>
              </a:custGeom>
              <a:solidFill>
                <a:srgbClr val="9257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" name="Google Shape;655;p34"/>
              <p:cNvSpPr/>
              <p:nvPr/>
            </p:nvSpPr>
            <p:spPr>
              <a:xfrm>
                <a:off x="7958281" y="3515790"/>
                <a:ext cx="144643" cy="144784"/>
              </a:xfrm>
              <a:custGeom>
                <a:rect b="b" l="l" r="r" t="t"/>
                <a:pathLst>
                  <a:path extrusionOk="0" h="6163" w="6157">
                    <a:moveTo>
                      <a:pt x="3075" y="619"/>
                    </a:moveTo>
                    <a:cubicBezTo>
                      <a:pt x="3711" y="619"/>
                      <a:pt x="4342" y="858"/>
                      <a:pt x="4824" y="1340"/>
                    </a:cubicBezTo>
                    <a:cubicBezTo>
                      <a:pt x="5288" y="1805"/>
                      <a:pt x="5544" y="2423"/>
                      <a:pt x="5544" y="3081"/>
                    </a:cubicBezTo>
                    <a:cubicBezTo>
                      <a:pt x="5544" y="3739"/>
                      <a:pt x="5288" y="4358"/>
                      <a:pt x="4824" y="4823"/>
                    </a:cubicBezTo>
                    <a:cubicBezTo>
                      <a:pt x="4358" y="5288"/>
                      <a:pt x="3734" y="5543"/>
                      <a:pt x="3075" y="5543"/>
                    </a:cubicBezTo>
                    <a:cubicBezTo>
                      <a:pt x="2418" y="5543"/>
                      <a:pt x="1800" y="5288"/>
                      <a:pt x="1334" y="4823"/>
                    </a:cubicBezTo>
                    <a:cubicBezTo>
                      <a:pt x="870" y="4358"/>
                      <a:pt x="614" y="3739"/>
                      <a:pt x="614" y="3081"/>
                    </a:cubicBezTo>
                    <a:cubicBezTo>
                      <a:pt x="614" y="2423"/>
                      <a:pt x="870" y="1805"/>
                      <a:pt x="1334" y="1340"/>
                    </a:cubicBezTo>
                    <a:cubicBezTo>
                      <a:pt x="1816" y="858"/>
                      <a:pt x="2446" y="619"/>
                      <a:pt x="3075" y="619"/>
                    </a:cubicBezTo>
                    <a:close/>
                    <a:moveTo>
                      <a:pt x="3079" y="1"/>
                    </a:moveTo>
                    <a:cubicBezTo>
                      <a:pt x="2290" y="1"/>
                      <a:pt x="1502" y="301"/>
                      <a:pt x="904" y="903"/>
                    </a:cubicBezTo>
                    <a:cubicBezTo>
                      <a:pt x="318" y="1487"/>
                      <a:pt x="1" y="2259"/>
                      <a:pt x="1" y="3081"/>
                    </a:cubicBezTo>
                    <a:cubicBezTo>
                      <a:pt x="1" y="3904"/>
                      <a:pt x="318" y="4676"/>
                      <a:pt x="904" y="5260"/>
                    </a:cubicBezTo>
                    <a:cubicBezTo>
                      <a:pt x="1482" y="5838"/>
                      <a:pt x="2253" y="6162"/>
                      <a:pt x="3075" y="6162"/>
                    </a:cubicBezTo>
                    <a:cubicBezTo>
                      <a:pt x="3899" y="6162"/>
                      <a:pt x="4675" y="5838"/>
                      <a:pt x="5254" y="5260"/>
                    </a:cubicBezTo>
                    <a:cubicBezTo>
                      <a:pt x="5839" y="4676"/>
                      <a:pt x="6157" y="3904"/>
                      <a:pt x="6157" y="3081"/>
                    </a:cubicBezTo>
                    <a:cubicBezTo>
                      <a:pt x="6157" y="2259"/>
                      <a:pt x="5839" y="1487"/>
                      <a:pt x="5254" y="903"/>
                    </a:cubicBezTo>
                    <a:cubicBezTo>
                      <a:pt x="4656" y="301"/>
                      <a:pt x="3867" y="1"/>
                      <a:pt x="307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" name="Google Shape;656;p34"/>
              <p:cNvSpPr/>
              <p:nvPr/>
            </p:nvSpPr>
            <p:spPr>
              <a:xfrm>
                <a:off x="7958281" y="3515931"/>
                <a:ext cx="76257" cy="125567"/>
              </a:xfrm>
              <a:custGeom>
                <a:rect b="b" l="l" r="r" t="t"/>
                <a:pathLst>
                  <a:path extrusionOk="0" h="5345" w="3246">
                    <a:moveTo>
                      <a:pt x="2923" y="0"/>
                    </a:moveTo>
                    <a:cubicBezTo>
                      <a:pt x="2919" y="0"/>
                      <a:pt x="2916" y="1"/>
                      <a:pt x="2912" y="1"/>
                    </a:cubicBezTo>
                    <a:cubicBezTo>
                      <a:pt x="2156" y="40"/>
                      <a:pt x="1441" y="357"/>
                      <a:pt x="904" y="897"/>
                    </a:cubicBezTo>
                    <a:cubicBezTo>
                      <a:pt x="318" y="1481"/>
                      <a:pt x="1" y="2253"/>
                      <a:pt x="1" y="3075"/>
                    </a:cubicBezTo>
                    <a:cubicBezTo>
                      <a:pt x="1" y="3898"/>
                      <a:pt x="318" y="4670"/>
                      <a:pt x="904" y="5254"/>
                    </a:cubicBezTo>
                    <a:cubicBezTo>
                      <a:pt x="959" y="5311"/>
                      <a:pt x="1040" y="5345"/>
                      <a:pt x="1119" y="5345"/>
                    </a:cubicBezTo>
                    <a:cubicBezTo>
                      <a:pt x="1198" y="5345"/>
                      <a:pt x="1278" y="5311"/>
                      <a:pt x="1334" y="5254"/>
                    </a:cubicBezTo>
                    <a:cubicBezTo>
                      <a:pt x="1454" y="5135"/>
                      <a:pt x="1454" y="4936"/>
                      <a:pt x="1334" y="4817"/>
                    </a:cubicBezTo>
                    <a:cubicBezTo>
                      <a:pt x="870" y="4352"/>
                      <a:pt x="614" y="3733"/>
                      <a:pt x="614" y="3075"/>
                    </a:cubicBezTo>
                    <a:cubicBezTo>
                      <a:pt x="614" y="2417"/>
                      <a:pt x="870" y="1799"/>
                      <a:pt x="1334" y="1334"/>
                    </a:cubicBezTo>
                    <a:cubicBezTo>
                      <a:pt x="1766" y="902"/>
                      <a:pt x="2339" y="647"/>
                      <a:pt x="2946" y="613"/>
                    </a:cubicBezTo>
                    <a:cubicBezTo>
                      <a:pt x="3116" y="608"/>
                      <a:pt x="3246" y="459"/>
                      <a:pt x="3235" y="289"/>
                    </a:cubicBezTo>
                    <a:cubicBezTo>
                      <a:pt x="3229" y="123"/>
                      <a:pt x="3088" y="0"/>
                      <a:pt x="29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" name="Google Shape;657;p34"/>
              <p:cNvSpPr/>
              <p:nvPr/>
            </p:nvSpPr>
            <p:spPr>
              <a:xfrm>
                <a:off x="8014802" y="3510716"/>
                <a:ext cx="24691" cy="24691"/>
              </a:xfrm>
              <a:custGeom>
                <a:rect b="b" l="l" r="r" t="t"/>
                <a:pathLst>
                  <a:path extrusionOk="0" h="1051" w="1051">
                    <a:moveTo>
                      <a:pt x="522" y="1"/>
                    </a:moveTo>
                    <a:cubicBezTo>
                      <a:pt x="234" y="1"/>
                      <a:pt x="1" y="234"/>
                      <a:pt x="1" y="524"/>
                    </a:cubicBezTo>
                    <a:cubicBezTo>
                      <a:pt x="1" y="812"/>
                      <a:pt x="234" y="1050"/>
                      <a:pt x="522" y="1050"/>
                    </a:cubicBezTo>
                    <a:cubicBezTo>
                      <a:pt x="812" y="1050"/>
                      <a:pt x="1051" y="812"/>
                      <a:pt x="1051" y="524"/>
                    </a:cubicBezTo>
                    <a:cubicBezTo>
                      <a:pt x="1051" y="234"/>
                      <a:pt x="812" y="1"/>
                      <a:pt x="52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0D1E0"/>
        </a:solidFill>
      </p:bgPr>
    </p:bg>
    <p:spTree>
      <p:nvGrpSpPr>
        <p:cNvPr id="661" name="Shape 6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2" name="Google Shape;662;p35"/>
          <p:cNvSpPr/>
          <p:nvPr/>
        </p:nvSpPr>
        <p:spPr>
          <a:xfrm>
            <a:off x="4598300" y="2010475"/>
            <a:ext cx="2987400" cy="2526300"/>
          </a:xfrm>
          <a:prstGeom prst="rect">
            <a:avLst/>
          </a:prstGeom>
          <a:noFill/>
          <a:ln cap="flat" cmpd="sng" w="28575">
            <a:solidFill>
              <a:srgbClr val="694C8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3" name="Google Shape;663;p35"/>
          <p:cNvSpPr/>
          <p:nvPr/>
        </p:nvSpPr>
        <p:spPr>
          <a:xfrm>
            <a:off x="1286925" y="2010475"/>
            <a:ext cx="2987400" cy="2526300"/>
          </a:xfrm>
          <a:prstGeom prst="rect">
            <a:avLst/>
          </a:prstGeom>
          <a:solidFill>
            <a:srgbClr val="92577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4" name="Google Shape;664;p35"/>
          <p:cNvSpPr txBox="1"/>
          <p:nvPr/>
        </p:nvSpPr>
        <p:spPr>
          <a:xfrm>
            <a:off x="5023388" y="2840910"/>
            <a:ext cx="2137200" cy="474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rPr>
              <a:t>2. Here you can describe a reason to carry on with the treatment</a:t>
            </a:r>
            <a:endParaRPr sz="1100">
              <a:solidFill>
                <a:srgbClr val="694C84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665" name="Google Shape;665;p35"/>
          <p:cNvSpPr txBox="1"/>
          <p:nvPr/>
        </p:nvSpPr>
        <p:spPr>
          <a:xfrm>
            <a:off x="5023388" y="3247696"/>
            <a:ext cx="2137200" cy="474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rPr>
              <a:t>3. Here you can describe a reason to carry on with the treatment</a:t>
            </a:r>
            <a:endParaRPr sz="1100">
              <a:solidFill>
                <a:srgbClr val="694C84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666" name="Google Shape;666;p35"/>
          <p:cNvSpPr txBox="1"/>
          <p:nvPr/>
        </p:nvSpPr>
        <p:spPr>
          <a:xfrm>
            <a:off x="5023388" y="2434125"/>
            <a:ext cx="2137200" cy="474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rPr>
              <a:t>1. Here you can describe a reason to carry on with the treatment</a:t>
            </a:r>
            <a:endParaRPr sz="1100">
              <a:solidFill>
                <a:srgbClr val="694C84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667" name="Google Shape;667;p35"/>
          <p:cNvSpPr txBox="1"/>
          <p:nvPr/>
        </p:nvSpPr>
        <p:spPr>
          <a:xfrm>
            <a:off x="5023388" y="3638512"/>
            <a:ext cx="2137200" cy="474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rPr>
              <a:t>4. Here you can describe a reason to carry on with the treatment</a:t>
            </a:r>
            <a:endParaRPr sz="1100">
              <a:solidFill>
                <a:srgbClr val="694C84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668" name="Google Shape;668;p35"/>
          <p:cNvSpPr txBox="1"/>
          <p:nvPr/>
        </p:nvSpPr>
        <p:spPr>
          <a:xfrm>
            <a:off x="1712013" y="2840910"/>
            <a:ext cx="2137200" cy="474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Abel"/>
                <a:ea typeface="Abel"/>
                <a:cs typeface="Abel"/>
                <a:sym typeface="Abel"/>
              </a:rPr>
              <a:t>2. </a:t>
            </a:r>
            <a:r>
              <a:rPr lang="es" sz="1100">
                <a:solidFill>
                  <a:srgbClr val="FFFFFF"/>
                </a:solidFill>
                <a:latin typeface="Abel"/>
                <a:ea typeface="Abel"/>
                <a:cs typeface="Abel"/>
                <a:sym typeface="Abel"/>
              </a:rPr>
              <a:t>Here you can describe a reason to stop the treatment</a:t>
            </a:r>
            <a:endParaRPr sz="1100">
              <a:solidFill>
                <a:srgbClr val="FFFFFF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669" name="Google Shape;669;p35"/>
          <p:cNvSpPr txBox="1"/>
          <p:nvPr/>
        </p:nvSpPr>
        <p:spPr>
          <a:xfrm>
            <a:off x="1712013" y="3247696"/>
            <a:ext cx="2137200" cy="474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Abel"/>
                <a:ea typeface="Abel"/>
                <a:cs typeface="Abel"/>
                <a:sym typeface="Abel"/>
              </a:rPr>
              <a:t>3. </a:t>
            </a:r>
            <a:r>
              <a:rPr lang="es" sz="1100">
                <a:solidFill>
                  <a:srgbClr val="FFFFFF"/>
                </a:solidFill>
                <a:latin typeface="Abel"/>
                <a:ea typeface="Abel"/>
                <a:cs typeface="Abel"/>
                <a:sym typeface="Abel"/>
              </a:rPr>
              <a:t>Here you can describe a reason to stop the treatment</a:t>
            </a:r>
            <a:endParaRPr sz="1100">
              <a:solidFill>
                <a:srgbClr val="FFFFFF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670" name="Google Shape;670;p35"/>
          <p:cNvSpPr txBox="1"/>
          <p:nvPr/>
        </p:nvSpPr>
        <p:spPr>
          <a:xfrm>
            <a:off x="1712013" y="2434125"/>
            <a:ext cx="2137200" cy="474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Abel"/>
                <a:ea typeface="Abel"/>
                <a:cs typeface="Abel"/>
                <a:sym typeface="Abel"/>
              </a:rPr>
              <a:t>1. </a:t>
            </a:r>
            <a:r>
              <a:rPr lang="es" sz="1100">
                <a:solidFill>
                  <a:srgbClr val="FFFFFF"/>
                </a:solidFill>
                <a:latin typeface="Abel"/>
                <a:ea typeface="Abel"/>
                <a:cs typeface="Abel"/>
                <a:sym typeface="Abel"/>
              </a:rPr>
              <a:t>Here you can describe a reason to stop the treatment</a:t>
            </a:r>
            <a:endParaRPr sz="1100">
              <a:solidFill>
                <a:srgbClr val="FFFFFF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671" name="Google Shape;671;p35"/>
          <p:cNvSpPr txBox="1"/>
          <p:nvPr/>
        </p:nvSpPr>
        <p:spPr>
          <a:xfrm>
            <a:off x="1712013" y="3638512"/>
            <a:ext cx="2137200" cy="474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Abel"/>
                <a:ea typeface="Abel"/>
                <a:cs typeface="Abel"/>
                <a:sym typeface="Abel"/>
              </a:rPr>
              <a:t>4</a:t>
            </a:r>
            <a:r>
              <a:rPr lang="es" sz="1100">
                <a:solidFill>
                  <a:srgbClr val="FFFFFF"/>
                </a:solidFill>
                <a:latin typeface="Abel"/>
                <a:ea typeface="Abel"/>
                <a:cs typeface="Abel"/>
                <a:sym typeface="Abel"/>
              </a:rPr>
              <a:t>. Here you can describe a reason to stop the treatment</a:t>
            </a:r>
            <a:endParaRPr sz="1100">
              <a:solidFill>
                <a:srgbClr val="FFFFFF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672" name="Google Shape;672;p35"/>
          <p:cNvSpPr txBox="1"/>
          <p:nvPr>
            <p:ph type="title"/>
          </p:nvPr>
        </p:nvSpPr>
        <p:spPr>
          <a:xfrm>
            <a:off x="1162800" y="376475"/>
            <a:ext cx="6818400" cy="67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CONTRAINDICATIONS &amp; INDICATIONS </a:t>
            </a:r>
            <a:endParaRPr/>
          </a:p>
        </p:txBody>
      </p:sp>
      <p:sp>
        <p:nvSpPr>
          <p:cNvPr id="673" name="Google Shape;673;p35"/>
          <p:cNvSpPr/>
          <p:nvPr/>
        </p:nvSpPr>
        <p:spPr>
          <a:xfrm>
            <a:off x="2401925" y="1632088"/>
            <a:ext cx="757500" cy="757500"/>
          </a:xfrm>
          <a:prstGeom prst="rect">
            <a:avLst/>
          </a:prstGeom>
          <a:solidFill>
            <a:srgbClr val="92577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4" name="Google Shape;674;p35"/>
          <p:cNvSpPr/>
          <p:nvPr/>
        </p:nvSpPr>
        <p:spPr>
          <a:xfrm>
            <a:off x="5713250" y="1632088"/>
            <a:ext cx="757500" cy="757500"/>
          </a:xfrm>
          <a:prstGeom prst="rect">
            <a:avLst/>
          </a:prstGeom>
          <a:solidFill>
            <a:srgbClr val="694C8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5" name="Google Shape;675;p35"/>
          <p:cNvGrpSpPr/>
          <p:nvPr/>
        </p:nvGrpSpPr>
        <p:grpSpPr>
          <a:xfrm>
            <a:off x="5947121" y="1822500"/>
            <a:ext cx="289766" cy="376695"/>
            <a:chOff x="1790125" y="238125"/>
            <a:chExt cx="3996775" cy="5195800"/>
          </a:xfrm>
        </p:grpSpPr>
        <p:sp>
          <p:nvSpPr>
            <p:cNvPr id="676" name="Google Shape;676;p35"/>
            <p:cNvSpPr/>
            <p:nvPr/>
          </p:nvSpPr>
          <p:spPr>
            <a:xfrm>
              <a:off x="3641625" y="687750"/>
              <a:ext cx="299775" cy="299775"/>
            </a:xfrm>
            <a:custGeom>
              <a:rect b="b" l="l" r="r" t="t"/>
              <a:pathLst>
                <a:path extrusionOk="0" h="11991" w="11991">
                  <a:moveTo>
                    <a:pt x="5996" y="0"/>
                  </a:moveTo>
                  <a:cubicBezTo>
                    <a:pt x="2678" y="0"/>
                    <a:pt x="0" y="2678"/>
                    <a:pt x="0" y="5996"/>
                  </a:cubicBezTo>
                  <a:cubicBezTo>
                    <a:pt x="0" y="9313"/>
                    <a:pt x="2678" y="11991"/>
                    <a:pt x="5996" y="11991"/>
                  </a:cubicBezTo>
                  <a:cubicBezTo>
                    <a:pt x="9313" y="11991"/>
                    <a:pt x="11991" y="9313"/>
                    <a:pt x="11991" y="5996"/>
                  </a:cubicBezTo>
                  <a:cubicBezTo>
                    <a:pt x="11991" y="2678"/>
                    <a:pt x="9313" y="0"/>
                    <a:pt x="59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35"/>
            <p:cNvSpPr/>
            <p:nvPr/>
          </p:nvSpPr>
          <p:spPr>
            <a:xfrm>
              <a:off x="1790125" y="238125"/>
              <a:ext cx="3996775" cy="5195800"/>
            </a:xfrm>
            <a:custGeom>
              <a:rect b="b" l="l" r="r" t="t"/>
              <a:pathLst>
                <a:path extrusionOk="0" h="207832" w="159871">
                  <a:moveTo>
                    <a:pt x="79936" y="7994"/>
                  </a:moveTo>
                  <a:cubicBezTo>
                    <a:pt x="87010" y="7994"/>
                    <a:pt x="93325" y="12750"/>
                    <a:pt x="95283" y="19544"/>
                  </a:cubicBezTo>
                  <a:cubicBezTo>
                    <a:pt x="97122" y="25899"/>
                    <a:pt x="101998" y="30775"/>
                    <a:pt x="108353" y="32574"/>
                  </a:cubicBezTo>
                  <a:cubicBezTo>
                    <a:pt x="115147" y="34532"/>
                    <a:pt x="119903" y="40887"/>
                    <a:pt x="119903" y="47961"/>
                  </a:cubicBezTo>
                  <a:lnTo>
                    <a:pt x="119903" y="55955"/>
                  </a:lnTo>
                  <a:lnTo>
                    <a:pt x="39968" y="55955"/>
                  </a:lnTo>
                  <a:lnTo>
                    <a:pt x="39968" y="47841"/>
                  </a:lnTo>
                  <a:cubicBezTo>
                    <a:pt x="40008" y="40807"/>
                    <a:pt x="44764" y="34532"/>
                    <a:pt x="51519" y="32614"/>
                  </a:cubicBezTo>
                  <a:cubicBezTo>
                    <a:pt x="57874" y="30775"/>
                    <a:pt x="62750" y="25899"/>
                    <a:pt x="64548" y="19544"/>
                  </a:cubicBezTo>
                  <a:cubicBezTo>
                    <a:pt x="66507" y="12750"/>
                    <a:pt x="72861" y="7994"/>
                    <a:pt x="79936" y="7994"/>
                  </a:cubicBezTo>
                  <a:close/>
                  <a:moveTo>
                    <a:pt x="143884" y="39968"/>
                  </a:moveTo>
                  <a:cubicBezTo>
                    <a:pt x="148280" y="39968"/>
                    <a:pt x="151877" y="43565"/>
                    <a:pt x="151877" y="47961"/>
                  </a:cubicBezTo>
                  <a:cubicBezTo>
                    <a:pt x="151877" y="70823"/>
                    <a:pt x="151877" y="177976"/>
                    <a:pt x="151877" y="191844"/>
                  </a:cubicBezTo>
                  <a:cubicBezTo>
                    <a:pt x="151877" y="196241"/>
                    <a:pt x="148280" y="199838"/>
                    <a:pt x="143884" y="199838"/>
                  </a:cubicBezTo>
                  <a:lnTo>
                    <a:pt x="15988" y="199838"/>
                  </a:lnTo>
                  <a:cubicBezTo>
                    <a:pt x="11591" y="199838"/>
                    <a:pt x="7994" y="196241"/>
                    <a:pt x="7994" y="191844"/>
                  </a:cubicBezTo>
                  <a:lnTo>
                    <a:pt x="7994" y="47961"/>
                  </a:lnTo>
                  <a:cubicBezTo>
                    <a:pt x="7994" y="43565"/>
                    <a:pt x="11591" y="39968"/>
                    <a:pt x="15988" y="39968"/>
                  </a:cubicBezTo>
                  <a:lnTo>
                    <a:pt x="33334" y="39968"/>
                  </a:lnTo>
                  <a:cubicBezTo>
                    <a:pt x="32494" y="42406"/>
                    <a:pt x="32015" y="45043"/>
                    <a:pt x="31975" y="47761"/>
                  </a:cubicBezTo>
                  <a:lnTo>
                    <a:pt x="31975" y="63948"/>
                  </a:lnTo>
                  <a:lnTo>
                    <a:pt x="127897" y="63948"/>
                  </a:lnTo>
                  <a:lnTo>
                    <a:pt x="127897" y="47961"/>
                  </a:lnTo>
                  <a:cubicBezTo>
                    <a:pt x="127897" y="45163"/>
                    <a:pt x="127417" y="42486"/>
                    <a:pt x="126498" y="39968"/>
                  </a:cubicBezTo>
                  <a:close/>
                  <a:moveTo>
                    <a:pt x="79936" y="0"/>
                  </a:moveTo>
                  <a:cubicBezTo>
                    <a:pt x="68985" y="0"/>
                    <a:pt x="59752" y="7314"/>
                    <a:pt x="56874" y="17346"/>
                  </a:cubicBezTo>
                  <a:cubicBezTo>
                    <a:pt x="55835" y="21023"/>
                    <a:pt x="52998" y="23861"/>
                    <a:pt x="49321" y="24900"/>
                  </a:cubicBezTo>
                  <a:cubicBezTo>
                    <a:pt x="44924" y="26179"/>
                    <a:pt x="41127" y="28697"/>
                    <a:pt x="38170" y="31974"/>
                  </a:cubicBezTo>
                  <a:lnTo>
                    <a:pt x="15988" y="31974"/>
                  </a:lnTo>
                  <a:cubicBezTo>
                    <a:pt x="7155" y="31974"/>
                    <a:pt x="1" y="39128"/>
                    <a:pt x="1" y="47961"/>
                  </a:cubicBezTo>
                  <a:lnTo>
                    <a:pt x="1" y="191844"/>
                  </a:lnTo>
                  <a:cubicBezTo>
                    <a:pt x="1" y="200677"/>
                    <a:pt x="7155" y="207831"/>
                    <a:pt x="15988" y="207831"/>
                  </a:cubicBezTo>
                  <a:lnTo>
                    <a:pt x="143884" y="207831"/>
                  </a:lnTo>
                  <a:cubicBezTo>
                    <a:pt x="152717" y="207831"/>
                    <a:pt x="159871" y="200677"/>
                    <a:pt x="159871" y="191844"/>
                  </a:cubicBezTo>
                  <a:cubicBezTo>
                    <a:pt x="159871" y="146441"/>
                    <a:pt x="159871" y="102956"/>
                    <a:pt x="159871" y="47961"/>
                  </a:cubicBezTo>
                  <a:cubicBezTo>
                    <a:pt x="159871" y="39128"/>
                    <a:pt x="152717" y="31974"/>
                    <a:pt x="143884" y="31974"/>
                  </a:cubicBezTo>
                  <a:lnTo>
                    <a:pt x="121702" y="31974"/>
                  </a:lnTo>
                  <a:cubicBezTo>
                    <a:pt x="118744" y="28697"/>
                    <a:pt x="114907" y="26179"/>
                    <a:pt x="110551" y="24900"/>
                  </a:cubicBezTo>
                  <a:cubicBezTo>
                    <a:pt x="106874" y="23861"/>
                    <a:pt x="104036" y="21023"/>
                    <a:pt x="102997" y="17346"/>
                  </a:cubicBezTo>
                  <a:cubicBezTo>
                    <a:pt x="100119" y="7314"/>
                    <a:pt x="90887" y="0"/>
                    <a:pt x="799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35"/>
            <p:cNvSpPr/>
            <p:nvPr/>
          </p:nvSpPr>
          <p:spPr>
            <a:xfrm>
              <a:off x="2747350" y="2667150"/>
              <a:ext cx="2013400" cy="1483825"/>
            </a:xfrm>
            <a:custGeom>
              <a:rect b="b" l="l" r="r" t="t"/>
              <a:pathLst>
                <a:path extrusionOk="0" h="59353" w="80536">
                  <a:moveTo>
                    <a:pt x="74860" y="0"/>
                  </a:moveTo>
                  <a:lnTo>
                    <a:pt x="26819" y="48041"/>
                  </a:lnTo>
                  <a:lnTo>
                    <a:pt x="5636" y="26898"/>
                  </a:lnTo>
                  <a:lnTo>
                    <a:pt x="0" y="32534"/>
                  </a:lnTo>
                  <a:lnTo>
                    <a:pt x="26819" y="59352"/>
                  </a:lnTo>
                  <a:lnTo>
                    <a:pt x="80535" y="5676"/>
                  </a:lnTo>
                  <a:lnTo>
                    <a:pt x="7486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" name="Google Shape;679;p35"/>
          <p:cNvGrpSpPr/>
          <p:nvPr/>
        </p:nvGrpSpPr>
        <p:grpSpPr>
          <a:xfrm>
            <a:off x="2625199" y="1808732"/>
            <a:ext cx="310949" cy="404233"/>
            <a:chOff x="1790125" y="238125"/>
            <a:chExt cx="3996775" cy="5195800"/>
          </a:xfrm>
        </p:grpSpPr>
        <p:sp>
          <p:nvSpPr>
            <p:cNvPr id="680" name="Google Shape;680;p35"/>
            <p:cNvSpPr/>
            <p:nvPr/>
          </p:nvSpPr>
          <p:spPr>
            <a:xfrm>
              <a:off x="3011125" y="2609200"/>
              <a:ext cx="1554775" cy="1554750"/>
            </a:xfrm>
            <a:custGeom>
              <a:rect b="b" l="l" r="r" t="t"/>
              <a:pathLst>
                <a:path extrusionOk="0" h="62190" w="62191">
                  <a:moveTo>
                    <a:pt x="5676" y="0"/>
                  </a:moveTo>
                  <a:lnTo>
                    <a:pt x="1" y="5675"/>
                  </a:lnTo>
                  <a:lnTo>
                    <a:pt x="25460" y="31095"/>
                  </a:lnTo>
                  <a:lnTo>
                    <a:pt x="1" y="56554"/>
                  </a:lnTo>
                  <a:lnTo>
                    <a:pt x="5676" y="62190"/>
                  </a:lnTo>
                  <a:lnTo>
                    <a:pt x="31096" y="36770"/>
                  </a:lnTo>
                  <a:lnTo>
                    <a:pt x="56515" y="62190"/>
                  </a:lnTo>
                  <a:lnTo>
                    <a:pt x="62190" y="56554"/>
                  </a:lnTo>
                  <a:lnTo>
                    <a:pt x="36771" y="31095"/>
                  </a:lnTo>
                  <a:lnTo>
                    <a:pt x="62190" y="5675"/>
                  </a:lnTo>
                  <a:lnTo>
                    <a:pt x="56515" y="0"/>
                  </a:lnTo>
                  <a:lnTo>
                    <a:pt x="31096" y="25459"/>
                  </a:lnTo>
                  <a:lnTo>
                    <a:pt x="567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35"/>
            <p:cNvSpPr/>
            <p:nvPr/>
          </p:nvSpPr>
          <p:spPr>
            <a:xfrm>
              <a:off x="3641625" y="687750"/>
              <a:ext cx="299775" cy="299775"/>
            </a:xfrm>
            <a:custGeom>
              <a:rect b="b" l="l" r="r" t="t"/>
              <a:pathLst>
                <a:path extrusionOk="0" h="11991" w="11991">
                  <a:moveTo>
                    <a:pt x="5996" y="0"/>
                  </a:moveTo>
                  <a:cubicBezTo>
                    <a:pt x="2678" y="0"/>
                    <a:pt x="0" y="2678"/>
                    <a:pt x="0" y="5996"/>
                  </a:cubicBezTo>
                  <a:cubicBezTo>
                    <a:pt x="0" y="9313"/>
                    <a:pt x="2678" y="11991"/>
                    <a:pt x="5996" y="11991"/>
                  </a:cubicBezTo>
                  <a:cubicBezTo>
                    <a:pt x="9313" y="11991"/>
                    <a:pt x="11991" y="9313"/>
                    <a:pt x="11991" y="5996"/>
                  </a:cubicBezTo>
                  <a:cubicBezTo>
                    <a:pt x="11991" y="2678"/>
                    <a:pt x="9313" y="0"/>
                    <a:pt x="59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35"/>
            <p:cNvSpPr/>
            <p:nvPr/>
          </p:nvSpPr>
          <p:spPr>
            <a:xfrm>
              <a:off x="1790125" y="238125"/>
              <a:ext cx="3996775" cy="5195800"/>
            </a:xfrm>
            <a:custGeom>
              <a:rect b="b" l="l" r="r" t="t"/>
              <a:pathLst>
                <a:path extrusionOk="0" h="207832" w="159871">
                  <a:moveTo>
                    <a:pt x="79936" y="7994"/>
                  </a:moveTo>
                  <a:cubicBezTo>
                    <a:pt x="87010" y="7994"/>
                    <a:pt x="93325" y="12750"/>
                    <a:pt x="95283" y="19544"/>
                  </a:cubicBezTo>
                  <a:cubicBezTo>
                    <a:pt x="97122" y="25899"/>
                    <a:pt x="101998" y="30775"/>
                    <a:pt x="108353" y="32574"/>
                  </a:cubicBezTo>
                  <a:cubicBezTo>
                    <a:pt x="115147" y="34532"/>
                    <a:pt x="119903" y="40887"/>
                    <a:pt x="119903" y="47961"/>
                  </a:cubicBezTo>
                  <a:lnTo>
                    <a:pt x="119903" y="55955"/>
                  </a:lnTo>
                  <a:lnTo>
                    <a:pt x="39968" y="55955"/>
                  </a:lnTo>
                  <a:lnTo>
                    <a:pt x="39968" y="47841"/>
                  </a:lnTo>
                  <a:cubicBezTo>
                    <a:pt x="40008" y="40807"/>
                    <a:pt x="44764" y="34532"/>
                    <a:pt x="51519" y="32614"/>
                  </a:cubicBezTo>
                  <a:cubicBezTo>
                    <a:pt x="57874" y="30775"/>
                    <a:pt x="62750" y="25899"/>
                    <a:pt x="64548" y="19544"/>
                  </a:cubicBezTo>
                  <a:cubicBezTo>
                    <a:pt x="66507" y="12750"/>
                    <a:pt x="72861" y="7994"/>
                    <a:pt x="79936" y="7994"/>
                  </a:cubicBezTo>
                  <a:close/>
                  <a:moveTo>
                    <a:pt x="143884" y="39968"/>
                  </a:moveTo>
                  <a:cubicBezTo>
                    <a:pt x="148280" y="39968"/>
                    <a:pt x="151877" y="43565"/>
                    <a:pt x="151877" y="47961"/>
                  </a:cubicBezTo>
                  <a:cubicBezTo>
                    <a:pt x="151877" y="70823"/>
                    <a:pt x="151877" y="177976"/>
                    <a:pt x="151877" y="191844"/>
                  </a:cubicBezTo>
                  <a:cubicBezTo>
                    <a:pt x="151877" y="196241"/>
                    <a:pt x="148280" y="199838"/>
                    <a:pt x="143884" y="199838"/>
                  </a:cubicBezTo>
                  <a:lnTo>
                    <a:pt x="15988" y="199838"/>
                  </a:lnTo>
                  <a:cubicBezTo>
                    <a:pt x="11591" y="199838"/>
                    <a:pt x="7994" y="196241"/>
                    <a:pt x="7994" y="191844"/>
                  </a:cubicBezTo>
                  <a:lnTo>
                    <a:pt x="7994" y="47961"/>
                  </a:lnTo>
                  <a:cubicBezTo>
                    <a:pt x="7994" y="43565"/>
                    <a:pt x="11591" y="39968"/>
                    <a:pt x="15988" y="39968"/>
                  </a:cubicBezTo>
                  <a:lnTo>
                    <a:pt x="33334" y="39968"/>
                  </a:lnTo>
                  <a:cubicBezTo>
                    <a:pt x="32494" y="42406"/>
                    <a:pt x="32015" y="45043"/>
                    <a:pt x="31975" y="47761"/>
                  </a:cubicBezTo>
                  <a:lnTo>
                    <a:pt x="31975" y="63948"/>
                  </a:lnTo>
                  <a:lnTo>
                    <a:pt x="127897" y="63948"/>
                  </a:lnTo>
                  <a:lnTo>
                    <a:pt x="127897" y="47961"/>
                  </a:lnTo>
                  <a:cubicBezTo>
                    <a:pt x="127897" y="45163"/>
                    <a:pt x="127417" y="42486"/>
                    <a:pt x="126498" y="39968"/>
                  </a:cubicBezTo>
                  <a:close/>
                  <a:moveTo>
                    <a:pt x="79936" y="0"/>
                  </a:moveTo>
                  <a:cubicBezTo>
                    <a:pt x="68985" y="0"/>
                    <a:pt x="59752" y="7314"/>
                    <a:pt x="56874" y="17346"/>
                  </a:cubicBezTo>
                  <a:cubicBezTo>
                    <a:pt x="55835" y="21023"/>
                    <a:pt x="52998" y="23861"/>
                    <a:pt x="49321" y="24900"/>
                  </a:cubicBezTo>
                  <a:cubicBezTo>
                    <a:pt x="44924" y="26179"/>
                    <a:pt x="41127" y="28697"/>
                    <a:pt x="38170" y="31974"/>
                  </a:cubicBezTo>
                  <a:lnTo>
                    <a:pt x="15988" y="31974"/>
                  </a:lnTo>
                  <a:cubicBezTo>
                    <a:pt x="7155" y="31974"/>
                    <a:pt x="1" y="39128"/>
                    <a:pt x="1" y="47961"/>
                  </a:cubicBezTo>
                  <a:lnTo>
                    <a:pt x="1" y="191844"/>
                  </a:lnTo>
                  <a:cubicBezTo>
                    <a:pt x="1" y="200677"/>
                    <a:pt x="7155" y="207831"/>
                    <a:pt x="15988" y="207831"/>
                  </a:cubicBezTo>
                  <a:lnTo>
                    <a:pt x="143884" y="207831"/>
                  </a:lnTo>
                  <a:cubicBezTo>
                    <a:pt x="152717" y="207831"/>
                    <a:pt x="159871" y="200677"/>
                    <a:pt x="159871" y="191844"/>
                  </a:cubicBezTo>
                  <a:cubicBezTo>
                    <a:pt x="159871" y="146441"/>
                    <a:pt x="159871" y="102956"/>
                    <a:pt x="159871" y="47961"/>
                  </a:cubicBezTo>
                  <a:cubicBezTo>
                    <a:pt x="159871" y="39128"/>
                    <a:pt x="152717" y="31974"/>
                    <a:pt x="143884" y="31974"/>
                  </a:cubicBezTo>
                  <a:lnTo>
                    <a:pt x="121702" y="31974"/>
                  </a:lnTo>
                  <a:cubicBezTo>
                    <a:pt x="118744" y="28697"/>
                    <a:pt x="114907" y="26179"/>
                    <a:pt x="110551" y="24900"/>
                  </a:cubicBezTo>
                  <a:cubicBezTo>
                    <a:pt x="106874" y="23861"/>
                    <a:pt x="104036" y="21023"/>
                    <a:pt x="102997" y="17346"/>
                  </a:cubicBezTo>
                  <a:cubicBezTo>
                    <a:pt x="100119" y="7314"/>
                    <a:pt x="90887" y="0"/>
                    <a:pt x="799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686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36"/>
          <p:cNvSpPr txBox="1"/>
          <p:nvPr/>
        </p:nvSpPr>
        <p:spPr>
          <a:xfrm>
            <a:off x="2086775" y="1859125"/>
            <a:ext cx="1023600" cy="55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rPr>
              <a:t>Mercury is the closest planet to the Sun</a:t>
            </a:r>
            <a:endParaRPr sz="1100">
              <a:solidFill>
                <a:srgbClr val="694C84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688" name="Google Shape;688;p36"/>
          <p:cNvSpPr txBox="1"/>
          <p:nvPr/>
        </p:nvSpPr>
        <p:spPr>
          <a:xfrm>
            <a:off x="5960450" y="1859125"/>
            <a:ext cx="1170000" cy="55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rPr>
              <a:t>Neptune is the farthest planet from the Sun</a:t>
            </a:r>
            <a:endParaRPr sz="1100">
              <a:solidFill>
                <a:srgbClr val="694C84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689" name="Google Shape;689;p36"/>
          <p:cNvSpPr txBox="1"/>
          <p:nvPr/>
        </p:nvSpPr>
        <p:spPr>
          <a:xfrm>
            <a:off x="3276250" y="1859125"/>
            <a:ext cx="1263300" cy="55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rPr>
              <a:t>Venus has a beautiful name, but it’s terribly hot</a:t>
            </a:r>
            <a:endParaRPr sz="1100">
              <a:solidFill>
                <a:srgbClr val="694C84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690" name="Google Shape;690;p36"/>
          <p:cNvSpPr txBox="1"/>
          <p:nvPr/>
        </p:nvSpPr>
        <p:spPr>
          <a:xfrm>
            <a:off x="4731925" y="1859125"/>
            <a:ext cx="1170000" cy="55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rPr>
              <a:t>Despite being red, Mars is a cold place, not hot</a:t>
            </a:r>
            <a:endParaRPr sz="1100">
              <a:solidFill>
                <a:srgbClr val="694C84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691" name="Google Shape;691;p36"/>
          <p:cNvSpPr txBox="1"/>
          <p:nvPr>
            <p:ph type="title"/>
          </p:nvPr>
        </p:nvSpPr>
        <p:spPr>
          <a:xfrm>
            <a:off x="1162800" y="376475"/>
            <a:ext cx="6818400" cy="67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POST-PREVENTION</a:t>
            </a:r>
            <a:endParaRPr/>
          </a:p>
        </p:txBody>
      </p:sp>
      <p:sp>
        <p:nvSpPr>
          <p:cNvPr id="692" name="Google Shape;692;p36"/>
          <p:cNvSpPr/>
          <p:nvPr/>
        </p:nvSpPr>
        <p:spPr>
          <a:xfrm>
            <a:off x="3726238" y="2766774"/>
            <a:ext cx="363256" cy="335105"/>
          </a:xfrm>
          <a:custGeom>
            <a:rect b="b" l="l" r="r" t="t"/>
            <a:pathLst>
              <a:path extrusionOk="0" h="192589" w="208768">
                <a:moveTo>
                  <a:pt x="64196" y="6101"/>
                </a:moveTo>
                <a:cubicBezTo>
                  <a:pt x="64979" y="6101"/>
                  <a:pt x="65599" y="6720"/>
                  <a:pt x="65599" y="7503"/>
                </a:cubicBezTo>
                <a:lnTo>
                  <a:pt x="65599" y="13799"/>
                </a:lnTo>
                <a:cubicBezTo>
                  <a:pt x="65599" y="14549"/>
                  <a:pt x="64979" y="15169"/>
                  <a:pt x="64196" y="15169"/>
                </a:cubicBezTo>
                <a:lnTo>
                  <a:pt x="27629" y="15169"/>
                </a:lnTo>
                <a:cubicBezTo>
                  <a:pt x="26879" y="15169"/>
                  <a:pt x="26259" y="14549"/>
                  <a:pt x="26259" y="13799"/>
                </a:cubicBezTo>
                <a:lnTo>
                  <a:pt x="26259" y="7503"/>
                </a:lnTo>
                <a:cubicBezTo>
                  <a:pt x="26259" y="6720"/>
                  <a:pt x="26879" y="6101"/>
                  <a:pt x="27629" y="6101"/>
                </a:cubicBezTo>
                <a:close/>
                <a:moveTo>
                  <a:pt x="122683" y="6101"/>
                </a:moveTo>
                <a:cubicBezTo>
                  <a:pt x="123434" y="6101"/>
                  <a:pt x="124053" y="6720"/>
                  <a:pt x="124053" y="7503"/>
                </a:cubicBezTo>
                <a:lnTo>
                  <a:pt x="124053" y="13799"/>
                </a:lnTo>
                <a:cubicBezTo>
                  <a:pt x="124053" y="14549"/>
                  <a:pt x="123434" y="15169"/>
                  <a:pt x="122683" y="15169"/>
                </a:cubicBezTo>
                <a:lnTo>
                  <a:pt x="86084" y="15169"/>
                </a:lnTo>
                <a:cubicBezTo>
                  <a:pt x="85334" y="15169"/>
                  <a:pt x="84714" y="14549"/>
                  <a:pt x="84714" y="13799"/>
                </a:cubicBezTo>
                <a:lnTo>
                  <a:pt x="84714" y="7503"/>
                </a:lnTo>
                <a:cubicBezTo>
                  <a:pt x="84714" y="6720"/>
                  <a:pt x="85334" y="6101"/>
                  <a:pt x="86084" y="6101"/>
                </a:cubicBezTo>
                <a:close/>
                <a:moveTo>
                  <a:pt x="181138" y="6101"/>
                </a:moveTo>
                <a:cubicBezTo>
                  <a:pt x="181888" y="6101"/>
                  <a:pt x="182508" y="6720"/>
                  <a:pt x="182508" y="7503"/>
                </a:cubicBezTo>
                <a:lnTo>
                  <a:pt x="182508" y="13799"/>
                </a:lnTo>
                <a:cubicBezTo>
                  <a:pt x="182508" y="14549"/>
                  <a:pt x="181888" y="15169"/>
                  <a:pt x="181138" y="15169"/>
                </a:cubicBezTo>
                <a:lnTo>
                  <a:pt x="144571" y="15169"/>
                </a:lnTo>
                <a:cubicBezTo>
                  <a:pt x="143788" y="15169"/>
                  <a:pt x="143169" y="14549"/>
                  <a:pt x="143169" y="13799"/>
                </a:cubicBezTo>
                <a:lnTo>
                  <a:pt x="143169" y="7503"/>
                </a:lnTo>
                <a:cubicBezTo>
                  <a:pt x="143169" y="6720"/>
                  <a:pt x="143788" y="6101"/>
                  <a:pt x="144571" y="6101"/>
                </a:cubicBezTo>
                <a:close/>
                <a:moveTo>
                  <a:pt x="59042" y="21301"/>
                </a:moveTo>
                <a:lnTo>
                  <a:pt x="59042" y="39373"/>
                </a:lnTo>
                <a:lnTo>
                  <a:pt x="32783" y="39373"/>
                </a:lnTo>
                <a:lnTo>
                  <a:pt x="32783" y="21301"/>
                </a:lnTo>
                <a:close/>
                <a:moveTo>
                  <a:pt x="117497" y="21301"/>
                </a:moveTo>
                <a:lnTo>
                  <a:pt x="117497" y="39373"/>
                </a:lnTo>
                <a:lnTo>
                  <a:pt x="91270" y="39373"/>
                </a:lnTo>
                <a:lnTo>
                  <a:pt x="91270" y="21301"/>
                </a:lnTo>
                <a:close/>
                <a:moveTo>
                  <a:pt x="175984" y="21301"/>
                </a:moveTo>
                <a:lnTo>
                  <a:pt x="175984" y="39373"/>
                </a:lnTo>
                <a:lnTo>
                  <a:pt x="149725" y="39373"/>
                </a:lnTo>
                <a:lnTo>
                  <a:pt x="149725" y="21301"/>
                </a:lnTo>
                <a:close/>
                <a:moveTo>
                  <a:pt x="199405" y="45473"/>
                </a:moveTo>
                <a:cubicBezTo>
                  <a:pt x="201199" y="45473"/>
                  <a:pt x="202667" y="46941"/>
                  <a:pt x="202667" y="48735"/>
                </a:cubicBezTo>
                <a:cubicBezTo>
                  <a:pt x="202667" y="50529"/>
                  <a:pt x="201199" y="51997"/>
                  <a:pt x="199405" y="51997"/>
                </a:cubicBezTo>
                <a:lnTo>
                  <a:pt x="9362" y="51997"/>
                </a:lnTo>
                <a:cubicBezTo>
                  <a:pt x="7568" y="51997"/>
                  <a:pt x="6100" y="50529"/>
                  <a:pt x="6100" y="48735"/>
                </a:cubicBezTo>
                <a:cubicBezTo>
                  <a:pt x="6100" y="46941"/>
                  <a:pt x="7568" y="45473"/>
                  <a:pt x="9362" y="45473"/>
                </a:cubicBezTo>
                <a:close/>
                <a:moveTo>
                  <a:pt x="59042" y="58097"/>
                </a:moveTo>
                <a:lnTo>
                  <a:pt x="59042" y="84290"/>
                </a:lnTo>
                <a:lnTo>
                  <a:pt x="32783" y="84290"/>
                </a:lnTo>
                <a:lnTo>
                  <a:pt x="32783" y="58097"/>
                </a:lnTo>
                <a:close/>
                <a:moveTo>
                  <a:pt x="117497" y="58097"/>
                </a:moveTo>
                <a:lnTo>
                  <a:pt x="117497" y="84290"/>
                </a:lnTo>
                <a:lnTo>
                  <a:pt x="91270" y="84290"/>
                </a:lnTo>
                <a:lnTo>
                  <a:pt x="91270" y="58097"/>
                </a:lnTo>
                <a:close/>
                <a:moveTo>
                  <a:pt x="175984" y="58097"/>
                </a:moveTo>
                <a:lnTo>
                  <a:pt x="175984" y="84290"/>
                </a:lnTo>
                <a:lnTo>
                  <a:pt x="149725" y="84290"/>
                </a:lnTo>
                <a:lnTo>
                  <a:pt x="149725" y="58097"/>
                </a:lnTo>
                <a:close/>
                <a:moveTo>
                  <a:pt x="117497" y="90423"/>
                </a:moveTo>
                <a:lnTo>
                  <a:pt x="117497" y="136123"/>
                </a:lnTo>
                <a:cubicBezTo>
                  <a:pt x="117497" y="143365"/>
                  <a:pt x="111625" y="149237"/>
                  <a:pt x="104384" y="149237"/>
                </a:cubicBezTo>
                <a:cubicBezTo>
                  <a:pt x="97142" y="149237"/>
                  <a:pt x="91270" y="143365"/>
                  <a:pt x="91270" y="136123"/>
                </a:cubicBezTo>
                <a:lnTo>
                  <a:pt x="91270" y="90423"/>
                </a:lnTo>
                <a:close/>
                <a:moveTo>
                  <a:pt x="175984" y="90423"/>
                </a:moveTo>
                <a:lnTo>
                  <a:pt x="175984" y="136123"/>
                </a:lnTo>
                <a:cubicBezTo>
                  <a:pt x="175984" y="143365"/>
                  <a:pt x="170080" y="149237"/>
                  <a:pt x="162838" y="149237"/>
                </a:cubicBezTo>
                <a:cubicBezTo>
                  <a:pt x="155629" y="149237"/>
                  <a:pt x="149725" y="143365"/>
                  <a:pt x="149725" y="136123"/>
                </a:cubicBezTo>
                <a:lnTo>
                  <a:pt x="149725" y="90423"/>
                </a:lnTo>
                <a:close/>
                <a:moveTo>
                  <a:pt x="191381" y="58097"/>
                </a:moveTo>
                <a:lnTo>
                  <a:pt x="191381" y="168580"/>
                </a:lnTo>
                <a:lnTo>
                  <a:pt x="172624" y="168580"/>
                </a:lnTo>
                <a:cubicBezTo>
                  <a:pt x="170928" y="168580"/>
                  <a:pt x="169558" y="169950"/>
                  <a:pt x="169558" y="171646"/>
                </a:cubicBezTo>
                <a:cubicBezTo>
                  <a:pt x="169558" y="173343"/>
                  <a:pt x="170928" y="174713"/>
                  <a:pt x="172624" y="174713"/>
                </a:cubicBezTo>
                <a:lnTo>
                  <a:pt x="202667" y="174713"/>
                </a:lnTo>
                <a:lnTo>
                  <a:pt x="202667" y="186488"/>
                </a:lnTo>
                <a:lnTo>
                  <a:pt x="6100" y="186488"/>
                </a:lnTo>
                <a:lnTo>
                  <a:pt x="6100" y="174713"/>
                </a:lnTo>
                <a:lnTo>
                  <a:pt x="158304" y="174713"/>
                </a:lnTo>
                <a:cubicBezTo>
                  <a:pt x="159968" y="174713"/>
                  <a:pt x="161338" y="173343"/>
                  <a:pt x="161338" y="171646"/>
                </a:cubicBezTo>
                <a:cubicBezTo>
                  <a:pt x="161338" y="169950"/>
                  <a:pt x="159968" y="168580"/>
                  <a:pt x="158304" y="168580"/>
                </a:cubicBezTo>
                <a:lnTo>
                  <a:pt x="17386" y="168580"/>
                </a:lnTo>
                <a:lnTo>
                  <a:pt x="17386" y="58097"/>
                </a:lnTo>
                <a:lnTo>
                  <a:pt x="26683" y="58097"/>
                </a:lnTo>
                <a:lnTo>
                  <a:pt x="26683" y="97208"/>
                </a:lnTo>
                <a:cubicBezTo>
                  <a:pt x="26683" y="98904"/>
                  <a:pt x="28053" y="100274"/>
                  <a:pt x="29749" y="100274"/>
                </a:cubicBezTo>
                <a:cubicBezTo>
                  <a:pt x="31413" y="100274"/>
                  <a:pt x="32783" y="98904"/>
                  <a:pt x="32783" y="97208"/>
                </a:cubicBezTo>
                <a:lnTo>
                  <a:pt x="32783" y="90423"/>
                </a:lnTo>
                <a:lnTo>
                  <a:pt x="59042" y="90423"/>
                </a:lnTo>
                <a:lnTo>
                  <a:pt x="59042" y="136123"/>
                </a:lnTo>
                <a:cubicBezTo>
                  <a:pt x="59042" y="143365"/>
                  <a:pt x="53138" y="149237"/>
                  <a:pt x="45929" y="149237"/>
                </a:cubicBezTo>
                <a:cubicBezTo>
                  <a:pt x="38687" y="149237"/>
                  <a:pt x="32783" y="143365"/>
                  <a:pt x="32783" y="136123"/>
                </a:cubicBezTo>
                <a:lnTo>
                  <a:pt x="32783" y="111691"/>
                </a:lnTo>
                <a:cubicBezTo>
                  <a:pt x="32783" y="109995"/>
                  <a:pt x="31413" y="108625"/>
                  <a:pt x="29749" y="108625"/>
                </a:cubicBezTo>
                <a:cubicBezTo>
                  <a:pt x="28053" y="108625"/>
                  <a:pt x="26683" y="109995"/>
                  <a:pt x="26683" y="111691"/>
                </a:cubicBezTo>
                <a:lnTo>
                  <a:pt x="26683" y="136123"/>
                </a:lnTo>
                <a:cubicBezTo>
                  <a:pt x="26683" y="146725"/>
                  <a:pt x="35327" y="155369"/>
                  <a:pt x="45929" y="155369"/>
                </a:cubicBezTo>
                <a:cubicBezTo>
                  <a:pt x="56530" y="155369"/>
                  <a:pt x="65142" y="146725"/>
                  <a:pt x="65142" y="136123"/>
                </a:cubicBezTo>
                <a:lnTo>
                  <a:pt x="65142" y="58097"/>
                </a:lnTo>
                <a:lnTo>
                  <a:pt x="85138" y="58097"/>
                </a:lnTo>
                <a:lnTo>
                  <a:pt x="85138" y="136123"/>
                </a:lnTo>
                <a:cubicBezTo>
                  <a:pt x="85138" y="146725"/>
                  <a:pt x="93782" y="155369"/>
                  <a:pt x="104384" y="155369"/>
                </a:cubicBezTo>
                <a:cubicBezTo>
                  <a:pt x="114985" y="155369"/>
                  <a:pt x="123629" y="146725"/>
                  <a:pt x="123629" y="136123"/>
                </a:cubicBezTo>
                <a:lnTo>
                  <a:pt x="123629" y="58097"/>
                </a:lnTo>
                <a:lnTo>
                  <a:pt x="143625" y="58097"/>
                </a:lnTo>
                <a:lnTo>
                  <a:pt x="143625" y="136123"/>
                </a:lnTo>
                <a:cubicBezTo>
                  <a:pt x="143625" y="146725"/>
                  <a:pt x="152237" y="155369"/>
                  <a:pt x="162838" y="155369"/>
                </a:cubicBezTo>
                <a:cubicBezTo>
                  <a:pt x="173472" y="155369"/>
                  <a:pt x="182084" y="146725"/>
                  <a:pt x="182084" y="136123"/>
                </a:cubicBezTo>
                <a:lnTo>
                  <a:pt x="182084" y="58097"/>
                </a:lnTo>
                <a:close/>
                <a:moveTo>
                  <a:pt x="27629" y="1"/>
                </a:moveTo>
                <a:cubicBezTo>
                  <a:pt x="23486" y="1"/>
                  <a:pt x="20126" y="3361"/>
                  <a:pt x="20126" y="7503"/>
                </a:cubicBezTo>
                <a:lnTo>
                  <a:pt x="20126" y="13799"/>
                </a:lnTo>
                <a:cubicBezTo>
                  <a:pt x="20126" y="17615"/>
                  <a:pt x="22997" y="20747"/>
                  <a:pt x="26683" y="21236"/>
                </a:cubicBezTo>
                <a:lnTo>
                  <a:pt x="26683" y="39373"/>
                </a:lnTo>
                <a:lnTo>
                  <a:pt x="9362" y="39373"/>
                </a:lnTo>
                <a:cubicBezTo>
                  <a:pt x="4208" y="39373"/>
                  <a:pt x="0" y="43548"/>
                  <a:pt x="0" y="48735"/>
                </a:cubicBezTo>
                <a:cubicBezTo>
                  <a:pt x="0" y="53889"/>
                  <a:pt x="4208" y="58097"/>
                  <a:pt x="9362" y="58097"/>
                </a:cubicBezTo>
                <a:lnTo>
                  <a:pt x="11286" y="58097"/>
                </a:lnTo>
                <a:lnTo>
                  <a:pt x="11286" y="168580"/>
                </a:lnTo>
                <a:lnTo>
                  <a:pt x="5382" y="168580"/>
                </a:lnTo>
                <a:cubicBezTo>
                  <a:pt x="2414" y="168580"/>
                  <a:pt x="0" y="170994"/>
                  <a:pt x="0" y="173962"/>
                </a:cubicBezTo>
                <a:lnTo>
                  <a:pt x="0" y="187206"/>
                </a:lnTo>
                <a:cubicBezTo>
                  <a:pt x="0" y="190175"/>
                  <a:pt x="2414" y="192588"/>
                  <a:pt x="5382" y="192588"/>
                </a:cubicBezTo>
                <a:lnTo>
                  <a:pt x="203385" y="192588"/>
                </a:lnTo>
                <a:cubicBezTo>
                  <a:pt x="206353" y="192588"/>
                  <a:pt x="208767" y="190175"/>
                  <a:pt x="208767" y="187206"/>
                </a:cubicBezTo>
                <a:lnTo>
                  <a:pt x="208767" y="173962"/>
                </a:lnTo>
                <a:cubicBezTo>
                  <a:pt x="208767" y="170994"/>
                  <a:pt x="206353" y="168580"/>
                  <a:pt x="203385" y="168580"/>
                </a:cubicBezTo>
                <a:lnTo>
                  <a:pt x="197481" y="168580"/>
                </a:lnTo>
                <a:lnTo>
                  <a:pt x="197481" y="58097"/>
                </a:lnTo>
                <a:lnTo>
                  <a:pt x="199405" y="58097"/>
                </a:lnTo>
                <a:cubicBezTo>
                  <a:pt x="204559" y="58097"/>
                  <a:pt x="208767" y="53889"/>
                  <a:pt x="208767" y="48735"/>
                </a:cubicBezTo>
                <a:cubicBezTo>
                  <a:pt x="208767" y="43548"/>
                  <a:pt x="204559" y="39340"/>
                  <a:pt x="199405" y="39340"/>
                </a:cubicBezTo>
                <a:lnTo>
                  <a:pt x="182084" y="39340"/>
                </a:lnTo>
                <a:lnTo>
                  <a:pt x="182084" y="21236"/>
                </a:lnTo>
                <a:cubicBezTo>
                  <a:pt x="185770" y="20747"/>
                  <a:pt x="188641" y="17615"/>
                  <a:pt x="188641" y="13799"/>
                </a:cubicBezTo>
                <a:lnTo>
                  <a:pt x="188641" y="7503"/>
                </a:lnTo>
                <a:cubicBezTo>
                  <a:pt x="188641" y="3361"/>
                  <a:pt x="185281" y="1"/>
                  <a:pt x="181138" y="1"/>
                </a:cubicBezTo>
                <a:lnTo>
                  <a:pt x="144571" y="1"/>
                </a:lnTo>
                <a:cubicBezTo>
                  <a:pt x="140429" y="1"/>
                  <a:pt x="137069" y="3361"/>
                  <a:pt x="137069" y="7503"/>
                </a:cubicBezTo>
                <a:lnTo>
                  <a:pt x="137069" y="13799"/>
                </a:lnTo>
                <a:cubicBezTo>
                  <a:pt x="137069" y="17615"/>
                  <a:pt x="139939" y="20780"/>
                  <a:pt x="143625" y="21236"/>
                </a:cubicBezTo>
                <a:lnTo>
                  <a:pt x="143625" y="39373"/>
                </a:lnTo>
                <a:lnTo>
                  <a:pt x="123629" y="39373"/>
                </a:lnTo>
                <a:lnTo>
                  <a:pt x="123629" y="21236"/>
                </a:lnTo>
                <a:cubicBezTo>
                  <a:pt x="127315" y="20747"/>
                  <a:pt x="130153" y="17615"/>
                  <a:pt x="130153" y="13799"/>
                </a:cubicBezTo>
                <a:lnTo>
                  <a:pt x="130153" y="7503"/>
                </a:lnTo>
                <a:cubicBezTo>
                  <a:pt x="130153" y="3361"/>
                  <a:pt x="126793" y="1"/>
                  <a:pt x="122683" y="1"/>
                </a:cubicBezTo>
                <a:lnTo>
                  <a:pt x="86084" y="1"/>
                </a:lnTo>
                <a:cubicBezTo>
                  <a:pt x="81974" y="1"/>
                  <a:pt x="78614" y="3361"/>
                  <a:pt x="78614" y="7503"/>
                </a:cubicBezTo>
                <a:lnTo>
                  <a:pt x="78614" y="13799"/>
                </a:lnTo>
                <a:cubicBezTo>
                  <a:pt x="78614" y="17615"/>
                  <a:pt x="81452" y="20747"/>
                  <a:pt x="85138" y="21236"/>
                </a:cubicBezTo>
                <a:lnTo>
                  <a:pt x="85138" y="39373"/>
                </a:lnTo>
                <a:lnTo>
                  <a:pt x="65142" y="39373"/>
                </a:lnTo>
                <a:lnTo>
                  <a:pt x="65142" y="21236"/>
                </a:lnTo>
                <a:cubicBezTo>
                  <a:pt x="68828" y="20780"/>
                  <a:pt x="71698" y="17615"/>
                  <a:pt x="71698" y="13799"/>
                </a:cubicBezTo>
                <a:lnTo>
                  <a:pt x="71698" y="7503"/>
                </a:lnTo>
                <a:cubicBezTo>
                  <a:pt x="71698" y="3361"/>
                  <a:pt x="68339" y="1"/>
                  <a:pt x="64196" y="1"/>
                </a:cubicBezTo>
                <a:close/>
              </a:path>
            </a:pathLst>
          </a:custGeom>
          <a:solidFill>
            <a:srgbClr val="92577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3" name="Google Shape;693;p36"/>
          <p:cNvGrpSpPr/>
          <p:nvPr/>
        </p:nvGrpSpPr>
        <p:grpSpPr>
          <a:xfrm>
            <a:off x="5107551" y="2754012"/>
            <a:ext cx="282659" cy="360647"/>
            <a:chOff x="1754925" y="238125"/>
            <a:chExt cx="4090575" cy="5219200"/>
          </a:xfrm>
        </p:grpSpPr>
        <p:sp>
          <p:nvSpPr>
            <p:cNvPr id="694" name="Google Shape;694;p36"/>
            <p:cNvSpPr/>
            <p:nvPr/>
          </p:nvSpPr>
          <p:spPr>
            <a:xfrm>
              <a:off x="2411400" y="623850"/>
              <a:ext cx="153350" cy="541500"/>
            </a:xfrm>
            <a:custGeom>
              <a:rect b="b" l="l" r="r" t="t"/>
              <a:pathLst>
                <a:path extrusionOk="0" h="21660" w="6134">
                  <a:moveTo>
                    <a:pt x="3067" y="0"/>
                  </a:moveTo>
                  <a:cubicBezTo>
                    <a:pt x="1371" y="0"/>
                    <a:pt x="1" y="1370"/>
                    <a:pt x="1" y="3066"/>
                  </a:cubicBezTo>
                  <a:lnTo>
                    <a:pt x="1" y="18594"/>
                  </a:lnTo>
                  <a:cubicBezTo>
                    <a:pt x="1" y="20290"/>
                    <a:pt x="1371" y="21660"/>
                    <a:pt x="3067" y="21660"/>
                  </a:cubicBezTo>
                  <a:cubicBezTo>
                    <a:pt x="4763" y="21660"/>
                    <a:pt x="6133" y="20290"/>
                    <a:pt x="6133" y="18594"/>
                  </a:cubicBezTo>
                  <a:lnTo>
                    <a:pt x="6133" y="3066"/>
                  </a:lnTo>
                  <a:cubicBezTo>
                    <a:pt x="6133" y="1370"/>
                    <a:pt x="4763" y="0"/>
                    <a:pt x="3067" y="0"/>
                  </a:cubicBezTo>
                  <a:close/>
                </a:path>
              </a:pathLst>
            </a:cu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36"/>
            <p:cNvSpPr/>
            <p:nvPr/>
          </p:nvSpPr>
          <p:spPr>
            <a:xfrm>
              <a:off x="3067875" y="623850"/>
              <a:ext cx="152525" cy="541500"/>
            </a:xfrm>
            <a:custGeom>
              <a:rect b="b" l="l" r="r" t="t"/>
              <a:pathLst>
                <a:path extrusionOk="0" h="21660" w="6101">
                  <a:moveTo>
                    <a:pt x="3035" y="0"/>
                  </a:moveTo>
                  <a:cubicBezTo>
                    <a:pt x="1371" y="0"/>
                    <a:pt x="1" y="1370"/>
                    <a:pt x="1" y="3066"/>
                  </a:cubicBezTo>
                  <a:lnTo>
                    <a:pt x="1" y="18594"/>
                  </a:lnTo>
                  <a:cubicBezTo>
                    <a:pt x="1" y="20290"/>
                    <a:pt x="1371" y="21660"/>
                    <a:pt x="3035" y="21660"/>
                  </a:cubicBezTo>
                  <a:cubicBezTo>
                    <a:pt x="4731" y="21660"/>
                    <a:pt x="6101" y="20290"/>
                    <a:pt x="6101" y="18594"/>
                  </a:cubicBezTo>
                  <a:lnTo>
                    <a:pt x="6101" y="3066"/>
                  </a:lnTo>
                  <a:cubicBezTo>
                    <a:pt x="6101" y="1370"/>
                    <a:pt x="4731" y="0"/>
                    <a:pt x="3035" y="0"/>
                  </a:cubicBezTo>
                  <a:close/>
                </a:path>
              </a:pathLst>
            </a:cu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36"/>
            <p:cNvSpPr/>
            <p:nvPr/>
          </p:nvSpPr>
          <p:spPr>
            <a:xfrm>
              <a:off x="3723550" y="623850"/>
              <a:ext cx="153325" cy="541500"/>
            </a:xfrm>
            <a:custGeom>
              <a:rect b="b" l="l" r="r" t="t"/>
              <a:pathLst>
                <a:path extrusionOk="0" h="21660" w="6133">
                  <a:moveTo>
                    <a:pt x="3067" y="0"/>
                  </a:moveTo>
                  <a:cubicBezTo>
                    <a:pt x="1370" y="0"/>
                    <a:pt x="0" y="1370"/>
                    <a:pt x="0" y="3066"/>
                  </a:cubicBezTo>
                  <a:lnTo>
                    <a:pt x="0" y="18594"/>
                  </a:lnTo>
                  <a:cubicBezTo>
                    <a:pt x="0" y="20290"/>
                    <a:pt x="1370" y="21660"/>
                    <a:pt x="3067" y="21660"/>
                  </a:cubicBezTo>
                  <a:cubicBezTo>
                    <a:pt x="4763" y="21660"/>
                    <a:pt x="6133" y="20290"/>
                    <a:pt x="6133" y="18594"/>
                  </a:cubicBezTo>
                  <a:lnTo>
                    <a:pt x="6133" y="3066"/>
                  </a:lnTo>
                  <a:cubicBezTo>
                    <a:pt x="6133" y="1370"/>
                    <a:pt x="4763" y="0"/>
                    <a:pt x="3067" y="0"/>
                  </a:cubicBezTo>
                  <a:close/>
                </a:path>
              </a:pathLst>
            </a:cu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36"/>
            <p:cNvSpPr/>
            <p:nvPr/>
          </p:nvSpPr>
          <p:spPr>
            <a:xfrm>
              <a:off x="4380025" y="623850"/>
              <a:ext cx="152525" cy="541500"/>
            </a:xfrm>
            <a:custGeom>
              <a:rect b="b" l="l" r="r" t="t"/>
              <a:pathLst>
                <a:path extrusionOk="0" h="21660" w="6101">
                  <a:moveTo>
                    <a:pt x="3034" y="0"/>
                  </a:moveTo>
                  <a:cubicBezTo>
                    <a:pt x="1370" y="0"/>
                    <a:pt x="0" y="1370"/>
                    <a:pt x="0" y="3066"/>
                  </a:cubicBezTo>
                  <a:lnTo>
                    <a:pt x="0" y="18594"/>
                  </a:lnTo>
                  <a:cubicBezTo>
                    <a:pt x="0" y="20290"/>
                    <a:pt x="1370" y="21660"/>
                    <a:pt x="3034" y="21660"/>
                  </a:cubicBezTo>
                  <a:cubicBezTo>
                    <a:pt x="4730" y="21660"/>
                    <a:pt x="6100" y="20290"/>
                    <a:pt x="6100" y="18594"/>
                  </a:cubicBezTo>
                  <a:lnTo>
                    <a:pt x="6100" y="3066"/>
                  </a:lnTo>
                  <a:cubicBezTo>
                    <a:pt x="6100" y="1370"/>
                    <a:pt x="4730" y="0"/>
                    <a:pt x="3034" y="0"/>
                  </a:cubicBezTo>
                  <a:close/>
                </a:path>
              </a:pathLst>
            </a:cu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36"/>
            <p:cNvSpPr/>
            <p:nvPr/>
          </p:nvSpPr>
          <p:spPr>
            <a:xfrm>
              <a:off x="5035675" y="623850"/>
              <a:ext cx="153350" cy="541500"/>
            </a:xfrm>
            <a:custGeom>
              <a:rect b="b" l="l" r="r" t="t"/>
              <a:pathLst>
                <a:path extrusionOk="0" h="21660" w="6134">
                  <a:moveTo>
                    <a:pt x="3067" y="0"/>
                  </a:moveTo>
                  <a:cubicBezTo>
                    <a:pt x="1371" y="0"/>
                    <a:pt x="1" y="1370"/>
                    <a:pt x="1" y="3066"/>
                  </a:cubicBezTo>
                  <a:lnTo>
                    <a:pt x="1" y="18594"/>
                  </a:lnTo>
                  <a:cubicBezTo>
                    <a:pt x="1" y="20290"/>
                    <a:pt x="1371" y="21660"/>
                    <a:pt x="3067" y="21660"/>
                  </a:cubicBezTo>
                  <a:cubicBezTo>
                    <a:pt x="4763" y="21660"/>
                    <a:pt x="6133" y="20290"/>
                    <a:pt x="6133" y="18594"/>
                  </a:cubicBezTo>
                  <a:lnTo>
                    <a:pt x="6133" y="3066"/>
                  </a:lnTo>
                  <a:cubicBezTo>
                    <a:pt x="6133" y="1370"/>
                    <a:pt x="4763" y="0"/>
                    <a:pt x="3067" y="0"/>
                  </a:cubicBezTo>
                  <a:close/>
                </a:path>
              </a:pathLst>
            </a:cu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36"/>
            <p:cNvSpPr/>
            <p:nvPr/>
          </p:nvSpPr>
          <p:spPr>
            <a:xfrm>
              <a:off x="1754925" y="238125"/>
              <a:ext cx="4090575" cy="5219200"/>
            </a:xfrm>
            <a:custGeom>
              <a:rect b="b" l="l" r="r" t="t"/>
              <a:pathLst>
                <a:path extrusionOk="0" h="208768" w="163623">
                  <a:moveTo>
                    <a:pt x="154097" y="6100"/>
                  </a:moveTo>
                  <a:cubicBezTo>
                    <a:pt x="155957" y="6100"/>
                    <a:pt x="157490" y="7633"/>
                    <a:pt x="157490" y="9525"/>
                  </a:cubicBezTo>
                  <a:lnTo>
                    <a:pt x="157490" y="42993"/>
                  </a:lnTo>
                  <a:cubicBezTo>
                    <a:pt x="157490" y="44852"/>
                    <a:pt x="155957" y="46418"/>
                    <a:pt x="154097" y="46418"/>
                  </a:cubicBezTo>
                  <a:lnTo>
                    <a:pt x="9526" y="46418"/>
                  </a:lnTo>
                  <a:cubicBezTo>
                    <a:pt x="7667" y="46418"/>
                    <a:pt x="6101" y="44852"/>
                    <a:pt x="6101" y="42993"/>
                  </a:cubicBezTo>
                  <a:lnTo>
                    <a:pt x="6101" y="9525"/>
                  </a:lnTo>
                  <a:cubicBezTo>
                    <a:pt x="6101" y="7633"/>
                    <a:pt x="7667" y="6100"/>
                    <a:pt x="9526" y="6100"/>
                  </a:cubicBezTo>
                  <a:close/>
                  <a:moveTo>
                    <a:pt x="9526" y="0"/>
                  </a:moveTo>
                  <a:cubicBezTo>
                    <a:pt x="4274" y="0"/>
                    <a:pt x="1" y="4273"/>
                    <a:pt x="1" y="9525"/>
                  </a:cubicBezTo>
                  <a:lnTo>
                    <a:pt x="1" y="42993"/>
                  </a:lnTo>
                  <a:cubicBezTo>
                    <a:pt x="1" y="48245"/>
                    <a:pt x="4274" y="52518"/>
                    <a:pt x="9526" y="52518"/>
                  </a:cubicBezTo>
                  <a:lnTo>
                    <a:pt x="11940" y="52518"/>
                  </a:lnTo>
                  <a:lnTo>
                    <a:pt x="11940" y="197154"/>
                  </a:lnTo>
                  <a:cubicBezTo>
                    <a:pt x="11940" y="203548"/>
                    <a:pt x="17126" y="208767"/>
                    <a:pt x="23552" y="208767"/>
                  </a:cubicBezTo>
                  <a:lnTo>
                    <a:pt x="140071" y="208767"/>
                  </a:lnTo>
                  <a:cubicBezTo>
                    <a:pt x="146497" y="208767"/>
                    <a:pt x="151683" y="203548"/>
                    <a:pt x="151683" y="197154"/>
                  </a:cubicBezTo>
                  <a:lnTo>
                    <a:pt x="151683" y="176017"/>
                  </a:lnTo>
                  <a:cubicBezTo>
                    <a:pt x="151683" y="174321"/>
                    <a:pt x="150313" y="172951"/>
                    <a:pt x="148650" y="172951"/>
                  </a:cubicBezTo>
                  <a:cubicBezTo>
                    <a:pt x="146953" y="172951"/>
                    <a:pt x="145583" y="174321"/>
                    <a:pt x="145583" y="176017"/>
                  </a:cubicBezTo>
                  <a:lnTo>
                    <a:pt x="145583" y="197154"/>
                  </a:lnTo>
                  <a:cubicBezTo>
                    <a:pt x="145583" y="200188"/>
                    <a:pt x="143104" y="202667"/>
                    <a:pt x="140071" y="202667"/>
                  </a:cubicBezTo>
                  <a:lnTo>
                    <a:pt x="23552" y="202667"/>
                  </a:lnTo>
                  <a:cubicBezTo>
                    <a:pt x="20519" y="202667"/>
                    <a:pt x="18040" y="200188"/>
                    <a:pt x="18040" y="197154"/>
                  </a:cubicBezTo>
                  <a:lnTo>
                    <a:pt x="18040" y="181660"/>
                  </a:lnTo>
                  <a:lnTo>
                    <a:pt x="35622" y="181660"/>
                  </a:lnTo>
                  <a:cubicBezTo>
                    <a:pt x="37318" y="181660"/>
                    <a:pt x="38688" y="180290"/>
                    <a:pt x="38688" y="178594"/>
                  </a:cubicBezTo>
                  <a:cubicBezTo>
                    <a:pt x="38688" y="176898"/>
                    <a:pt x="37318" y="175527"/>
                    <a:pt x="35622" y="175527"/>
                  </a:cubicBezTo>
                  <a:lnTo>
                    <a:pt x="18040" y="175527"/>
                  </a:lnTo>
                  <a:lnTo>
                    <a:pt x="18040" y="154651"/>
                  </a:lnTo>
                  <a:lnTo>
                    <a:pt x="44168" y="154651"/>
                  </a:lnTo>
                  <a:cubicBezTo>
                    <a:pt x="45864" y="154651"/>
                    <a:pt x="47235" y="153281"/>
                    <a:pt x="47235" y="151585"/>
                  </a:cubicBezTo>
                  <a:cubicBezTo>
                    <a:pt x="47235" y="149888"/>
                    <a:pt x="45864" y="148518"/>
                    <a:pt x="44168" y="148518"/>
                  </a:cubicBezTo>
                  <a:lnTo>
                    <a:pt x="18040" y="148518"/>
                  </a:lnTo>
                  <a:lnTo>
                    <a:pt x="18040" y="127642"/>
                  </a:lnTo>
                  <a:lnTo>
                    <a:pt x="35622" y="127642"/>
                  </a:lnTo>
                  <a:cubicBezTo>
                    <a:pt x="37318" y="127642"/>
                    <a:pt x="38688" y="126271"/>
                    <a:pt x="38688" y="124575"/>
                  </a:cubicBezTo>
                  <a:cubicBezTo>
                    <a:pt x="38688" y="122879"/>
                    <a:pt x="37318" y="121509"/>
                    <a:pt x="35622" y="121509"/>
                  </a:cubicBezTo>
                  <a:lnTo>
                    <a:pt x="18040" y="121509"/>
                  </a:lnTo>
                  <a:lnTo>
                    <a:pt x="18040" y="100632"/>
                  </a:lnTo>
                  <a:lnTo>
                    <a:pt x="44168" y="100632"/>
                  </a:lnTo>
                  <a:cubicBezTo>
                    <a:pt x="45864" y="100632"/>
                    <a:pt x="47235" y="99262"/>
                    <a:pt x="47235" y="97566"/>
                  </a:cubicBezTo>
                  <a:cubicBezTo>
                    <a:pt x="47235" y="95870"/>
                    <a:pt x="45864" y="94500"/>
                    <a:pt x="44168" y="94500"/>
                  </a:cubicBezTo>
                  <a:lnTo>
                    <a:pt x="18040" y="94500"/>
                  </a:lnTo>
                  <a:lnTo>
                    <a:pt x="18040" y="75548"/>
                  </a:lnTo>
                  <a:lnTo>
                    <a:pt x="33208" y="75548"/>
                  </a:lnTo>
                  <a:cubicBezTo>
                    <a:pt x="34904" y="75548"/>
                    <a:pt x="36274" y="74178"/>
                    <a:pt x="36274" y="72481"/>
                  </a:cubicBezTo>
                  <a:cubicBezTo>
                    <a:pt x="36274" y="70785"/>
                    <a:pt x="34904" y="69415"/>
                    <a:pt x="33208" y="69415"/>
                  </a:cubicBezTo>
                  <a:lnTo>
                    <a:pt x="18040" y="69415"/>
                  </a:lnTo>
                  <a:lnTo>
                    <a:pt x="18040" y="52518"/>
                  </a:lnTo>
                  <a:lnTo>
                    <a:pt x="145583" y="52518"/>
                  </a:lnTo>
                  <a:lnTo>
                    <a:pt x="145583" y="69415"/>
                  </a:lnTo>
                  <a:lnTo>
                    <a:pt x="47561" y="69415"/>
                  </a:lnTo>
                  <a:cubicBezTo>
                    <a:pt x="45897" y="69415"/>
                    <a:pt x="44527" y="70785"/>
                    <a:pt x="44527" y="72481"/>
                  </a:cubicBezTo>
                  <a:cubicBezTo>
                    <a:pt x="44527" y="74178"/>
                    <a:pt x="45897" y="75548"/>
                    <a:pt x="47561" y="75548"/>
                  </a:cubicBezTo>
                  <a:lnTo>
                    <a:pt x="145583" y="75548"/>
                  </a:lnTo>
                  <a:lnTo>
                    <a:pt x="145583" y="161599"/>
                  </a:lnTo>
                  <a:cubicBezTo>
                    <a:pt x="145583" y="163295"/>
                    <a:pt x="146953" y="164665"/>
                    <a:pt x="148650" y="164665"/>
                  </a:cubicBezTo>
                  <a:cubicBezTo>
                    <a:pt x="150313" y="164665"/>
                    <a:pt x="151683" y="163295"/>
                    <a:pt x="151683" y="161599"/>
                  </a:cubicBezTo>
                  <a:lnTo>
                    <a:pt x="151683" y="52518"/>
                  </a:lnTo>
                  <a:lnTo>
                    <a:pt x="154097" y="52518"/>
                  </a:lnTo>
                  <a:cubicBezTo>
                    <a:pt x="159349" y="52518"/>
                    <a:pt x="163622" y="48245"/>
                    <a:pt x="163622" y="42993"/>
                  </a:cubicBezTo>
                  <a:lnTo>
                    <a:pt x="163622" y="9525"/>
                  </a:lnTo>
                  <a:cubicBezTo>
                    <a:pt x="163622" y="4273"/>
                    <a:pt x="159349" y="0"/>
                    <a:pt x="154097" y="0"/>
                  </a:cubicBezTo>
                  <a:close/>
                </a:path>
              </a:pathLst>
            </a:cu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" name="Google Shape;700;p36"/>
          <p:cNvGrpSpPr/>
          <p:nvPr/>
        </p:nvGrpSpPr>
        <p:grpSpPr>
          <a:xfrm>
            <a:off x="2482754" y="2766787"/>
            <a:ext cx="282541" cy="428496"/>
            <a:chOff x="2079500" y="238125"/>
            <a:chExt cx="3441425" cy="5219200"/>
          </a:xfrm>
        </p:grpSpPr>
        <p:sp>
          <p:nvSpPr>
            <p:cNvPr id="701" name="Google Shape;701;p36"/>
            <p:cNvSpPr/>
            <p:nvPr/>
          </p:nvSpPr>
          <p:spPr>
            <a:xfrm>
              <a:off x="3126600" y="1470325"/>
              <a:ext cx="527650" cy="829400"/>
            </a:xfrm>
            <a:custGeom>
              <a:rect b="b" l="l" r="r" t="t"/>
              <a:pathLst>
                <a:path extrusionOk="0" h="33176" w="21106">
                  <a:moveTo>
                    <a:pt x="3882" y="1"/>
                  </a:moveTo>
                  <a:cubicBezTo>
                    <a:pt x="3197" y="1"/>
                    <a:pt x="2838" y="718"/>
                    <a:pt x="2741" y="1860"/>
                  </a:cubicBezTo>
                  <a:lnTo>
                    <a:pt x="1566" y="13701"/>
                  </a:lnTo>
                  <a:cubicBezTo>
                    <a:pt x="1566" y="14092"/>
                    <a:pt x="1534" y="14484"/>
                    <a:pt x="1534" y="14843"/>
                  </a:cubicBezTo>
                  <a:cubicBezTo>
                    <a:pt x="1534" y="16245"/>
                    <a:pt x="2023" y="17159"/>
                    <a:pt x="3882" y="17159"/>
                  </a:cubicBezTo>
                  <a:lnTo>
                    <a:pt x="10537" y="17159"/>
                  </a:lnTo>
                  <a:cubicBezTo>
                    <a:pt x="13473" y="17159"/>
                    <a:pt x="15267" y="18790"/>
                    <a:pt x="15267" y="22182"/>
                  </a:cubicBezTo>
                  <a:lnTo>
                    <a:pt x="15267" y="23063"/>
                  </a:lnTo>
                  <a:cubicBezTo>
                    <a:pt x="15267" y="26488"/>
                    <a:pt x="13473" y="28054"/>
                    <a:pt x="10504" y="28054"/>
                  </a:cubicBezTo>
                  <a:cubicBezTo>
                    <a:pt x="7862" y="28054"/>
                    <a:pt x="5840" y="26847"/>
                    <a:pt x="5840" y="24629"/>
                  </a:cubicBezTo>
                  <a:cubicBezTo>
                    <a:pt x="5840" y="23356"/>
                    <a:pt x="5415" y="22378"/>
                    <a:pt x="2936" y="22378"/>
                  </a:cubicBezTo>
                  <a:cubicBezTo>
                    <a:pt x="1077" y="22378"/>
                    <a:pt x="1" y="22965"/>
                    <a:pt x="1" y="25020"/>
                  </a:cubicBezTo>
                  <a:cubicBezTo>
                    <a:pt x="1" y="29228"/>
                    <a:pt x="3719" y="33175"/>
                    <a:pt x="10635" y="33175"/>
                  </a:cubicBezTo>
                  <a:cubicBezTo>
                    <a:pt x="16441" y="33175"/>
                    <a:pt x="21106" y="30435"/>
                    <a:pt x="21106" y="23063"/>
                  </a:cubicBezTo>
                  <a:lnTo>
                    <a:pt x="21106" y="22182"/>
                  </a:lnTo>
                  <a:cubicBezTo>
                    <a:pt x="21106" y="15136"/>
                    <a:pt x="16474" y="12559"/>
                    <a:pt x="10537" y="12559"/>
                  </a:cubicBezTo>
                  <a:lnTo>
                    <a:pt x="7079" y="12559"/>
                  </a:lnTo>
                  <a:lnTo>
                    <a:pt x="7601" y="5122"/>
                  </a:lnTo>
                  <a:lnTo>
                    <a:pt x="17746" y="5122"/>
                  </a:lnTo>
                  <a:cubicBezTo>
                    <a:pt x="18920" y="5122"/>
                    <a:pt x="19507" y="3882"/>
                    <a:pt x="19507" y="2578"/>
                  </a:cubicBezTo>
                  <a:cubicBezTo>
                    <a:pt x="19507" y="1305"/>
                    <a:pt x="18920" y="1"/>
                    <a:pt x="17746" y="1"/>
                  </a:cubicBezTo>
                  <a:close/>
                </a:path>
              </a:pathLst>
            </a:cu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36"/>
            <p:cNvSpPr/>
            <p:nvPr/>
          </p:nvSpPr>
          <p:spPr>
            <a:xfrm>
              <a:off x="3710500" y="2147200"/>
              <a:ext cx="152525" cy="152525"/>
            </a:xfrm>
            <a:custGeom>
              <a:rect b="b" l="l" r="r" t="t"/>
              <a:pathLst>
                <a:path extrusionOk="0" h="6101" w="6101">
                  <a:moveTo>
                    <a:pt x="3067" y="0"/>
                  </a:moveTo>
                  <a:cubicBezTo>
                    <a:pt x="1305" y="0"/>
                    <a:pt x="0" y="1370"/>
                    <a:pt x="0" y="3034"/>
                  </a:cubicBezTo>
                  <a:cubicBezTo>
                    <a:pt x="0" y="4665"/>
                    <a:pt x="1305" y="6100"/>
                    <a:pt x="3067" y="6100"/>
                  </a:cubicBezTo>
                  <a:cubicBezTo>
                    <a:pt x="4698" y="6100"/>
                    <a:pt x="6100" y="4665"/>
                    <a:pt x="6100" y="3034"/>
                  </a:cubicBezTo>
                  <a:cubicBezTo>
                    <a:pt x="6100" y="1370"/>
                    <a:pt x="4698" y="0"/>
                    <a:pt x="3067" y="0"/>
                  </a:cubicBezTo>
                  <a:close/>
                </a:path>
              </a:pathLst>
            </a:cu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36"/>
            <p:cNvSpPr/>
            <p:nvPr/>
          </p:nvSpPr>
          <p:spPr>
            <a:xfrm>
              <a:off x="3929875" y="1470325"/>
              <a:ext cx="528450" cy="829400"/>
            </a:xfrm>
            <a:custGeom>
              <a:rect b="b" l="l" r="r" t="t"/>
              <a:pathLst>
                <a:path extrusionOk="0" h="33176" w="21138">
                  <a:moveTo>
                    <a:pt x="10602" y="4763"/>
                  </a:moveTo>
                  <a:cubicBezTo>
                    <a:pt x="13015" y="4763"/>
                    <a:pt x="14451" y="5905"/>
                    <a:pt x="14451" y="8678"/>
                  </a:cubicBezTo>
                  <a:cubicBezTo>
                    <a:pt x="14451" y="11483"/>
                    <a:pt x="13015" y="12592"/>
                    <a:pt x="10602" y="12592"/>
                  </a:cubicBezTo>
                  <a:cubicBezTo>
                    <a:pt x="8122" y="12592"/>
                    <a:pt x="6720" y="11483"/>
                    <a:pt x="6720" y="8678"/>
                  </a:cubicBezTo>
                  <a:cubicBezTo>
                    <a:pt x="6720" y="5905"/>
                    <a:pt x="8122" y="4763"/>
                    <a:pt x="10602" y="4763"/>
                  </a:cubicBezTo>
                  <a:close/>
                  <a:moveTo>
                    <a:pt x="10602" y="17387"/>
                  </a:moveTo>
                  <a:cubicBezTo>
                    <a:pt x="13505" y="17387"/>
                    <a:pt x="15266" y="18920"/>
                    <a:pt x="15266" y="22345"/>
                  </a:cubicBezTo>
                  <a:lnTo>
                    <a:pt x="15266" y="23226"/>
                  </a:lnTo>
                  <a:cubicBezTo>
                    <a:pt x="15266" y="26749"/>
                    <a:pt x="13570" y="28413"/>
                    <a:pt x="10602" y="28413"/>
                  </a:cubicBezTo>
                  <a:cubicBezTo>
                    <a:pt x="7666" y="28413"/>
                    <a:pt x="5872" y="26782"/>
                    <a:pt x="5872" y="23226"/>
                  </a:cubicBezTo>
                  <a:lnTo>
                    <a:pt x="5872" y="22345"/>
                  </a:lnTo>
                  <a:cubicBezTo>
                    <a:pt x="5872" y="18920"/>
                    <a:pt x="7633" y="17387"/>
                    <a:pt x="10602" y="17387"/>
                  </a:cubicBezTo>
                  <a:close/>
                  <a:moveTo>
                    <a:pt x="10602" y="1"/>
                  </a:moveTo>
                  <a:cubicBezTo>
                    <a:pt x="5056" y="1"/>
                    <a:pt x="1044" y="2251"/>
                    <a:pt x="1044" y="7960"/>
                  </a:cubicBezTo>
                  <a:cubicBezTo>
                    <a:pt x="1044" y="11744"/>
                    <a:pt x="2805" y="13995"/>
                    <a:pt x="5382" y="14908"/>
                  </a:cubicBezTo>
                  <a:cubicBezTo>
                    <a:pt x="2186" y="16082"/>
                    <a:pt x="0" y="18724"/>
                    <a:pt x="0" y="23356"/>
                  </a:cubicBezTo>
                  <a:lnTo>
                    <a:pt x="0" y="23911"/>
                  </a:lnTo>
                  <a:cubicBezTo>
                    <a:pt x="0" y="30631"/>
                    <a:pt x="4665" y="33175"/>
                    <a:pt x="10602" y="33175"/>
                  </a:cubicBezTo>
                  <a:cubicBezTo>
                    <a:pt x="16538" y="33175"/>
                    <a:pt x="21138" y="30631"/>
                    <a:pt x="21138" y="23911"/>
                  </a:cubicBezTo>
                  <a:lnTo>
                    <a:pt x="21138" y="23356"/>
                  </a:lnTo>
                  <a:cubicBezTo>
                    <a:pt x="21138" y="18724"/>
                    <a:pt x="19018" y="16082"/>
                    <a:pt x="15756" y="14908"/>
                  </a:cubicBezTo>
                  <a:cubicBezTo>
                    <a:pt x="18332" y="13995"/>
                    <a:pt x="20094" y="11744"/>
                    <a:pt x="20094" y="7960"/>
                  </a:cubicBezTo>
                  <a:cubicBezTo>
                    <a:pt x="20094" y="2251"/>
                    <a:pt x="16082" y="1"/>
                    <a:pt x="10602" y="1"/>
                  </a:cubicBezTo>
                  <a:close/>
                </a:path>
              </a:pathLst>
            </a:cu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36"/>
            <p:cNvSpPr/>
            <p:nvPr/>
          </p:nvSpPr>
          <p:spPr>
            <a:xfrm>
              <a:off x="3130675" y="2877050"/>
              <a:ext cx="1941725" cy="153350"/>
            </a:xfrm>
            <a:custGeom>
              <a:rect b="b" l="l" r="r" t="t"/>
              <a:pathLst>
                <a:path extrusionOk="0" h="6134" w="77669">
                  <a:moveTo>
                    <a:pt x="3034" y="1"/>
                  </a:moveTo>
                  <a:cubicBezTo>
                    <a:pt x="1371" y="1"/>
                    <a:pt x="1" y="1371"/>
                    <a:pt x="1" y="3067"/>
                  </a:cubicBezTo>
                  <a:cubicBezTo>
                    <a:pt x="1" y="4763"/>
                    <a:pt x="1371" y="6133"/>
                    <a:pt x="3034" y="6133"/>
                  </a:cubicBezTo>
                  <a:lnTo>
                    <a:pt x="74602" y="6133"/>
                  </a:lnTo>
                  <a:cubicBezTo>
                    <a:pt x="76299" y="6133"/>
                    <a:pt x="77669" y="4763"/>
                    <a:pt x="77669" y="3067"/>
                  </a:cubicBezTo>
                  <a:cubicBezTo>
                    <a:pt x="77669" y="1371"/>
                    <a:pt x="76299" y="1"/>
                    <a:pt x="74602" y="1"/>
                  </a:cubicBezTo>
                  <a:close/>
                </a:path>
              </a:pathLst>
            </a:cu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36"/>
            <p:cNvSpPr/>
            <p:nvPr/>
          </p:nvSpPr>
          <p:spPr>
            <a:xfrm>
              <a:off x="2528025" y="2877050"/>
              <a:ext cx="394725" cy="153350"/>
            </a:xfrm>
            <a:custGeom>
              <a:rect b="b" l="l" r="r" t="t"/>
              <a:pathLst>
                <a:path extrusionOk="0" h="6134" w="15789">
                  <a:moveTo>
                    <a:pt x="3067" y="1"/>
                  </a:moveTo>
                  <a:cubicBezTo>
                    <a:pt x="1371" y="1"/>
                    <a:pt x="1" y="1371"/>
                    <a:pt x="1" y="3067"/>
                  </a:cubicBezTo>
                  <a:cubicBezTo>
                    <a:pt x="1" y="4763"/>
                    <a:pt x="1371" y="6133"/>
                    <a:pt x="3067" y="6133"/>
                  </a:cubicBezTo>
                  <a:lnTo>
                    <a:pt x="12755" y="6133"/>
                  </a:lnTo>
                  <a:cubicBezTo>
                    <a:pt x="14451" y="6133"/>
                    <a:pt x="15789" y="4763"/>
                    <a:pt x="15789" y="3067"/>
                  </a:cubicBezTo>
                  <a:cubicBezTo>
                    <a:pt x="15789" y="1371"/>
                    <a:pt x="14451" y="1"/>
                    <a:pt x="12755" y="1"/>
                  </a:cubicBezTo>
                  <a:close/>
                </a:path>
              </a:pathLst>
            </a:cu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36"/>
            <p:cNvSpPr/>
            <p:nvPr/>
          </p:nvSpPr>
          <p:spPr>
            <a:xfrm>
              <a:off x="2528025" y="1115575"/>
              <a:ext cx="2544375" cy="1553550"/>
            </a:xfrm>
            <a:custGeom>
              <a:rect b="b" l="l" r="r" t="t"/>
              <a:pathLst>
                <a:path extrusionOk="0" h="62142" w="101775">
                  <a:moveTo>
                    <a:pt x="95642" y="6101"/>
                  </a:moveTo>
                  <a:lnTo>
                    <a:pt x="95642" y="56009"/>
                  </a:lnTo>
                  <a:lnTo>
                    <a:pt x="6133" y="56009"/>
                  </a:lnTo>
                  <a:lnTo>
                    <a:pt x="6133" y="6101"/>
                  </a:lnTo>
                  <a:close/>
                  <a:moveTo>
                    <a:pt x="6003" y="1"/>
                  </a:moveTo>
                  <a:cubicBezTo>
                    <a:pt x="2708" y="1"/>
                    <a:pt x="1" y="2676"/>
                    <a:pt x="1" y="5970"/>
                  </a:cubicBezTo>
                  <a:lnTo>
                    <a:pt x="1" y="56140"/>
                  </a:lnTo>
                  <a:cubicBezTo>
                    <a:pt x="1" y="59434"/>
                    <a:pt x="2708" y="62142"/>
                    <a:pt x="6003" y="62142"/>
                  </a:cubicBezTo>
                  <a:lnTo>
                    <a:pt x="95773" y="62142"/>
                  </a:lnTo>
                  <a:cubicBezTo>
                    <a:pt x="99067" y="62142"/>
                    <a:pt x="101775" y="59434"/>
                    <a:pt x="101775" y="56140"/>
                  </a:cubicBezTo>
                  <a:lnTo>
                    <a:pt x="101775" y="5970"/>
                  </a:lnTo>
                  <a:cubicBezTo>
                    <a:pt x="101775" y="2676"/>
                    <a:pt x="99067" y="1"/>
                    <a:pt x="95773" y="1"/>
                  </a:cubicBezTo>
                  <a:close/>
                </a:path>
              </a:pathLst>
            </a:cu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36"/>
            <p:cNvSpPr/>
            <p:nvPr/>
          </p:nvSpPr>
          <p:spPr>
            <a:xfrm>
              <a:off x="2079500" y="238125"/>
              <a:ext cx="3441425" cy="5219200"/>
            </a:xfrm>
            <a:custGeom>
              <a:rect b="b" l="l" r="r" t="t"/>
              <a:pathLst>
                <a:path extrusionOk="0" h="208768" w="137657">
                  <a:moveTo>
                    <a:pt x="78843" y="141048"/>
                  </a:moveTo>
                  <a:lnTo>
                    <a:pt x="78843" y="147996"/>
                  </a:lnTo>
                  <a:lnTo>
                    <a:pt x="58814" y="147996"/>
                  </a:lnTo>
                  <a:lnTo>
                    <a:pt x="58814" y="141048"/>
                  </a:lnTo>
                  <a:close/>
                  <a:moveTo>
                    <a:pt x="78843" y="154129"/>
                  </a:moveTo>
                  <a:lnTo>
                    <a:pt x="78843" y="166492"/>
                  </a:lnTo>
                  <a:lnTo>
                    <a:pt x="58814" y="166492"/>
                  </a:lnTo>
                  <a:lnTo>
                    <a:pt x="58814" y="154129"/>
                  </a:lnTo>
                  <a:close/>
                  <a:moveTo>
                    <a:pt x="52714" y="141048"/>
                  </a:moveTo>
                  <a:lnTo>
                    <a:pt x="52714" y="173538"/>
                  </a:lnTo>
                  <a:cubicBezTo>
                    <a:pt x="47593" y="172363"/>
                    <a:pt x="42667" y="170569"/>
                    <a:pt x="38068" y="168221"/>
                  </a:cubicBezTo>
                  <a:lnTo>
                    <a:pt x="38068" y="141048"/>
                  </a:lnTo>
                  <a:close/>
                  <a:moveTo>
                    <a:pt x="99589" y="141048"/>
                  </a:moveTo>
                  <a:lnTo>
                    <a:pt x="99589" y="168221"/>
                  </a:lnTo>
                  <a:cubicBezTo>
                    <a:pt x="94990" y="170569"/>
                    <a:pt x="90064" y="172363"/>
                    <a:pt x="84943" y="173538"/>
                  </a:cubicBezTo>
                  <a:lnTo>
                    <a:pt x="84943" y="141048"/>
                  </a:lnTo>
                  <a:close/>
                  <a:moveTo>
                    <a:pt x="78843" y="172592"/>
                  </a:moveTo>
                  <a:lnTo>
                    <a:pt x="78843" y="202635"/>
                  </a:lnTo>
                  <a:lnTo>
                    <a:pt x="58814" y="202635"/>
                  </a:lnTo>
                  <a:lnTo>
                    <a:pt x="58814" y="172592"/>
                  </a:lnTo>
                  <a:close/>
                  <a:moveTo>
                    <a:pt x="37155" y="0"/>
                  </a:moveTo>
                  <a:cubicBezTo>
                    <a:pt x="16669" y="0"/>
                    <a:pt x="1" y="16669"/>
                    <a:pt x="1" y="37121"/>
                  </a:cubicBezTo>
                  <a:lnTo>
                    <a:pt x="1" y="119943"/>
                  </a:lnTo>
                  <a:cubicBezTo>
                    <a:pt x="1" y="131164"/>
                    <a:pt x="3361" y="141962"/>
                    <a:pt x="9689" y="151193"/>
                  </a:cubicBezTo>
                  <a:cubicBezTo>
                    <a:pt x="15756" y="160098"/>
                    <a:pt x="23878" y="167373"/>
                    <a:pt x="33175" y="172526"/>
                  </a:cubicBezTo>
                  <a:cubicBezTo>
                    <a:pt x="33403" y="172690"/>
                    <a:pt x="33632" y="172820"/>
                    <a:pt x="33893" y="172918"/>
                  </a:cubicBezTo>
                  <a:cubicBezTo>
                    <a:pt x="39764" y="176082"/>
                    <a:pt x="46093" y="178431"/>
                    <a:pt x="52714" y="179801"/>
                  </a:cubicBezTo>
                  <a:lnTo>
                    <a:pt x="52714" y="204200"/>
                  </a:lnTo>
                  <a:cubicBezTo>
                    <a:pt x="52714" y="206712"/>
                    <a:pt x="54769" y="208767"/>
                    <a:pt x="57281" y="208767"/>
                  </a:cubicBezTo>
                  <a:lnTo>
                    <a:pt x="80376" y="208767"/>
                  </a:lnTo>
                  <a:cubicBezTo>
                    <a:pt x="82888" y="208767"/>
                    <a:pt x="84943" y="206712"/>
                    <a:pt x="84943" y="204200"/>
                  </a:cubicBezTo>
                  <a:lnTo>
                    <a:pt x="84943" y="179801"/>
                  </a:lnTo>
                  <a:cubicBezTo>
                    <a:pt x="91565" y="178431"/>
                    <a:pt x="97893" y="176082"/>
                    <a:pt x="103764" y="172918"/>
                  </a:cubicBezTo>
                  <a:cubicBezTo>
                    <a:pt x="104025" y="172820"/>
                    <a:pt x="104254" y="172690"/>
                    <a:pt x="104482" y="172526"/>
                  </a:cubicBezTo>
                  <a:cubicBezTo>
                    <a:pt x="113779" y="167373"/>
                    <a:pt x="121901" y="160098"/>
                    <a:pt x="127968" y="151193"/>
                  </a:cubicBezTo>
                  <a:cubicBezTo>
                    <a:pt x="134297" y="141962"/>
                    <a:pt x="137656" y="131164"/>
                    <a:pt x="137656" y="119943"/>
                  </a:cubicBezTo>
                  <a:lnTo>
                    <a:pt x="137656" y="51572"/>
                  </a:lnTo>
                  <a:cubicBezTo>
                    <a:pt x="137656" y="49876"/>
                    <a:pt x="136286" y="48506"/>
                    <a:pt x="134590" y="48506"/>
                  </a:cubicBezTo>
                  <a:cubicBezTo>
                    <a:pt x="132894" y="48506"/>
                    <a:pt x="131524" y="49876"/>
                    <a:pt x="131524" y="51572"/>
                  </a:cubicBezTo>
                  <a:lnTo>
                    <a:pt x="131524" y="119943"/>
                  </a:lnTo>
                  <a:cubicBezTo>
                    <a:pt x="131524" y="129925"/>
                    <a:pt x="128556" y="139515"/>
                    <a:pt x="122912" y="147735"/>
                  </a:cubicBezTo>
                  <a:cubicBezTo>
                    <a:pt x="118313" y="154455"/>
                    <a:pt x="112441" y="160196"/>
                    <a:pt x="105722" y="164632"/>
                  </a:cubicBezTo>
                  <a:lnTo>
                    <a:pt x="105722" y="140853"/>
                  </a:lnTo>
                  <a:cubicBezTo>
                    <a:pt x="105722" y="137591"/>
                    <a:pt x="103079" y="134948"/>
                    <a:pt x="99817" y="134948"/>
                  </a:cubicBezTo>
                  <a:lnTo>
                    <a:pt x="37840" y="134948"/>
                  </a:lnTo>
                  <a:cubicBezTo>
                    <a:pt x="34578" y="134948"/>
                    <a:pt x="31936" y="137591"/>
                    <a:pt x="31936" y="140853"/>
                  </a:cubicBezTo>
                  <a:lnTo>
                    <a:pt x="31936" y="164632"/>
                  </a:lnTo>
                  <a:cubicBezTo>
                    <a:pt x="25216" y="160196"/>
                    <a:pt x="19344" y="154455"/>
                    <a:pt x="14745" y="147735"/>
                  </a:cubicBezTo>
                  <a:cubicBezTo>
                    <a:pt x="9102" y="139515"/>
                    <a:pt x="6133" y="129925"/>
                    <a:pt x="6133" y="119943"/>
                  </a:cubicBezTo>
                  <a:lnTo>
                    <a:pt x="6133" y="37121"/>
                  </a:lnTo>
                  <a:cubicBezTo>
                    <a:pt x="6133" y="20029"/>
                    <a:pt x="20029" y="6133"/>
                    <a:pt x="37155" y="6133"/>
                  </a:cubicBezTo>
                  <a:lnTo>
                    <a:pt x="100502" y="6133"/>
                  </a:lnTo>
                  <a:cubicBezTo>
                    <a:pt x="117628" y="6133"/>
                    <a:pt x="131524" y="20029"/>
                    <a:pt x="131524" y="37121"/>
                  </a:cubicBezTo>
                  <a:cubicBezTo>
                    <a:pt x="131524" y="38818"/>
                    <a:pt x="132894" y="40188"/>
                    <a:pt x="134590" y="40188"/>
                  </a:cubicBezTo>
                  <a:cubicBezTo>
                    <a:pt x="136286" y="40188"/>
                    <a:pt x="137656" y="38818"/>
                    <a:pt x="137656" y="37121"/>
                  </a:cubicBezTo>
                  <a:cubicBezTo>
                    <a:pt x="137656" y="16669"/>
                    <a:pt x="120988" y="0"/>
                    <a:pt x="100502" y="0"/>
                  </a:cubicBezTo>
                  <a:close/>
                </a:path>
              </a:pathLst>
            </a:cu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" name="Google Shape;708;p36"/>
          <p:cNvGrpSpPr/>
          <p:nvPr/>
        </p:nvGrpSpPr>
        <p:grpSpPr>
          <a:xfrm>
            <a:off x="6408281" y="2753988"/>
            <a:ext cx="306493" cy="360671"/>
            <a:chOff x="1565750" y="237775"/>
            <a:chExt cx="4435500" cy="5219550"/>
          </a:xfrm>
        </p:grpSpPr>
        <p:sp>
          <p:nvSpPr>
            <p:cNvPr id="709" name="Google Shape;709;p36"/>
            <p:cNvSpPr/>
            <p:nvPr/>
          </p:nvSpPr>
          <p:spPr>
            <a:xfrm>
              <a:off x="2629150" y="2645450"/>
              <a:ext cx="2967625" cy="2811875"/>
            </a:xfrm>
            <a:custGeom>
              <a:rect b="b" l="l" r="r" t="t"/>
              <a:pathLst>
                <a:path extrusionOk="0" h="112475" w="118705">
                  <a:moveTo>
                    <a:pt x="115670" y="1"/>
                  </a:moveTo>
                  <a:cubicBezTo>
                    <a:pt x="113974" y="1"/>
                    <a:pt x="112604" y="1371"/>
                    <a:pt x="112604" y="3067"/>
                  </a:cubicBezTo>
                  <a:lnTo>
                    <a:pt x="112604" y="60184"/>
                  </a:lnTo>
                  <a:cubicBezTo>
                    <a:pt x="112604" y="85661"/>
                    <a:pt x="91891" y="106374"/>
                    <a:pt x="66447" y="106374"/>
                  </a:cubicBezTo>
                  <a:lnTo>
                    <a:pt x="52257" y="106374"/>
                  </a:lnTo>
                  <a:cubicBezTo>
                    <a:pt x="26814" y="106374"/>
                    <a:pt x="6100" y="85661"/>
                    <a:pt x="6100" y="60184"/>
                  </a:cubicBezTo>
                  <a:lnTo>
                    <a:pt x="6100" y="46158"/>
                  </a:lnTo>
                  <a:cubicBezTo>
                    <a:pt x="6100" y="44462"/>
                    <a:pt x="4730" y="43092"/>
                    <a:pt x="3034" y="43092"/>
                  </a:cubicBezTo>
                  <a:cubicBezTo>
                    <a:pt x="1370" y="43092"/>
                    <a:pt x="0" y="44462"/>
                    <a:pt x="0" y="46158"/>
                  </a:cubicBezTo>
                  <a:lnTo>
                    <a:pt x="0" y="60184"/>
                  </a:lnTo>
                  <a:cubicBezTo>
                    <a:pt x="0" y="89020"/>
                    <a:pt x="23454" y="112474"/>
                    <a:pt x="52257" y="112474"/>
                  </a:cubicBezTo>
                  <a:lnTo>
                    <a:pt x="66447" y="112474"/>
                  </a:lnTo>
                  <a:cubicBezTo>
                    <a:pt x="95250" y="112474"/>
                    <a:pt x="118704" y="89020"/>
                    <a:pt x="118704" y="60184"/>
                  </a:cubicBezTo>
                  <a:lnTo>
                    <a:pt x="118704" y="3067"/>
                  </a:lnTo>
                  <a:cubicBezTo>
                    <a:pt x="118704" y="1371"/>
                    <a:pt x="117334" y="1"/>
                    <a:pt x="115670" y="1"/>
                  </a:cubicBezTo>
                  <a:close/>
                </a:path>
              </a:pathLst>
            </a:cu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36"/>
            <p:cNvSpPr/>
            <p:nvPr/>
          </p:nvSpPr>
          <p:spPr>
            <a:xfrm>
              <a:off x="1565750" y="237775"/>
              <a:ext cx="3767600" cy="4956125"/>
            </a:xfrm>
            <a:custGeom>
              <a:rect b="b" l="l" r="r" t="t"/>
              <a:pathLst>
                <a:path extrusionOk="0" h="198245" w="150704">
                  <a:moveTo>
                    <a:pt x="33032" y="6136"/>
                  </a:moveTo>
                  <a:cubicBezTo>
                    <a:pt x="35944" y="6136"/>
                    <a:pt x="38486" y="8343"/>
                    <a:pt x="38818" y="11333"/>
                  </a:cubicBezTo>
                  <a:cubicBezTo>
                    <a:pt x="39209" y="14530"/>
                    <a:pt x="36893" y="17433"/>
                    <a:pt x="33664" y="17824"/>
                  </a:cubicBezTo>
                  <a:cubicBezTo>
                    <a:pt x="33370" y="17859"/>
                    <a:pt x="33066" y="17875"/>
                    <a:pt x="32755" y="17875"/>
                  </a:cubicBezTo>
                  <a:cubicBezTo>
                    <a:pt x="28936" y="17875"/>
                    <a:pt x="24117" y="15385"/>
                    <a:pt x="23845" y="13062"/>
                  </a:cubicBezTo>
                  <a:cubicBezTo>
                    <a:pt x="23552" y="10550"/>
                    <a:pt x="28379" y="6636"/>
                    <a:pt x="32326" y="6179"/>
                  </a:cubicBezTo>
                  <a:cubicBezTo>
                    <a:pt x="32563" y="6150"/>
                    <a:pt x="32799" y="6136"/>
                    <a:pt x="33032" y="6136"/>
                  </a:cubicBezTo>
                  <a:close/>
                  <a:moveTo>
                    <a:pt x="68959" y="6147"/>
                  </a:moveTo>
                  <a:cubicBezTo>
                    <a:pt x="69187" y="6147"/>
                    <a:pt x="69415" y="6147"/>
                    <a:pt x="69644" y="6179"/>
                  </a:cubicBezTo>
                  <a:cubicBezTo>
                    <a:pt x="71503" y="6375"/>
                    <a:pt x="73884" y="7484"/>
                    <a:pt x="75646" y="8984"/>
                  </a:cubicBezTo>
                  <a:cubicBezTo>
                    <a:pt x="77309" y="10387"/>
                    <a:pt x="78255" y="11920"/>
                    <a:pt x="78125" y="13062"/>
                  </a:cubicBezTo>
                  <a:cubicBezTo>
                    <a:pt x="77962" y="14204"/>
                    <a:pt x="76722" y="15476"/>
                    <a:pt x="74797" y="16454"/>
                  </a:cubicBezTo>
                  <a:cubicBezTo>
                    <a:pt x="73023" y="17342"/>
                    <a:pt x="70919" y="17875"/>
                    <a:pt x="69166" y="17875"/>
                  </a:cubicBezTo>
                  <a:cubicBezTo>
                    <a:pt x="68856" y="17875"/>
                    <a:pt x="68557" y="17859"/>
                    <a:pt x="68274" y="17824"/>
                  </a:cubicBezTo>
                  <a:cubicBezTo>
                    <a:pt x="65077" y="17433"/>
                    <a:pt x="62761" y="14530"/>
                    <a:pt x="63152" y="11333"/>
                  </a:cubicBezTo>
                  <a:cubicBezTo>
                    <a:pt x="63478" y="8332"/>
                    <a:pt x="66023" y="6147"/>
                    <a:pt x="68959" y="6147"/>
                  </a:cubicBezTo>
                  <a:close/>
                  <a:moveTo>
                    <a:pt x="32977" y="1"/>
                  </a:moveTo>
                  <a:cubicBezTo>
                    <a:pt x="32525" y="1"/>
                    <a:pt x="32068" y="27"/>
                    <a:pt x="31609" y="79"/>
                  </a:cubicBezTo>
                  <a:cubicBezTo>
                    <a:pt x="28543" y="438"/>
                    <a:pt x="25085" y="2036"/>
                    <a:pt x="22377" y="4320"/>
                  </a:cubicBezTo>
                  <a:cubicBezTo>
                    <a:pt x="20029" y="6277"/>
                    <a:pt x="18528" y="8528"/>
                    <a:pt x="17974" y="10811"/>
                  </a:cubicBezTo>
                  <a:lnTo>
                    <a:pt x="13766" y="11822"/>
                  </a:lnTo>
                  <a:cubicBezTo>
                    <a:pt x="5317" y="13877"/>
                    <a:pt x="0" y="22163"/>
                    <a:pt x="1631" y="30709"/>
                  </a:cubicBezTo>
                  <a:cubicBezTo>
                    <a:pt x="1664" y="30775"/>
                    <a:pt x="1664" y="30840"/>
                    <a:pt x="1664" y="30872"/>
                  </a:cubicBezTo>
                  <a:lnTo>
                    <a:pt x="15168" y="83749"/>
                  </a:lnTo>
                  <a:cubicBezTo>
                    <a:pt x="15266" y="84271"/>
                    <a:pt x="15364" y="84793"/>
                    <a:pt x="15495" y="85315"/>
                  </a:cubicBezTo>
                  <a:cubicBezTo>
                    <a:pt x="14842" y="85869"/>
                    <a:pt x="14288" y="86555"/>
                    <a:pt x="13831" y="87305"/>
                  </a:cubicBezTo>
                  <a:cubicBezTo>
                    <a:pt x="12298" y="89784"/>
                    <a:pt x="12167" y="92818"/>
                    <a:pt x="13472" y="95427"/>
                  </a:cubicBezTo>
                  <a:cubicBezTo>
                    <a:pt x="19213" y="106942"/>
                    <a:pt x="29978" y="115227"/>
                    <a:pt x="42536" y="117804"/>
                  </a:cubicBezTo>
                  <a:lnTo>
                    <a:pt x="42536" y="128308"/>
                  </a:lnTo>
                  <a:cubicBezTo>
                    <a:pt x="42536" y="130004"/>
                    <a:pt x="43906" y="131374"/>
                    <a:pt x="45570" y="131374"/>
                  </a:cubicBezTo>
                  <a:cubicBezTo>
                    <a:pt x="47266" y="131374"/>
                    <a:pt x="48636" y="130004"/>
                    <a:pt x="48636" y="128308"/>
                  </a:cubicBezTo>
                  <a:lnTo>
                    <a:pt x="48636" y="116271"/>
                  </a:lnTo>
                  <a:cubicBezTo>
                    <a:pt x="48636" y="114184"/>
                    <a:pt x="47136" y="112422"/>
                    <a:pt x="45081" y="112063"/>
                  </a:cubicBezTo>
                  <a:cubicBezTo>
                    <a:pt x="33794" y="110171"/>
                    <a:pt x="24041" y="102930"/>
                    <a:pt x="18952" y="92687"/>
                  </a:cubicBezTo>
                  <a:cubicBezTo>
                    <a:pt x="18593" y="91969"/>
                    <a:pt x="18626" y="91187"/>
                    <a:pt x="19050" y="90502"/>
                  </a:cubicBezTo>
                  <a:cubicBezTo>
                    <a:pt x="19474" y="89784"/>
                    <a:pt x="20192" y="89360"/>
                    <a:pt x="20975" y="89360"/>
                  </a:cubicBezTo>
                  <a:lnTo>
                    <a:pt x="21040" y="89360"/>
                  </a:lnTo>
                  <a:cubicBezTo>
                    <a:pt x="21921" y="89360"/>
                    <a:pt x="22769" y="89914"/>
                    <a:pt x="23193" y="90762"/>
                  </a:cubicBezTo>
                  <a:cubicBezTo>
                    <a:pt x="28510" y="101331"/>
                    <a:pt x="39177" y="107888"/>
                    <a:pt x="50985" y="107888"/>
                  </a:cubicBezTo>
                  <a:cubicBezTo>
                    <a:pt x="62696" y="107888"/>
                    <a:pt x="73656" y="101103"/>
                    <a:pt x="78842" y="90567"/>
                  </a:cubicBezTo>
                  <a:cubicBezTo>
                    <a:pt x="79201" y="89849"/>
                    <a:pt x="80049" y="89360"/>
                    <a:pt x="80897" y="89360"/>
                  </a:cubicBezTo>
                  <a:cubicBezTo>
                    <a:pt x="81746" y="89360"/>
                    <a:pt x="82463" y="89751"/>
                    <a:pt x="82887" y="90469"/>
                  </a:cubicBezTo>
                  <a:cubicBezTo>
                    <a:pt x="83344" y="91154"/>
                    <a:pt x="83377" y="91969"/>
                    <a:pt x="83018" y="92687"/>
                  </a:cubicBezTo>
                  <a:cubicBezTo>
                    <a:pt x="77929" y="102897"/>
                    <a:pt x="68208" y="110139"/>
                    <a:pt x="56987" y="112063"/>
                  </a:cubicBezTo>
                  <a:lnTo>
                    <a:pt x="56889" y="112063"/>
                  </a:lnTo>
                  <a:cubicBezTo>
                    <a:pt x="54704" y="112292"/>
                    <a:pt x="53040" y="114118"/>
                    <a:pt x="53040" y="116304"/>
                  </a:cubicBezTo>
                  <a:lnTo>
                    <a:pt x="53073" y="156491"/>
                  </a:lnTo>
                  <a:cubicBezTo>
                    <a:pt x="53073" y="179521"/>
                    <a:pt x="71796" y="198245"/>
                    <a:pt x="94793" y="198245"/>
                  </a:cubicBezTo>
                  <a:lnTo>
                    <a:pt x="108983" y="198245"/>
                  </a:lnTo>
                  <a:cubicBezTo>
                    <a:pt x="131980" y="198245"/>
                    <a:pt x="150704" y="179521"/>
                    <a:pt x="150704" y="156491"/>
                  </a:cubicBezTo>
                  <a:lnTo>
                    <a:pt x="150704" y="99668"/>
                  </a:lnTo>
                  <a:cubicBezTo>
                    <a:pt x="150704" y="97971"/>
                    <a:pt x="149334" y="96601"/>
                    <a:pt x="147670" y="96601"/>
                  </a:cubicBezTo>
                  <a:cubicBezTo>
                    <a:pt x="145974" y="96601"/>
                    <a:pt x="144604" y="97971"/>
                    <a:pt x="144604" y="99668"/>
                  </a:cubicBezTo>
                  <a:lnTo>
                    <a:pt x="144604" y="156491"/>
                  </a:lnTo>
                  <a:cubicBezTo>
                    <a:pt x="144604" y="176129"/>
                    <a:pt x="128620" y="192112"/>
                    <a:pt x="108983" y="192112"/>
                  </a:cubicBezTo>
                  <a:lnTo>
                    <a:pt x="94793" y="192112"/>
                  </a:lnTo>
                  <a:cubicBezTo>
                    <a:pt x="75156" y="192112"/>
                    <a:pt x="59173" y="176129"/>
                    <a:pt x="59173" y="156491"/>
                  </a:cubicBezTo>
                  <a:lnTo>
                    <a:pt x="59173" y="117870"/>
                  </a:lnTo>
                  <a:cubicBezTo>
                    <a:pt x="71829" y="115325"/>
                    <a:pt x="82724" y="107007"/>
                    <a:pt x="88498" y="95427"/>
                  </a:cubicBezTo>
                  <a:cubicBezTo>
                    <a:pt x="89803" y="92785"/>
                    <a:pt x="89640" y="89751"/>
                    <a:pt x="88106" y="87240"/>
                  </a:cubicBezTo>
                  <a:cubicBezTo>
                    <a:pt x="87650" y="86522"/>
                    <a:pt x="87095" y="85869"/>
                    <a:pt x="86443" y="85315"/>
                  </a:cubicBezTo>
                  <a:cubicBezTo>
                    <a:pt x="86573" y="84793"/>
                    <a:pt x="86704" y="84271"/>
                    <a:pt x="86802" y="83749"/>
                  </a:cubicBezTo>
                  <a:lnTo>
                    <a:pt x="100274" y="30872"/>
                  </a:lnTo>
                  <a:cubicBezTo>
                    <a:pt x="100306" y="30840"/>
                    <a:pt x="100306" y="30775"/>
                    <a:pt x="100306" y="30709"/>
                  </a:cubicBezTo>
                  <a:cubicBezTo>
                    <a:pt x="101970" y="22163"/>
                    <a:pt x="96620" y="13877"/>
                    <a:pt x="88204" y="11822"/>
                  </a:cubicBezTo>
                  <a:lnTo>
                    <a:pt x="83996" y="10811"/>
                  </a:lnTo>
                  <a:cubicBezTo>
                    <a:pt x="83442" y="8528"/>
                    <a:pt x="81941" y="6277"/>
                    <a:pt x="79593" y="4320"/>
                  </a:cubicBezTo>
                  <a:cubicBezTo>
                    <a:pt x="76853" y="2036"/>
                    <a:pt x="73427" y="438"/>
                    <a:pt x="70329" y="79"/>
                  </a:cubicBezTo>
                  <a:cubicBezTo>
                    <a:pt x="69869" y="27"/>
                    <a:pt x="69413" y="1"/>
                    <a:pt x="68961" y="1"/>
                  </a:cubicBezTo>
                  <a:cubicBezTo>
                    <a:pt x="62965" y="1"/>
                    <a:pt x="57780" y="4518"/>
                    <a:pt x="57052" y="10615"/>
                  </a:cubicBezTo>
                  <a:cubicBezTo>
                    <a:pt x="56302" y="17172"/>
                    <a:pt x="61032" y="23141"/>
                    <a:pt x="67588" y="23892"/>
                  </a:cubicBezTo>
                  <a:cubicBezTo>
                    <a:pt x="68078" y="23957"/>
                    <a:pt x="68600" y="23990"/>
                    <a:pt x="69154" y="23990"/>
                  </a:cubicBezTo>
                  <a:cubicBezTo>
                    <a:pt x="71862" y="23990"/>
                    <a:pt x="74895" y="23239"/>
                    <a:pt x="77538" y="21902"/>
                  </a:cubicBezTo>
                  <a:cubicBezTo>
                    <a:pt x="80147" y="20597"/>
                    <a:pt x="82039" y="18868"/>
                    <a:pt x="83148" y="16911"/>
                  </a:cubicBezTo>
                  <a:lnTo>
                    <a:pt x="86736" y="17759"/>
                  </a:lnTo>
                  <a:cubicBezTo>
                    <a:pt x="91988" y="19064"/>
                    <a:pt x="95315" y="24185"/>
                    <a:pt x="94337" y="29470"/>
                  </a:cubicBezTo>
                  <a:lnTo>
                    <a:pt x="80865" y="82314"/>
                  </a:lnTo>
                  <a:cubicBezTo>
                    <a:pt x="80832" y="82379"/>
                    <a:pt x="80832" y="82444"/>
                    <a:pt x="80800" y="82510"/>
                  </a:cubicBezTo>
                  <a:cubicBezTo>
                    <a:pt x="80767" y="82771"/>
                    <a:pt x="80702" y="82999"/>
                    <a:pt x="80669" y="83260"/>
                  </a:cubicBezTo>
                  <a:cubicBezTo>
                    <a:pt x="77570" y="83325"/>
                    <a:pt x="74732" y="85119"/>
                    <a:pt x="73362" y="87859"/>
                  </a:cubicBezTo>
                  <a:cubicBezTo>
                    <a:pt x="69187" y="96308"/>
                    <a:pt x="60412" y="101755"/>
                    <a:pt x="50985" y="101755"/>
                  </a:cubicBezTo>
                  <a:cubicBezTo>
                    <a:pt x="41493" y="101755"/>
                    <a:pt x="32946" y="96504"/>
                    <a:pt x="28673" y="88022"/>
                  </a:cubicBezTo>
                  <a:cubicBezTo>
                    <a:pt x="27238" y="85184"/>
                    <a:pt x="24400" y="83358"/>
                    <a:pt x="21301" y="83260"/>
                  </a:cubicBezTo>
                  <a:cubicBezTo>
                    <a:pt x="21236" y="82999"/>
                    <a:pt x="21203" y="82771"/>
                    <a:pt x="21138" y="82510"/>
                  </a:cubicBezTo>
                  <a:cubicBezTo>
                    <a:pt x="21138" y="82444"/>
                    <a:pt x="21138" y="82379"/>
                    <a:pt x="21105" y="82314"/>
                  </a:cubicBezTo>
                  <a:lnTo>
                    <a:pt x="7633" y="29470"/>
                  </a:lnTo>
                  <a:cubicBezTo>
                    <a:pt x="6655" y="24185"/>
                    <a:pt x="9982" y="19064"/>
                    <a:pt x="15201" y="17759"/>
                  </a:cubicBezTo>
                  <a:lnTo>
                    <a:pt x="18789" y="16911"/>
                  </a:lnTo>
                  <a:cubicBezTo>
                    <a:pt x="21334" y="21478"/>
                    <a:pt x="27858" y="23990"/>
                    <a:pt x="32848" y="23990"/>
                  </a:cubicBezTo>
                  <a:cubicBezTo>
                    <a:pt x="33370" y="23990"/>
                    <a:pt x="33892" y="23957"/>
                    <a:pt x="34381" y="23892"/>
                  </a:cubicBezTo>
                  <a:cubicBezTo>
                    <a:pt x="40938" y="23141"/>
                    <a:pt x="45668" y="17172"/>
                    <a:pt x="44885" y="10615"/>
                  </a:cubicBezTo>
                  <a:cubicBezTo>
                    <a:pt x="44187" y="4518"/>
                    <a:pt x="38977" y="1"/>
                    <a:pt x="32977" y="1"/>
                  </a:cubicBezTo>
                  <a:close/>
                </a:path>
              </a:pathLst>
            </a:cu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36"/>
            <p:cNvSpPr/>
            <p:nvPr/>
          </p:nvSpPr>
          <p:spPr>
            <a:xfrm>
              <a:off x="4744550" y="1225675"/>
              <a:ext cx="1256700" cy="1255900"/>
            </a:xfrm>
            <a:custGeom>
              <a:rect b="b" l="l" r="r" t="t"/>
              <a:pathLst>
                <a:path extrusionOk="0" h="50236" w="50268">
                  <a:moveTo>
                    <a:pt x="25150" y="6101"/>
                  </a:moveTo>
                  <a:cubicBezTo>
                    <a:pt x="35621" y="6101"/>
                    <a:pt x="44135" y="14647"/>
                    <a:pt x="44135" y="25118"/>
                  </a:cubicBezTo>
                  <a:cubicBezTo>
                    <a:pt x="44135" y="35622"/>
                    <a:pt x="35621" y="44135"/>
                    <a:pt x="25150" y="44135"/>
                  </a:cubicBezTo>
                  <a:cubicBezTo>
                    <a:pt x="14647" y="44135"/>
                    <a:pt x="6133" y="35622"/>
                    <a:pt x="6133" y="25118"/>
                  </a:cubicBezTo>
                  <a:cubicBezTo>
                    <a:pt x="6133" y="14647"/>
                    <a:pt x="14647" y="6101"/>
                    <a:pt x="25150" y="6101"/>
                  </a:cubicBezTo>
                  <a:close/>
                  <a:moveTo>
                    <a:pt x="25150" y="1"/>
                  </a:moveTo>
                  <a:cubicBezTo>
                    <a:pt x="11287" y="1"/>
                    <a:pt x="0" y="11255"/>
                    <a:pt x="0" y="25118"/>
                  </a:cubicBezTo>
                  <a:cubicBezTo>
                    <a:pt x="0" y="38981"/>
                    <a:pt x="11287" y="50235"/>
                    <a:pt x="25150" y="50235"/>
                  </a:cubicBezTo>
                  <a:cubicBezTo>
                    <a:pt x="38981" y="50235"/>
                    <a:pt x="50268" y="38981"/>
                    <a:pt x="50268" y="25118"/>
                  </a:cubicBezTo>
                  <a:cubicBezTo>
                    <a:pt x="50268" y="11255"/>
                    <a:pt x="38981" y="1"/>
                    <a:pt x="25150" y="1"/>
                  </a:cubicBezTo>
                  <a:close/>
                </a:path>
              </a:pathLst>
            </a:cu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36"/>
            <p:cNvSpPr/>
            <p:nvPr/>
          </p:nvSpPr>
          <p:spPr>
            <a:xfrm>
              <a:off x="5081350" y="1562475"/>
              <a:ext cx="583100" cy="582300"/>
            </a:xfrm>
            <a:custGeom>
              <a:rect b="b" l="l" r="r" t="t"/>
              <a:pathLst>
                <a:path extrusionOk="0" h="23292" w="23324">
                  <a:moveTo>
                    <a:pt x="11678" y="6101"/>
                  </a:moveTo>
                  <a:cubicBezTo>
                    <a:pt x="14712" y="6101"/>
                    <a:pt x="17191" y="8612"/>
                    <a:pt x="17191" y="11646"/>
                  </a:cubicBezTo>
                  <a:cubicBezTo>
                    <a:pt x="17191" y="14712"/>
                    <a:pt x="14712" y="17191"/>
                    <a:pt x="11678" y="17191"/>
                  </a:cubicBezTo>
                  <a:cubicBezTo>
                    <a:pt x="8612" y="17191"/>
                    <a:pt x="6133" y="14712"/>
                    <a:pt x="6133" y="11646"/>
                  </a:cubicBezTo>
                  <a:cubicBezTo>
                    <a:pt x="6133" y="8612"/>
                    <a:pt x="8612" y="6101"/>
                    <a:pt x="11678" y="6101"/>
                  </a:cubicBezTo>
                  <a:close/>
                  <a:moveTo>
                    <a:pt x="11678" y="1"/>
                  </a:moveTo>
                  <a:cubicBezTo>
                    <a:pt x="5252" y="1"/>
                    <a:pt x="0" y="5220"/>
                    <a:pt x="0" y="11646"/>
                  </a:cubicBezTo>
                  <a:cubicBezTo>
                    <a:pt x="0" y="18072"/>
                    <a:pt x="5252" y="23291"/>
                    <a:pt x="11678" y="23291"/>
                  </a:cubicBezTo>
                  <a:cubicBezTo>
                    <a:pt x="18104" y="23291"/>
                    <a:pt x="23324" y="18072"/>
                    <a:pt x="23324" y="11646"/>
                  </a:cubicBezTo>
                  <a:cubicBezTo>
                    <a:pt x="23324" y="5220"/>
                    <a:pt x="18104" y="1"/>
                    <a:pt x="11678" y="1"/>
                  </a:cubicBezTo>
                  <a:close/>
                </a:path>
              </a:pathLst>
            </a:custGeom>
            <a:solidFill>
              <a:srgbClr val="925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716" name="Shape 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" name="Google Shape;717;p37"/>
          <p:cNvSpPr txBox="1"/>
          <p:nvPr/>
        </p:nvSpPr>
        <p:spPr>
          <a:xfrm flipH="1">
            <a:off x="3013489" y="-2058153"/>
            <a:ext cx="618300" cy="439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aira Condensed"/>
                <a:ea typeface="Saira Condensed"/>
                <a:cs typeface="Saira Condensed"/>
                <a:sym typeface="Saira Condensed"/>
              </a:rPr>
              <a:t>DAY 1</a:t>
            </a:r>
            <a:endParaRPr>
              <a:solidFill>
                <a:srgbClr val="FFFFFF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  <p:sp>
        <p:nvSpPr>
          <p:cNvPr id="718" name="Google Shape;718;p37"/>
          <p:cNvSpPr txBox="1"/>
          <p:nvPr/>
        </p:nvSpPr>
        <p:spPr>
          <a:xfrm flipH="1">
            <a:off x="3965089" y="-2058153"/>
            <a:ext cx="618300" cy="439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aira Condensed"/>
                <a:ea typeface="Saira Condensed"/>
                <a:cs typeface="Saira Condensed"/>
                <a:sym typeface="Saira Condensed"/>
              </a:rPr>
              <a:t>DAY 2</a:t>
            </a:r>
            <a:endParaRPr>
              <a:solidFill>
                <a:srgbClr val="FFFFFF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  <p:sp>
        <p:nvSpPr>
          <p:cNvPr id="719" name="Google Shape;719;p37"/>
          <p:cNvSpPr txBox="1"/>
          <p:nvPr/>
        </p:nvSpPr>
        <p:spPr>
          <a:xfrm flipH="1">
            <a:off x="4927226" y="-2058153"/>
            <a:ext cx="618300" cy="439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aira Condensed"/>
                <a:ea typeface="Saira Condensed"/>
                <a:cs typeface="Saira Condensed"/>
                <a:sym typeface="Saira Condensed"/>
              </a:rPr>
              <a:t>DAY 3</a:t>
            </a:r>
            <a:endParaRPr>
              <a:solidFill>
                <a:srgbClr val="FFFFFF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  <p:sp>
        <p:nvSpPr>
          <p:cNvPr id="720" name="Google Shape;720;p37"/>
          <p:cNvSpPr txBox="1"/>
          <p:nvPr/>
        </p:nvSpPr>
        <p:spPr>
          <a:xfrm flipH="1">
            <a:off x="5889376" y="-2058153"/>
            <a:ext cx="618300" cy="439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aira Condensed"/>
                <a:ea typeface="Saira Condensed"/>
                <a:cs typeface="Saira Condensed"/>
                <a:sym typeface="Saira Condensed"/>
              </a:rPr>
              <a:t>DAY 4</a:t>
            </a:r>
            <a:endParaRPr>
              <a:solidFill>
                <a:srgbClr val="FFFFFF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  <p:sp>
        <p:nvSpPr>
          <p:cNvPr id="721" name="Google Shape;721;p37"/>
          <p:cNvSpPr txBox="1"/>
          <p:nvPr/>
        </p:nvSpPr>
        <p:spPr>
          <a:xfrm flipH="1">
            <a:off x="6851526" y="-2058153"/>
            <a:ext cx="618300" cy="439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aira Condensed"/>
                <a:ea typeface="Saira Condensed"/>
                <a:cs typeface="Saira Condensed"/>
                <a:sym typeface="Saira Condensed"/>
              </a:rPr>
              <a:t>DAY 5</a:t>
            </a:r>
            <a:endParaRPr>
              <a:solidFill>
                <a:srgbClr val="FFFFFF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  <p:sp>
        <p:nvSpPr>
          <p:cNvPr id="722" name="Google Shape;722;p37"/>
          <p:cNvSpPr txBox="1"/>
          <p:nvPr/>
        </p:nvSpPr>
        <p:spPr>
          <a:xfrm>
            <a:off x="3306375" y="3653138"/>
            <a:ext cx="1630500" cy="426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rPr b="1" lang="es" sz="12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rPr>
              <a:t>1</a:t>
            </a:r>
            <a:r>
              <a:rPr lang="es" sz="12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rPr>
              <a:t>. </a:t>
            </a:r>
            <a:r>
              <a:rPr lang="es" sz="12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rPr>
              <a:t>Jupiter is the biggest planet in our Solar System</a:t>
            </a:r>
            <a:br>
              <a:rPr lang="es" sz="12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rPr>
            </a:br>
            <a:endParaRPr sz="1200">
              <a:solidFill>
                <a:srgbClr val="694C84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723" name="Google Shape;723;p37"/>
          <p:cNvSpPr txBox="1"/>
          <p:nvPr/>
        </p:nvSpPr>
        <p:spPr>
          <a:xfrm>
            <a:off x="6510275" y="2529975"/>
            <a:ext cx="1681200" cy="357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rPr b="1" lang="es" sz="12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rPr>
              <a:t>3</a:t>
            </a:r>
            <a:r>
              <a:rPr lang="es" sz="12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rPr>
              <a:t>. </a:t>
            </a:r>
            <a:r>
              <a:rPr lang="es" sz="12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rPr>
              <a:t>The Sun is the star at the center of the Solar System</a:t>
            </a:r>
            <a:endParaRPr sz="1200">
              <a:solidFill>
                <a:srgbClr val="694C84"/>
              </a:solidFill>
              <a:latin typeface="Abel"/>
              <a:ea typeface="Abel"/>
              <a:cs typeface="Abel"/>
              <a:sym typeface="Abel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694C84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724" name="Google Shape;724;p37"/>
          <p:cNvSpPr txBox="1"/>
          <p:nvPr/>
        </p:nvSpPr>
        <p:spPr>
          <a:xfrm>
            <a:off x="4564501" y="1841750"/>
            <a:ext cx="1630500" cy="3063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rPr>
              <a:t>2</a:t>
            </a:r>
            <a:r>
              <a:rPr lang="es" sz="12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rPr>
              <a:t>. </a:t>
            </a:r>
            <a:r>
              <a:rPr lang="es" sz="12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rPr>
              <a:t>Mercury is the closest  planet to the Sun </a:t>
            </a:r>
            <a:endParaRPr sz="1200">
              <a:solidFill>
                <a:srgbClr val="694C84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725" name="Google Shape;725;p37"/>
          <p:cNvSpPr txBox="1"/>
          <p:nvPr/>
        </p:nvSpPr>
        <p:spPr>
          <a:xfrm>
            <a:off x="5333175" y="3646388"/>
            <a:ext cx="1552200" cy="439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rPr>
              <a:t>4</a:t>
            </a:r>
            <a:r>
              <a:rPr lang="es" sz="12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rPr>
              <a:t>. </a:t>
            </a:r>
            <a:r>
              <a:rPr lang="es" sz="12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rPr>
              <a:t>Despite being red, Mars is a cold place, not hot</a:t>
            </a:r>
            <a:endParaRPr sz="1200">
              <a:solidFill>
                <a:srgbClr val="694C84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726" name="Google Shape;726;p37"/>
          <p:cNvSpPr txBox="1"/>
          <p:nvPr>
            <p:ph type="title"/>
          </p:nvPr>
        </p:nvSpPr>
        <p:spPr>
          <a:xfrm>
            <a:off x="1162800" y="376475"/>
            <a:ext cx="6818400" cy="67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CASE TIMELINE</a:t>
            </a:r>
            <a:endParaRPr/>
          </a:p>
        </p:txBody>
      </p:sp>
      <p:cxnSp>
        <p:nvCxnSpPr>
          <p:cNvPr id="727" name="Google Shape;727;p37"/>
          <p:cNvCxnSpPr/>
          <p:nvPr/>
        </p:nvCxnSpPr>
        <p:spPr>
          <a:xfrm rot="10800000">
            <a:off x="6109289" y="3244900"/>
            <a:ext cx="0" cy="369600"/>
          </a:xfrm>
          <a:prstGeom prst="straightConnector1">
            <a:avLst/>
          </a:prstGeom>
          <a:noFill/>
          <a:ln cap="flat" cmpd="sng" w="19050">
            <a:solidFill>
              <a:srgbClr val="694C84"/>
            </a:solidFill>
            <a:prstDash val="solid"/>
            <a:round/>
            <a:headEnd len="med" w="med" type="oval"/>
            <a:tailEnd len="med" w="med" type="oval"/>
          </a:ln>
        </p:spPr>
      </p:cxnSp>
      <p:cxnSp>
        <p:nvCxnSpPr>
          <p:cNvPr id="728" name="Google Shape;728;p37"/>
          <p:cNvCxnSpPr/>
          <p:nvPr/>
        </p:nvCxnSpPr>
        <p:spPr>
          <a:xfrm>
            <a:off x="6029436" y="2708775"/>
            <a:ext cx="401400" cy="0"/>
          </a:xfrm>
          <a:prstGeom prst="straightConnector1">
            <a:avLst/>
          </a:prstGeom>
          <a:noFill/>
          <a:ln cap="flat" cmpd="sng" w="19050">
            <a:solidFill>
              <a:srgbClr val="694C84"/>
            </a:solidFill>
            <a:prstDash val="solid"/>
            <a:round/>
            <a:headEnd len="med" w="med" type="oval"/>
            <a:tailEnd len="med" w="med" type="oval"/>
          </a:ln>
        </p:spPr>
      </p:cxnSp>
      <p:cxnSp>
        <p:nvCxnSpPr>
          <p:cNvPr id="729" name="Google Shape;729;p37"/>
          <p:cNvCxnSpPr/>
          <p:nvPr/>
        </p:nvCxnSpPr>
        <p:spPr>
          <a:xfrm rot="10800000">
            <a:off x="5386185" y="2199029"/>
            <a:ext cx="0" cy="369600"/>
          </a:xfrm>
          <a:prstGeom prst="straightConnector1">
            <a:avLst/>
          </a:prstGeom>
          <a:noFill/>
          <a:ln cap="flat" cmpd="sng" w="19050">
            <a:solidFill>
              <a:srgbClr val="694C84"/>
            </a:solidFill>
            <a:prstDash val="solid"/>
            <a:round/>
            <a:headEnd len="med" w="med" type="oval"/>
            <a:tailEnd len="med" w="med" type="oval"/>
          </a:ln>
        </p:spPr>
      </p:cxnSp>
      <p:cxnSp>
        <p:nvCxnSpPr>
          <p:cNvPr id="730" name="Google Shape;730;p37"/>
          <p:cNvCxnSpPr/>
          <p:nvPr/>
        </p:nvCxnSpPr>
        <p:spPr>
          <a:xfrm rot="10800000">
            <a:off x="4121618" y="3244900"/>
            <a:ext cx="0" cy="369600"/>
          </a:xfrm>
          <a:prstGeom prst="straightConnector1">
            <a:avLst/>
          </a:prstGeom>
          <a:noFill/>
          <a:ln cap="flat" cmpd="sng" w="19050">
            <a:solidFill>
              <a:srgbClr val="694C84"/>
            </a:solidFill>
            <a:prstDash val="solid"/>
            <a:round/>
            <a:headEnd len="med" w="med" type="oval"/>
            <a:tailEnd len="med" w="med" type="oval"/>
          </a:ln>
        </p:spPr>
      </p:cxn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734" name="Shape 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5" name="Google Shape;735;p38"/>
          <p:cNvSpPr txBox="1"/>
          <p:nvPr>
            <p:ph type="title"/>
          </p:nvPr>
        </p:nvSpPr>
        <p:spPr>
          <a:xfrm>
            <a:off x="1162800" y="376475"/>
            <a:ext cx="6818400" cy="67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CONCLUSIONS</a:t>
            </a:r>
            <a:endParaRPr sz="2800"/>
          </a:p>
        </p:txBody>
      </p:sp>
      <p:sp>
        <p:nvSpPr>
          <p:cNvPr id="736" name="Google Shape;736;p38"/>
          <p:cNvSpPr txBox="1"/>
          <p:nvPr>
            <p:ph idx="1" type="subTitle"/>
          </p:nvPr>
        </p:nvSpPr>
        <p:spPr>
          <a:xfrm>
            <a:off x="4806225" y="1927750"/>
            <a:ext cx="3069600" cy="178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 sz="1200"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740" name="Shape 7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1" name="Google Shape;741;p39"/>
          <p:cNvSpPr txBox="1"/>
          <p:nvPr>
            <p:ph idx="4294967295" type="body"/>
          </p:nvPr>
        </p:nvSpPr>
        <p:spPr>
          <a:xfrm>
            <a:off x="2459400" y="1871113"/>
            <a:ext cx="42252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ctr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s"/>
              <a:t>AUTHOR (YEAR). </a:t>
            </a:r>
            <a:r>
              <a:rPr i="1" lang="es"/>
              <a:t>Title of the publication</a:t>
            </a:r>
            <a:r>
              <a:rPr lang="es"/>
              <a:t>. Publisher</a:t>
            </a:r>
            <a:endParaRPr/>
          </a:p>
        </p:txBody>
      </p:sp>
      <p:sp>
        <p:nvSpPr>
          <p:cNvPr id="742" name="Google Shape;742;p39"/>
          <p:cNvSpPr txBox="1"/>
          <p:nvPr>
            <p:ph idx="4294967295" type="body"/>
          </p:nvPr>
        </p:nvSpPr>
        <p:spPr>
          <a:xfrm>
            <a:off x="2459400" y="2213828"/>
            <a:ext cx="42252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ctr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s"/>
              <a:t>AUTHOR (YEAR). </a:t>
            </a:r>
            <a:r>
              <a:rPr i="1" lang="es"/>
              <a:t>Title of the publication</a:t>
            </a:r>
            <a:r>
              <a:rPr lang="es"/>
              <a:t>. Publisher</a:t>
            </a:r>
            <a:endParaRPr/>
          </a:p>
        </p:txBody>
      </p:sp>
      <p:sp>
        <p:nvSpPr>
          <p:cNvPr id="743" name="Google Shape;743;p39"/>
          <p:cNvSpPr txBox="1"/>
          <p:nvPr>
            <p:ph idx="4294967295" type="body"/>
          </p:nvPr>
        </p:nvSpPr>
        <p:spPr>
          <a:xfrm>
            <a:off x="2459400" y="2556543"/>
            <a:ext cx="42252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ctr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s"/>
              <a:t>AUTHOR (YEAR). </a:t>
            </a:r>
            <a:r>
              <a:rPr i="1" lang="es"/>
              <a:t>Title of the publication</a:t>
            </a:r>
            <a:r>
              <a:rPr lang="es"/>
              <a:t>. Publisher</a:t>
            </a:r>
            <a:endParaRPr/>
          </a:p>
        </p:txBody>
      </p:sp>
      <p:sp>
        <p:nvSpPr>
          <p:cNvPr id="744" name="Google Shape;744;p39"/>
          <p:cNvSpPr txBox="1"/>
          <p:nvPr>
            <p:ph idx="4294967295" type="body"/>
          </p:nvPr>
        </p:nvSpPr>
        <p:spPr>
          <a:xfrm>
            <a:off x="2459400" y="2899258"/>
            <a:ext cx="42252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ctr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s"/>
              <a:t>AUTHOR (YEAR). </a:t>
            </a:r>
            <a:r>
              <a:rPr i="1" lang="es"/>
              <a:t>Title of the publication</a:t>
            </a:r>
            <a:r>
              <a:rPr lang="es"/>
              <a:t>. Publisher</a:t>
            </a:r>
            <a:endParaRPr/>
          </a:p>
        </p:txBody>
      </p:sp>
      <p:sp>
        <p:nvSpPr>
          <p:cNvPr id="745" name="Google Shape;745;p39"/>
          <p:cNvSpPr txBox="1"/>
          <p:nvPr>
            <p:ph idx="4294967295" type="body"/>
          </p:nvPr>
        </p:nvSpPr>
        <p:spPr>
          <a:xfrm>
            <a:off x="2459400" y="3241973"/>
            <a:ext cx="42252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ctr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s"/>
              <a:t>AUTHOR (YEAR). </a:t>
            </a:r>
            <a:r>
              <a:rPr i="1" lang="es"/>
              <a:t>Title of the publication</a:t>
            </a:r>
            <a:r>
              <a:rPr lang="es"/>
              <a:t>. Publisher</a:t>
            </a:r>
            <a:endParaRPr/>
          </a:p>
        </p:txBody>
      </p:sp>
      <p:sp>
        <p:nvSpPr>
          <p:cNvPr id="746" name="Google Shape;746;p39"/>
          <p:cNvSpPr txBox="1"/>
          <p:nvPr>
            <p:ph idx="4294967295" type="body"/>
          </p:nvPr>
        </p:nvSpPr>
        <p:spPr>
          <a:xfrm>
            <a:off x="2459400" y="3584688"/>
            <a:ext cx="42252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ctr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s"/>
              <a:t>AUTHOR (YEAR). </a:t>
            </a:r>
            <a:r>
              <a:rPr i="1" lang="es"/>
              <a:t>Title of the publication</a:t>
            </a:r>
            <a:r>
              <a:rPr lang="es"/>
              <a:t>. Publisher</a:t>
            </a:r>
            <a:endParaRPr/>
          </a:p>
        </p:txBody>
      </p:sp>
      <p:sp>
        <p:nvSpPr>
          <p:cNvPr id="747" name="Google Shape;747;p39"/>
          <p:cNvSpPr txBox="1"/>
          <p:nvPr>
            <p:ph type="title"/>
          </p:nvPr>
        </p:nvSpPr>
        <p:spPr>
          <a:xfrm>
            <a:off x="1162800" y="376475"/>
            <a:ext cx="6818400" cy="67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REFERENCES</a:t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751" name="Shape 7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2" name="Google Shape;752;p40"/>
          <p:cNvSpPr txBox="1"/>
          <p:nvPr>
            <p:ph type="title"/>
          </p:nvPr>
        </p:nvSpPr>
        <p:spPr>
          <a:xfrm>
            <a:off x="1162800" y="376475"/>
            <a:ext cx="6818400" cy="67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TEAM</a:t>
            </a:r>
            <a:endParaRPr/>
          </a:p>
        </p:txBody>
      </p:sp>
      <p:sp>
        <p:nvSpPr>
          <p:cNvPr id="753" name="Google Shape;753;p40"/>
          <p:cNvSpPr txBox="1"/>
          <p:nvPr/>
        </p:nvSpPr>
        <p:spPr>
          <a:xfrm>
            <a:off x="5067425" y="1654475"/>
            <a:ext cx="2176200" cy="603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rPr>
              <a:t>You can replace the image on the screen with your own</a:t>
            </a:r>
            <a:endParaRPr sz="1200">
              <a:solidFill>
                <a:srgbClr val="694C84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754" name="Google Shape;754;p40"/>
          <p:cNvSpPr txBox="1"/>
          <p:nvPr/>
        </p:nvSpPr>
        <p:spPr>
          <a:xfrm>
            <a:off x="1817250" y="1658650"/>
            <a:ext cx="2176200" cy="603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694C84"/>
                </a:solidFill>
                <a:latin typeface="Abel"/>
                <a:ea typeface="Abel"/>
                <a:cs typeface="Abel"/>
                <a:sym typeface="Abel"/>
              </a:rPr>
              <a:t>You can replace the image on the screen with your own</a:t>
            </a:r>
            <a:endParaRPr sz="1200">
              <a:solidFill>
                <a:srgbClr val="694C84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755" name="Google Shape;755;p40"/>
          <p:cNvSpPr txBox="1"/>
          <p:nvPr/>
        </p:nvSpPr>
        <p:spPr>
          <a:xfrm>
            <a:off x="1964700" y="1347420"/>
            <a:ext cx="1881300" cy="428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694C84"/>
                </a:solidFill>
                <a:latin typeface="Josefin Sans"/>
                <a:ea typeface="Josefin Sans"/>
                <a:cs typeface="Josefin Sans"/>
                <a:sym typeface="Josefin Sans"/>
              </a:rPr>
              <a:t>Dr. </a:t>
            </a:r>
            <a:r>
              <a:rPr b="1" lang="es">
                <a:solidFill>
                  <a:srgbClr val="694C84"/>
                </a:solidFill>
                <a:latin typeface="Josefin Sans"/>
                <a:ea typeface="Josefin Sans"/>
                <a:cs typeface="Josefin Sans"/>
                <a:sym typeface="Josefin Sans"/>
              </a:rPr>
              <a:t>Jenna Doe</a:t>
            </a:r>
            <a:endParaRPr b="1">
              <a:solidFill>
                <a:srgbClr val="694C84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756" name="Google Shape;756;p40"/>
          <p:cNvSpPr txBox="1"/>
          <p:nvPr/>
        </p:nvSpPr>
        <p:spPr>
          <a:xfrm>
            <a:off x="5176900" y="1347421"/>
            <a:ext cx="1881300" cy="428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694C84"/>
                </a:solidFill>
                <a:latin typeface="Josefin Sans"/>
                <a:ea typeface="Josefin Sans"/>
                <a:cs typeface="Josefin Sans"/>
                <a:sym typeface="Josefin Sans"/>
              </a:rPr>
              <a:t>Dr. </a:t>
            </a:r>
            <a:r>
              <a:rPr b="1" lang="es">
                <a:solidFill>
                  <a:srgbClr val="694C84"/>
                </a:solidFill>
                <a:latin typeface="Josefin Sans"/>
                <a:ea typeface="Josefin Sans"/>
                <a:cs typeface="Josefin Sans"/>
                <a:sym typeface="Josefin Sans"/>
              </a:rPr>
              <a:t>John Patterson</a:t>
            </a:r>
            <a:endParaRPr b="1">
              <a:solidFill>
                <a:srgbClr val="694C84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760" name="Shape 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1" name="Google Shape;761;p41"/>
          <p:cNvSpPr txBox="1"/>
          <p:nvPr>
            <p:ph type="ctrTitle"/>
          </p:nvPr>
        </p:nvSpPr>
        <p:spPr>
          <a:xfrm>
            <a:off x="1330375" y="373525"/>
            <a:ext cx="64833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</a:t>
            </a:r>
            <a:endParaRPr/>
          </a:p>
        </p:txBody>
      </p:sp>
      <p:sp>
        <p:nvSpPr>
          <p:cNvPr id="762" name="Google Shape;762;p41"/>
          <p:cNvSpPr txBox="1"/>
          <p:nvPr>
            <p:ph idx="1" type="subTitle"/>
          </p:nvPr>
        </p:nvSpPr>
        <p:spPr>
          <a:xfrm>
            <a:off x="3195033" y="2352565"/>
            <a:ext cx="2754000" cy="71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694C84"/>
                </a:solidFill>
              </a:rPr>
              <a:t>Does anyone have any questions?</a:t>
            </a:r>
            <a:endParaRPr>
              <a:solidFill>
                <a:srgbClr val="694C84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694C84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694C84"/>
                </a:solidFill>
              </a:rPr>
              <a:t>addyouremail@freepik.com </a:t>
            </a:r>
            <a:endParaRPr>
              <a:solidFill>
                <a:srgbClr val="694C84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694C84"/>
                </a:solidFill>
              </a:rPr>
              <a:t>+91  620 421 838 </a:t>
            </a:r>
            <a:endParaRPr>
              <a:solidFill>
                <a:srgbClr val="694C84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94C84"/>
                </a:solidFill>
              </a:rPr>
              <a:t>yourcompany.com</a:t>
            </a:r>
            <a:endParaRPr>
              <a:solidFill>
                <a:srgbClr val="694C84"/>
              </a:solidFill>
            </a:endParaRPr>
          </a:p>
        </p:txBody>
      </p:sp>
      <p:sp>
        <p:nvSpPr>
          <p:cNvPr id="763" name="Google Shape;763;p41"/>
          <p:cNvSpPr/>
          <p:nvPr/>
        </p:nvSpPr>
        <p:spPr>
          <a:xfrm>
            <a:off x="4763858" y="3197117"/>
            <a:ext cx="182832" cy="174605"/>
          </a:xfrm>
          <a:custGeom>
            <a:rect b="b" l="l" r="r" t="t"/>
            <a:pathLst>
              <a:path extrusionOk="0" h="37269" w="39025">
                <a:moveTo>
                  <a:pt x="4748" y="1"/>
                </a:moveTo>
                <a:cubicBezTo>
                  <a:pt x="1887" y="1"/>
                  <a:pt x="1" y="1919"/>
                  <a:pt x="1" y="4358"/>
                </a:cubicBezTo>
                <a:cubicBezTo>
                  <a:pt x="1" y="6797"/>
                  <a:pt x="1757" y="8683"/>
                  <a:pt x="4618" y="8683"/>
                </a:cubicBezTo>
                <a:lnTo>
                  <a:pt x="4748" y="8683"/>
                </a:lnTo>
                <a:cubicBezTo>
                  <a:pt x="7578" y="8683"/>
                  <a:pt x="9366" y="6797"/>
                  <a:pt x="9366" y="4358"/>
                </a:cubicBezTo>
                <a:cubicBezTo>
                  <a:pt x="9366" y="1919"/>
                  <a:pt x="7578" y="1"/>
                  <a:pt x="4748" y="1"/>
                </a:cubicBezTo>
                <a:close/>
                <a:moveTo>
                  <a:pt x="553" y="12196"/>
                </a:moveTo>
                <a:lnTo>
                  <a:pt x="553" y="37268"/>
                </a:lnTo>
                <a:lnTo>
                  <a:pt x="8813" y="37268"/>
                </a:lnTo>
                <a:lnTo>
                  <a:pt x="8813" y="12196"/>
                </a:lnTo>
                <a:close/>
                <a:moveTo>
                  <a:pt x="29398" y="11545"/>
                </a:moveTo>
                <a:cubicBezTo>
                  <a:pt x="24943" y="11545"/>
                  <a:pt x="22894" y="13984"/>
                  <a:pt x="21821" y="15740"/>
                </a:cubicBezTo>
                <a:lnTo>
                  <a:pt x="21821" y="12196"/>
                </a:lnTo>
                <a:lnTo>
                  <a:pt x="13561" y="12196"/>
                </a:lnTo>
                <a:lnTo>
                  <a:pt x="13561" y="37268"/>
                </a:lnTo>
                <a:lnTo>
                  <a:pt x="21821" y="37268"/>
                </a:lnTo>
                <a:lnTo>
                  <a:pt x="21821" y="23187"/>
                </a:lnTo>
                <a:cubicBezTo>
                  <a:pt x="21821" y="22504"/>
                  <a:pt x="21951" y="21691"/>
                  <a:pt x="22081" y="21138"/>
                </a:cubicBezTo>
                <a:cubicBezTo>
                  <a:pt x="22764" y="19675"/>
                  <a:pt x="24130" y="18179"/>
                  <a:pt x="26439" y="18179"/>
                </a:cubicBezTo>
                <a:cubicBezTo>
                  <a:pt x="29398" y="18179"/>
                  <a:pt x="30634" y="20488"/>
                  <a:pt x="30634" y="23870"/>
                </a:cubicBezTo>
                <a:lnTo>
                  <a:pt x="30634" y="37268"/>
                </a:lnTo>
                <a:lnTo>
                  <a:pt x="39024" y="37268"/>
                </a:lnTo>
                <a:lnTo>
                  <a:pt x="39024" y="22927"/>
                </a:lnTo>
                <a:cubicBezTo>
                  <a:pt x="39024" y="15187"/>
                  <a:pt x="34959" y="11545"/>
                  <a:pt x="29398" y="11545"/>
                </a:cubicBezTo>
                <a:close/>
              </a:path>
            </a:pathLst>
          </a:custGeom>
          <a:solidFill>
            <a:srgbClr val="694C8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4" name="Google Shape;764;p41"/>
          <p:cNvSpPr/>
          <p:nvPr/>
        </p:nvSpPr>
        <p:spPr>
          <a:xfrm>
            <a:off x="4426195" y="3231552"/>
            <a:ext cx="203223" cy="140196"/>
          </a:xfrm>
          <a:custGeom>
            <a:rect b="b" l="l" r="r" t="t"/>
            <a:pathLst>
              <a:path extrusionOk="0" h="26922" w="39025">
                <a:moveTo>
                  <a:pt x="27350" y="0"/>
                </a:moveTo>
                <a:lnTo>
                  <a:pt x="27350" y="0"/>
                </a:lnTo>
                <a:cubicBezTo>
                  <a:pt x="26197" y="125"/>
                  <a:pt x="25134" y="638"/>
                  <a:pt x="24332" y="1395"/>
                </a:cubicBezTo>
                <a:lnTo>
                  <a:pt x="24332" y="1395"/>
                </a:lnTo>
                <a:cubicBezTo>
                  <a:pt x="24579" y="1133"/>
                  <a:pt x="24781" y="747"/>
                  <a:pt x="24781" y="261"/>
                </a:cubicBezTo>
                <a:lnTo>
                  <a:pt x="24781" y="261"/>
                </a:lnTo>
                <a:cubicBezTo>
                  <a:pt x="21951" y="2179"/>
                  <a:pt x="20163" y="6114"/>
                  <a:pt x="18700" y="9756"/>
                </a:cubicBezTo>
                <a:cubicBezTo>
                  <a:pt x="17594" y="8683"/>
                  <a:pt x="16651" y="7870"/>
                  <a:pt x="15838" y="7447"/>
                </a:cubicBezTo>
                <a:cubicBezTo>
                  <a:pt x="13269" y="6114"/>
                  <a:pt x="10407" y="4748"/>
                  <a:pt x="5822" y="2992"/>
                </a:cubicBezTo>
                <a:lnTo>
                  <a:pt x="5822" y="2992"/>
                </a:lnTo>
                <a:cubicBezTo>
                  <a:pt x="5692" y="4488"/>
                  <a:pt x="6505" y="6504"/>
                  <a:pt x="9074" y="7870"/>
                </a:cubicBezTo>
                <a:cubicBezTo>
                  <a:pt x="8521" y="7870"/>
                  <a:pt x="7578" y="8000"/>
                  <a:pt x="6765" y="8130"/>
                </a:cubicBezTo>
                <a:cubicBezTo>
                  <a:pt x="7025" y="9886"/>
                  <a:pt x="8131" y="11382"/>
                  <a:pt x="11090" y="12065"/>
                </a:cubicBezTo>
                <a:cubicBezTo>
                  <a:pt x="9757" y="12195"/>
                  <a:pt x="9074" y="12455"/>
                  <a:pt x="8391" y="13138"/>
                </a:cubicBezTo>
                <a:cubicBezTo>
                  <a:pt x="9015" y="14268"/>
                  <a:pt x="10320" y="15480"/>
                  <a:pt x="12602" y="15480"/>
                </a:cubicBezTo>
                <a:cubicBezTo>
                  <a:pt x="12816" y="15480"/>
                  <a:pt x="13038" y="15469"/>
                  <a:pt x="13269" y="15447"/>
                </a:cubicBezTo>
                <a:lnTo>
                  <a:pt x="13269" y="15447"/>
                </a:lnTo>
                <a:cubicBezTo>
                  <a:pt x="10330" y="16733"/>
                  <a:pt x="11829" y="18855"/>
                  <a:pt x="14050" y="18855"/>
                </a:cubicBezTo>
                <a:cubicBezTo>
                  <a:pt x="14188" y="18855"/>
                  <a:pt x="14329" y="18846"/>
                  <a:pt x="14472" y="18829"/>
                </a:cubicBezTo>
                <a:lnTo>
                  <a:pt x="14472" y="18829"/>
                </a:lnTo>
                <a:cubicBezTo>
                  <a:pt x="12352" y="20949"/>
                  <a:pt x="9610" y="21931"/>
                  <a:pt x="6946" y="21931"/>
                </a:cubicBezTo>
                <a:cubicBezTo>
                  <a:pt x="4337" y="21931"/>
                  <a:pt x="1803" y="20990"/>
                  <a:pt x="1" y="19252"/>
                </a:cubicBezTo>
                <a:lnTo>
                  <a:pt x="1" y="19252"/>
                </a:lnTo>
                <a:cubicBezTo>
                  <a:pt x="3943" y="24613"/>
                  <a:pt x="9785" y="26921"/>
                  <a:pt x="15554" y="26921"/>
                </a:cubicBezTo>
                <a:cubicBezTo>
                  <a:pt x="24064" y="26921"/>
                  <a:pt x="32416" y="21899"/>
                  <a:pt x="34276" y="14244"/>
                </a:cubicBezTo>
                <a:cubicBezTo>
                  <a:pt x="36715" y="14244"/>
                  <a:pt x="38049" y="13431"/>
                  <a:pt x="39024" y="12455"/>
                </a:cubicBezTo>
                <a:lnTo>
                  <a:pt x="39024" y="12455"/>
                </a:lnTo>
                <a:cubicBezTo>
                  <a:pt x="38637" y="12538"/>
                  <a:pt x="38195" y="12574"/>
                  <a:pt x="37736" y="12574"/>
                </a:cubicBezTo>
                <a:cubicBezTo>
                  <a:pt x="36575" y="12574"/>
                  <a:pt x="35306" y="12345"/>
                  <a:pt x="34537" y="12065"/>
                </a:cubicBezTo>
                <a:cubicBezTo>
                  <a:pt x="36715" y="11805"/>
                  <a:pt x="38211" y="10829"/>
                  <a:pt x="38732" y="9496"/>
                </a:cubicBezTo>
                <a:lnTo>
                  <a:pt x="38732" y="9496"/>
                </a:lnTo>
                <a:cubicBezTo>
                  <a:pt x="38222" y="9787"/>
                  <a:pt x="36737" y="10168"/>
                  <a:pt x="35462" y="10168"/>
                </a:cubicBezTo>
                <a:cubicBezTo>
                  <a:pt x="35026" y="10168"/>
                  <a:pt x="34616" y="10124"/>
                  <a:pt x="34276" y="10016"/>
                </a:cubicBezTo>
                <a:cubicBezTo>
                  <a:pt x="34146" y="9626"/>
                  <a:pt x="33984" y="9366"/>
                  <a:pt x="33984" y="9073"/>
                </a:cubicBezTo>
                <a:cubicBezTo>
                  <a:pt x="32954" y="5454"/>
                  <a:pt x="29680" y="2554"/>
                  <a:pt x="26171" y="2554"/>
                </a:cubicBezTo>
                <a:cubicBezTo>
                  <a:pt x="26022" y="2554"/>
                  <a:pt x="25873" y="2559"/>
                  <a:pt x="25724" y="2569"/>
                </a:cubicBezTo>
                <a:cubicBezTo>
                  <a:pt x="26016" y="2439"/>
                  <a:pt x="26277" y="2439"/>
                  <a:pt x="26667" y="2309"/>
                </a:cubicBezTo>
                <a:cubicBezTo>
                  <a:pt x="27090" y="2179"/>
                  <a:pt x="29398" y="1757"/>
                  <a:pt x="28976" y="944"/>
                </a:cubicBezTo>
                <a:cubicBezTo>
                  <a:pt x="28917" y="759"/>
                  <a:pt x="28724" y="687"/>
                  <a:pt x="28453" y="687"/>
                </a:cubicBezTo>
                <a:cubicBezTo>
                  <a:pt x="27531" y="687"/>
                  <a:pt x="25706" y="1526"/>
                  <a:pt x="25203" y="1626"/>
                </a:cubicBezTo>
                <a:cubicBezTo>
                  <a:pt x="26016" y="1366"/>
                  <a:pt x="27220" y="944"/>
                  <a:pt x="27350" y="0"/>
                </a:cubicBezTo>
                <a:close/>
              </a:path>
            </a:pathLst>
          </a:custGeom>
          <a:solidFill>
            <a:srgbClr val="694C8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5" name="Google Shape;765;p41"/>
          <p:cNvSpPr/>
          <p:nvPr/>
        </p:nvSpPr>
        <p:spPr>
          <a:xfrm>
            <a:off x="4197275" y="3168525"/>
            <a:ext cx="94501" cy="203223"/>
          </a:xfrm>
          <a:custGeom>
            <a:rect b="b" l="l" r="r" t="t"/>
            <a:pathLst>
              <a:path extrusionOk="0" h="39025" w="18147">
                <a:moveTo>
                  <a:pt x="12195" y="1"/>
                </a:moveTo>
                <a:cubicBezTo>
                  <a:pt x="3805" y="1"/>
                  <a:pt x="3935" y="6635"/>
                  <a:pt x="3935" y="7578"/>
                </a:cubicBezTo>
                <a:lnTo>
                  <a:pt x="3935" y="12878"/>
                </a:lnTo>
                <a:lnTo>
                  <a:pt x="0" y="12878"/>
                </a:lnTo>
                <a:lnTo>
                  <a:pt x="0" y="19512"/>
                </a:lnTo>
                <a:lnTo>
                  <a:pt x="3935" y="19512"/>
                </a:lnTo>
                <a:lnTo>
                  <a:pt x="3935" y="39024"/>
                </a:lnTo>
                <a:lnTo>
                  <a:pt x="12065" y="39024"/>
                </a:lnTo>
                <a:lnTo>
                  <a:pt x="12065" y="19512"/>
                </a:lnTo>
                <a:lnTo>
                  <a:pt x="17496" y="19512"/>
                </a:lnTo>
                <a:cubicBezTo>
                  <a:pt x="17496" y="19512"/>
                  <a:pt x="18016" y="16390"/>
                  <a:pt x="18146" y="12878"/>
                </a:cubicBezTo>
                <a:lnTo>
                  <a:pt x="12065" y="12878"/>
                </a:lnTo>
                <a:lnTo>
                  <a:pt x="12065" y="8391"/>
                </a:lnTo>
                <a:cubicBezTo>
                  <a:pt x="12065" y="7740"/>
                  <a:pt x="12878" y="6765"/>
                  <a:pt x="13821" y="6765"/>
                </a:cubicBezTo>
                <a:lnTo>
                  <a:pt x="18146" y="6765"/>
                </a:lnTo>
                <a:lnTo>
                  <a:pt x="18146" y="1"/>
                </a:lnTo>
                <a:close/>
              </a:path>
            </a:pathLst>
          </a:custGeom>
          <a:solidFill>
            <a:srgbClr val="694C8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0D1E0"/>
        </a:solidFill>
      </p:bgPr>
    </p:bg>
    <p:spTree>
      <p:nvGrpSpPr>
        <p:cNvPr id="769" name="Shape 7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0" name="Google Shape;770;p42"/>
          <p:cNvSpPr txBox="1"/>
          <p:nvPr>
            <p:ph idx="1" type="subTitle"/>
          </p:nvPr>
        </p:nvSpPr>
        <p:spPr>
          <a:xfrm>
            <a:off x="981625" y="1700675"/>
            <a:ext cx="6951300" cy="2302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694C84"/>
                </a:solidFill>
              </a:rPr>
              <a:t>This is where you give credit to the ones who are part of this project.</a:t>
            </a:r>
            <a:endParaRPr sz="1200">
              <a:solidFill>
                <a:srgbClr val="694C84"/>
              </a:solidFill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694C84"/>
                </a:solidFill>
              </a:rPr>
              <a:t>Did you like the resources on this template? Get them for free at our other websites.</a:t>
            </a:r>
            <a:endParaRPr sz="1200">
              <a:solidFill>
                <a:srgbClr val="694C84"/>
              </a:solidFill>
            </a:endParaRPr>
          </a:p>
          <a:p>
            <a:pPr indent="0" lvl="0" marL="24130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200">
              <a:solidFill>
                <a:srgbClr val="694C84"/>
              </a:solidFill>
            </a:endParaRPr>
          </a:p>
          <a:p>
            <a:pPr indent="-203200" lvl="0" marL="24130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Clr>
                <a:srgbClr val="694C84"/>
              </a:buClr>
              <a:buSzPts val="1200"/>
              <a:buFont typeface="Quattrocento"/>
              <a:buChar char="◂"/>
            </a:pPr>
            <a:r>
              <a:rPr lang="es" sz="1200">
                <a:solidFill>
                  <a:srgbClr val="694C84"/>
                </a:solidFill>
              </a:rPr>
              <a:t>Presentation template by </a:t>
            </a:r>
            <a:r>
              <a:rPr lang="es" sz="1200">
                <a:solidFill>
                  <a:srgbClr val="694C84"/>
                </a:solidFill>
                <a:highlight>
                  <a:srgbClr val="FFFFFF"/>
                </a:highlight>
                <a:uFill>
                  <a:noFill/>
                </a:u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</a:t>
            </a:r>
            <a:r>
              <a:rPr lang="es" sz="1200">
                <a:highlight>
                  <a:srgbClr val="FFFFFF"/>
                </a:highlight>
                <a:uFill>
                  <a:noFill/>
                </a:uFill>
                <a:hlinkClick r:id="rId4"/>
              </a:rPr>
              <a:t>g</a:t>
            </a:r>
            <a:r>
              <a:rPr lang="es" sz="1200">
                <a:solidFill>
                  <a:srgbClr val="694C84"/>
                </a:solidFill>
                <a:highlight>
                  <a:srgbClr val="FFFFFF"/>
                </a:highlight>
                <a:uFill>
                  <a:noFill/>
                </a:uFill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o</a:t>
            </a:r>
            <a:endParaRPr sz="1200">
              <a:solidFill>
                <a:srgbClr val="694C84"/>
              </a:solidFill>
              <a:highlight>
                <a:srgbClr val="FFFFFF"/>
              </a:highlight>
            </a:endParaRPr>
          </a:p>
          <a:p>
            <a:pPr indent="-2032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1200"/>
              <a:buFont typeface="Quattrocento"/>
              <a:buChar char="◂"/>
            </a:pPr>
            <a:r>
              <a:rPr lang="es" sz="1200">
                <a:solidFill>
                  <a:srgbClr val="694C84"/>
                </a:solidFill>
              </a:rPr>
              <a:t>Icons by </a:t>
            </a:r>
            <a:r>
              <a:rPr lang="es" sz="1200">
                <a:solidFill>
                  <a:srgbClr val="694C84"/>
                </a:solidFill>
                <a:highlight>
                  <a:srgbClr val="FFFFFF"/>
                </a:highlight>
                <a:uFill>
                  <a:noFill/>
                </a:uFill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endParaRPr sz="1200">
              <a:solidFill>
                <a:srgbClr val="694C84"/>
              </a:solidFill>
              <a:highlight>
                <a:srgbClr val="FFFFFF"/>
              </a:highlight>
            </a:endParaRPr>
          </a:p>
          <a:p>
            <a:pPr indent="-2032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1200"/>
              <a:buFont typeface="Quattrocento"/>
              <a:buChar char="◂"/>
            </a:pPr>
            <a:r>
              <a:rPr lang="es" sz="1200">
                <a:solidFill>
                  <a:srgbClr val="694C84"/>
                </a:solidFill>
              </a:rPr>
              <a:t>Infographics by </a:t>
            </a:r>
            <a:r>
              <a:rPr lang="es" sz="1200">
                <a:solidFill>
                  <a:srgbClr val="694C84"/>
                </a:solidFill>
                <a:highlight>
                  <a:srgbClr val="FFFFFF"/>
                </a:highlight>
                <a:uFill>
                  <a:noFill/>
                </a:uFill>
                <a:hlinkClick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sz="1200">
              <a:solidFill>
                <a:srgbClr val="694C84"/>
              </a:solidFill>
              <a:highlight>
                <a:srgbClr val="FFFFFF"/>
              </a:highlight>
            </a:endParaRPr>
          </a:p>
          <a:p>
            <a:pPr indent="-2032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1200"/>
              <a:buFont typeface="Roboto Slab Light"/>
              <a:buChar char="◂"/>
            </a:pPr>
            <a:r>
              <a:rPr lang="es" sz="1200">
                <a:solidFill>
                  <a:srgbClr val="694C84"/>
                </a:solidFill>
              </a:rPr>
              <a:t>Images created by </a:t>
            </a:r>
            <a:r>
              <a:rPr lang="es" sz="1200">
                <a:solidFill>
                  <a:srgbClr val="694C84"/>
                </a:solidFill>
                <a:highlight>
                  <a:srgbClr val="FFFFFF"/>
                </a:highlight>
              </a:rPr>
              <a:t>Freepik</a:t>
            </a:r>
            <a:endParaRPr sz="1200">
              <a:solidFill>
                <a:srgbClr val="694C84"/>
              </a:solidFill>
              <a:highlight>
                <a:srgbClr val="FFFFFF"/>
              </a:highlight>
            </a:endParaRPr>
          </a:p>
          <a:p>
            <a:pPr indent="-2032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1200"/>
              <a:buFont typeface="Quattrocento"/>
              <a:buChar char="◂"/>
            </a:pPr>
            <a:r>
              <a:rPr lang="es" sz="1200">
                <a:solidFill>
                  <a:srgbClr val="694C84"/>
                </a:solidFill>
              </a:rPr>
              <a:t>Text &amp; Image slide photo created by Freepik.com</a:t>
            </a:r>
            <a:endParaRPr sz="1200">
              <a:solidFill>
                <a:srgbClr val="694C84"/>
              </a:solidFill>
            </a:endParaRPr>
          </a:p>
        </p:txBody>
      </p:sp>
      <p:sp>
        <p:nvSpPr>
          <p:cNvPr id="771" name="Google Shape;771;p42"/>
          <p:cNvSpPr txBox="1"/>
          <p:nvPr>
            <p:ph type="title"/>
          </p:nvPr>
        </p:nvSpPr>
        <p:spPr>
          <a:xfrm>
            <a:off x="1162800" y="376475"/>
            <a:ext cx="6818400" cy="67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75" name="Shape 7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6" name="Google Shape;776;p43"/>
          <p:cNvSpPr txBox="1"/>
          <p:nvPr>
            <p:ph type="title"/>
          </p:nvPr>
        </p:nvSpPr>
        <p:spPr>
          <a:xfrm>
            <a:off x="1162800" y="376475"/>
            <a:ext cx="6818400" cy="67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RESOURCES</a:t>
            </a:r>
            <a:endParaRPr/>
          </a:p>
        </p:txBody>
      </p:sp>
      <p:sp>
        <p:nvSpPr>
          <p:cNvPr id="777" name="Google Shape;777;p43"/>
          <p:cNvSpPr txBox="1"/>
          <p:nvPr>
            <p:ph idx="3" type="subTitle"/>
          </p:nvPr>
        </p:nvSpPr>
        <p:spPr>
          <a:xfrm>
            <a:off x="1283725" y="1565850"/>
            <a:ext cx="2501100" cy="26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Photo</a:t>
            </a:r>
            <a:endParaRPr/>
          </a:p>
        </p:txBody>
      </p:sp>
      <p:sp>
        <p:nvSpPr>
          <p:cNvPr id="778" name="Google Shape;778;p43"/>
          <p:cNvSpPr txBox="1"/>
          <p:nvPr>
            <p:ph idx="1" type="subTitle"/>
          </p:nvPr>
        </p:nvSpPr>
        <p:spPr>
          <a:xfrm>
            <a:off x="1283725" y="1825950"/>
            <a:ext cx="3045600" cy="241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1100"/>
              <a:buChar char="●"/>
            </a:pPr>
            <a:r>
              <a:rPr lang="es">
                <a:solidFill>
                  <a:srgbClr val="694C84"/>
                </a:solidFill>
                <a:uFill>
                  <a:noFill/>
                </a:u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Doctors man woman standing together</a:t>
            </a:r>
            <a:endParaRPr>
              <a:solidFill>
                <a:srgbClr val="694C84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1100"/>
              <a:buChar char="●"/>
            </a:pPr>
            <a:r>
              <a:rPr lang="es">
                <a:solidFill>
                  <a:srgbClr val="694C84"/>
                </a:solidFill>
                <a:uFill>
                  <a:noFill/>
                </a:uFill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 lay medical composition</a:t>
            </a:r>
            <a:endParaRPr>
              <a:solidFill>
                <a:srgbClr val="694C84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1100"/>
              <a:buChar char="●"/>
            </a:pPr>
            <a:r>
              <a:rPr lang="es">
                <a:solidFill>
                  <a:srgbClr val="694C84"/>
                </a:solidFill>
                <a:uFill>
                  <a:noFill/>
                </a:uFill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Girl</a:t>
            </a:r>
            <a:endParaRPr>
              <a:solidFill>
                <a:srgbClr val="694C84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1100"/>
              <a:buChar char="●"/>
            </a:pPr>
            <a:r>
              <a:rPr lang="es">
                <a:solidFill>
                  <a:srgbClr val="694C84"/>
                </a:solidFill>
                <a:uFill>
                  <a:noFill/>
                </a:uFill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Overhead view x ray lungs</a:t>
            </a:r>
            <a:endParaRPr>
              <a:solidFill>
                <a:srgbClr val="694C84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1100"/>
              <a:buChar char="●"/>
            </a:pPr>
            <a:r>
              <a:rPr lang="es">
                <a:solidFill>
                  <a:srgbClr val="694C84"/>
                </a:solidFill>
                <a:uFill>
                  <a:noFill/>
                </a:uFill>
                <a:hlinkClick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Detail x ray lungs</a:t>
            </a:r>
            <a:endParaRPr>
              <a:solidFill>
                <a:srgbClr val="694C84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1100"/>
              <a:buChar char="●"/>
            </a:pPr>
            <a:r>
              <a:rPr lang="es">
                <a:solidFill>
                  <a:srgbClr val="694C84"/>
                </a:solidFill>
                <a:uFill>
                  <a:noFill/>
                </a:uFill>
                <a:hlinkClick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Male doctor hand holding stethoscope hand against white backdrop</a:t>
            </a:r>
            <a:endParaRPr>
              <a:solidFill>
                <a:srgbClr val="694C84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1100"/>
              <a:buChar char="●"/>
            </a:pPr>
            <a:r>
              <a:rPr lang="es">
                <a:solidFill>
                  <a:srgbClr val="694C84"/>
                </a:solidFill>
                <a:uFill>
                  <a:noFill/>
                </a:uFill>
                <a:hlinkClick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 lay medical composition with copyscape</a:t>
            </a:r>
            <a:endParaRPr>
              <a:solidFill>
                <a:srgbClr val="694C84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1100"/>
              <a:buChar char="●"/>
            </a:pPr>
            <a:r>
              <a:rPr lang="es">
                <a:solidFill>
                  <a:srgbClr val="694C84"/>
                </a:solidFill>
                <a:uFill>
                  <a:noFill/>
                </a:uFill>
                <a:hlinkClick r:id="rId10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Stethoscope realistic heart</a:t>
            </a:r>
            <a:endParaRPr>
              <a:solidFill>
                <a:srgbClr val="694C84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1100"/>
              <a:buChar char="●"/>
            </a:pPr>
            <a:r>
              <a:rPr lang="es">
                <a:solidFill>
                  <a:srgbClr val="694C84"/>
                </a:solidFill>
                <a:uFill>
                  <a:noFill/>
                </a:uFill>
                <a:hlinkClick r:id="rId11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Top view syringe</a:t>
            </a:r>
            <a:endParaRPr>
              <a:solidFill>
                <a:srgbClr val="694C84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1100"/>
              <a:buChar char="●"/>
            </a:pPr>
            <a:r>
              <a:rPr lang="es">
                <a:solidFill>
                  <a:srgbClr val="694C84"/>
                </a:solidFill>
                <a:uFill>
                  <a:noFill/>
                </a:uFill>
                <a:hlinkClick r:id="rId1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Medical treatment with pills</a:t>
            </a:r>
            <a:endParaRPr>
              <a:solidFill>
                <a:srgbClr val="694C84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1100"/>
              <a:buChar char="●"/>
            </a:pPr>
            <a:r>
              <a:rPr lang="es">
                <a:solidFill>
                  <a:srgbClr val="694C84"/>
                </a:solidFill>
                <a:uFill>
                  <a:noFill/>
                </a:uFill>
                <a:hlinkClick r:id="rId1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 lay medical composition</a:t>
            </a:r>
            <a:endParaRPr>
              <a:solidFill>
                <a:srgbClr val="694C84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1100"/>
              <a:buChar char="●"/>
            </a:pPr>
            <a:r>
              <a:rPr lang="es">
                <a:solidFill>
                  <a:srgbClr val="694C84"/>
                </a:solidFill>
                <a:uFill>
                  <a:noFill/>
                </a:uFill>
                <a:hlinkClick r:id="rId1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Realistic heart with white background</a:t>
            </a:r>
            <a:endParaRPr>
              <a:solidFill>
                <a:srgbClr val="694C84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94C84"/>
              </a:solidFill>
            </a:endParaRPr>
          </a:p>
        </p:txBody>
      </p:sp>
      <p:sp>
        <p:nvSpPr>
          <p:cNvPr id="779" name="Google Shape;779;p43"/>
          <p:cNvSpPr txBox="1"/>
          <p:nvPr>
            <p:ph idx="2" type="subTitle"/>
          </p:nvPr>
        </p:nvSpPr>
        <p:spPr>
          <a:xfrm>
            <a:off x="5359175" y="1825950"/>
            <a:ext cx="2501100" cy="175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1100"/>
              <a:buChar char="●"/>
            </a:pPr>
            <a:r>
              <a:rPr lang="es">
                <a:solidFill>
                  <a:srgbClr val="694C84"/>
                </a:solidFill>
                <a:uFill>
                  <a:noFill/>
                </a:uFill>
                <a:hlinkClick r:id="rId1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Medicament 10</a:t>
            </a:r>
            <a:endParaRPr>
              <a:solidFill>
                <a:srgbClr val="694C84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1100"/>
              <a:buChar char="●"/>
            </a:pPr>
            <a:r>
              <a:rPr lang="es">
                <a:solidFill>
                  <a:srgbClr val="694C84"/>
                </a:solidFill>
                <a:uFill>
                  <a:noFill/>
                </a:uFill>
                <a:hlinkClick r:id="rId1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Infographic map</a:t>
            </a:r>
            <a:endParaRPr>
              <a:solidFill>
                <a:srgbClr val="694C84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1100"/>
              <a:buChar char="●"/>
            </a:pPr>
            <a:r>
              <a:rPr lang="es">
                <a:solidFill>
                  <a:srgbClr val="694C84"/>
                </a:solidFill>
                <a:uFill>
                  <a:noFill/>
                </a:uFill>
                <a:hlinkClick r:id="rId1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Timeline infographic</a:t>
            </a:r>
            <a:endParaRPr>
              <a:solidFill>
                <a:srgbClr val="694C84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1100"/>
              <a:buChar char="●"/>
            </a:pPr>
            <a:r>
              <a:rPr lang="es">
                <a:solidFill>
                  <a:srgbClr val="694C84"/>
                </a:solidFill>
                <a:uFill>
                  <a:noFill/>
                </a:uFill>
                <a:hlinkClick r:id="rId1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Clipboards 3</a:t>
            </a:r>
            <a:endParaRPr>
              <a:solidFill>
                <a:srgbClr val="694C84"/>
              </a:solidFill>
            </a:endParaRPr>
          </a:p>
        </p:txBody>
      </p:sp>
      <p:sp>
        <p:nvSpPr>
          <p:cNvPr id="780" name="Google Shape;780;p43"/>
          <p:cNvSpPr txBox="1"/>
          <p:nvPr>
            <p:ph idx="4" type="subTitle"/>
          </p:nvPr>
        </p:nvSpPr>
        <p:spPr>
          <a:xfrm>
            <a:off x="5359175" y="1565850"/>
            <a:ext cx="2501100" cy="26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Vector</a:t>
            </a:r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84" name="Shape 7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5" name="Google Shape;785;p4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86" name="Google Shape;786;p44"/>
          <p:cNvSpPr txBox="1"/>
          <p:nvPr>
            <p:ph idx="4294967295" type="body"/>
          </p:nvPr>
        </p:nvSpPr>
        <p:spPr>
          <a:xfrm>
            <a:off x="1220500" y="1299876"/>
            <a:ext cx="7047300" cy="290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787" name="Google Shape;787;p44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91" name="Shape 7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2" name="Google Shape;792;p4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93" name="Google Shape;793;p45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794" name="Google Shape;794;p45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EFEFEF"/>
                </a:solidFill>
              </a:rPr>
              <a:t>Josefin Sans</a:t>
            </a:r>
            <a:endParaRPr b="1">
              <a:solidFill>
                <a:srgbClr val="EFEFE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https://fonts.google.com/specimen/Josefin+Sans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Abel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https://fonts.google.com/?query=abel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795" name="Google Shape;795;p45"/>
          <p:cNvGrpSpPr/>
          <p:nvPr/>
        </p:nvGrpSpPr>
        <p:grpSpPr>
          <a:xfrm>
            <a:off x="3190913" y="3550879"/>
            <a:ext cx="2801683" cy="724862"/>
            <a:chOff x="2170376" y="3550879"/>
            <a:chExt cx="2801683" cy="724862"/>
          </a:xfrm>
        </p:grpSpPr>
        <p:grpSp>
          <p:nvGrpSpPr>
            <p:cNvPr id="796" name="Google Shape;796;p45"/>
            <p:cNvGrpSpPr/>
            <p:nvPr/>
          </p:nvGrpSpPr>
          <p:grpSpPr>
            <a:xfrm>
              <a:off x="2170376" y="3550879"/>
              <a:ext cx="760615" cy="724862"/>
              <a:chOff x="2072503" y="3521476"/>
              <a:chExt cx="791400" cy="754200"/>
            </a:xfrm>
          </p:grpSpPr>
          <p:sp>
            <p:nvSpPr>
              <p:cNvPr id="797" name="Google Shape;797;p45"/>
              <p:cNvSpPr/>
              <p:nvPr/>
            </p:nvSpPr>
            <p:spPr>
              <a:xfrm>
                <a:off x="207250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694C84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798" name="Google Shape;798;p45"/>
              <p:cNvSpPr txBox="1"/>
              <p:nvPr/>
            </p:nvSpPr>
            <p:spPr>
              <a:xfrm>
                <a:off x="207250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chemeClr val="lt1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#694c84</a:t>
                </a:r>
                <a:endParaRPr sz="1000">
                  <a:solidFill>
                    <a:schemeClr val="lt1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799" name="Google Shape;799;p45"/>
            <p:cNvGrpSpPr/>
            <p:nvPr/>
          </p:nvGrpSpPr>
          <p:grpSpPr>
            <a:xfrm>
              <a:off x="3190910" y="3550879"/>
              <a:ext cx="760615" cy="724862"/>
              <a:chOff x="3134343" y="3521476"/>
              <a:chExt cx="791400" cy="754200"/>
            </a:xfrm>
          </p:grpSpPr>
          <p:sp>
            <p:nvSpPr>
              <p:cNvPr id="800" name="Google Shape;800;p45"/>
              <p:cNvSpPr/>
              <p:nvPr/>
            </p:nvSpPr>
            <p:spPr>
              <a:xfrm>
                <a:off x="313434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925775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" name="Google Shape;801;p45"/>
              <p:cNvSpPr txBox="1"/>
              <p:nvPr/>
            </p:nvSpPr>
            <p:spPr>
              <a:xfrm>
                <a:off x="313434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#925775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802" name="Google Shape;802;p45"/>
            <p:cNvGrpSpPr/>
            <p:nvPr/>
          </p:nvGrpSpPr>
          <p:grpSpPr>
            <a:xfrm>
              <a:off x="4211439" y="3550879"/>
              <a:ext cx="760620" cy="724862"/>
              <a:chOff x="4196177" y="3521476"/>
              <a:chExt cx="791405" cy="754200"/>
            </a:xfrm>
          </p:grpSpPr>
          <p:sp>
            <p:nvSpPr>
              <p:cNvPr id="803" name="Google Shape;803;p45"/>
              <p:cNvSpPr/>
              <p:nvPr/>
            </p:nvSpPr>
            <p:spPr>
              <a:xfrm>
                <a:off x="4196177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F0D1E0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804" name="Google Shape;804;p45"/>
              <p:cNvSpPr txBox="1"/>
              <p:nvPr/>
            </p:nvSpPr>
            <p:spPr>
              <a:xfrm>
                <a:off x="419618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#f0d1e0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808" name="Shape 8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9" name="Google Shape;809;p46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810" name="Google Shape;810;p46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46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46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46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46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46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46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46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46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46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46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46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46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" name="Google Shape;823;p46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824" name="Google Shape;824;p46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46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" name="Google Shape;826;p46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827" name="Google Shape;827;p46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46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46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46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" name="Google Shape;831;p46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832" name="Google Shape;832;p46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46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" name="Google Shape;834;p46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835" name="Google Shape;835;p46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46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46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" name="Google Shape;838;p46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839" name="Google Shape;839;p46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46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46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" name="Google Shape;842;p46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843" name="Google Shape;843;p46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46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" name="Google Shape;845;p46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846" name="Google Shape;846;p46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46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46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46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" name="Google Shape;850;p46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851" name="Google Shape;851;p46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46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46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46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" name="Google Shape;855;p46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856" name="Google Shape;856;p46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46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46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46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46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" name="Google Shape;861;p46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862" name="Google Shape;862;p46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46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46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46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46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46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46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46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46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46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46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46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46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46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46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46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46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46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46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46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46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46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" name="Google Shape;884;p46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885" name="Google Shape;885;p46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46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46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46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46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46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46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46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46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46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46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46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46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46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46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46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46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46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46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46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46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46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46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46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46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46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46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46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46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46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46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46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46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46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46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46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46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46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46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46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46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46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46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46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46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46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46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46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46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46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46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46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46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46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46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46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46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46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46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" name="Google Shape;944;p46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945" name="Google Shape;945;p46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46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46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46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46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46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46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46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46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46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46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46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" name="Google Shape;957;p46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958" name="Google Shape;958;p46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46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46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46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46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46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46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46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46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46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" name="Google Shape;968;p46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969" name="Google Shape;969;p46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46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46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46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" name="Google Shape;973;p46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974" name="Google Shape;974;p46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46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46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" name="Google Shape;977;p46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978" name="Google Shape;978;p46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46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46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46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46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46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" name="Google Shape;984;p46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985" name="Google Shape;985;p46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46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46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46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46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46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46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" name="Google Shape;992;p46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993" name="Google Shape;993;p46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46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46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46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46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" name="Google Shape;998;p46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999" name="Google Shape;999;p46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46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46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46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46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46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46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46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46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46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9" name="Google Shape;1009;p46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0" name="Google Shape;1010;p46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1" name="Google Shape;1011;p46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2" name="Google Shape;1012;p46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3" name="Google Shape;1013;p46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014" name="Google Shape;1014;p46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46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" name="Google Shape;1016;p46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017" name="Google Shape;1017;p46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46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" name="Google Shape;1019;p46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020" name="Google Shape;1020;p46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46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" name="Google Shape;1022;p46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023" name="Google Shape;1023;p46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46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" name="Google Shape;1025;p46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026" name="Google Shape;1026;p46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46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" name="Google Shape;1028;p46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029" name="Google Shape;1029;p46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46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" name="Google Shape;1031;p46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032" name="Google Shape;1032;p46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46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" name="Google Shape;1034;p46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035" name="Google Shape;1035;p46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46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46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8" name="Google Shape;1038;p46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039" name="Google Shape;1039;p46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46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46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" name="Google Shape;1042;p46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043" name="Google Shape;1043;p46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46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46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" name="Google Shape;1046;p46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047" name="Google Shape;1047;p46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46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46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" name="Google Shape;1050;p46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051" name="Google Shape;1051;p46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46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46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4" name="Google Shape;1054;p46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055" name="Google Shape;1055;p46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46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46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" name="Google Shape;1058;p46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059" name="Google Shape;1059;p46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46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1" name="Google Shape;1061;p46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2" name="Google Shape;1062;p46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3" name="Google Shape;1063;p46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4" name="Google Shape;1064;p46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5" name="Google Shape;1065;p46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6" name="Google Shape;1066;p46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7" name="Google Shape;1067;p46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8" name="Google Shape;1068;p46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9" name="Google Shape;1069;p46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0" name="Google Shape;1070;p46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1" name="Google Shape;1071;p46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2" name="Google Shape;1072;p46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073" name="Google Shape;1073;p46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46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5" name="Google Shape;1075;p46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6" name="Google Shape;1076;p46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077" name="Google Shape;1077;p46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46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9" name="Google Shape;1079;p46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080" name="Google Shape;1080;p46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46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2" name="Google Shape;1082;p46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3" name="Google Shape;1083;p46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4" name="Google Shape;1084;p46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5" name="Google Shape;1085;p46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086" name="Google Shape;1086;p46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46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46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46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46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46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46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46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46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" name="Google Shape;1095;p46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096" name="Google Shape;1096;p46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46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46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46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46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46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46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46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46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46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46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46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46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46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46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46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2" name="Google Shape;1112;p46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113" name="Google Shape;1113;p46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46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5" name="Google Shape;1115;p46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116" name="Google Shape;1116;p46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46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46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46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46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46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46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46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46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46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46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46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46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46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46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46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46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46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46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46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6" name="Google Shape;1136;p46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137" name="Google Shape;1137;p46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46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46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46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46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46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46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46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46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46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46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46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46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46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46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46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46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46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46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46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46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46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46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46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46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46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46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46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46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46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46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46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46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46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46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46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46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46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46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46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46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46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46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46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46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46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46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46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46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46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46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46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46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46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46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46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46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46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46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46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46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46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46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46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46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46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46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46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46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46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46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46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46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46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46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46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46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46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15" name="Google Shape;1215;p46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6" name="Google Shape;1216;p46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7" name="Google Shape;1217;p46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8" name="Google Shape;1218;p46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9" name="Google Shape;1219;p46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0" name="Google Shape;1220;p46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1" name="Google Shape;1221;p46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2" name="Google Shape;1222;p46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3" name="Google Shape;1223;p46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4" name="Google Shape;1224;p46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5" name="Google Shape;1225;p46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6" name="Google Shape;1226;p46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7" name="Google Shape;1227;p46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8" name="Google Shape;1228;p46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9" name="Google Shape;1229;p46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0" name="Google Shape;1230;p46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1" name="Google Shape;1231;p46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2" name="Google Shape;1232;p46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3" name="Google Shape;1233;p46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4" name="Google Shape;1234;p46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5" name="Google Shape;1235;p46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6" name="Google Shape;1236;p46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7" name="Google Shape;1237;p46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8" name="Google Shape;1238;p46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239" name="Google Shape;1239;p46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46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46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46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46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46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46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46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46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46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46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46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46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46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46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46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46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46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46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46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46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46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46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46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46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46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46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46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46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46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46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46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46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46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46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46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46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46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46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46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46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46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46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46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46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46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46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46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46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46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46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46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46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46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46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46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46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46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46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46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46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46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46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46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46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46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46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46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46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46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46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46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46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46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46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46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46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46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46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46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46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46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46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46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46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46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46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46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46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46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46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46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46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46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46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46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46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46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46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46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46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46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46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46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46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46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46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46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46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46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46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46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46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46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46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46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46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46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46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46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46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46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46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46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46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46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46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46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46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46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46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46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46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46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46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46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46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46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46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46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46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46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46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46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46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46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46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46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46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46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46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46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46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46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46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46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46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46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46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46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46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46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46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46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46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46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46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46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46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46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46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46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46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46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46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46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46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46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46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46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19" name="Google Shape;1419;p46"/>
          <p:cNvSpPr txBox="1"/>
          <p:nvPr/>
        </p:nvSpPr>
        <p:spPr>
          <a:xfrm>
            <a:off x="1068100" y="653875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8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 sz="28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420" name="Google Shape;1420;p46"/>
          <p:cNvSpPr txBox="1"/>
          <p:nvPr/>
        </p:nvSpPr>
        <p:spPr>
          <a:xfrm>
            <a:off x="1068100" y="1457876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on</a:t>
            </a:r>
            <a:r>
              <a:rPr lang="es" sz="1200">
                <a:solidFill>
                  <a:srgbClr val="FFFFFF"/>
                </a:solidFill>
                <a:latin typeface="Roboto Slab Light"/>
                <a:ea typeface="Roboto Slab Light"/>
                <a:cs typeface="Roboto Slab Light"/>
                <a:sym typeface="Roboto Slab Light"/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421" name="Google Shape;1421;p46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425" name="Shape 1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26" name="Google Shape;1426;p47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427" name="Google Shape;1427;p47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47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47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0" name="Google Shape;1430;p47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431" name="Google Shape;1431;p47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47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3" name="Google Shape;1433;p47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434" name="Google Shape;1434;p47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47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6" name="Google Shape;1436;p47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437" name="Google Shape;1437;p47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47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9" name="Google Shape;1439;p47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440" name="Google Shape;1440;p47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41" name="Google Shape;1441;p47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442" name="Google Shape;1442;p47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" name="Google Shape;1443;p47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" name="Google Shape;1444;p47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45" name="Google Shape;1445;p47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446" name="Google Shape;1446;p47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47" name="Google Shape;1447;p47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448" name="Google Shape;1448;p47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" name="Google Shape;1449;p47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50" name="Google Shape;1450;p47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451" name="Google Shape;1451;p47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47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3" name="Google Shape;1453;p47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454" name="Google Shape;1454;p47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455" name="Google Shape;1455;p47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456" name="Google Shape;1456;p47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457" name="Google Shape;1457;p47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58" name="Google Shape;1458;p47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459" name="Google Shape;1459;p47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0" name="Google Shape;1460;p47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461" name="Google Shape;1461;p47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47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47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47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65" name="Google Shape;1465;p47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466" name="Google Shape;1466;p47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" name="Google Shape;1467;p47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" name="Google Shape;1468;p47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" name="Google Shape;1469;p47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70" name="Google Shape;1470;p47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471" name="Google Shape;1471;p47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472" name="Google Shape;1472;p47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473" name="Google Shape;1473;p47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74" name="Google Shape;1474;p47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475" name="Google Shape;1475;p47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476" name="Google Shape;1476;p47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477" name="Google Shape;1477;p47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478" name="Google Shape;1478;p47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9" name="Google Shape;1479;p47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480" name="Google Shape;1480;p47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481" name="Google Shape;1481;p47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" name="Google Shape;1482;p47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83" name="Google Shape;1483;p47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484" name="Google Shape;1484;p47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485" name="Google Shape;1485;p47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486" name="Google Shape;1486;p47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" name="Google Shape;1487;p47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488" name="Google Shape;1488;p47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47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47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1" name="Google Shape;1491;p47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492" name="Google Shape;1492;p47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47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47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47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6" name="Google Shape;1496;p47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497" name="Google Shape;1497;p47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47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47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47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47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47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3" name="Google Shape;1503;p47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504" name="Google Shape;1504;p47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47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506" name="Google Shape;1506;p47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7" name="Google Shape;1507;p47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508" name="Google Shape;1508;p47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509" name="Google Shape;1509;p47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" name="Google Shape;1510;p47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1" name="Google Shape;1511;p47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12" name="Google Shape;1512;p47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513" name="Google Shape;1513;p47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" name="Google Shape;1514;p47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" name="Google Shape;1515;p47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16" name="Google Shape;1516;p47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517" name="Google Shape;1517;p47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" name="Google Shape;1518;p47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9" name="Google Shape;1519;p47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20" name="Google Shape;1520;p47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521" name="Google Shape;1521;p47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47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3" name="Google Shape;1523;p47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524" name="Google Shape;1524;p47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525" name="Google Shape;1525;p47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" name="Google Shape;1526;p47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27" name="Google Shape;1527;p47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528" name="Google Shape;1528;p47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9" name="Google Shape;1529;p47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30" name="Google Shape;1530;p47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531" name="Google Shape;1531;p47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2" name="Google Shape;1532;p47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33" name="Google Shape;1533;p47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534" name="Google Shape;1534;p47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5" name="Google Shape;1535;p47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36" name="Google Shape;1536;p47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537" name="Google Shape;1537;p47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47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9" name="Google Shape;1539;p47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540" name="Google Shape;1540;p47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47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47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47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47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47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47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47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47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47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0" name="Google Shape;1550;p47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551" name="Google Shape;1551;p47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552" name="Google Shape;1552;p47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3" name="Google Shape;1553;p47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554" name="Google Shape;1554;p47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555" name="Google Shape;1555;p47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556" name="Google Shape;1556;p47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57" name="Google Shape;1557;p47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558" name="Google Shape;1558;p47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559" name="Google Shape;1559;p47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60" name="Google Shape;1560;p47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561" name="Google Shape;1561;p47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562" name="Google Shape;1562;p47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63" name="Google Shape;1563;p47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564" name="Google Shape;1564;p47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565" name="Google Shape;1565;p47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66" name="Google Shape;1566;p47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567" name="Google Shape;1567;p47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68" name="Google Shape;1568;p47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569" name="Google Shape;1569;p47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570" name="Google Shape;1570;p47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1" name="Google Shape;1571;p47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2" name="Google Shape;1572;p47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73" name="Google Shape;1573;p47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574" name="Google Shape;1574;p47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" name="Google Shape;1575;p47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" name="Google Shape;1576;p47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77" name="Google Shape;1577;p47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578" name="Google Shape;1578;p47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9" name="Google Shape;1579;p47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0" name="Google Shape;1580;p47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81" name="Google Shape;1581;p47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582" name="Google Shape;1582;p47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3" name="Google Shape;1583;p47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4" name="Google Shape;1584;p47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85" name="Google Shape;1585;p47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586" name="Google Shape;1586;p47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7" name="Google Shape;1587;p47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" name="Google Shape;1588;p47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89" name="Google Shape;1589;p47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590" name="Google Shape;1590;p47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47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47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47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47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47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47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47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47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47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47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47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47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47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47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47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47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07" name="Google Shape;1607;p47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08" name="Google Shape;1608;p47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609" name="Google Shape;1609;p47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47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1" name="Google Shape;1611;p47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612" name="Google Shape;1612;p47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47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47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47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47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47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47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47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47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47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47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3" name="Google Shape;1623;p47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624" name="Google Shape;1624;p47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47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47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47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47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47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47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47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47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47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47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47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47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47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47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47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47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47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47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47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47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47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47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47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47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47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47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1" name="Google Shape;1651;p47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652" name="Google Shape;1652;p47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653" name="Google Shape;1653;p47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654" name="Google Shape;1654;p47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47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656" name="Google Shape;1656;p47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47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47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659" name="Google Shape;1659;p47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660" name="Google Shape;1660;p47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661" name="Google Shape;1661;p47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47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47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47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47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666" name="Google Shape;1666;p47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47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47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47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47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47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672" name="Google Shape;1672;p47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47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47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47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47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47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47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47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47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47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47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47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47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47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47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47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47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47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47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47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47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47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47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47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47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47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47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47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47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47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47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47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47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47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47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7" name="Google Shape;1707;p47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708" name="Google Shape;1708;p47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09" name="Google Shape;1709;p47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710" name="Google Shape;1710;p47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1" name="Google Shape;1711;p47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2" name="Google Shape;1712;p47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3" name="Google Shape;1713;p47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14" name="Google Shape;1714;p47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715" name="Google Shape;1715;p47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6" name="Google Shape;1716;p47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7" name="Google Shape;1717;p47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8" name="Google Shape;1718;p47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19" name="Google Shape;1719;p47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720" name="Google Shape;1720;p47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47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47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47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4" name="Google Shape;1724;p47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725" name="Google Shape;1725;p47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726" name="Google Shape;1726;p47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7" name="Google Shape;1727;p47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8" name="Google Shape;1728;p47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9" name="Google Shape;1729;p47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30" name="Google Shape;1730;p47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731" name="Google Shape;1731;p47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2" name="Google Shape;1732;p47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3" name="Google Shape;1733;p47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34" name="Google Shape;1734;p47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735" name="Google Shape;1735;p47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736" name="Google Shape;1736;p47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7" name="Google Shape;1737;p47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738" name="Google Shape;1738;p47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739" name="Google Shape;1739;p47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0" name="Google Shape;1740;p47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1" name="Google Shape;1741;p47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2" name="Google Shape;1742;p47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43" name="Google Shape;1743;p47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744" name="Google Shape;1744;p47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5" name="Google Shape;1745;p47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6" name="Google Shape;1746;p47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47" name="Google Shape;1747;p47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748" name="Google Shape;1748;p47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" name="Google Shape;1749;p47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50" name="Google Shape;1750;p47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751" name="Google Shape;1751;p47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752" name="Google Shape;1752;p47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3" name="Google Shape;1753;p47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4" name="Google Shape;1754;p47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5" name="Google Shape;1755;p47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6" name="Google Shape;1756;p47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7" name="Google Shape;1757;p47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8" name="Google Shape;1758;p47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9" name="Google Shape;1759;p47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0" name="Google Shape;1760;p47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1" name="Google Shape;1761;p47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2" name="Google Shape;1762;p47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3" name="Google Shape;1763;p47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4" name="Google Shape;1764;p47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5" name="Google Shape;1765;p47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6" name="Google Shape;1766;p47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7" name="Google Shape;1767;p47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8" name="Google Shape;1768;p47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9" name="Google Shape;1769;p47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0" name="Google Shape;1770;p47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1" name="Google Shape;1771;p47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2" name="Google Shape;1772;p47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3" name="Google Shape;1773;p47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4" name="Google Shape;1774;p47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5" name="Google Shape;1775;p47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6" name="Google Shape;1776;p47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7" name="Google Shape;1777;p47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8" name="Google Shape;1778;p47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9" name="Google Shape;1779;p47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0" name="Google Shape;1780;p47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1" name="Google Shape;1781;p47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2" name="Google Shape;1782;p47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3" name="Google Shape;1783;p47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4" name="Google Shape;1784;p47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85" name="Google Shape;1785;p47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786" name="Google Shape;1786;p47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7" name="Google Shape;1787;p47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8" name="Google Shape;1788;p47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9" name="Google Shape;1789;p47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0" name="Google Shape;1790;p47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1" name="Google Shape;1791;p47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2" name="Google Shape;1792;p47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93" name="Google Shape;1793;p47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794" name="Google Shape;1794;p47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47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47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47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47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47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0" name="Google Shape;1800;p47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801" name="Google Shape;1801;p47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47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47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47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5" name="Google Shape;1805;p47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806" name="Google Shape;1806;p47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47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47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9" name="Google Shape;1809;p47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810" name="Google Shape;1810;p47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811" name="Google Shape;1811;p47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2" name="Google Shape;1812;p47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13" name="Google Shape;1813;p47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814" name="Google Shape;1814;p47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5" name="Google Shape;1815;p47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16" name="Google Shape;1816;p47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817" name="Google Shape;1817;p47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8" name="Google Shape;1818;p47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9" name="Google Shape;1819;p47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20" name="Google Shape;1820;p47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821" name="Google Shape;1821;p47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822" name="Google Shape;1822;p47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3" name="Google Shape;1823;p47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4" name="Google Shape;1824;p47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25" name="Google Shape;1825;p47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826" name="Google Shape;1826;p47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7" name="Google Shape;1827;p47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8" name="Google Shape;1828;p47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29" name="Google Shape;1829;p47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830" name="Google Shape;1830;p47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1" name="Google Shape;1831;p47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32" name="Google Shape;1832;p47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833" name="Google Shape;1833;p47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47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47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47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47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47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47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47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47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47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47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47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47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6" name="Google Shape;1846;p47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1847" name="Google Shape;1847;p47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848" name="Google Shape;1848;p47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" name="Google Shape;1849;p47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" name="Google Shape;1850;p47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51" name="Google Shape;1851;p47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1852" name="Google Shape;1852;p47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3" name="Google Shape;1853;p47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4" name="Google Shape;1854;p47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55" name="Google Shape;1855;p47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1856" name="Google Shape;1856;p47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7" name="Google Shape;1857;p47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8" name="Google Shape;1858;p47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59" name="Google Shape;1859;p47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1860" name="Google Shape;1860;p47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47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47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47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47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47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47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47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47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47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47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1" name="Google Shape;1871;p47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1872" name="Google Shape;1872;p47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47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4" name="Google Shape;1874;p47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1875" name="Google Shape;1875;p47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47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47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47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47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47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47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47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47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47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47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47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47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47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47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47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47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47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47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47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47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47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47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47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47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47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47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47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47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47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47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47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47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47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47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47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47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2" name="Google Shape;1912;p47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1913" name="Google Shape;1913;p47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47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47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47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47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47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47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47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47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47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47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47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47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47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47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8" name="Google Shape;1928;p47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1929" name="Google Shape;1929;p47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1930" name="Google Shape;1930;p4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1" name="Google Shape;1931;p4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32" name="Google Shape;1932;p47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1933" name="Google Shape;1933;p4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4" name="Google Shape;1934;p4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35" name="Google Shape;1935;p47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1936" name="Google Shape;1936;p4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937" name="Google Shape;1937;p4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938" name="Google Shape;1938;p47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1939" name="Google Shape;1939;p4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940" name="Google Shape;1940;p4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41" name="Google Shape;1941;p47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1942" name="Google Shape;1942;p47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1943" name="Google Shape;1943;p47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4" name="Google Shape;1944;p47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5" name="Google Shape;1945;p47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46" name="Google Shape;1946;p47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1947" name="Google Shape;1947;p47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8" name="Google Shape;1948;p47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9" name="Google Shape;1949;p47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50" name="Google Shape;1950;p47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1951" name="Google Shape;1951;p47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2" name="Google Shape;1952;p47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3" name="Google Shape;1953;p47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54" name="Google Shape;1954;p47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1955" name="Google Shape;1955;p47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6" name="Google Shape;1956;p47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7" name="Google Shape;1957;p47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58" name="Google Shape;1958;p47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1959" name="Google Shape;1959;p47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0" name="Google Shape;1960;p47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1" name="Google Shape;1961;p47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62" name="Google Shape;1962;p47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1963" name="Google Shape;1963;p47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4" name="Google Shape;1964;p47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5" name="Google Shape;1965;p47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66" name="Google Shape;1966;p47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1967" name="Google Shape;1967;p47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8" name="Google Shape;1968;p47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9" name="Google Shape;1969;p47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70" name="Google Shape;1970;p47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1971" name="Google Shape;1971;p47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2" name="Google Shape;1972;p47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3" name="Google Shape;1973;p47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74" name="Google Shape;1974;p47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1975" name="Google Shape;1975;p47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6" name="Google Shape;1976;p47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7" name="Google Shape;1977;p47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78" name="Google Shape;1978;p47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1979" name="Google Shape;1979;p47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0" name="Google Shape;1980;p47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1" name="Google Shape;1981;p47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82" name="Google Shape;1982;p47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1983" name="Google Shape;1983;p47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1984" name="Google Shape;1984;p47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5" name="Google Shape;1985;p47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86" name="Google Shape;1986;p47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1987" name="Google Shape;1987;p47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8" name="Google Shape;1988;p47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89" name="Google Shape;1989;p47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1990" name="Google Shape;1990;p47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1" name="Google Shape;1991;p47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92" name="Google Shape;1992;p47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1993" name="Google Shape;1993;p47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4" name="Google Shape;1994;p47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95" name="Google Shape;1995;p47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1996" name="Google Shape;1996;p47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7" name="Google Shape;1997;p47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98" name="Google Shape;1998;p47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1999" name="Google Shape;1999;p47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0" name="Google Shape;2000;p47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01" name="Google Shape;2001;p47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002" name="Google Shape;2002;p47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3" name="Google Shape;2003;p47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04" name="Google Shape;2004;p47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005" name="Google Shape;2005;p47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6" name="Google Shape;2006;p47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07" name="Google Shape;2007;p47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008" name="Google Shape;2008;p47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9" name="Google Shape;2009;p47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10" name="Google Shape;2010;p47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011" name="Google Shape;2011;p47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2" name="Google Shape;2012;p47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013" name="Google Shape;2013;p47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4" name="Google Shape;2014;p47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5" name="Google Shape;2015;p47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6" name="Google Shape;2016;p47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7" name="Google Shape;2017;p47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8" name="Google Shape;2018;p47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9" name="Google Shape;2019;p47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0" name="Google Shape;2020;p47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1" name="Google Shape;2021;p47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2" name="Google Shape;2022;p47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3" name="Google Shape;2023;p47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4" name="Google Shape;2024;p47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5" name="Google Shape;2025;p47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6" name="Google Shape;2026;p47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7" name="Google Shape;2027;p47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8" name="Google Shape;2028;p47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9" name="Google Shape;2029;p47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0" name="Google Shape;2030;p47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1" name="Google Shape;2031;p47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2" name="Google Shape;2032;p47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3" name="Google Shape;2033;p47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4" name="Google Shape;2034;p47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5" name="Google Shape;2035;p47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6" name="Google Shape;2036;p47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7" name="Google Shape;2037;p47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8" name="Google Shape;2038;p47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9" name="Google Shape;2039;p47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0" name="Google Shape;2040;p47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1" name="Google Shape;2041;p47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2" name="Google Shape;2042;p47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3" name="Google Shape;2043;p47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4" name="Google Shape;2044;p47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5" name="Google Shape;2045;p47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6" name="Google Shape;2046;p47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7" name="Google Shape;2047;p47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48" name="Google Shape;2048;p47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049" name="Google Shape;2049;p47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47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47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47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47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47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47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47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47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47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47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47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47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47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47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47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47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47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47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47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47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47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47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47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47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47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47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47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47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47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47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47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47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47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47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47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47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47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47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47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47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47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47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47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47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47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47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47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47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47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47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47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47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47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47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47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47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47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47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47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47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47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47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47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47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47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47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47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47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47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47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47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47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47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47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47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47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47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47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47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47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47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47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47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47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47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47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47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47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47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47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47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47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47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47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47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47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47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47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47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47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47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47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47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47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47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47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47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47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47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47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47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47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47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47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47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47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47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47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47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47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47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47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47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47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47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47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47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47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47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47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47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47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47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47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47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47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47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47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47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47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47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47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47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47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47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47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47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47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47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47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47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47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47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47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47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47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47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47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47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47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47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47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47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47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47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47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47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47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47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47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47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47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47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47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47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47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47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47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47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47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47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47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47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47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47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47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47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47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47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47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47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47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47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47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47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47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47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47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47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47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47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47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47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47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47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47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47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47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47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47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47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47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47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47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47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47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47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47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47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47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47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47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47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47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47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47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47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47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47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47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47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47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47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47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47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47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47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47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47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47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47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47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47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47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47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47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47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47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47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47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47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47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47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47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47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47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47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47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47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47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47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47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47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47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47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47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47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47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47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47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47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47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47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47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47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47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47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47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47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47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47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47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47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47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47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47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47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47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47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47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47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47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47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47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47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47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47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47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47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47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47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47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47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47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47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47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47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47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47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47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47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47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47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47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47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47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47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47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47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47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47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47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47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47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47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47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47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47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47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47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47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47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47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47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47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47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47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47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47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47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47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47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47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47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47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47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47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47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47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47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47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47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47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47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47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47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47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47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47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47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47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47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47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47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47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47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47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47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47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47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47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47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47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47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47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47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47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47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47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47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47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47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47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47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47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47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47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47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47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47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47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47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47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47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47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47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47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47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47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47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47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47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47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47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47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47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47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47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47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47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47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47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47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47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47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47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47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47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47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47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47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47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47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47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47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47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47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47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47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47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47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47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47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47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47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47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47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47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47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47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47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47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47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47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47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47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47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47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47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47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47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47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47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47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47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47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47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47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47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47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47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47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47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47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47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47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47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47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47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47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47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47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47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47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47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47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47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47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47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47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47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47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47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47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47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47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47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47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47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47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47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47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47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47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47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47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47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47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47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47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47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47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47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47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47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47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47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47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47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47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47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47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47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47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47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47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47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47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47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47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47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47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47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47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47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47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47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47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47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47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47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47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47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47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47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47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47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47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47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47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47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47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47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47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47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47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47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47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47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47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47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47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47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47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47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47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47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47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47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47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47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47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47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47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47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47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47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47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47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47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47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47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47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47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47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47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47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47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47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47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47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47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47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47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47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47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47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47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47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47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47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47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47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47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47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47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47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47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47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47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47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47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47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47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47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47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47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47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47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47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47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47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47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47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47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47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47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47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47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47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47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47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47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47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47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47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47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47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47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47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47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47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47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47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47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47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47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47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47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47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47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47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47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47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47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47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47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47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47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47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47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47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47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47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47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47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47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47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47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47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47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47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47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47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47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47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47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47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47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47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47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47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47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47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47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47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47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47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47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47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47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47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47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47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47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47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47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47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47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47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47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47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47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47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47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47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47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47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47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47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47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47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47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47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47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47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47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47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47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47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47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47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47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47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47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47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47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47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47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47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47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47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47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47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47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47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47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47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47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47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47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47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47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47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47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47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47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47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47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47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47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47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47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47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47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47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47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47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47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47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47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47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47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47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47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47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47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47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47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47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47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47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47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47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47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47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47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47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47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47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47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47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47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47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47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47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47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47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47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47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47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47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47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47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47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47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47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47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47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47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47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47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47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47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47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47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47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47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47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47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47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47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47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47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47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47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47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47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47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47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47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47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47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47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47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47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47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47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47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47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47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47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47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47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47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47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47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47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47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47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47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47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47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47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47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47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47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47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47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47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47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47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47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47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47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47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47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47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47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47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47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47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47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47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47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47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47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47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47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47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47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47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47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47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47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47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47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47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47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47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47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47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47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47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47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47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47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47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47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47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47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47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47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47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47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47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47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47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47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47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47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47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47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47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47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47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47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47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47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47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47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47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47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47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47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47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47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47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47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47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47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47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47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47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47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47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47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47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47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47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47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47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47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47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47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47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47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47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47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47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47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47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47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47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47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47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47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47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47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47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47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47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47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47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47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47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47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47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47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47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47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47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02" name="Google Shape;3002;p47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003" name="Google Shape;3003;p47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004" name="Google Shape;3004;p47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5" name="Google Shape;3005;p47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06" name="Google Shape;3006;p47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47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08" name="Google Shape;3008;p47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009" name="Google Shape;3009;p47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010" name="Google Shape;3010;p47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11" name="Google Shape;3011;p47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12" name="Google Shape;3012;p47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013" name="Google Shape;3013;p47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014" name="Google Shape;3014;p47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015" name="Google Shape;3015;p47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016" name="Google Shape;3016;p47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17" name="Google Shape;3017;p47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18" name="Google Shape;3018;p47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19" name="Google Shape;3019;p47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20" name="Google Shape;3020;p47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021" name="Google Shape;3021;p47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022" name="Google Shape;3022;p47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23" name="Google Shape;3023;p47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24" name="Google Shape;3024;p47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025" name="Google Shape;3025;p47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26" name="Google Shape;3026;p47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7" name="Google Shape;3027;p47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8" name="Google Shape;3028;p47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9" name="Google Shape;3029;p47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" name="Google Shape;3030;p47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31" name="Google Shape;3031;p47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032" name="Google Shape;3032;p47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3" name="Google Shape;3033;p47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034" name="Google Shape;3034;p47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035" name="Google Shape;3035;p47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" name="Google Shape;3036;p47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37" name="Google Shape;3037;p47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038" name="Google Shape;3038;p47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039" name="Google Shape;3039;p47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" name="Google Shape;3040;p47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041" name="Google Shape;3041;p47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042" name="Google Shape;3042;p47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43" name="Google Shape;3043;p47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44" name="Google Shape;3044;p47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045" name="Google Shape;3045;p47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046" name="Google Shape;3046;p47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047" name="Google Shape;3047;p47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48" name="Google Shape;3048;p47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049" name="Google Shape;3049;p47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050" name="Google Shape;3050;p47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51" name="Google Shape;3051;p47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52" name="Google Shape;3052;p47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053" name="Google Shape;3053;p47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54" name="Google Shape;3054;p47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55" name="Google Shape;3055;p47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056" name="Google Shape;3056;p47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57" name="Google Shape;3057;p47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58" name="Google Shape;3058;p47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47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47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61" name="Google Shape;3061;p47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062" name="Google Shape;3062;p47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" name="Google Shape;3063;p47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" name="Google Shape;3064;p47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" name="Google Shape;3065;p47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" name="Google Shape;3066;p47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" name="Google Shape;3067;p47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" name="Google Shape;3068;p47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" name="Google Shape;3069;p47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" name="Google Shape;3070;p47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" name="Google Shape;3071;p47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" name="Google Shape;3072;p47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" name="Google Shape;3073;p47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" name="Google Shape;3074;p47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" name="Google Shape;3075;p47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" name="Google Shape;3076;p47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" name="Google Shape;3077;p47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78" name="Google Shape;3078;p47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47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47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47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47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47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47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47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47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47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47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47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47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47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47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47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47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47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47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47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47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47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00" name="Google Shape;3100;p47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101" name="Google Shape;3101;p47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" name="Google Shape;3102;p47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03" name="Google Shape;3103;p47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04" name="Google Shape;3104;p47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105" name="Google Shape;3105;p47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" name="Google Shape;3106;p47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" name="Google Shape;3107;p47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" name="Google Shape;3108;p47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09" name="Google Shape;3109;p47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47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47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47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47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47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47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16" name="Google Shape;3116;p47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117" name="Google Shape;3117;p47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" name="Google Shape;3118;p47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" name="Google Shape;3119;p47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" name="Google Shape;3120;p47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21" name="Google Shape;3121;p47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47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47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47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47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47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47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47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47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47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47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47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47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47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47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47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47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47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47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47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47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47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47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47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47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47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47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47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47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50" name="Google Shape;3150;p47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151" name="Google Shape;3151;p47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2" name="Google Shape;3152;p47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53" name="Google Shape;3153;p47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54" name="Google Shape;3154;p47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155" name="Google Shape;3155;p47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6" name="Google Shape;3156;p47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57" name="Google Shape;3157;p47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158" name="Google Shape;3158;p47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9" name="Google Shape;3159;p47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60" name="Google Shape;3160;p47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47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47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47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47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47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47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47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68" name="Google Shape;3168;p47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169" name="Google Shape;3169;p47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" name="Google Shape;3170;p47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" name="Google Shape;3171;p47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" name="Google Shape;3172;p47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73" name="Google Shape;3173;p47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47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47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47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47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47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47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47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81" name="Google Shape;3181;p47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182" name="Google Shape;3182;p47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3" name="Google Shape;3183;p47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4" name="Google Shape;3184;p47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5" name="Google Shape;3185;p47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86" name="Google Shape;3186;p47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47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47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47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47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47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47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47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47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47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47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47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47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47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47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47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47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47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47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47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47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47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47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47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47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47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47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47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47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47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47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47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47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47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47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47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47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47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47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47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47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47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28" name="Google Shape;3228;p47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229" name="Google Shape;3229;p47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0" name="Google Shape;3230;p47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31" name="Google Shape;3231;p47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47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47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47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47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47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47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47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47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47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47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47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47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47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47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47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47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47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47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47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47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47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47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47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47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47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47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47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47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47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47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47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47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47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47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66" name="Google Shape;3266;p47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267" name="Google Shape;3267;p47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268" name="Google Shape;3268;p47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" name="Google Shape;3269;p47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" name="Google Shape;3270;p47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" name="Google Shape;3271;p47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" name="Google Shape;3272;p47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" name="Google Shape;3273;p47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" name="Google Shape;3274;p47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" name="Google Shape;3275;p47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" name="Google Shape;3276;p47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" name="Google Shape;3277;p47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" name="Google Shape;3278;p47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" name="Google Shape;3279;p47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" name="Google Shape;3280;p47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1" name="Google Shape;3281;p47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" name="Google Shape;3282;p47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" name="Google Shape;3283;p47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" name="Google Shape;3284;p47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" name="Google Shape;3285;p47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" name="Google Shape;3286;p47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" name="Google Shape;3287;p47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" name="Google Shape;3288;p47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" name="Google Shape;3289;p47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" name="Google Shape;3290;p47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" name="Google Shape;3291;p47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" name="Google Shape;3292;p47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" name="Google Shape;3293;p47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" name="Google Shape;3294;p47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" name="Google Shape;3295;p47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" name="Google Shape;3296;p47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" name="Google Shape;3297;p47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8" name="Google Shape;3298;p47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9" name="Google Shape;3299;p47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" name="Google Shape;3300;p47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" name="Google Shape;3301;p47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" name="Google Shape;3302;p47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" name="Google Shape;3303;p47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" name="Google Shape;3304;p47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" name="Google Shape;3305;p47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" name="Google Shape;3306;p47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" name="Google Shape;3307;p47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" name="Google Shape;3308;p47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" name="Google Shape;3309;p47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" name="Google Shape;3310;p47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" name="Google Shape;3311;p47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" name="Google Shape;3312;p47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" name="Google Shape;3313;p47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" name="Google Shape;3314;p47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5" name="Google Shape;3315;p47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" name="Google Shape;3316;p47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" name="Google Shape;3317;p47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" name="Google Shape;3318;p47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" name="Google Shape;3319;p47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" name="Google Shape;3320;p47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" name="Google Shape;3321;p47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" name="Google Shape;3322;p47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" name="Google Shape;3323;p47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" name="Google Shape;3324;p47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" name="Google Shape;3325;p47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" name="Google Shape;3326;p47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" name="Google Shape;3327;p47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" name="Google Shape;3328;p47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" name="Google Shape;3329;p47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" name="Google Shape;3330;p47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" name="Google Shape;3331;p47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" name="Google Shape;3332;p47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" name="Google Shape;3333;p47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" name="Google Shape;3334;p47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" name="Google Shape;3335;p47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" name="Google Shape;3336;p47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" name="Google Shape;3337;p47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" name="Google Shape;3338;p47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" name="Google Shape;3339;p47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" name="Google Shape;3340;p47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" name="Google Shape;3341;p47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" name="Google Shape;3342;p47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" name="Google Shape;3343;p47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" name="Google Shape;3344;p47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" name="Google Shape;3345;p47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" name="Google Shape;3346;p47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" name="Google Shape;3347;p47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" name="Google Shape;3348;p47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" name="Google Shape;3349;p47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" name="Google Shape;3350;p47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" name="Google Shape;3351;p47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" name="Google Shape;3352;p47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" name="Google Shape;3353;p47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" name="Google Shape;3354;p47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" name="Google Shape;3355;p47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" name="Google Shape;3356;p47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" name="Google Shape;3357;p47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" name="Google Shape;3358;p47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" name="Google Shape;3359;p47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" name="Google Shape;3360;p47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47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" name="Google Shape;3362;p47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" name="Google Shape;3363;p47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" name="Google Shape;3364;p47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" name="Google Shape;3365;p47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" name="Google Shape;3366;p47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47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" name="Google Shape;3368;p47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" name="Google Shape;3369;p47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" name="Google Shape;3370;p47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" name="Google Shape;3371;p47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" name="Google Shape;3372;p47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" name="Google Shape;3373;p47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" name="Google Shape;3374;p47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" name="Google Shape;3375;p47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" name="Google Shape;3376;p47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" name="Google Shape;3377;p47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" name="Google Shape;3378;p47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" name="Google Shape;3379;p47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47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" name="Google Shape;3381;p47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" name="Google Shape;3382;p47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47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" name="Google Shape;3384;p47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" name="Google Shape;3385;p47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" name="Google Shape;3386;p47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" name="Google Shape;3387;p47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" name="Google Shape;3388;p47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" name="Google Shape;3389;p47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" name="Google Shape;3390;p47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" name="Google Shape;3391;p47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" name="Google Shape;3392;p47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" name="Google Shape;3393;p47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" name="Google Shape;3394;p47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" name="Google Shape;3395;p47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" name="Google Shape;3396;p47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" name="Google Shape;3397;p47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" name="Google Shape;3398;p47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" name="Google Shape;3399;p47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" name="Google Shape;3400;p47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" name="Google Shape;3401;p47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" name="Google Shape;3402;p47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47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47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47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47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" name="Google Shape;3407;p47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" name="Google Shape;3408;p47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47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47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47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47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47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47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47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47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47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" name="Google Shape;3418;p47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" name="Google Shape;3419;p47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47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47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47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47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47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47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47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47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47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47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47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47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47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47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47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47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47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47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47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47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47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47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47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47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47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47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47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47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47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47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47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47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47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47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47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47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47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47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47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47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47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47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47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47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47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47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47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47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47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47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47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47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47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47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47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47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47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47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47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47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47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47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47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47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47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47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47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47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47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47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47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47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47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47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47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47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47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47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47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47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47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47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47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47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47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47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47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47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47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47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47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47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47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47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47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47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47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47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47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47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47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47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47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47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47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47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47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47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47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47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47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47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47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47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47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47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47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47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47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47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47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47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42" name="Google Shape;3542;p47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43" name="Google Shape;3543;p47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544" name="Google Shape;3544;p47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47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47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47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47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47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47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47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47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47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47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47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47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47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47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47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47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47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47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47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47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47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47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47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47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47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47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47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47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47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47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47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47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47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47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47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580" name="Google Shape;3580;p47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581" name="Google Shape;3581;p47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582" name="Google Shape;3582;p47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47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47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47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47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47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47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47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47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47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47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47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47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47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47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47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98" name="Google Shape;3598;p47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599" name="Google Shape;3599;p47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47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47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47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47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47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47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47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47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47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47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47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" name="Google Shape;3611;p47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" name="Google Shape;3612;p47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47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47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47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47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47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47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47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47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47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47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47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47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47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47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47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47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47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47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47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47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47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47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47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47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47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47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47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47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47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47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47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47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47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47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47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47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47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" name="Google Shape;3650;p47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" name="Google Shape;3651;p47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" name="Google Shape;3652;p47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" name="Google Shape;3653;p47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" name="Google Shape;3654;p47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47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47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47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47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" name="Google Shape;3659;p47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" name="Google Shape;3660;p47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" name="Google Shape;3661;p47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" name="Google Shape;3662;p47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" name="Google Shape;3663;p47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" name="Google Shape;3664;p47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" name="Google Shape;3665;p47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47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47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47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" name="Google Shape;3669;p47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" name="Google Shape;3670;p47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" name="Google Shape;3671;p47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47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47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47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47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47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47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47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" name="Google Shape;3679;p47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47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47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47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47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47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47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47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47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47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47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47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47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47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47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47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47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47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47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47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47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47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47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47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47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47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47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47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47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47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47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47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47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47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47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" name="Google Shape;3714;p47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47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47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47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" name="Google Shape;3718;p47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" name="Google Shape;3719;p47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" name="Google Shape;3720;p47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" name="Google Shape;3721;p47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" name="Google Shape;3722;p47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" name="Google Shape;3723;p47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" name="Google Shape;3724;p47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" name="Google Shape;3725;p47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" name="Google Shape;3726;p47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47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" name="Google Shape;3728;p47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47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" name="Google Shape;3730;p47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" name="Google Shape;3731;p47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" name="Google Shape;3732;p47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47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47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" name="Google Shape;3735;p47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47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47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47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47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" name="Google Shape;3740;p47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47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47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47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47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47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" name="Google Shape;3746;p47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47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" name="Google Shape;3748;p47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" name="Google Shape;3749;p47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" name="Google Shape;3750;p47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" name="Google Shape;3751;p47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" name="Google Shape;3752;p47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47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47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" name="Google Shape;3755;p47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" name="Google Shape;3756;p47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" name="Google Shape;3757;p47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" name="Google Shape;3758;p47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" name="Google Shape;3759;p47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47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" name="Google Shape;3761;p47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" name="Google Shape;3762;p47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" name="Google Shape;3763;p47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" name="Google Shape;3764;p47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47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" name="Google Shape;3766;p47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" name="Google Shape;3767;p47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47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47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" name="Google Shape;3770;p47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47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" name="Google Shape;3772;p47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" name="Google Shape;3773;p47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" name="Google Shape;3774;p47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" name="Google Shape;3775;p47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" name="Google Shape;3776;p47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47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47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47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47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47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" name="Google Shape;3782;p47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" name="Google Shape;3783;p47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" name="Google Shape;3784;p47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" name="Google Shape;3785;p47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" name="Google Shape;3786;p47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" name="Google Shape;3787;p47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" name="Google Shape;3788;p47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47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47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47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47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47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47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" name="Google Shape;3795;p47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" name="Google Shape;3796;p47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47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47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47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" name="Google Shape;3800;p47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" name="Google Shape;3801;p47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47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47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47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47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47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47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" name="Google Shape;3808;p47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47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" name="Google Shape;3810;p47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" name="Google Shape;3811;p47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" name="Google Shape;3812;p47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" name="Google Shape;3813;p47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" name="Google Shape;3814;p47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47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47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47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47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47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47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47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47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47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" name="Google Shape;3824;p47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47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" name="Google Shape;3826;p47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" name="Google Shape;3827;p47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" name="Google Shape;3828;p47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" name="Google Shape;3829;p47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" name="Google Shape;3830;p47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47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" name="Google Shape;3832;p47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" name="Google Shape;3833;p47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47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" name="Google Shape;3835;p47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" name="Google Shape;3836;p47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47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" name="Google Shape;3838;p47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47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" name="Google Shape;3840;p47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" name="Google Shape;3841;p47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" name="Google Shape;3842;p47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47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47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47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47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" name="Google Shape;3847;p47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" name="Google Shape;3848;p47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" name="Google Shape;3849;p47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" name="Google Shape;3850;p47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" name="Google Shape;3851;p47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" name="Google Shape;3852;p47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" name="Google Shape;3853;p47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" name="Google Shape;3854;p47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" name="Google Shape;3855;p47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47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" name="Google Shape;3857;p47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" name="Google Shape;3858;p47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" name="Google Shape;3859;p47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" name="Google Shape;3860;p47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" name="Google Shape;3861;p47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" name="Google Shape;3862;p47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" name="Google Shape;3863;p47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" name="Google Shape;3864;p47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" name="Google Shape;3865;p47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" name="Google Shape;3866;p47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47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47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47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47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47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" name="Google Shape;3872;p47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" name="Google Shape;3873;p47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" name="Google Shape;3874;p47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47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" name="Google Shape;3876;p47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" name="Google Shape;3877;p47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47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47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47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47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47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" name="Google Shape;3883;p47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" name="Google Shape;3884;p47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" name="Google Shape;3885;p47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" name="Google Shape;3886;p47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47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" name="Google Shape;3888;p47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" name="Google Shape;3889;p47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" name="Google Shape;3890;p47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47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" name="Google Shape;3892;p47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47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47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47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" name="Google Shape;3896;p47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" name="Google Shape;3897;p47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" name="Google Shape;3898;p47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" name="Google Shape;3899;p47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" name="Google Shape;3900;p47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" name="Google Shape;3901;p47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" name="Google Shape;3902;p47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47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" name="Google Shape;3904;p47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" name="Google Shape;3905;p47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47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" name="Google Shape;3907;p47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" name="Google Shape;3908;p47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47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47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47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12" name="Google Shape;3912;p47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13" name="Google Shape;3913;p47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3917" name="Shape 39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18" name="Google Shape;3918;p4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919" name="Google Shape;3919;p48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"/>
            </a:br>
            <a:endParaRPr/>
          </a:p>
        </p:txBody>
      </p:sp>
      <p:grpSp>
        <p:nvGrpSpPr>
          <p:cNvPr id="3920" name="Google Shape;3920;p48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3921" name="Google Shape;3921;p48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2" name="Google Shape;3922;p48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3" name="Google Shape;3923;p48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4" name="Google Shape;3924;p48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5" name="Google Shape;3925;p48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6" name="Google Shape;3926;p48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27" name="Google Shape;3927;p48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3928" name="Google Shape;3928;p48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9" name="Google Shape;3929;p48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30" name="Google Shape;3930;p48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3931" name="Google Shape;3931;p48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2" name="Google Shape;3932;p48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33" name="Google Shape;3933;p48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3934" name="Google Shape;3934;p48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5" name="Google Shape;3935;p48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36" name="Google Shape;3936;p48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3937" name="Google Shape;3937;p48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8" name="Google Shape;3938;p48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9" name="Google Shape;3939;p48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0" name="Google Shape;3940;p48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1" name="Google Shape;3941;p48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2" name="Google Shape;3942;p48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43" name="Google Shape;3943;p48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3944" name="Google Shape;3944;p48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5" name="Google Shape;3945;p48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6" name="Google Shape;3946;p48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7" name="Google Shape;3947;p48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8" name="Google Shape;3948;p48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9" name="Google Shape;3949;p48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0" name="Google Shape;3950;p48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1" name="Google Shape;3951;p48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52" name="Google Shape;3952;p48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3953" name="Google Shape;3953;p48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4" name="Google Shape;3954;p48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55" name="Google Shape;3955;p48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3956" name="Google Shape;3956;p48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7" name="Google Shape;3957;p48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58" name="Google Shape;3958;p48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3959" name="Google Shape;3959;p48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0" name="Google Shape;3960;p48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61" name="Google Shape;3961;p48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3962" name="Google Shape;3962;p48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3" name="Google Shape;3963;p48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4" name="Google Shape;3964;p48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5" name="Google Shape;3965;p48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6" name="Google Shape;3966;p48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67" name="Google Shape;3967;p48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3968" name="Google Shape;3968;p48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9" name="Google Shape;3969;p48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0" name="Google Shape;3970;p48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1" name="Google Shape;3971;p48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972" name="Google Shape;3972;p48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973" name="Google Shape;3973;p48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3974" name="Google Shape;3974;p48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5" name="Google Shape;3975;p48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6" name="Google Shape;3976;p48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77" name="Google Shape;3977;p48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3978" name="Google Shape;3978;p48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9" name="Google Shape;3979;p48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80" name="Google Shape;3980;p48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3981" name="Google Shape;3981;p48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2" name="Google Shape;3982;p48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3" name="Google Shape;3983;p48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984" name="Google Shape;3984;p48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985" name="Google Shape;3985;p48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3986" name="Google Shape;3986;p48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7" name="Google Shape;3987;p48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8" name="Google Shape;3988;p48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9" name="Google Shape;3989;p48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90" name="Google Shape;3990;p48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3991" name="Google Shape;3991;p48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2" name="Google Shape;3992;p48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93" name="Google Shape;3993;p48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3994" name="Google Shape;3994;p48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5" name="Google Shape;3995;p48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6" name="Google Shape;3996;p48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7" name="Google Shape;3997;p48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8" name="Google Shape;3998;p48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9" name="Google Shape;3999;p48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00" name="Google Shape;4000;p48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4001" name="Google Shape;4001;p48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2" name="Google Shape;4002;p48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3" name="Google Shape;4003;p48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4" name="Google Shape;4004;p48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5" name="Google Shape;4005;p48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6" name="Google Shape;4006;p48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7" name="Google Shape;4007;p48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08" name="Google Shape;4008;p48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4009" name="Google Shape;4009;p48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0" name="Google Shape;4010;p48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1" name="Google Shape;4011;p48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2" name="Google Shape;4012;p48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13" name="Google Shape;4013;p48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4014" name="Google Shape;4014;p48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5" name="Google Shape;4015;p48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16" name="Google Shape;4016;p48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4017" name="Google Shape;4017;p48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8" name="Google Shape;4018;p48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9" name="Google Shape;4019;p48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20" name="Google Shape;4020;p48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4021" name="Google Shape;4021;p48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2" name="Google Shape;4022;p48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3" name="Google Shape;4023;p48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24" name="Google Shape;4024;p48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4025" name="Google Shape;4025;p48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6" name="Google Shape;4026;p48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27" name="Google Shape;4027;p48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4028" name="Google Shape;4028;p48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9" name="Google Shape;4029;p48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0" name="Google Shape;4030;p48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1" name="Google Shape;4031;p48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2" name="Google Shape;4032;p48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3" name="Google Shape;4033;p48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4034" name="Google Shape;4034;p48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5" name="Google Shape;4035;p48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6" name="Google Shape;4036;p48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7" name="Google Shape;4037;p48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8" name="Google Shape;4038;p48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9" name="Google Shape;4039;p48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0" name="Google Shape;4040;p48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1" name="Google Shape;4041;p48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2" name="Google Shape;4042;p48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3" name="Google Shape;4043;p48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4" name="Google Shape;4044;p48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5" name="Google Shape;4045;p48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6" name="Google Shape;4046;p48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7" name="Google Shape;4047;p48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8" name="Google Shape;4048;p48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9" name="Google Shape;4049;p48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0" name="Google Shape;4050;p48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1" name="Google Shape;4051;p48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2" name="Google Shape;4052;p48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53" name="Google Shape;4053;p48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4054" name="Google Shape;4054;p48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5" name="Google Shape;4055;p48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6" name="Google Shape;4056;p48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7" name="Google Shape;4057;p48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58" name="Google Shape;4058;p48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4059" name="Google Shape;4059;p48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0" name="Google Shape;4060;p48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1" name="Google Shape;4061;p48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62" name="Google Shape;4062;p48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4063" name="Google Shape;4063;p48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4" name="Google Shape;4064;p48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5" name="Google Shape;4065;p48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6" name="Google Shape;4066;p48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7" name="Google Shape;4067;p48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68" name="Google Shape;4068;p48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4069" name="Google Shape;4069;p48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0" name="Google Shape;4070;p48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1" name="Google Shape;4071;p48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72" name="Google Shape;4072;p48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4073" name="Google Shape;4073;p48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4" name="Google Shape;4074;p48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5" name="Google Shape;4075;p48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76" name="Google Shape;4076;p48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4077" name="Google Shape;4077;p48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8" name="Google Shape;4078;p48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9" name="Google Shape;4079;p48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0" name="Google Shape;4080;p48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1" name="Google Shape;4081;p48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82" name="Google Shape;4082;p48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4083" name="Google Shape;4083;p48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4" name="Google Shape;4084;p48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5" name="Google Shape;4085;p48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86" name="Google Shape;4086;p48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87" name="Google Shape;4087;p48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4088" name="Google Shape;4088;p48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9" name="Google Shape;4089;p48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0" name="Google Shape;4090;p48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4091" name="Google Shape;4091;p48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2" name="Google Shape;4092;p48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3" name="Google Shape;4093;p48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4" name="Google Shape;4094;p48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5" name="Google Shape;4095;p48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6" name="Google Shape;4096;p48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7" name="Google Shape;4097;p48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8" name="Google Shape;4098;p48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9" name="Google Shape;4099;p48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4100" name="Google Shape;4100;p48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1" name="Google Shape;4101;p48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2" name="Google Shape;4102;p48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03" name="Google Shape;4103;p48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4104" name="Google Shape;4104;p48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5" name="Google Shape;4105;p48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06" name="Google Shape;4106;p48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4107" name="Google Shape;4107;p48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8" name="Google Shape;4108;p48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9" name="Google Shape;4109;p48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0" name="Google Shape;4110;p48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4111" name="Google Shape;4111;p48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2" name="Google Shape;4112;p48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3" name="Google Shape;4113;p48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4" name="Google Shape;4114;p48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5" name="Google Shape;4115;p48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6" name="Google Shape;4116;p48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4117" name="Google Shape;4117;p48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8" name="Google Shape;4118;p48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19" name="Google Shape;4119;p48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20" name="Google Shape;4120;p48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4121" name="Google Shape;4121;p48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2" name="Google Shape;4122;p48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3" name="Google Shape;4123;p48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4" name="Google Shape;4124;p48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5" name="Google Shape;4125;p48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6" name="Google Shape;4126;p48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7" name="Google Shape;4127;p48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8" name="Google Shape;4128;p48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4129" name="Google Shape;4129;p48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0" name="Google Shape;4130;p48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1" name="Google Shape;4131;p48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2" name="Google Shape;4132;p48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4133" name="Google Shape;4133;p48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4" name="Google Shape;4134;p48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5" name="Google Shape;4135;p48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6" name="Google Shape;4136;p48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7" name="Google Shape;4137;p48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4138" name="Google Shape;4138;p48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9" name="Google Shape;4139;p48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0" name="Google Shape;4140;p48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1" name="Google Shape;4141;p48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2" name="Google Shape;4142;p48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3" name="Google Shape;4143;p48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4" name="Google Shape;4144;p48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4145" name="Google Shape;4145;p48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6" name="Google Shape;4146;p48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7" name="Google Shape;4147;p48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8" name="Google Shape;4148;p48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4149" name="Google Shape;4149;p48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0" name="Google Shape;4150;p48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1" name="Google Shape;4151;p48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2" name="Google Shape;4152;p48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3" name="Google Shape;4153;p48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4" name="Google Shape;4154;p48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5" name="Google Shape;4155;p48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6" name="Google Shape;4156;p48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4157" name="Google Shape;4157;p48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8" name="Google Shape;4158;p48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9" name="Google Shape;4159;p48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0" name="Google Shape;4160;p48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1" name="Google Shape;4161;p48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62" name="Google Shape;4162;p48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63" name="Google Shape;4163;p48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4164" name="Google Shape;4164;p48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5" name="Google Shape;4165;p48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6" name="Google Shape;4166;p48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7" name="Google Shape;4167;p48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4168" name="Google Shape;4168;p48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9" name="Google Shape;4169;p48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70" name="Google Shape;4170;p48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71" name="Google Shape;4171;p48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4172" name="Google Shape;4172;p48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3" name="Google Shape;4173;p48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4" name="Google Shape;4174;p48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4175" name="Google Shape;4175;p48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6" name="Google Shape;4176;p48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77" name="Google Shape;4177;p48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78" name="Google Shape;4178;p48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79" name="Google Shape;4179;p48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4180" name="Google Shape;4180;p48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1" name="Google Shape;4181;p48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2" name="Google Shape;4182;p48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3" name="Google Shape;4183;p48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4" name="Google Shape;4184;p48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5" name="Google Shape;4185;p48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4186" name="Google Shape;4186;p48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7" name="Google Shape;4187;p48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8" name="Google Shape;4188;p48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9" name="Google Shape;4189;p48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0" name="Google Shape;4190;p48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1" name="Google Shape;4191;p48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2" name="Google Shape;4192;p48"/>
          <p:cNvGrpSpPr/>
          <p:nvPr/>
        </p:nvGrpSpPr>
        <p:grpSpPr>
          <a:xfrm>
            <a:off x="4335816" y="2495095"/>
            <a:ext cx="216274" cy="230698"/>
            <a:chOff x="914900" y="3806450"/>
            <a:chExt cx="451700" cy="481825"/>
          </a:xfrm>
        </p:grpSpPr>
        <p:sp>
          <p:nvSpPr>
            <p:cNvPr id="4193" name="Google Shape;4193;p48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4" name="Google Shape;4194;p48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5" name="Google Shape;4195;p48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6" name="Google Shape;4196;p48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7" name="Google Shape;4197;p48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8" name="Google Shape;4198;p48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4199" name="Google Shape;4199;p48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0" name="Google Shape;4200;p48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1" name="Google Shape;4201;p48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2" name="Google Shape;4202;p48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3" name="Google Shape;4203;p48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4204" name="Google Shape;4204;p48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5" name="Google Shape;4205;p48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6" name="Google Shape;4206;p48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4207" name="Google Shape;4207;p48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8" name="Google Shape;4208;p48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9" name="Google Shape;4209;p48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4210" name="Google Shape;4210;p48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1" name="Google Shape;4211;p48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2" name="Google Shape;4212;p48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4213" name="Google Shape;4213;p48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4" name="Google Shape;4214;p48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5" name="Google Shape;4215;p48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4216" name="Google Shape;4216;p48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7" name="Google Shape;4217;p48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8" name="Google Shape;4218;p48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9" name="Google Shape;4219;p48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0" name="Google Shape;4220;p48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1" name="Google Shape;4221;p48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2" name="Google Shape;4222;p48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4223" name="Google Shape;4223;p48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4" name="Google Shape;4224;p48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5" name="Google Shape;4225;p48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6" name="Google Shape;4226;p48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4227" name="Google Shape;4227;p48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8" name="Google Shape;4228;p48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9" name="Google Shape;4229;p48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0" name="Google Shape;4230;p48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1" name="Google Shape;4231;p48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4232" name="Google Shape;4232;p48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3" name="Google Shape;4233;p48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4" name="Google Shape;4234;p48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5" name="Google Shape;4235;p48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4236" name="Google Shape;4236;p48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7" name="Google Shape;4237;p48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8" name="Google Shape;4238;p48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9" name="Google Shape;4239;p48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0" name="Google Shape;4240;p48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1" name="Google Shape;4241;p48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2" name="Google Shape;4242;p48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3" name="Google Shape;4243;p48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4" name="Google Shape;4244;p48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4245" name="Google Shape;4245;p48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6" name="Google Shape;4246;p48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7" name="Google Shape;4247;p48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8" name="Google Shape;4248;p48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9" name="Google Shape;4249;p48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0" name="Google Shape;4250;p48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4251" name="Google Shape;4251;p48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2" name="Google Shape;4252;p48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3" name="Google Shape;4253;p48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4" name="Google Shape;4254;p48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5" name="Google Shape;4255;p48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6" name="Google Shape;4256;p48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7" name="Google Shape;4257;p48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4258" name="Google Shape;4258;p48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9" name="Google Shape;4259;p48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0" name="Google Shape;4260;p48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1" name="Google Shape;4261;p48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2" name="Google Shape;4262;p48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3" name="Google Shape;4263;p48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4" name="Google Shape;4264;p48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5" name="Google Shape;4265;p48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6" name="Google Shape;4266;p48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7" name="Google Shape;4267;p48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8" name="Google Shape;4268;p48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9" name="Google Shape;4269;p48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0" name="Google Shape;4270;p48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4271" name="Google Shape;4271;p48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2" name="Google Shape;4272;p48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3" name="Google Shape;4273;p48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4" name="Google Shape;4274;p48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5" name="Google Shape;4275;p48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6" name="Google Shape;4276;p48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7" name="Google Shape;4277;p48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8" name="Google Shape;4278;p48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4279" name="Google Shape;4279;p48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0" name="Google Shape;4280;p48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1" name="Google Shape;4281;p48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2" name="Google Shape;4282;p48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3" name="Google Shape;4283;p48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4" name="Google Shape;4284;p48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4285" name="Google Shape;4285;p48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6" name="Google Shape;4286;p48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87" name="Google Shape;4287;p48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88" name="Google Shape;4288;p48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4289" name="Google Shape;4289;p48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0" name="Google Shape;4290;p48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1" name="Google Shape;4291;p48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4292" name="Google Shape;4292;p48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3" name="Google Shape;4293;p48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4" name="Google Shape;4294;p48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5" name="Google Shape;4295;p48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4296" name="Google Shape;4296;p48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7" name="Google Shape;4297;p48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8" name="Google Shape;4298;p48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9" name="Google Shape;4299;p48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4300" name="Google Shape;4300;p48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1" name="Google Shape;4301;p48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2" name="Google Shape;4302;p48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4303" name="Google Shape;4303;p48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4" name="Google Shape;4304;p48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5" name="Google Shape;4305;p48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4306" name="Google Shape;4306;p48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7" name="Google Shape;4307;p48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8" name="Google Shape;4308;p48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9" name="Google Shape;4309;p48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4310" name="Google Shape;4310;p48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1" name="Google Shape;4311;p48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2" name="Google Shape;4312;p48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3" name="Google Shape;4313;p48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4314" name="Google Shape;4314;p48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5" name="Google Shape;4315;p48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6" name="Google Shape;4316;p48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7" name="Google Shape;4317;p48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8" name="Google Shape;4318;p48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4319" name="Google Shape;4319;p48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0" name="Google Shape;4320;p48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1" name="Google Shape;4321;p48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2" name="Google Shape;4322;p48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3" name="Google Shape;4323;p48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4324" name="Google Shape;4324;p48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5" name="Google Shape;4325;p48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6" name="Google Shape;4326;p48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7" name="Google Shape;4327;p48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8" name="Google Shape;4328;p48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4329" name="Google Shape;4329;p48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0" name="Google Shape;4330;p48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1" name="Google Shape;4331;p48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2" name="Google Shape;4332;p48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4333" name="Google Shape;4333;p48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4" name="Google Shape;4334;p48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5" name="Google Shape;4335;p48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4336" name="Google Shape;4336;p48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7" name="Google Shape;4337;p48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8" name="Google Shape;4338;p48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4339" name="Google Shape;4339;p48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0" name="Google Shape;4340;p48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1" name="Google Shape;4341;p48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2" name="Google Shape;4342;p48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3" name="Google Shape;4343;p48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4344" name="Google Shape;4344;p48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5" name="Google Shape;4345;p48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6" name="Google Shape;4346;p48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7" name="Google Shape;4347;p48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8" name="Google Shape;4348;p48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9" name="Google Shape;4349;p48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4350" name="Google Shape;4350;p48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1" name="Google Shape;4351;p48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2" name="Google Shape;4352;p48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3" name="Google Shape;4353;p48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4" name="Google Shape;4354;p48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5" name="Google Shape;4355;p48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6" name="Google Shape;4356;p48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57" name="Google Shape;4357;p48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58" name="Google Shape;4358;p48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4359" name="Google Shape;4359;p48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0" name="Google Shape;4360;p48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1" name="Google Shape;4361;p48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2" name="Google Shape;4362;p48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3" name="Google Shape;4363;p48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364" name="Google Shape;4364;p48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5" name="Google Shape;4365;p48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6" name="Google Shape;4366;p48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7" name="Google Shape;4367;p48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8" name="Google Shape;4368;p48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9" name="Google Shape;4369;p48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0" name="Google Shape;4370;p48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1" name="Google Shape;4371;p48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2" name="Google Shape;4372;p48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3" name="Google Shape;4373;p48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4" name="Google Shape;4374;p48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375" name="Google Shape;4375;p48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6" name="Google Shape;4376;p48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7" name="Google Shape;4377;p48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8" name="Google Shape;4378;p48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379" name="Google Shape;4379;p48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0" name="Google Shape;4380;p48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1" name="Google Shape;4381;p48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2" name="Google Shape;4382;p48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83" name="Google Shape;4383;p48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384" name="Google Shape;4384;p48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85" name="Google Shape;4385;p48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386" name="Google Shape;4386;p48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7" name="Google Shape;4387;p48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8" name="Google Shape;4388;p48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9" name="Google Shape;4389;p48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390" name="Google Shape;4390;p48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1" name="Google Shape;4391;p48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2" name="Google Shape;4392;p48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3" name="Google Shape;4393;p48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394" name="Google Shape;4394;p48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5" name="Google Shape;4395;p48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6" name="Google Shape;4396;p48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7" name="Google Shape;4397;p48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8" name="Google Shape;4398;p48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399" name="Google Shape;4399;p48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0" name="Google Shape;4400;p48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1" name="Google Shape;4401;p48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2" name="Google Shape;4402;p48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403" name="Google Shape;4403;p48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4" name="Google Shape;4404;p48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05" name="Google Shape;4405;p48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06" name="Google Shape;4406;p48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407" name="Google Shape;4407;p48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8" name="Google Shape;4408;p48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9" name="Google Shape;4409;p48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410" name="Google Shape;4410;p48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1" name="Google Shape;4411;p48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2" name="Google Shape;4412;p48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3" name="Google Shape;4413;p48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14" name="Google Shape;4414;p48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415" name="Google Shape;4415;p48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16" name="Google Shape;4416;p48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417" name="Google Shape;4417;p48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8" name="Google Shape;4418;p48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9" name="Google Shape;4419;p48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0" name="Google Shape;4420;p48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421" name="Google Shape;4421;p48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2" name="Google Shape;4422;p48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3" name="Google Shape;4423;p48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4" name="Google Shape;4424;p48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425" name="Google Shape;4425;p48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6" name="Google Shape;4426;p48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7" name="Google Shape;4427;p48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28" name="Google Shape;4428;p48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429" name="Google Shape;4429;p48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30" name="Google Shape;4430;p48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431" name="Google Shape;4431;p48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2" name="Google Shape;4432;p48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33" name="Google Shape;4433;p48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434" name="Google Shape;4434;p48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5" name="Google Shape;4435;p48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6" name="Google Shape;4436;p48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37" name="Google Shape;4437;p48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38" name="Google Shape;4438;p48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4439" name="Google Shape;4439;p48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0" name="Google Shape;4440;p48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1" name="Google Shape;4441;p48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2" name="Google Shape;4442;p48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3" name="Google Shape;4443;p48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4444" name="Google Shape;4444;p48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5" name="Google Shape;4445;p48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6" name="Google Shape;4446;p48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7" name="Google Shape;4447;p48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8" name="Google Shape;4448;p48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9" name="Google Shape;4449;p48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50" name="Google Shape;4450;p48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4451" name="Google Shape;4451;p48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2" name="Google Shape;4452;p48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53" name="Google Shape;4453;p48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4454" name="Google Shape;4454;p48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5" name="Google Shape;4455;p48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6" name="Google Shape;4456;p48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7" name="Google Shape;4457;p48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58" name="Google Shape;4458;p48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459" name="Google Shape;4459;p48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60" name="Google Shape;4460;p48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4461" name="Google Shape;4461;p48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2" name="Google Shape;4462;p48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3" name="Google Shape;4463;p48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4" name="Google Shape;4464;p48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5" name="Google Shape;4465;p48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6" name="Google Shape;4466;p48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7" name="Google Shape;4467;p48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8" name="Google Shape;4468;p48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69" name="Google Shape;4469;p48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70" name="Google Shape;4470;p48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4471" name="Google Shape;4471;p48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2" name="Google Shape;4472;p48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3" name="Google Shape;4473;p48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74" name="Google Shape;4474;p48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4475" name="Google Shape;4475;p48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6" name="Google Shape;4476;p48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7" name="Google Shape;4477;p48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78" name="Google Shape;4478;p48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4479" name="Google Shape;4479;p48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0" name="Google Shape;4480;p48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1" name="Google Shape;4481;p48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2" name="Google Shape;4482;p48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4483" name="Google Shape;4483;p48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4" name="Google Shape;4484;p48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5" name="Google Shape;4485;p48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6" name="Google Shape;4486;p48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7" name="Google Shape;4487;p48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4488" name="Google Shape;4488;p48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9" name="Google Shape;4489;p48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0" name="Google Shape;4490;p48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1" name="Google Shape;4491;p48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92" name="Google Shape;4492;p48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4493" name="Google Shape;4493;p48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4" name="Google Shape;4494;p48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95" name="Google Shape;4495;p48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496" name="Google Shape;4496;p48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497" name="Google Shape;4497;p48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98" name="Google Shape;4498;p48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4499" name="Google Shape;4499;p48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0" name="Google Shape;4500;p48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01" name="Google Shape;4501;p48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4502" name="Google Shape;4502;p48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3" name="Google Shape;4503;p48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4" name="Google Shape;4504;p48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5" name="Google Shape;4505;p48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6" name="Google Shape;4506;p48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07" name="Google Shape;4507;p48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08" name="Google Shape;4508;p48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4509" name="Google Shape;4509;p48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0" name="Google Shape;4510;p48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1" name="Google Shape;4511;p48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12" name="Google Shape;4512;p48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13" name="Google Shape;4513;p48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14" name="Google Shape;4514;p48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4515" name="Google Shape;4515;p48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6" name="Google Shape;4516;p48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17" name="Google Shape;4517;p48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4518" name="Google Shape;4518;p48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9" name="Google Shape;4519;p48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20" name="Google Shape;4520;p48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4521" name="Google Shape;4521;p48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2" name="Google Shape;4522;p48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23" name="Google Shape;4523;p48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24" name="Google Shape;4524;p48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4525" name="Google Shape;4525;p48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6" name="Google Shape;4526;p48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7" name="Google Shape;4527;p48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8" name="Google Shape;4528;p48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9" name="Google Shape;4529;p48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30" name="Google Shape;4530;p48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4531" name="Google Shape;4531;p48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2" name="Google Shape;4532;p48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3" name="Google Shape;4533;p48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34" name="Google Shape;4534;p48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4535" name="Google Shape;4535;p48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6" name="Google Shape;4536;p48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37" name="Google Shape;4537;p48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38" name="Google Shape;4538;p48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4539" name="Google Shape;4539;p48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0" name="Google Shape;4540;p48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1" name="Google Shape;4541;p48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4542" name="Google Shape;4542;p48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3" name="Google Shape;4543;p48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4" name="Google Shape;4544;p48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5" name="Google Shape;4545;p48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46" name="Google Shape;4546;p48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47" name="Google Shape;4547;p48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48" name="Google Shape;4548;p48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4549" name="Google Shape;4549;p48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0" name="Google Shape;4550;p48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1" name="Google Shape;4551;p48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2" name="Google Shape;4552;p48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53" name="Google Shape;4553;p48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4554" name="Google Shape;4554;p48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5" name="Google Shape;4555;p48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6" name="Google Shape;4556;p48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7" name="Google Shape;4557;p48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58" name="Google Shape;4558;p48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4559" name="Google Shape;4559;p48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0" name="Google Shape;4560;p48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1" name="Google Shape;4561;p48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2" name="Google Shape;4562;p48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63" name="Google Shape;4563;p48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4564" name="Google Shape;4564;p48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5" name="Google Shape;4565;p48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6" name="Google Shape;4566;p48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7" name="Google Shape;4567;p48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68" name="Google Shape;4568;p48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4569" name="Google Shape;4569;p48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0" name="Google Shape;4570;p48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1" name="Google Shape;4571;p48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72" name="Google Shape;4572;p48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4573" name="Google Shape;4573;p48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4" name="Google Shape;4574;p48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5" name="Google Shape;4575;p48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6" name="Google Shape;4576;p48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77" name="Google Shape;4577;p48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4578" name="Google Shape;4578;p48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9" name="Google Shape;4579;p48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80" name="Google Shape;4580;p48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81" name="Google Shape;4581;p48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4582" name="Google Shape;4582;p48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3" name="Google Shape;4583;p48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84" name="Google Shape;4584;p48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4585" name="Google Shape;4585;p48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6" name="Google Shape;4586;p48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87" name="Google Shape;4587;p48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88" name="Google Shape;4588;p48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4589" name="Google Shape;4589;p48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0" name="Google Shape;4590;p48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1" name="Google Shape;4591;p48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92" name="Google Shape;4592;p48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4593" name="Google Shape;4593;p48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4" name="Google Shape;4594;p48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95" name="Google Shape;4595;p48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4596" name="Google Shape;4596;p48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7" name="Google Shape;4597;p48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8" name="Google Shape;4598;p48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99" name="Google Shape;4599;p48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4600" name="Google Shape;4600;p48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1" name="Google Shape;4601;p48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2" name="Google Shape;4602;p48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03" name="Google Shape;4603;p48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4604" name="Google Shape;4604;p48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5" name="Google Shape;4605;p48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06" name="Google Shape;4606;p48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4607" name="Google Shape;4607;p48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8" name="Google Shape;4608;p48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09" name="Google Shape;4609;p48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4610" name="Google Shape;4610;p48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1" name="Google Shape;4611;p48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2" name="Google Shape;4612;p48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13" name="Google Shape;4613;p48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4614" name="Google Shape;4614;p48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5" name="Google Shape;4615;p48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6" name="Google Shape;4616;p48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17" name="Google Shape;4617;p48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18" name="Google Shape;4618;p48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4619" name="Google Shape;4619;p48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0" name="Google Shape;4620;p48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1" name="Google Shape;4621;p48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4622" name="Google Shape;4622;p48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3" name="Google Shape;4623;p48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24" name="Google Shape;4624;p48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4628" name="Shape 4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9" name="Google Shape;4629;p4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630" name="Google Shape;4630;p49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631" name="Google Shape;4631;p49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49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3" name="Google Shape;4633;p49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634" name="Google Shape;4634;p49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49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6" name="Google Shape;4636;p49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637" name="Google Shape;4637;p49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49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9" name="Google Shape;4639;p49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640" name="Google Shape;4640;p49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49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42" name="Google Shape;4642;p49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43" name="Google Shape;4643;p49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644" name="Google Shape;4644;p49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49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6" name="Google Shape;4646;p49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647" name="Google Shape;4647;p49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49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49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49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1" name="Google Shape;4651;p49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652" name="Google Shape;4652;p49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49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49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5" name="Google Shape;4655;p49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656" name="Google Shape;4656;p49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49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49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49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49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1" name="Google Shape;4661;p49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662" name="Google Shape;4662;p49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49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49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5" name="Google Shape;4665;p49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666" name="Google Shape;4666;p49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49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8" name="Google Shape;4668;p49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669" name="Google Shape;4669;p49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49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71" name="Google Shape;4671;p49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72" name="Google Shape;4672;p49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673" name="Google Shape;4673;p49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49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5" name="Google Shape;4675;p49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676" name="Google Shape;4676;p49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49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49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9" name="Google Shape;4679;p49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680" name="Google Shape;4680;p49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49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82" name="Google Shape;4682;p49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83" name="Google Shape;4683;p49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684" name="Google Shape;4684;p49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49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49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49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49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49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0" name="Google Shape;4690;p49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691" name="Google Shape;4691;p49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49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3" name="Google Shape;4693;p49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694" name="Google Shape;4694;p49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49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49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49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49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49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0" name="Google Shape;4700;p49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701" name="Google Shape;4701;p49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49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49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4" name="Google Shape;4704;p49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705" name="Google Shape;4705;p49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49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07" name="Google Shape;4707;p49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08" name="Google Shape;4708;p49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709" name="Google Shape;4709;p49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49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1" name="Google Shape;4711;p49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712" name="Google Shape;4712;p49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49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4" name="Google Shape;4714;p49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715" name="Google Shape;4715;p49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49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7" name="Google Shape;4717;p49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718" name="Google Shape;4718;p49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49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0" name="Google Shape;4720;p49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721" name="Google Shape;4721;p49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49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49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4" name="Google Shape;4724;p49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725" name="Google Shape;4725;p49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49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7" name="Google Shape;4727;p49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728" name="Google Shape;4728;p49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49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49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49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49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49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49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35" name="Google Shape;4735;p49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36" name="Google Shape;4736;p49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37" name="Google Shape;4737;p49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738" name="Google Shape;4738;p49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49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0" name="Google Shape;4740;p49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741" name="Google Shape;4741;p49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49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3" name="Google Shape;4743;p49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744" name="Google Shape;4744;p49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49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49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49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49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9" name="Google Shape;4749;p49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750" name="Google Shape;4750;p49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49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49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49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4" name="Google Shape;4754;p49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755" name="Google Shape;4755;p49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49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49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49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9" name="Google Shape;4759;p49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4760" name="Google Shape;4760;p49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61" name="Google Shape;4761;p49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4762" name="Google Shape;4762;p49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3" name="Google Shape;4763;p49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4" name="Google Shape;4764;p49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5" name="Google Shape;4765;p49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6" name="Google Shape;4766;p49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7" name="Google Shape;4767;p49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8" name="Google Shape;4768;p49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769" name="Google Shape;4769;p49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4770" name="Google Shape;4770;p49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49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2" name="Google Shape;4772;p49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4773" name="Google Shape;4773;p49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49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49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49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49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49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49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49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49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49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3" name="Google Shape;4783;p49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4784" name="Google Shape;4784;p49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49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6" name="Google Shape;4786;p49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4787" name="Google Shape;4787;p49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49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9" name="Google Shape;4789;p49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4790" name="Google Shape;4790;p49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49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2" name="Google Shape;4792;p49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4793" name="Google Shape;4793;p49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49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49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49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7" name="Google Shape;4797;p49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4798" name="Google Shape;4798;p49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49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0" name="Google Shape;4800;p49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4801" name="Google Shape;4801;p49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49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49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4" name="Google Shape;4804;p49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4805" name="Google Shape;4805;p49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49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49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49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09" name="Google Shape;4809;p49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10" name="Google Shape;4810;p49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4811" name="Google Shape;4811;p49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49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49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49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5" name="Google Shape;4815;p49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4816" name="Google Shape;4816;p49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49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18" name="Google Shape;4818;p49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19" name="Google Shape;4819;p49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4820" name="Google Shape;4820;p49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49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2" name="Google Shape;4822;p49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4823" name="Google Shape;4823;p49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49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49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26" name="Google Shape;4826;p49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27" name="Google Shape;4827;p49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4828" name="Google Shape;4828;p49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49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49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1" name="Google Shape;4831;p49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4832" name="Google Shape;4832;p49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49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49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49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49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49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49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49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49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1" name="Google Shape;4841;p49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4842" name="Google Shape;4842;p49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49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49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5" name="Google Shape;4845;p49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4846" name="Google Shape;4846;p49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49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49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9" name="Google Shape;4849;p49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4850" name="Google Shape;4850;p49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49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2" name="Google Shape;4852;p49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4853" name="Google Shape;4853;p49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49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49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49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49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49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49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49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49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2" name="Google Shape;4862;p49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4863" name="Google Shape;4863;p49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49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49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49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67" name="Google Shape;4867;p49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68" name="Google Shape;4868;p49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69" name="Google Shape;4869;p49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70" name="Google Shape;4870;p49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4871" name="Google Shape;4871;p49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49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49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49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49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49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49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49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49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49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49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49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49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49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5" name="Google Shape;4885;p49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4886" name="Google Shape;4886;p49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49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8" name="Google Shape;4888;p49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4889" name="Google Shape;4889;p49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49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49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2" name="Google Shape;4892;p49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4893" name="Google Shape;4893;p49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49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49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6" name="Google Shape;4896;p49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4897" name="Google Shape;4897;p49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49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49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49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49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2" name="Google Shape;4902;p49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4903" name="Google Shape;4903;p49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49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49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49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7" name="Google Shape;4907;p49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4908" name="Google Shape;4908;p49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49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10" name="Google Shape;4910;p49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11" name="Google Shape;4911;p49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4912" name="Google Shape;4912;p49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49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49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15" name="Google Shape;4915;p49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16" name="Google Shape;4916;p49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4917" name="Google Shape;4917;p49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49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9" name="Google Shape;4919;p49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4920" name="Google Shape;4920;p49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49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49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49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49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5" name="Google Shape;4925;p49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4926" name="Google Shape;4926;p49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49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49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49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49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31" name="Google Shape;4931;p49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32" name="Google Shape;4932;p49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4933" name="Google Shape;4933;p49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49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49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6" name="Google Shape;4936;p49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4937" name="Google Shape;4937;p49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49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49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49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49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49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3" name="Google Shape;4943;p49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4944" name="Google Shape;4944;p49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49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49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7" name="Google Shape;4947;p49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4948" name="Google Shape;4948;p49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49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49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1" name="Google Shape;4951;p49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4952" name="Google Shape;4952;p49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49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49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49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6" name="Google Shape;4956;p49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4957" name="Google Shape;4957;p49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49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9" name="Google Shape;4959;p49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4960" name="Google Shape;4960;p49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49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2" name="Google Shape;4962;p49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4963" name="Google Shape;4963;p49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49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49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49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7" name="Google Shape;4967;p49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4968" name="Google Shape;4968;p49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49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49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49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2" name="Google Shape;4972;p49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4973" name="Google Shape;4973;p49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49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49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49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49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49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49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0" name="Google Shape;4980;p49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4981" name="Google Shape;4981;p49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49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83" name="Google Shape;4983;p49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84" name="Google Shape;4984;p49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4985" name="Google Shape;4985;p49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49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49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49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89" name="Google Shape;4989;p49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90" name="Google Shape;4990;p49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4991" name="Google Shape;4991;p49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49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49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4" name="Google Shape;4994;p49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4995" name="Google Shape;4995;p49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49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49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49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49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49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49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2" name="Google Shape;5002;p49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003" name="Google Shape;5003;p49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49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05" name="Google Shape;5005;p49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06" name="Google Shape;5006;p49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07" name="Google Shape;5007;p49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08" name="Google Shape;5008;p49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009" name="Google Shape;5009;p49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49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49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49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3" name="Google Shape;5013;p49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014" name="Google Shape;5014;p49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49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49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49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49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49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49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21" name="Google Shape;5021;p49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5025" name="Shape 50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26" name="Google Shape;5026;p5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027" name="Google Shape;5027;p50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028" name="Google Shape;5028;p50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50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50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50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2" name="Google Shape;5032;p50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033" name="Google Shape;5033;p50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50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50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50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7" name="Google Shape;5037;p50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038" name="Google Shape;5038;p50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50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50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50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2" name="Google Shape;5042;p50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043" name="Google Shape;5043;p50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50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5" name="Google Shape;5045;p50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046" name="Google Shape;5046;p50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50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50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50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0" name="Google Shape;5050;p50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051" name="Google Shape;5051;p50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50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50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50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5" name="Google Shape;5055;p50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056" name="Google Shape;5056;p50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50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8" name="Google Shape;5058;p50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059" name="Google Shape;5059;p50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50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50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50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3" name="Google Shape;5063;p50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064" name="Google Shape;5064;p50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50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50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50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8" name="Google Shape;5068;p50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069" name="Google Shape;5069;p50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50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50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50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3" name="Google Shape;5073;p50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074" name="Google Shape;5074;p50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50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50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50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8" name="Google Shape;5078;p50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079" name="Google Shape;5079;p50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50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50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50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50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4" name="Google Shape;5084;p50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085" name="Google Shape;5085;p50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50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7" name="Google Shape;5087;p50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088" name="Google Shape;5088;p50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50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50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50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50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50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4" name="Google Shape;5094;p50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095" name="Google Shape;5095;p50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50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50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50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9" name="Google Shape;5099;p50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100" name="Google Shape;5100;p50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50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50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50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4" name="Google Shape;5104;p50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105" name="Google Shape;5105;p50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50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50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50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9" name="Google Shape;5109;p50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110" name="Google Shape;5110;p50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50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50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50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4" name="Google Shape;5114;p50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115" name="Google Shape;5115;p50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50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50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50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50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0" name="Google Shape;5120;p50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121" name="Google Shape;5121;p50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50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50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50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50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6" name="Google Shape;5126;p50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127" name="Google Shape;5127;p50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50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50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50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1" name="Google Shape;5131;p50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132" name="Google Shape;5132;p50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50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4" name="Google Shape;5134;p50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135" name="Google Shape;5135;p50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50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50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50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50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0" name="Google Shape;5140;p50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141" name="Google Shape;5141;p50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50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50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50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5" name="Google Shape;5145;p50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146" name="Google Shape;5146;p50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50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50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50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0" name="Google Shape;5150;p50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151" name="Google Shape;5151;p50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50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50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4" name="Google Shape;5154;p50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155" name="Google Shape;5155;p50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50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7" name="Google Shape;5157;p50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158" name="Google Shape;5158;p50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50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50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50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2" name="Google Shape;5162;p50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163" name="Google Shape;5163;p50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50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50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50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7" name="Google Shape;5167;p50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168" name="Google Shape;5168;p50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50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0" name="Google Shape;5170;p50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171" name="Google Shape;5171;p50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50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50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4" name="Google Shape;5174;p50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175" name="Google Shape;5175;p50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50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50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8" name="Google Shape;5178;p50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179" name="Google Shape;5179;p50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50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50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2" name="Google Shape;5182;p50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183" name="Google Shape;5183;p50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50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50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50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7" name="Google Shape;5187;p50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188" name="Google Shape;5188;p50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50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50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50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2" name="Google Shape;5192;p50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193" name="Google Shape;5193;p50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50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5" name="Google Shape;5195;p50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196" name="Google Shape;5196;p50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50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50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9" name="Google Shape;5199;p50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200" name="Google Shape;5200;p50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50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50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50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4" name="Google Shape;5204;p50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205" name="Google Shape;5205;p50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50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50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50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9" name="Google Shape;5209;p50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210" name="Google Shape;5210;p50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50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50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3" name="Google Shape;5213;p50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214" name="Google Shape;5214;p50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50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50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50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8" name="Google Shape;5218;p50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219" name="Google Shape;5219;p50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50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50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50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3" name="Google Shape;5223;p50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224" name="Google Shape;5224;p50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50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50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50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50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9" name="Google Shape;5229;p50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230" name="Google Shape;5230;p50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50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50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50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50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5" name="Google Shape;5235;p50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236" name="Google Shape;5236;p50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50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8" name="Google Shape;5238;p50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239" name="Google Shape;5239;p50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50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50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50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3" name="Google Shape;5243;p50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244" name="Google Shape;5244;p50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50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50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50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8" name="Google Shape;5248;p50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249" name="Google Shape;5249;p50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50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50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2" name="Google Shape;5252;p50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253" name="Google Shape;5253;p50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50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50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50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50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50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50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0" name="Google Shape;5260;p50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261" name="Google Shape;5261;p50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50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50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50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50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6" name="Google Shape;5266;p50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267" name="Google Shape;5267;p50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50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50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50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1" name="Google Shape;5271;p50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272" name="Google Shape;5272;p50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50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50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50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6" name="Google Shape;5276;p50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277" name="Google Shape;5277;p50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50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50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50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50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2" name="Google Shape;5282;p50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283" name="Google Shape;5283;p50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50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50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50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50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8" name="Google Shape;5288;p50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289" name="Google Shape;5289;p50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50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50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50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50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50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50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50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7" name="Google Shape;5297;p50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298" name="Google Shape;5298;p50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50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50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50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50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50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4" name="Google Shape;5304;p50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305" name="Google Shape;5305;p50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50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50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50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9" name="Google Shape;5309;p50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310" name="Google Shape;5310;p50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50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50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50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50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50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50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50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50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50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50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1" name="Google Shape;5321;p50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322" name="Google Shape;5322;p50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50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50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50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50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50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8" name="Google Shape;5328;p50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329" name="Google Shape;5329;p50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50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50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50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3" name="Google Shape;5333;p50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334" name="Google Shape;5334;p50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50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50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50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8" name="Google Shape;5338;p50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339" name="Google Shape;5339;p50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50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50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50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3" name="Google Shape;5343;p50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344" name="Google Shape;5344;p50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50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50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50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8" name="Google Shape;5348;p50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349" name="Google Shape;5349;p50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50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50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50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50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50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5" name="Google Shape;5355;p50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356" name="Google Shape;5356;p50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50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50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9" name="Google Shape;5359;p50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360" name="Google Shape;5360;p50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50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50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3" name="Google Shape;5363;p50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364" name="Google Shape;5364;p50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50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50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50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50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50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50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50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2" name="Google Shape;5372;p50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373" name="Google Shape;5373;p50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50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50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50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50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50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50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0" name="Google Shape;5380;p50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381" name="Google Shape;5381;p50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50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50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50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5" name="Google Shape;5385;p50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386" name="Google Shape;5386;p50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50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50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50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50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1" name="Google Shape;5391;p50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392" name="Google Shape;5392;p50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50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50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50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50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50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50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50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0" name="Google Shape;5400;p50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401" name="Google Shape;5401;p50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50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3" name="Google Shape;5403;p50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404" name="Google Shape;5404;p50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50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50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50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50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9" name="Google Shape;5409;p50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410" name="Google Shape;5410;p50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50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50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3" name="Google Shape;5413;p50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414" name="Google Shape;5414;p50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50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50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50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50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50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50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50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2" name="Google Shape;5422;p50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423" name="Google Shape;5423;p50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50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50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50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50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8" name="Google Shape;5428;p50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429" name="Google Shape;5429;p50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50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50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50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50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50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50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6" name="Google Shape;5436;p50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437" name="Google Shape;5437;p50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50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50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50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50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50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50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50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50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6" name="Google Shape;5446;p50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447" name="Google Shape;5447;p50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50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50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50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50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50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50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4" name="Google Shape;5454;p50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455" name="Google Shape;5455;p50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50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50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50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9" name="Google Shape;5459;p50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460" name="Google Shape;5460;p50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50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50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50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50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50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50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7" name="Google Shape;5467;p50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468" name="Google Shape;5468;p50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50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50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50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50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50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50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5" name="Google Shape;5475;p50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476" name="Google Shape;5476;p50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50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50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50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50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50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50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83" name="Google Shape;5483;p50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84" name="Google Shape;5484;p50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85" name="Google Shape;5485;p50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486" name="Google Shape;5486;p50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50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50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50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50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50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50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3" name="Google Shape;5493;p50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494" name="Google Shape;5494;p50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50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50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50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50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50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50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50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2" name="Google Shape;5502;p50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503" name="Google Shape;5503;p50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50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50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50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50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50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9" name="Google Shape;5509;p50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510" name="Google Shape;5510;p50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50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50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50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50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5" name="Google Shape;5515;p50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516" name="Google Shape;5516;p50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50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50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50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50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50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50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3" name="Google Shape;5523;p50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524" name="Google Shape;5524;p50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50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50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50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50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50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0" name="Google Shape;5530;p50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531" name="Google Shape;5531;p50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50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50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4" name="Google Shape;5534;p50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535" name="Google Shape;5535;p50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50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50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50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50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50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50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50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3" name="Google Shape;5543;p50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544" name="Google Shape;5544;p50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50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50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50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50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50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50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50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50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50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50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5" name="Google Shape;5555;p50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556" name="Google Shape;5556;p50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50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50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50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50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50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2" name="Google Shape;5562;p50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563" name="Google Shape;5563;p50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50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50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50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50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8" name="Google Shape;5568;p50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569" name="Google Shape;5569;p50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50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50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50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50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50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50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50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7" name="Google Shape;5577;p50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578" name="Google Shape;5578;p50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50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50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50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50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50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50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5" name="Google Shape;5585;p50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586" name="Google Shape;5586;p50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50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50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50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50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50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50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50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4" name="Google Shape;5594;p50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595" name="Google Shape;5595;p50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50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50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50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50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50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50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50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50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4" name="Google Shape;5604;p50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605" name="Google Shape;5605;p50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50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50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50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50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610" name="Google Shape;5610;p50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611" name="Google Shape;5611;p50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612" name="Google Shape;5612;p50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50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14" name="Google Shape;5614;p50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15" name="Google Shape;5615;p50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5619" name="Shape 5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20" name="Google Shape;5620;p5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621" name="Google Shape;5621;p51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622" name="Google Shape;5622;p51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51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4" name="Google Shape;5624;p51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625" name="Google Shape;5625;p51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51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7" name="Google Shape;5627;p51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628" name="Google Shape;5628;p51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51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51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51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51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51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4" name="Google Shape;5634;p51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635" name="Google Shape;5635;p51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51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7" name="Google Shape;5637;p51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638" name="Google Shape;5638;p51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51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51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51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51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51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51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51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6" name="Google Shape;5646;p51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647" name="Google Shape;5647;p51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51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9" name="Google Shape;5649;p51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650" name="Google Shape;5650;p51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51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2" name="Google Shape;5652;p51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653" name="Google Shape;5653;p51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51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5" name="Google Shape;5655;p51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656" name="Google Shape;5656;p51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51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58" name="Google Shape;5658;p51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59" name="Google Shape;5659;p51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660" name="Google Shape;5660;p51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51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2" name="Google Shape;5662;p51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663" name="Google Shape;5663;p51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51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5" name="Google Shape;5665;p51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666" name="Google Shape;5666;p51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51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8" name="Google Shape;5668;p51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669" name="Google Shape;5669;p51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51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51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51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51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51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5" name="Google Shape;5675;p51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676" name="Google Shape;5676;p51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51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51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9" name="Google Shape;5679;p51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680" name="Google Shape;5680;p51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51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51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51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4" name="Google Shape;5684;p51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685" name="Google Shape;5685;p51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51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51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51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89" name="Google Shape;5689;p51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90" name="Google Shape;5690;p51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691" name="Google Shape;5691;p51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51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51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94" name="Google Shape;5694;p51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95" name="Google Shape;5695;p51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696" name="Google Shape;5696;p51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51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51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51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51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51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51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03" name="Google Shape;5703;p51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04" name="Google Shape;5704;p51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05" name="Google Shape;5705;p51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706" name="Google Shape;5706;p51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51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51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9" name="Google Shape;5709;p51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710" name="Google Shape;5710;p51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51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51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51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4" name="Google Shape;5714;p51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715" name="Google Shape;5715;p51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51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51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8" name="Google Shape;5718;p51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719" name="Google Shape;5719;p51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51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51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2" name="Google Shape;5722;p51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723" name="Google Shape;5723;p51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51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51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51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51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51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51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30" name="Google Shape;5730;p51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1" name="Google Shape;5731;p51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2" name="Google Shape;5732;p51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3" name="Google Shape;5733;p51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4" name="Google Shape;5734;p51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35" name="Google Shape;5735;p51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736" name="Google Shape;5736;p51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51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51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9" name="Google Shape;5739;p51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740" name="Google Shape;5740;p51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51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51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51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51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5" name="Google Shape;5745;p51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746" name="Google Shape;5746;p51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51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8" name="Google Shape;5748;p51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749" name="Google Shape;5749;p51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51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51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51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51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51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55" name="Google Shape;5755;p51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56" name="Google Shape;5756;p51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757" name="Google Shape;5757;p51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51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51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51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51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51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51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4" name="Google Shape;5764;p51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765" name="Google Shape;5765;p51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51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51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51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9" name="Google Shape;5769;p51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770" name="Google Shape;5770;p51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51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51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51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51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51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51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77" name="Google Shape;5777;p51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78" name="Google Shape;5778;p51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5779" name="Google Shape;5779;p51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51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51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51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83" name="Google Shape;5783;p51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84" name="Google Shape;5784;p51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5785" name="Google Shape;5785;p51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51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7" name="Google Shape;5787;p51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5788" name="Google Shape;5788;p51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51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51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51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51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3" name="Google Shape;5793;p51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5794" name="Google Shape;5794;p51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51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51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51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51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51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51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01" name="Google Shape;5801;p51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02" name="Google Shape;5802;p51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5803" name="Google Shape;5803;p51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51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51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51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7" name="Google Shape;5807;p51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5808" name="Google Shape;5808;p51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51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51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51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12" name="Google Shape;5812;p51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13" name="Google Shape;5813;p51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5814" name="Google Shape;5814;p51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51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51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7" name="Google Shape;5817;p51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5818" name="Google Shape;5818;p51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51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51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51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2" name="Google Shape;5822;p51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5823" name="Google Shape;5823;p51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51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51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51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51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8" name="Google Shape;5828;p51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5829" name="Google Shape;5829;p51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51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51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2" name="Google Shape;5832;p51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5833" name="Google Shape;5833;p51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51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51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51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51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51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51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51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51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51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3" name="Google Shape;5843;p51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5844" name="Google Shape;5844;p51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51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51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51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8" name="Google Shape;5848;p51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5849" name="Google Shape;5849;p51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51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51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51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51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4" name="Google Shape;5854;p51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5855" name="Google Shape;5855;p51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51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51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51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9" name="Google Shape;5859;p51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5860" name="Google Shape;5860;p51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51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2" name="Google Shape;5862;p51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5863" name="Google Shape;5863;p51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51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51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51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51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8" name="Google Shape;5868;p51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5869" name="Google Shape;5869;p51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51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51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51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51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51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51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51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51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51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9" name="Google Shape;5879;p51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5880" name="Google Shape;5880;p51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51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2" name="Google Shape;5882;p51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5883" name="Google Shape;5883;p51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51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51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6" name="Google Shape;5886;p51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5887" name="Google Shape;5887;p51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51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51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51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51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51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51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51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51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6" name="Google Shape;5896;p51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5897" name="Google Shape;5897;p51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51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51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0" name="Google Shape;5900;p51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5901" name="Google Shape;5901;p51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51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51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51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5" name="Google Shape;5905;p51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5906" name="Google Shape;5906;p51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51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51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51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51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1" name="Google Shape;5911;p51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5912" name="Google Shape;5912;p51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51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51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51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51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7" name="Google Shape;5917;p51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5918" name="Google Shape;5918;p51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51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0" name="Google Shape;5920;p51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5921" name="Google Shape;5921;p51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51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51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51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51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6" name="Google Shape;5926;p51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5927" name="Google Shape;5927;p51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51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51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51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51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51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51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51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51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6" name="Google Shape;5936;p51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5937" name="Google Shape;5937;p51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51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51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51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51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51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51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51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51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51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51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8" name="Google Shape;5948;p51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5949" name="Google Shape;5949;p51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51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51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51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3" name="Google Shape;5953;p51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5954" name="Google Shape;5954;p51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51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51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51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51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51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0" name="Google Shape;5960;p51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5961" name="Google Shape;5961;p51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51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51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51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51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51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7" name="Google Shape;5967;p51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5968" name="Google Shape;5968;p51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51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51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51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51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51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51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51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6" name="Google Shape;5976;p51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5977" name="Google Shape;5977;p51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51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51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51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51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51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3" name="Google Shape;5983;p51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5984" name="Google Shape;5984;p51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51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51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51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8" name="Google Shape;5988;p51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5989" name="Google Shape;5989;p51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51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51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51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51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51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51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51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51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51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9" name="Google Shape;5999;p51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000" name="Google Shape;6000;p51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51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51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51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51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51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6" name="Google Shape;6006;p51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007" name="Google Shape;6007;p51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51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51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51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51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51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51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4" name="Google Shape;6014;p51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015" name="Google Shape;6015;p51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51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51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51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51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51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51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51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51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51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51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6" name="Google Shape;6026;p51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027" name="Google Shape;6027;p51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51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51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51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51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51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51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4" name="Google Shape;6034;p51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035" name="Google Shape;6035;p51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51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51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51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51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51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51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51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51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51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51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51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51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8" name="Google Shape;6048;p51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049" name="Google Shape;6049;p51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51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51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51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51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4" name="Google Shape;6054;p51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055" name="Google Shape;6055;p51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51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51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51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51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0" name="Google Shape;6060;p51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061" name="Google Shape;6061;p51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51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51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4" name="Google Shape;6064;p51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065" name="Google Shape;6065;p51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51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7" name="Google Shape;6067;p51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068" name="Google Shape;6068;p51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51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51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51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51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51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4" name="Google Shape;6074;p51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075" name="Google Shape;6075;p51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51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51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8" name="Google Shape;6078;p51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079" name="Google Shape;6079;p51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51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51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51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3" name="Google Shape;6083;p51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084" name="Google Shape;6084;p51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51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51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51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51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51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51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51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51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51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4" name="Google Shape;6094;p51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095" name="Google Shape;6095;p51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51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51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51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51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51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1" name="Google Shape;6101;p51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102" name="Google Shape;6102;p51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51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51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51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51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51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8" name="Google Shape;6108;p51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109" name="Google Shape;6109;p51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51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51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51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51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51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5" name="Google Shape;6115;p51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116" name="Google Shape;6116;p51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51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51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51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0" name="Google Shape;6120;p51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121" name="Google Shape;6121;p51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51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51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4" name="Google Shape;6124;p51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125" name="Google Shape;6125;p51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51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51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51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51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51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1" name="Google Shape;6131;p51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132" name="Google Shape;6132;p51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51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51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51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6" name="Google Shape;6136;p51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137" name="Google Shape;6137;p51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51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51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0" name="Google Shape;6140;p51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141" name="Google Shape;6141;p51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51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51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144" name="Google Shape;6144;p51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145" name="Google Shape;6145;p51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146" name="Google Shape;6146;p51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51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51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51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51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51" name="Google Shape;6151;p51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6155" name="Shape 6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6" name="Google Shape;6156;p5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</a:t>
            </a:r>
            <a:r>
              <a:rPr lang="es"/>
              <a:t>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157" name="Google Shape;6157;p52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58" name="Google Shape;6158;p52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59" name="Google Shape;6159;p52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60" name="Google Shape;6160;p52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161" name="Google Shape;6161;p52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52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52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52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5" name="Google Shape;6165;p52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166" name="Google Shape;6166;p52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52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68" name="Google Shape;6168;p52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69" name="Google Shape;6169;p52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70" name="Google Shape;6170;p52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71" name="Google Shape;6171;p52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72" name="Google Shape;6172;p52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73" name="Google Shape;6173;p52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74" name="Google Shape;6174;p52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175" name="Google Shape;6175;p52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52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52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8" name="Google Shape;6178;p52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179" name="Google Shape;6179;p52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52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1" name="Google Shape;6181;p52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182" name="Google Shape;6182;p52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52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52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52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52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87" name="Google Shape;6187;p52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88" name="Google Shape;6188;p52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89" name="Google Shape;6189;p52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0" name="Google Shape;6190;p52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1" name="Google Shape;6191;p52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92" name="Google Shape;6192;p52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193" name="Google Shape;6193;p52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52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95" name="Google Shape;6195;p52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6" name="Google Shape;6196;p52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97" name="Google Shape;6197;p52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198" name="Google Shape;6198;p52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52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52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52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02" name="Google Shape;6202;p52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03" name="Google Shape;6203;p52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04" name="Google Shape;6204;p52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05" name="Google Shape;6205;p52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06" name="Google Shape;6206;p52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07" name="Google Shape;6207;p52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08" name="Google Shape;6208;p52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209" name="Google Shape;6209;p52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52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1" name="Google Shape;6211;p52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212" name="Google Shape;6212;p52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52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4" name="Google Shape;6214;p52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215" name="Google Shape;6215;p52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52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17" name="Google Shape;6217;p52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18" name="Google Shape;6218;p52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219" name="Google Shape;6219;p52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52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21" name="Google Shape;6221;p52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22" name="Google Shape;6222;p52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223" name="Google Shape;6223;p52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52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52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52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7" name="Google Shape;6227;p52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228" name="Google Shape;6228;p52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52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52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52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2" name="Google Shape;6232;p52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233" name="Google Shape;6233;p52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52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5" name="Google Shape;6235;p52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236" name="Google Shape;6236;p52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52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38" name="Google Shape;6238;p52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9" name="Google Shape;6239;p52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40" name="Google Shape;6240;p52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241" name="Google Shape;6241;p52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52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52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52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52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46" name="Google Shape;6246;p52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47" name="Google Shape;6247;p52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248" name="Google Shape;6248;p52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52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0" name="Google Shape;6250;p52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251" name="Google Shape;6251;p52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52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52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4" name="Google Shape;6254;p52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255" name="Google Shape;6255;p52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52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7" name="Google Shape;6257;p52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258" name="Google Shape;6258;p52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52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60" name="Google Shape;6260;p52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61" name="Google Shape;6261;p52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262" name="Google Shape;6262;p52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52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52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5" name="Google Shape;6265;p52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266" name="Google Shape;6266;p52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52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52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52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52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71" name="Google Shape;6271;p52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2" name="Google Shape;6272;p52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73" name="Google Shape;6273;p52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274" name="Google Shape;6274;p52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52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52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7" name="Google Shape;6277;p52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278" name="Google Shape;6278;p52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52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52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1" name="Google Shape;6281;p52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282" name="Google Shape;6282;p52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52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52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5" name="Google Shape;6285;p52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286" name="Google Shape;6286;p52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52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52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52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0" name="Google Shape;6290;p52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291" name="Google Shape;6291;p52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52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52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94" name="Google Shape;6294;p52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95" name="Google Shape;6295;p52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296" name="Google Shape;6296;p52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52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8" name="Google Shape;6298;p52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299" name="Google Shape;6299;p52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52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01" name="Google Shape;6301;p52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2" name="Google Shape;6302;p52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03" name="Google Shape;6303;p52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304" name="Google Shape;6304;p52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52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52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52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8" name="Google Shape;6308;p52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309" name="Google Shape;6309;p52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52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11" name="Google Shape;6311;p52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12" name="Google Shape;6312;p52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313" name="Google Shape;6313;p52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52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52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52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52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52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9" name="Google Shape;6319;p52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320" name="Google Shape;6320;p52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52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52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52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52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52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52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7" name="Google Shape;6327;p52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328" name="Google Shape;6328;p52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52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0" name="Google Shape;6330;p52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331" name="Google Shape;6331;p52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52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52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52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5" name="Google Shape;6335;p52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336" name="Google Shape;6336;p52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52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52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39" name="Google Shape;6339;p52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40" name="Google Shape;6340;p52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341" name="Google Shape;6341;p52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52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43" name="Google Shape;6343;p52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4" name="Google Shape;6344;p52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45" name="Google Shape;6345;p52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346" name="Google Shape;6346;p52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52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8" name="Google Shape;6348;p52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349" name="Google Shape;6349;p52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52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52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52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3" name="Google Shape;6353;p52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354" name="Google Shape;6354;p52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52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52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57" name="Google Shape;6357;p52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58" name="Google Shape;6358;p52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359" name="Google Shape;6359;p52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52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52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2" name="Google Shape;6362;p52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363" name="Google Shape;6363;p52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52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52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52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7" name="Google Shape;6367;p52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368" name="Google Shape;6368;p52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52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0" name="Google Shape;6370;p52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371" name="Google Shape;6371;p52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52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3" name="Google Shape;6373;p52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374" name="Google Shape;6374;p52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52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52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52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52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9" name="Google Shape;6379;p52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380" name="Google Shape;6380;p52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52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52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52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84" name="Google Shape;6384;p52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85" name="Google Shape;6385;p52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86" name="Google Shape;6386;p52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387" name="Google Shape;6387;p52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52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9" name="Google Shape;6389;p52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390" name="Google Shape;6390;p52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52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2" name="Google Shape;6392;p52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393" name="Google Shape;6393;p52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52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5" name="Google Shape;6395;p52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396" name="Google Shape;6396;p52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52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52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52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52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52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52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52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4" name="Google Shape;6404;p52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405" name="Google Shape;6405;p52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52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07" name="Google Shape;6407;p52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08" name="Google Shape;6408;p52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409" name="Google Shape;6409;p52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52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1" name="Google Shape;6411;p52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412" name="Google Shape;6412;p52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52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4" name="Google Shape;6414;p52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415" name="Google Shape;6415;p52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52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52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8" name="Google Shape;6418;p52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419" name="Google Shape;6419;p52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52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21" name="Google Shape;6421;p52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22" name="Google Shape;6422;p52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423" name="Google Shape;6423;p52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52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52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6" name="Google Shape;6426;p52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427" name="Google Shape;6427;p52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52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9" name="Google Shape;6429;p52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430" name="Google Shape;6430;p52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52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2" name="Google Shape;6432;p52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433" name="Google Shape;6433;p52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52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52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36" name="Google Shape;6436;p52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37" name="Google Shape;6437;p52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6441" name="Shape 6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42" name="Google Shape;6442;p5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443" name="Google Shape;6443;p53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444" name="Google Shape;6444;p53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53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6" name="Google Shape;6446;p53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447" name="Google Shape;6447;p53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53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53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0" name="Google Shape;6450;p53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451" name="Google Shape;6451;p53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53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53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53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53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6" name="Google Shape;6456;p53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457" name="Google Shape;6457;p53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53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53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53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61" name="Google Shape;6461;p53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62" name="Google Shape;6462;p53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463" name="Google Shape;6463;p53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53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53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6" name="Google Shape;6466;p53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467" name="Google Shape;6467;p53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53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53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0" name="Google Shape;6470;p53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471" name="Google Shape;6471;p53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53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73" name="Google Shape;6473;p53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74" name="Google Shape;6474;p53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475" name="Google Shape;6475;p53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53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53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78" name="Google Shape;6478;p53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79" name="Google Shape;6479;p53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480" name="Google Shape;6480;p53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53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53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53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4" name="Google Shape;6484;p53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485" name="Google Shape;6485;p53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53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53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53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9" name="Google Shape;6489;p53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490" name="Google Shape;6490;p53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53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53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3" name="Google Shape;6493;p53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494" name="Google Shape;6494;p53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53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6" name="Google Shape;6496;p53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497" name="Google Shape;6497;p53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53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99" name="Google Shape;6499;p53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00" name="Google Shape;6500;p53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501" name="Google Shape;6501;p53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53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3" name="Google Shape;6503;p53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04" name="Google Shape;6504;p53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505" name="Google Shape;6505;p53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53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53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8" name="Google Shape;6508;p53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509" name="Google Shape;6509;p53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53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53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53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3" name="Google Shape;6513;p53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514" name="Google Shape;6514;p53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53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53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53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18" name="Google Shape;6518;p53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19" name="Google Shape;6519;p53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520" name="Google Shape;6520;p53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53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53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23" name="Google Shape;6523;p53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24" name="Google Shape;6524;p53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525" name="Google Shape;6525;p53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53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53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53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53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53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53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53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53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53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53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6" name="Google Shape;6536;p53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537" name="Google Shape;6537;p53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53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53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40" name="Google Shape;6540;p53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1" name="Google Shape;6541;p53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42" name="Google Shape;6542;p53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543" name="Google Shape;6543;p53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53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53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6" name="Google Shape;6546;p53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547" name="Google Shape;6547;p53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53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53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0" name="Google Shape;6550;p53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551" name="Google Shape;6551;p53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53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53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4" name="Google Shape;6554;p53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555" name="Google Shape;6555;p53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53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57" name="Google Shape;6557;p53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58" name="Google Shape;6558;p53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59" name="Google Shape;6559;p53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560" name="Google Shape;6560;p53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53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53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53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53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53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53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53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53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53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53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1" name="Google Shape;6571;p53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572" name="Google Shape;6572;p53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53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53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5" name="Google Shape;6575;p53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576" name="Google Shape;6576;p53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53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53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53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0" name="Google Shape;6580;p53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1" name="Google Shape;6581;p53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582" name="Google Shape;6582;p53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53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4" name="Google Shape;6584;p53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585" name="Google Shape;6585;p53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53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53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53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53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0" name="Google Shape;6590;p53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591" name="Google Shape;6591;p53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53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53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53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95" name="Google Shape;6595;p53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96" name="Google Shape;6596;p53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97" name="Google Shape;6597;p53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98" name="Google Shape;6598;p53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599" name="Google Shape;6599;p53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53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1" name="Google Shape;6601;p53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602" name="Google Shape;6602;p53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53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53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53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6" name="Google Shape;6606;p53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607" name="Google Shape;6607;p53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53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53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0" name="Google Shape;6610;p53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611" name="Google Shape;6611;p53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53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53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4" name="Google Shape;6614;p53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615" name="Google Shape;6615;p53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53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53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53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53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53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53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2" name="Google Shape;6622;p53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623" name="Google Shape;6623;p53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53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53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53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53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53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53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30" name="Google Shape;6630;p53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31" name="Google Shape;6631;p53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632" name="Google Shape;6632;p53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53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53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53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53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7" name="Google Shape;6637;p53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638" name="Google Shape;6638;p53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53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53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53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53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3" name="Google Shape;6643;p53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644" name="Google Shape;6644;p53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53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53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7" name="Google Shape;6647;p53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648" name="Google Shape;6648;p53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53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53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53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52" name="Google Shape;6652;p53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53" name="Google Shape;6653;p53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54" name="Google Shape;6654;p53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655" name="Google Shape;6655;p53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53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53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53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53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0" name="Google Shape;6660;p53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661" name="Google Shape;6661;p53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53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53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53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53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53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53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8" name="Google Shape;6668;p53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669" name="Google Shape;6669;p53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53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53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2" name="Google Shape;6672;p53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673" name="Google Shape;6673;p53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53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53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53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53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53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53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53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1" name="Google Shape;6681;p53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682" name="Google Shape;6682;p53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53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53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53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53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53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53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9" name="Google Shape;6689;p53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690" name="Google Shape;6690;p53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53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2" name="Google Shape;6692;p53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693" name="Google Shape;6693;p53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53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53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53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53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53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53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53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53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53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3" name="Google Shape;6703;p53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704" name="Google Shape;6704;p53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53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53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53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8" name="Google Shape;6708;p53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709" name="Google Shape;6709;p53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53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53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53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53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53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53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6" name="Google Shape;6716;p53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717" name="Google Shape;6717;p53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53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53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0" name="Google Shape;6720;p53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721" name="Google Shape;6721;p53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53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53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53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53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53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7" name="Google Shape;6727;p53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728" name="Google Shape;6728;p53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53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53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53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2" name="Google Shape;6732;p53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733" name="Google Shape;6733;p53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53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5" name="Google Shape;6735;p53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736" name="Google Shape;6736;p53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53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8" name="Google Shape;6738;p53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739" name="Google Shape;6739;p53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53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53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53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53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53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53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6" name="Google Shape;6746;p53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747" name="Google Shape;6747;p53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53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53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53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53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2" name="Google Shape;6752;p53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753" name="Google Shape;6753;p53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53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53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53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7" name="Google Shape;6757;p53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758" name="Google Shape;6758;p53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53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53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53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2" name="Google Shape;6762;p53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763" name="Google Shape;6763;p53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53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53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53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7" name="Google Shape;6767;p53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768" name="Google Shape;6768;p53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53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0" name="Google Shape;6770;p53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771" name="Google Shape;6771;p53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53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53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53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53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6" name="Google Shape;6776;p53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6777" name="Google Shape;6777;p53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53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53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53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53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53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53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4" name="Google Shape;6784;p53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6785" name="Google Shape;6785;p53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53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53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88" name="Google Shape;6788;p53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89" name="Google Shape;6789;p53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6790" name="Google Shape;6790;p53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53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53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53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53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5" name="Google Shape;6795;p53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6796" name="Google Shape;6796;p53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53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53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53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53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1" name="Google Shape;6801;p53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6802" name="Google Shape;6802;p53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53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53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53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53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53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53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53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53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1" name="Google Shape;6811;p53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6812" name="Google Shape;6812;p53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53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53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53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53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53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53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53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0" name="Google Shape;6820;p53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6821" name="Google Shape;6821;p53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53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53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53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5" name="Google Shape;6825;p53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6826" name="Google Shape;6826;p53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53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8" name="Google Shape;6828;p53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6829" name="Google Shape;6829;p53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53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53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53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53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53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5" name="Google Shape;6835;p53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6836" name="Google Shape;6836;p53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53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53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53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0" name="Google Shape;6840;p53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6841" name="Google Shape;6841;p53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53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53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4" name="Google Shape;6844;p53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6845" name="Google Shape;6845;p53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53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53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53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53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53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53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2" name="Google Shape;6852;p53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6853" name="Google Shape;6853;p53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53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5" name="Google Shape;6855;p53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6856" name="Google Shape;6856;p53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53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8" name="Google Shape;6858;p53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6859" name="Google Shape;6859;p53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53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1" name="Google Shape;6861;p53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6862" name="Google Shape;6862;p53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53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53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53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53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53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53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9" name="Google Shape;6869;p53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6870" name="Google Shape;6870;p53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53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2" name="Google Shape;6872;p53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6873" name="Google Shape;6873;p53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53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75" name="Google Shape;6875;p53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76" name="Google Shape;6876;p53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6877" name="Google Shape;6877;p53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53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53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sp>
        <p:nvSpPr>
          <p:cNvPr id="6880" name="Google Shape;6880;p53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6884" name="Shape 68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85" name="Google Shape;6885;p5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886" name="Google Shape;6886;p54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87" name="Google Shape;6887;p54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6888" name="Google Shape;6888;p54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54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0" name="Google Shape;6890;p54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6891" name="Google Shape;6891;p54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54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54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4" name="Google Shape;6894;p54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6895" name="Google Shape;6895;p54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54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54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54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54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0" name="Google Shape;6900;p54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6901" name="Google Shape;6901;p54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54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54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54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54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6" name="Google Shape;6906;p54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6907" name="Google Shape;6907;p54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54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54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54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54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54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54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54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54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54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54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54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9" name="Google Shape;6919;p54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6920" name="Google Shape;6920;p54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54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2" name="Google Shape;6922;p54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6923" name="Google Shape;6923;p54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54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54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54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27" name="Google Shape;6927;p54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28" name="Google Shape;6928;p54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6929" name="Google Shape;6929;p54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54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54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54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54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54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35" name="Google Shape;6935;p54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6" name="Google Shape;6936;p54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37" name="Google Shape;6937;p54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6938" name="Google Shape;6938;p54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54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54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54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54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3" name="Google Shape;6943;p54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6944" name="Google Shape;6944;p54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54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54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54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54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54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54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54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2" name="Google Shape;6952;p54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6953" name="Google Shape;6953;p54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54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5" name="Google Shape;6955;p54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6956" name="Google Shape;6956;p54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54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54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9" name="Google Shape;6959;p54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6960" name="Google Shape;6960;p54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54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2" name="Google Shape;6962;p54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6963" name="Google Shape;6963;p54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54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54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54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54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54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54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0" name="Google Shape;6970;p54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6971" name="Google Shape;6971;p54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54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3" name="Google Shape;6973;p54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6974" name="Google Shape;6974;p54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54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54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7" name="Google Shape;6977;p54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6978" name="Google Shape;6978;p54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54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0" name="Google Shape;6980;p54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6981" name="Google Shape;6981;p54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54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54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84" name="Google Shape;6984;p54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85" name="Google Shape;6985;p54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86" name="Google Shape;6986;p54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6987" name="Google Shape;6987;p54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54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54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54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54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54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93" name="Google Shape;6993;p54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94" name="Google Shape;6994;p54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6995" name="Google Shape;6995;p54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54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54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8" name="Google Shape;6998;p54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6999" name="Google Shape;6999;p54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54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01" name="Google Shape;7001;p54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02" name="Google Shape;7002;p54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003" name="Google Shape;7003;p54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54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54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6" name="Google Shape;7006;p54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007" name="Google Shape;7007;p54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54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09" name="Google Shape;7009;p54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0" name="Google Shape;7010;p54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1" name="Google Shape;7011;p54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12" name="Google Shape;7012;p54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013" name="Google Shape;7013;p54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54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15" name="Google Shape;7015;p54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16" name="Google Shape;7016;p54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017" name="Google Shape;7017;p54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54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19" name="Google Shape;7019;p54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20" name="Google Shape;7020;p54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21" name="Google Shape;7021;p54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22" name="Google Shape;7022;p54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023" name="Google Shape;7023;p54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54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54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6" name="Google Shape;7026;p54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027" name="Google Shape;7027;p54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54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9" name="Google Shape;7029;p54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030" name="Google Shape;7030;p54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54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32" name="Google Shape;7032;p54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3" name="Google Shape;7033;p54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034" name="Google Shape;7034;p54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54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54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54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54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54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54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54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54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43" name="Google Shape;7043;p54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44" name="Google Shape;7044;p54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045" name="Google Shape;7045;p54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54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54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54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9" name="Google Shape;7049;p54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050" name="Google Shape;7050;p54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54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2" name="Google Shape;7052;p54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053" name="Google Shape;7053;p54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54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55" name="Google Shape;7055;p54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56" name="Google Shape;7056;p54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057" name="Google Shape;7057;p54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54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54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0" name="Google Shape;7060;p54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061" name="Google Shape;7061;p54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54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54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54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54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54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7" name="Google Shape;7067;p54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068" name="Google Shape;7068;p54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54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0" name="Google Shape;7070;p54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071" name="Google Shape;7071;p54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54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3" name="Google Shape;7073;p54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074" name="Google Shape;7074;p54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54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54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54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54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9" name="Google Shape;7079;p54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080" name="Google Shape;7080;p54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54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54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54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84" name="Google Shape;7084;p54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85" name="Google Shape;7085;p54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086" name="Google Shape;7086;p54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54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54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54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0" name="Google Shape;7090;p54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091" name="Google Shape;7091;p54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54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54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4" name="Google Shape;7094;p54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095" name="Google Shape;7095;p54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54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54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8" name="Google Shape;7098;p54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099" name="Google Shape;7099;p54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54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54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54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54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54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54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54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54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8" name="Google Shape;7108;p54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09" name="Google Shape;7109;p54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110" name="Google Shape;7110;p54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54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54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3" name="Google Shape;7113;p54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114" name="Google Shape;7114;p54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54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6" name="Google Shape;7116;p54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117" name="Google Shape;7117;p54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54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19" name="Google Shape;7119;p54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20" name="Google Shape;7120;p54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121" name="Google Shape;7121;p54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54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3" name="Google Shape;7123;p54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124" name="Google Shape;7124;p54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54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6" name="Google Shape;7126;p54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127" name="Google Shape;7127;p54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54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9" name="Google Shape;7129;p54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130" name="Google Shape;7130;p54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54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2" name="Google Shape;7132;p54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133" name="Google Shape;7133;p54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54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54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54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7" name="Google Shape;7137;p54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138" name="Google Shape;7138;p54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54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0" name="Google Shape;7140;p54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141" name="Google Shape;7141;p54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54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3" name="Google Shape;7143;p54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144" name="Google Shape;7144;p54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54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54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54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54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9" name="Google Shape;7149;p54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150" name="Google Shape;7150;p54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54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54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54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54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54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54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54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8" name="Google Shape;7158;p54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159" name="Google Shape;7159;p54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54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54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2" name="Google Shape;7162;p54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163" name="Google Shape;7163;p54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54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54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54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7" name="Google Shape;7167;p54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168" name="Google Shape;7168;p54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54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70" name="Google Shape;7170;p54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71" name="Google Shape;7171;p54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172" name="Google Shape;7172;p54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54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54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54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6" name="Google Shape;7176;p54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177" name="Google Shape;7177;p54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54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54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54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1" name="Google Shape;7181;p54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182" name="Google Shape;7182;p54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54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54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5" name="Google Shape;7185;p54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186" name="Google Shape;7186;p54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54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8" name="Google Shape;7188;p54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189" name="Google Shape;7189;p54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54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54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2" name="Google Shape;7192;p54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193" name="Google Shape;7193;p54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54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5" name="Google Shape;7195;p54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196" name="Google Shape;7196;p54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54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8" name="Google Shape;7198;p54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199" name="Google Shape;7199;p54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54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54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54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03" name="Google Shape;7203;p54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04" name="Google Shape;7204;p54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205" name="Google Shape;7205;p54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54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54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08" name="Google Shape;7208;p54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09" name="Google Shape;7209;p54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210" name="Google Shape;7210;p54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54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54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13" name="Google Shape;7213;p54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14" name="Google Shape;7214;p54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215" name="Google Shape;7215;p54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54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54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8" name="Google Shape;7218;p54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219" name="Google Shape;7219;p54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54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54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2" name="Google Shape;7222;p54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223" name="Google Shape;7223;p54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54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54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54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54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28" name="Google Shape;7228;p54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29" name="Google Shape;7229;p54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230" name="Google Shape;7230;p54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54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54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33" name="Google Shape;7233;p54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34" name="Google Shape;7234;p54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235" name="Google Shape;7235;p54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54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54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54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54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54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54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54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54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54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54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46" name="Google Shape;7246;p54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47" name="Google Shape;7247;p54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251" name="Shape 7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52" name="Google Shape;7252;p5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253" name="Google Shape;7253;p55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54" name="Google Shape;7254;p55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255" name="Google Shape;7255;p55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55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55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8" name="Google Shape;7258;p55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259" name="Google Shape;7259;p55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55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55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55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55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55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55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55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55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55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55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55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1" name="Google Shape;7271;p55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2" name="Google Shape;7272;p55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3" name="Google Shape;7273;p55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74" name="Google Shape;7274;p55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275" name="Google Shape;7275;p55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55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55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55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9" name="Google Shape;7279;p55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80" name="Google Shape;7280;p55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281" name="Google Shape;7281;p55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55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55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55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55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86" name="Google Shape;7286;p55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87" name="Google Shape;7287;p55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88" name="Google Shape;7288;p55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89" name="Google Shape;7289;p55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290" name="Google Shape;7290;p55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55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2" name="Google Shape;7292;p55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293" name="Google Shape;7293;p55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55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55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55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7" name="Google Shape;7297;p55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98" name="Google Shape;7298;p55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9" name="Google Shape;7299;p55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300" name="Google Shape;7300;p55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55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55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03" name="Google Shape;7303;p55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04" name="Google Shape;7304;p55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305" name="Google Shape;7305;p55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55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55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08" name="Google Shape;7308;p55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09" name="Google Shape;7309;p55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0" name="Google Shape;7310;p55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311" name="Google Shape;7311;p55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55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3" name="Google Shape;7313;p55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314" name="Google Shape;7314;p55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55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6" name="Google Shape;7316;p55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317" name="Google Shape;7317;p55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55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9" name="Google Shape;7319;p55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320" name="Google Shape;7320;p55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55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55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55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55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55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55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55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55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9" name="Google Shape;7329;p55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330" name="Google Shape;7330;p55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55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55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3" name="Google Shape;7333;p55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334" name="Google Shape;7334;p55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55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55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55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55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55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55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55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2" name="Google Shape;7342;p55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343" name="Google Shape;7343;p55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55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55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55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55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55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55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0" name="Google Shape;7350;p55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351" name="Google Shape;7351;p55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55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3" name="Google Shape;7353;p55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4" name="Google Shape;7354;p55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355" name="Google Shape;7355;p55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55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55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55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55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55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55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2" name="Google Shape;7362;p55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363" name="Google Shape;7363;p55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55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55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6" name="Google Shape;7366;p55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367" name="Google Shape;7367;p55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55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55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70" name="Google Shape;7370;p55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71" name="Google Shape;7371;p55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372" name="Google Shape;7372;p55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55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55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5" name="Google Shape;7375;p55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376" name="Google Shape;7376;p55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55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55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79" name="Google Shape;7379;p55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80" name="Google Shape;7380;p55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81" name="Google Shape;7381;p55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382" name="Google Shape;7382;p55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55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55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55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55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7" name="Google Shape;7387;p55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388" name="Google Shape;7388;p55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55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55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55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55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55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4" name="Google Shape;7394;p55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395" name="Google Shape;7395;p55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55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55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8" name="Google Shape;7398;p55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399" name="Google Shape;7399;p55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55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1" name="Google Shape;7401;p55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402" name="Google Shape;7402;p55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55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55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5" name="Google Shape;7405;p55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406" name="Google Shape;7406;p55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55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55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55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55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11" name="Google Shape;7411;p55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12" name="Google Shape;7412;p55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13" name="Google Shape;7413;p55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14" name="Google Shape;7414;p55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15" name="Google Shape;7415;p55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416" name="Google Shape;7416;p55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55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55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55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0" name="Google Shape;7420;p55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421" name="Google Shape;7421;p55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55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55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55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55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55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55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55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55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55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55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55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3" name="Google Shape;7433;p55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434" name="Google Shape;7434;p55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55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55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55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55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55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55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55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55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3" name="Google Shape;7443;p55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444" name="Google Shape;7444;p55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55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55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7" name="Google Shape;7447;p55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448" name="Google Shape;7448;p55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55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55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55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55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55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4" name="Google Shape;7454;p55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455" name="Google Shape;7455;p55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55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55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55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55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0" name="Google Shape;7460;p55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461" name="Google Shape;7461;p55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55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55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55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55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55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55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8" name="Google Shape;7468;p55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469" name="Google Shape;7469;p55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55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55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55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55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55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5" name="Google Shape;7475;p55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476" name="Google Shape;7476;p55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55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55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55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55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55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55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55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55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5" name="Google Shape;7485;p55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486" name="Google Shape;7486;p55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55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55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9" name="Google Shape;7489;p55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490" name="Google Shape;7490;p55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55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55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55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4" name="Google Shape;7494;p55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495" name="Google Shape;7495;p55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55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7" name="Google Shape;7497;p55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498" name="Google Shape;7498;p55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55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55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55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2" name="Google Shape;7502;p55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503" name="Google Shape;7503;p55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55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55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55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7" name="Google Shape;7507;p55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508" name="Google Shape;7508;p55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55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55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55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55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55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55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55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55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7" name="Google Shape;7517;p55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518" name="Google Shape;7518;p55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55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0" name="Google Shape;7520;p55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521" name="Google Shape;7521;p55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55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55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55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55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55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55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8" name="Google Shape;7528;p55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529" name="Google Shape;7529;p55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55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55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55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55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55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55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55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55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55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55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55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55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55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55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55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55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6" name="Google Shape;7546;p55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547" name="Google Shape;7547;p55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55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55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55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55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55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3" name="Google Shape;7553;p55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554" name="Google Shape;7554;p55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55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6" name="Google Shape;7556;p55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557" name="Google Shape;7557;p55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55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55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55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55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55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55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4" name="Google Shape;7564;p55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565" name="Google Shape;7565;p55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55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55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55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55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55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1" name="Google Shape;7571;p55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572" name="Google Shape;7572;p55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55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55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55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55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7" name="Google Shape;7577;p55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578" name="Google Shape;7578;p55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55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55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55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55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55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55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5" name="Google Shape;7585;p55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586" name="Google Shape;7586;p55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55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55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55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0" name="Google Shape;7590;p55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591" name="Google Shape;7591;p55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55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55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4" name="Google Shape;7594;p55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595" name="Google Shape;7595;p55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55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55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8" name="Google Shape;7598;p55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599" name="Google Shape;7599;p55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55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55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55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55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55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55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55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55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08" name="Google Shape;7608;p55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09" name="Google Shape;7609;p55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610" name="Google Shape;7610;p55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55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55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55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55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55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55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7" name="Google Shape;7617;p55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618" name="Google Shape;7618;p55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55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55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55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55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55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4" name="Google Shape;7624;p55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625" name="Google Shape;7625;p55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55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55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55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55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55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55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55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3" name="Google Shape;7633;p55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634" name="Google Shape;7634;p55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55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55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55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55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9" name="Google Shape;7639;p55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640" name="Google Shape;7640;p55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55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55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55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55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55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6" name="Google Shape;7646;p55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647" name="Google Shape;7647;p55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55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55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0" name="Google Shape;7650;p55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651" name="Google Shape;7651;p55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55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55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55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55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55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55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8" name="Google Shape;7658;p55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659" name="Google Shape;7659;p55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55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55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55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55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55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55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6" name="Google Shape;7666;p55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667" name="Google Shape;7667;p55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55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55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55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55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55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55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4" name="Google Shape;7674;p55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675" name="Google Shape;7675;p55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55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55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55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55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0" name="Google Shape;7680;p55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681" name="Google Shape;7681;p55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55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55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4" name="Google Shape;7684;p55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685" name="Google Shape;7685;p55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55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55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55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55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0" name="Google Shape;7690;p55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691" name="Google Shape;7691;p55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55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55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55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55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55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7" name="Google Shape;7697;p55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698" name="Google Shape;7698;p55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55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55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55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55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55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55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5" name="Google Shape;7705;p55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706" name="Google Shape;7706;p55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55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55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55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0" name="Google Shape;7710;p55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711" name="Google Shape;7711;p55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55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55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55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55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55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55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8" name="Google Shape;7718;p55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719" name="Google Shape;7719;p55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55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55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55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23" name="Google Shape;7723;p55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24" name="Google Shape;7724;p55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725" name="Google Shape;7725;p55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55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55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55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29" name="Google Shape;7729;p55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30" name="Google Shape;7730;p55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731" name="Google Shape;7731;p55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55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55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734" name="Google Shape;7734;p55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735" name="Google Shape;7735;p55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6" name="Google Shape;7736;p55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7737" name="Google Shape;7737;p55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738" name="Google Shape;7738;p55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55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55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55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55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55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55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5" name="Google Shape;7745;p55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746" name="Google Shape;7746;p55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55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55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55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55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751" name="Google Shape;7751;p55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sp>
        <p:nvSpPr>
          <p:cNvPr id="7752" name="Google Shape;7752;p55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756" name="Shape 7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57" name="Google Shape;7757;p5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758" name="Google Shape;7758;p56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759" name="Google Shape;7759;p56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56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56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56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56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64" name="Google Shape;7764;p56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65" name="Google Shape;7765;p56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66" name="Google Shape;7766;p56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767" name="Google Shape;7767;p56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56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56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0" name="Google Shape;7770;p56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771" name="Google Shape;7771;p56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56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3" name="Google Shape;7773;p56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774" name="Google Shape;7774;p56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56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56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56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78" name="Google Shape;7778;p56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79" name="Google Shape;7779;p56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7780" name="Google Shape;7780;p56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56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82" name="Google Shape;7782;p56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83" name="Google Shape;7783;p56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7784" name="Google Shape;7784;p56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56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6" name="Google Shape;7786;p56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7787" name="Google Shape;7787;p56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56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56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56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56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56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56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56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5" name="Google Shape;7795;p56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7796" name="Google Shape;7796;p56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56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8" name="Google Shape;7798;p56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7799" name="Google Shape;7799;p56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56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56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02" name="Google Shape;7802;p56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03" name="Google Shape;7803;p56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04" name="Google Shape;7804;p56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7805" name="Google Shape;7805;p56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56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7" name="Google Shape;7807;p56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7808" name="Google Shape;7808;p56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56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56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56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56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56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14" name="Google Shape;7814;p56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15" name="Google Shape;7815;p56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7816" name="Google Shape;7816;p56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56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56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56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0" name="Google Shape;7820;p56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7821" name="Google Shape;7821;p56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56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56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24" name="Google Shape;7824;p56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25" name="Google Shape;7825;p56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7826" name="Google Shape;7826;p56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56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56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56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56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56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56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56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34" name="Google Shape;7834;p56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35" name="Google Shape;7835;p56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7836" name="Google Shape;7836;p56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56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56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56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40" name="Google Shape;7840;p56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41" name="Google Shape;7841;p56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42" name="Google Shape;7842;p56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7843" name="Google Shape;7843;p56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56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5" name="Google Shape;7845;p56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7846" name="Google Shape;7846;p56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56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56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49" name="Google Shape;7849;p56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50" name="Google Shape;7850;p56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7851" name="Google Shape;7851;p56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56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56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4" name="Google Shape;7854;p56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7855" name="Google Shape;7855;p56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56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56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56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56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56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1" name="Google Shape;7861;p56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7862" name="Google Shape;7862;p56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56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56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56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6" name="Google Shape;7866;p56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7867" name="Google Shape;7867;p56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56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9" name="Google Shape;7869;p56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0" name="Google Shape;7870;p56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7871" name="Google Shape;7871;p56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56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56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56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56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56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7" name="Google Shape;7877;p56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7878" name="Google Shape;7878;p56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56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0" name="Google Shape;7880;p56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7881" name="Google Shape;7881;p56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56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83" name="Google Shape;7883;p56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84" name="Google Shape;7884;p56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85" name="Google Shape;7885;p56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7886" name="Google Shape;7886;p56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56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8" name="Google Shape;7888;p56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7889" name="Google Shape;7889;p56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56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56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56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56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56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95" name="Google Shape;7895;p56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96" name="Google Shape;7896;p56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7897" name="Google Shape;7897;p56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56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56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0" name="Google Shape;7900;p56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7901" name="Google Shape;7901;p56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56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56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56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56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56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56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8" name="Google Shape;7908;p56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7909" name="Google Shape;7909;p56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56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56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56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56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56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5" name="Google Shape;7915;p56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7916" name="Google Shape;7916;p56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56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56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56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56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56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2" name="Google Shape;7922;p56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7923" name="Google Shape;7923;p56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56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56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6" name="Google Shape;7926;p56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7927" name="Google Shape;7927;p56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56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56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56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56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2" name="Google Shape;7932;p56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7933" name="Google Shape;7933;p56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56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56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56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56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56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9" name="Google Shape;7939;p56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7940" name="Google Shape;7940;p56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56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56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56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56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5" name="Google Shape;7945;p56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7946" name="Google Shape;7946;p56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56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56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56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56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56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56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56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56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56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6" name="Google Shape;7956;p56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7957" name="Google Shape;7957;p56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56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56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56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56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56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56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56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56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56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56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8" name="Google Shape;7968;p56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7969" name="Google Shape;7969;p56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56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56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56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56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74" name="Google Shape;7974;p56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75" name="Google Shape;7975;p56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7976" name="Google Shape;7976;p56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56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56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56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56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56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56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56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56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56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56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7" name="Google Shape;7987;p56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7988" name="Google Shape;7988;p56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56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56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56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56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56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56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56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6" name="Google Shape;7996;p56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7997" name="Google Shape;7997;p56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56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56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0" name="Google Shape;8000;p56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001" name="Google Shape;8001;p56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56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56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4" name="Google Shape;8004;p56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005" name="Google Shape;8005;p56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56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56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56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56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56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1" name="Google Shape;8011;p56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012" name="Google Shape;8012;p56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56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56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56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56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56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8" name="Google Shape;8018;p56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019" name="Google Shape;8019;p56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56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56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56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3" name="Google Shape;8023;p56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024" name="Google Shape;8024;p56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56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56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7" name="Google Shape;8027;p56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028" name="Google Shape;8028;p56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56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56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56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2" name="Google Shape;8032;p56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033" name="Google Shape;8033;p56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56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56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56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56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56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56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0" name="Google Shape;8040;p56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041" name="Google Shape;8041;p56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56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56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56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56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56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7" name="Google Shape;8047;p56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048" name="Google Shape;8048;p56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56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56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56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56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3" name="Google Shape;8053;p56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054" name="Google Shape;8054;p56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56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56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56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56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56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56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56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56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3" name="Google Shape;8063;p56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064" name="Google Shape;8064;p56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56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56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56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56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56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56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56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56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3" name="Google Shape;8073;p56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074" name="Google Shape;8074;p56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56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56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56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56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56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56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1" name="Google Shape;8081;p56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082" name="Google Shape;8082;p56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56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56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56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56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56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8" name="Google Shape;8088;p56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089" name="Google Shape;8089;p56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56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56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56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56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56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56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56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56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8" name="Google Shape;8098;p56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099" name="Google Shape;8099;p56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56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56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56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56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56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5" name="Google Shape;8105;p56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106" name="Google Shape;8106;p56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56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56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56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0" name="Google Shape;8110;p56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111" name="Google Shape;8111;p56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56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56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56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56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56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56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56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56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56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21" name="Google Shape;8121;p56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22" name="Google Shape;8122;p56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123" name="Google Shape;8123;p56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56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56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56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56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56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9" name="Google Shape;8129;p56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130" name="Google Shape;8130;p56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56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2" name="Google Shape;8132;p56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133" name="Google Shape;8133;p56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56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5" name="Google Shape;8135;p56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136" name="Google Shape;8136;p56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56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56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56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56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56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2" name="Google Shape;8142;p56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143" name="Google Shape;8143;p56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56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56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6" name="Google Shape;8146;p56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147" name="Google Shape;8147;p56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56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49" name="Google Shape;8149;p56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8153" name="Shape 8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54" name="Google Shape;8154;p5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155" name="Google Shape;8155;p57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56" name="Google Shape;8156;p57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157" name="Google Shape;8157;p57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57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59" name="Google Shape;8159;p57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60" name="Google Shape;8160;p57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161" name="Google Shape;8161;p57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57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63" name="Google Shape;8163;p57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64" name="Google Shape;8164;p57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165" name="Google Shape;8165;p57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57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7" name="Google Shape;8167;p57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168" name="Google Shape;8168;p57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57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57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1" name="Google Shape;8171;p57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172" name="Google Shape;8172;p57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57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57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57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57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7" name="Google Shape;8177;p57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178" name="Google Shape;8178;p57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57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57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57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57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57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57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57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86" name="Google Shape;8186;p57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87" name="Google Shape;8187;p57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88" name="Google Shape;8188;p57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89" name="Google Shape;8189;p57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190" name="Google Shape;8190;p57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57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57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57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4" name="Google Shape;8194;p57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195" name="Google Shape;8195;p57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57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7" name="Google Shape;8197;p57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198" name="Google Shape;8198;p57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57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0" name="Google Shape;8200;p57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201" name="Google Shape;8201;p57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57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57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57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57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6" name="Google Shape;8206;p57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207" name="Google Shape;8207;p57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57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57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0" name="Google Shape;8210;p57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211" name="Google Shape;8211;p57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57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57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57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57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57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57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8" name="Google Shape;8218;p57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219" name="Google Shape;8219;p57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57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57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2" name="Google Shape;8222;p57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223" name="Google Shape;8223;p57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57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57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57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57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57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57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57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1" name="Google Shape;8231;p57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232" name="Google Shape;8232;p57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57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57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57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57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57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57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57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57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1" name="Google Shape;8241;p57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242" name="Google Shape;8242;p57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57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4" name="Google Shape;8244;p57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245" name="Google Shape;8245;p57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57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57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8" name="Google Shape;8248;p57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249" name="Google Shape;8249;p57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57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57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52" name="Google Shape;8252;p57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53" name="Google Shape;8253;p57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254" name="Google Shape;8254;p57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57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57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57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57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57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57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61" name="Google Shape;8261;p57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62" name="Google Shape;8262;p57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263" name="Google Shape;8263;p57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57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5" name="Google Shape;8265;p57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266" name="Google Shape;8266;p57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57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8" name="Google Shape;8268;p57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269" name="Google Shape;8269;p57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57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57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57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3" name="Google Shape;8273;p57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274" name="Google Shape;8274;p57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57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6" name="Google Shape;8276;p57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277" name="Google Shape;8277;p57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57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9" name="Google Shape;8279;p57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280" name="Google Shape;8280;p57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57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2" name="Google Shape;8282;p57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283" name="Google Shape;8283;p57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57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85" name="Google Shape;8285;p57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86" name="Google Shape;8286;p57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87" name="Google Shape;8287;p57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288" name="Google Shape;8288;p57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57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0" name="Google Shape;8290;p57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291" name="Google Shape;8291;p57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57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57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4" name="Google Shape;8294;p57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295" name="Google Shape;8295;p57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57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57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98" name="Google Shape;8298;p57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99" name="Google Shape;8299;p57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00" name="Google Shape;8300;p57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301" name="Google Shape;8301;p57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57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57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57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57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57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57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8" name="Google Shape;8308;p57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309" name="Google Shape;8309;p57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57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57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57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3" name="Google Shape;8313;p57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314" name="Google Shape;8314;p57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57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57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57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8" name="Google Shape;8318;p57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319" name="Google Shape;8319;p57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57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57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57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23" name="Google Shape;8323;p57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24" name="Google Shape;8324;p57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325" name="Google Shape;8325;p57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57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57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57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57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57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1" name="Google Shape;8331;p57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332" name="Google Shape;8332;p57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57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57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5" name="Google Shape;8335;p57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336" name="Google Shape;8336;p57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57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8" name="Google Shape;8338;p57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339" name="Google Shape;8339;p57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57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57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57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57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4" name="Google Shape;8344;p57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345" name="Google Shape;8345;p57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57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57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57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57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57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57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57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57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57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57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57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57" name="Google Shape;8357;p57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58" name="Google Shape;8358;p57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359" name="Google Shape;8359;p57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57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57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2" name="Google Shape;8362;p57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363" name="Google Shape;8363;p57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57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57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57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57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57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9" name="Google Shape;8369;p57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370" name="Google Shape;8370;p57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57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57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57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4" name="Google Shape;8374;p57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375" name="Google Shape;8375;p57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57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57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57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9" name="Google Shape;8379;p57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380" name="Google Shape;8380;p57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57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2" name="Google Shape;8382;p57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383" name="Google Shape;8383;p57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57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57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57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7" name="Google Shape;8387;p57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388" name="Google Shape;8388;p57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57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57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1" name="Google Shape;8391;p57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392" name="Google Shape;8392;p57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57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57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5" name="Google Shape;8395;p57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396" name="Google Shape;8396;p57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57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57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57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0" name="Google Shape;8400;p57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401" name="Google Shape;8401;p57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57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57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4" name="Google Shape;8404;p57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405" name="Google Shape;8405;p57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57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57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8" name="Google Shape;8408;p57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409" name="Google Shape;8409;p57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57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1" name="Google Shape;8411;p57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412" name="Google Shape;8412;p57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57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57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57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57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7" name="Google Shape;8417;p57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418" name="Google Shape;8418;p57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57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0" name="Google Shape;8420;p57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421" name="Google Shape;8421;p57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57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57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57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5" name="Google Shape;8425;p57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426" name="Google Shape;8426;p57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57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57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57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57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57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57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57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57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5" name="Google Shape;8435;p57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436" name="Google Shape;8436;p57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57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8" name="Google Shape;8438;p57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439" name="Google Shape;8439;p57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57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57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2" name="Google Shape;8442;p57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443" name="Google Shape;8443;p57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57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57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57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7" name="Google Shape;8447;p57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448" name="Google Shape;8448;p57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57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0" name="Google Shape;8450;p57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451" name="Google Shape;8451;p57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57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57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4" name="Google Shape;8454;p57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455" name="Google Shape;8455;p57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57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57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57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9" name="Google Shape;8459;p57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460" name="Google Shape;8460;p57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57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2" name="Google Shape;8462;p57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463" name="Google Shape;8463;p57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57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57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57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7" name="Google Shape;8467;p57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468" name="Google Shape;8468;p57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57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0" name="Google Shape;8470;p57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471" name="Google Shape;8471;p57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57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57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57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57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57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57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8" name="Google Shape;8478;p57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479" name="Google Shape;8479;p57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57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57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57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57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4" name="Google Shape;8484;p57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485" name="Google Shape;8485;p57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57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7" name="Google Shape;8487;p57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488" name="Google Shape;8488;p57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57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57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57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57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57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57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57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57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7" name="Google Shape;8497;p57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498" name="Google Shape;8498;p57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57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57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1" name="Google Shape;8501;p57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502" name="Google Shape;8502;p57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57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57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8505" name="Google Shape;8505;p57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506" name="Google Shape;8506;p57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57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57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57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57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1" name="Google Shape;8511;p57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512" name="Google Shape;8512;p57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57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57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5" name="Google Shape;8515;p57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516" name="Google Shape;8516;p57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57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57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57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0" name="Google Shape;8520;p57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521" name="Google Shape;8521;p57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57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3" name="Google Shape;8523;p57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524" name="Google Shape;8524;p57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57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57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57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57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57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57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1" name="Google Shape;8531;p57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532" name="Google Shape;8532;p57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57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57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5" name="Google Shape;8535;p57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536" name="Google Shape;8536;p57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57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57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57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57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57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57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3" name="Google Shape;8543;p57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544" name="Google Shape;8544;p57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57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57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57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57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9" name="Google Shape;8549;p57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550" name="Google Shape;8550;p57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57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2" name="Google Shape;8552;p57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553" name="Google Shape;8553;p57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57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5" name="Google Shape;8555;p57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556" name="Google Shape;8556;p57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57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57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9" name="Google Shape;8559;p57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560" name="Google Shape;8560;p57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57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57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57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57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5" name="Google Shape;8565;p57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566" name="Google Shape;8566;p57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57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57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9" name="Google Shape;8569;p57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570" name="Google Shape;8570;p57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57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57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57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4" name="Google Shape;8574;p57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575" name="Google Shape;8575;p57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57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57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57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57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57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1" name="Google Shape;8581;p57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582" name="Google Shape;8582;p57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57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4" name="Google Shape;8584;p57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585" name="Google Shape;8585;p57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57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87" name="Google Shape;8587;p57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8591" name="Shape 8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92" name="Google Shape;8592;p58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593" name="Google Shape;8593;p58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594" name="Google Shape;8594;p58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58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58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58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8" name="Google Shape;8598;p58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599" name="Google Shape;8599;p58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58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58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02" name="Google Shape;8602;p58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03" name="Google Shape;8603;p58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604" name="Google Shape;8604;p58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58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6" name="Google Shape;8606;p58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607" name="Google Shape;8607;p58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58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09" name="Google Shape;8609;p58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10" name="Google Shape;8610;p58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611" name="Google Shape;8611;p58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58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58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14" name="Google Shape;8614;p58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15" name="Google Shape;8615;p58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16" name="Google Shape;8616;p58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17" name="Google Shape;8617;p58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18" name="Google Shape;8618;p58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619" name="Google Shape;8619;p58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58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58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58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3" name="Google Shape;8623;p58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624" name="Google Shape;8624;p58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58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6" name="Google Shape;8626;p58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627" name="Google Shape;8627;p58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58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58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0" name="Google Shape;8630;p58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631" name="Google Shape;8631;p58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58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33" name="Google Shape;8633;p58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34" name="Google Shape;8634;p58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635" name="Google Shape;8635;p58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58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58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58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58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40" name="Google Shape;8640;p58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41" name="Google Shape;8641;p58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42" name="Google Shape;8642;p58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643" name="Google Shape;8643;p58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58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58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58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7" name="Google Shape;8647;p58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648" name="Google Shape;8648;p58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58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50" name="Google Shape;8650;p58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51" name="Google Shape;8651;p58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652" name="Google Shape;8652;p58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58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58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58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56" name="Google Shape;8656;p58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57" name="Google Shape;8657;p58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58" name="Google Shape;8658;p58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59" name="Google Shape;8659;p58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660" name="Google Shape;8660;p58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58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2" name="Google Shape;8662;p58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663" name="Google Shape;8663;p58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58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58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66" name="Google Shape;8666;p58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67" name="Google Shape;8667;p58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668" name="Google Shape;8668;p58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58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58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58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58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3" name="Google Shape;8673;p58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674" name="Google Shape;8674;p58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58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58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58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8" name="Google Shape;8678;p58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679" name="Google Shape;8679;p58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58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81" name="Google Shape;8681;p58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82" name="Google Shape;8682;p58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683" name="Google Shape;8683;p58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58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58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6" name="Google Shape;8686;p58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687" name="Google Shape;8687;p58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58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89" name="Google Shape;8689;p58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90" name="Google Shape;8690;p58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691" name="Google Shape;8691;p58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58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58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58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58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58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58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58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99" name="Google Shape;8699;p58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00" name="Google Shape;8700;p58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701" name="Google Shape;8701;p58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58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3" name="Google Shape;8703;p58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704" name="Google Shape;8704;p58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58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58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58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8" name="Google Shape;8708;p58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709" name="Google Shape;8709;p58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58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58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58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3" name="Google Shape;8713;p58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714" name="Google Shape;8714;p58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58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6" name="Google Shape;8716;p58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717" name="Google Shape;8717;p58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58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58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58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1" name="Google Shape;8721;p58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722" name="Google Shape;8722;p58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58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58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58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6" name="Google Shape;8726;p58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727" name="Google Shape;8727;p58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58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58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58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58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58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58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58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58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58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58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58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58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58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58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58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3" name="Google Shape;8743;p58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744" name="Google Shape;8744;p58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58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58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47" name="Google Shape;8747;p58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48" name="Google Shape;8748;p58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749" name="Google Shape;8749;p58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58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58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58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58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4" name="Google Shape;8754;p58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755" name="Google Shape;8755;p58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58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57" name="Google Shape;8757;p58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58" name="Google Shape;8758;p58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759" name="Google Shape;8759;p58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58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58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2" name="Google Shape;8762;p58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763" name="Google Shape;8763;p58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58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58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58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58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8" name="Google Shape;8768;p58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8769" name="Google Shape;8769;p58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58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58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58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58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58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58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6" name="Google Shape;8776;p58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8777" name="Google Shape;8777;p58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58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58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0" name="Google Shape;8780;p58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8781" name="Google Shape;8781;p58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58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58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4" name="Google Shape;8784;p58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8785" name="Google Shape;8785;p58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58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58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58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9" name="Google Shape;8789;p58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8790" name="Google Shape;8790;p58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58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58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58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58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5" name="Google Shape;8795;p58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8796" name="Google Shape;8796;p58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58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8" name="Google Shape;8798;p58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8799" name="Google Shape;8799;p58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58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58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58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58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58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58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6" name="Google Shape;8806;p58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8807" name="Google Shape;8807;p58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58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58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58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58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58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58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4" name="Google Shape;8814;p58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8815" name="Google Shape;8815;p58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58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58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58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58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0" name="Google Shape;8820;p58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8821" name="Google Shape;8821;p58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58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58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58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58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58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7" name="Google Shape;8827;p58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8828" name="Google Shape;8828;p58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58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58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58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2" name="Google Shape;8832;p58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8833" name="Google Shape;8833;p58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58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58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58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58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58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58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58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1" name="Google Shape;8841;p58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8842" name="Google Shape;8842;p58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58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58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58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58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7" name="Google Shape;8847;p58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8848" name="Google Shape;8848;p58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58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58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58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2" name="Google Shape;8852;p58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8853" name="Google Shape;8853;p58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58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58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58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58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8" name="Google Shape;8858;p58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8859" name="Google Shape;8859;p58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58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58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58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58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58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58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58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58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58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58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58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1" name="Google Shape;8871;p58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8872" name="Google Shape;8872;p58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58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58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58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58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58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8" name="Google Shape;8878;p58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8879" name="Google Shape;8879;p58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58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58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58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58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58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58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6" name="Google Shape;8886;p58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8887" name="Google Shape;8887;p58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58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58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90" name="Google Shape;8890;p58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91" name="Google Shape;8891;p58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8892" name="Google Shape;8892;p58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58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58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58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6" name="Google Shape;8896;p58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8897" name="Google Shape;8897;p58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58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58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58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58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02" name="Google Shape;8902;p58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03" name="Google Shape;8903;p58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8904" name="Google Shape;8904;p58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58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58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7" name="Google Shape;8907;p58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8908" name="Google Shape;8908;p58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58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58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58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58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58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4" name="Google Shape;8914;p58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8915" name="Google Shape;8915;p58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58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58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58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58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58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58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2" name="Google Shape;8922;p58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8923" name="Google Shape;8923;p58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58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58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6" name="Google Shape;8926;p58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8927" name="Google Shape;8927;p58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58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58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58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58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58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3" name="Google Shape;8933;p58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8934" name="Google Shape;8934;p58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58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58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7" name="Google Shape;8937;p58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8938" name="Google Shape;8938;p58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58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58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1" name="Google Shape;8941;p58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8942" name="Google Shape;8942;p58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58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58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5" name="Google Shape;8945;p58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8946" name="Google Shape;8946;p58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58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58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58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58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58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58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58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4" name="Google Shape;8954;p58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8955" name="Google Shape;8955;p58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58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58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58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58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58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58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58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3" name="Google Shape;8963;p58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8964" name="Google Shape;8964;p58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58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58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7" name="Google Shape;8967;p58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8968" name="Google Shape;8968;p58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58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58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58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58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58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58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58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6" name="Google Shape;8976;p58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8977" name="Google Shape;8977;p58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58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58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58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58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58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58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58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5" name="Google Shape;8985;p58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8986" name="Google Shape;8986;p58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58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58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58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0" name="Google Shape;8990;p58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8991" name="Google Shape;8991;p58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58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58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58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58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58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58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8" name="Google Shape;8998;p58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8999" name="Google Shape;8999;p58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58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58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58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58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58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5" name="Google Shape;9005;p58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006" name="Google Shape;9006;p58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58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58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58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58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1" name="Google Shape;9011;p58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012" name="Google Shape;9012;p58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58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58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5" name="Google Shape;9015;p58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016" name="Google Shape;9016;p58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58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58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58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58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58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58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3" name="Google Shape;9023;p58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024" name="Google Shape;9024;p58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58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58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7" name="Google Shape;9027;p58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028" name="Google Shape;9028;p58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58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58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58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58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3" name="Google Shape;9033;p58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034" name="Google Shape;9034;p58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58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58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58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8" name="Google Shape;9038;p58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039" name="Google Shape;9039;p58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58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58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58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58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4" name="Google Shape;9044;p58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045" name="Google Shape;9045;p58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58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58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58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58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58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58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2" name="Google Shape;9052;p58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053" name="Google Shape;9053;p58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58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58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58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58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58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59" name="Google Shape;9059;p58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063" name="Shape 90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64" name="Google Shape;9064;p59"/>
          <p:cNvSpPr txBox="1"/>
          <p:nvPr>
            <p:ph idx="4294967295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pic>
        <p:nvPicPr>
          <p:cNvPr id="9065" name="Google Shape;9065;p59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Clinical Case 02-2023 by Slides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