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514A766-7055-4C7B-BC1B-41EC4691D155}">
  <a:tblStyle styleId="{1514A766-7055-4C7B-BC1B-41EC4691D15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 name="Shape 323"/>
        <p:cNvGrpSpPr/>
        <p:nvPr/>
      </p:nvGrpSpPr>
      <p:grpSpPr>
        <a:xfrm>
          <a:off x="0" y="0"/>
          <a:ext cx="0" cy="0"/>
          <a:chOff x="0" y="0"/>
          <a:chExt cx="0" cy="0"/>
        </a:xfrm>
      </p:grpSpPr>
      <p:sp>
        <p:nvSpPr>
          <p:cNvPr id="324" name="Google Shape;324;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25" name="Google Shape;325;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898feb88a6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898feb88a6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 name="Shape 342"/>
        <p:cNvGrpSpPr/>
        <p:nvPr/>
      </p:nvGrpSpPr>
      <p:grpSpPr>
        <a:xfrm>
          <a:off x="0" y="0"/>
          <a:ext cx="0" cy="0"/>
          <a:chOff x="0" y="0"/>
          <a:chExt cx="0" cy="0"/>
        </a:xfrm>
      </p:grpSpPr>
      <p:sp>
        <p:nvSpPr>
          <p:cNvPr id="343" name="Google Shape;343;g898feb88a6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 name="Google Shape;344;g898feb88a6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 name="Shape 371"/>
        <p:cNvGrpSpPr/>
        <p:nvPr/>
      </p:nvGrpSpPr>
      <p:grpSpPr>
        <a:xfrm>
          <a:off x="0" y="0"/>
          <a:ext cx="0" cy="0"/>
          <a:chOff x="0" y="0"/>
          <a:chExt cx="0" cy="0"/>
        </a:xfrm>
      </p:grpSpPr>
      <p:sp>
        <p:nvSpPr>
          <p:cNvPr id="372" name="Google Shape;372;g8c1da7a6ad_0_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 name="Google Shape;373;g8c1da7a6ad_0_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89028b773b_0_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89028b773b_0_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 name="Shape 397"/>
        <p:cNvGrpSpPr/>
        <p:nvPr/>
      </p:nvGrpSpPr>
      <p:grpSpPr>
        <a:xfrm>
          <a:off x="0" y="0"/>
          <a:ext cx="0" cy="0"/>
          <a:chOff x="0" y="0"/>
          <a:chExt cx="0" cy="0"/>
        </a:xfrm>
      </p:grpSpPr>
      <p:sp>
        <p:nvSpPr>
          <p:cNvPr id="398" name="Google Shape;398;g898feb88a6_0_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 name="Google Shape;399;g898feb88a6_0_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 name="Shape 439"/>
        <p:cNvGrpSpPr/>
        <p:nvPr/>
      </p:nvGrpSpPr>
      <p:grpSpPr>
        <a:xfrm>
          <a:off x="0" y="0"/>
          <a:ext cx="0" cy="0"/>
          <a:chOff x="0" y="0"/>
          <a:chExt cx="0" cy="0"/>
        </a:xfrm>
      </p:grpSpPr>
      <p:sp>
        <p:nvSpPr>
          <p:cNvPr id="440" name="Google Shape;440;g824c63a54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 name="Google Shape;441;g824c63a54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 name="Shape 471"/>
        <p:cNvGrpSpPr/>
        <p:nvPr/>
      </p:nvGrpSpPr>
      <p:grpSpPr>
        <a:xfrm>
          <a:off x="0" y="0"/>
          <a:ext cx="0" cy="0"/>
          <a:chOff x="0" y="0"/>
          <a:chExt cx="0" cy="0"/>
        </a:xfrm>
      </p:grpSpPr>
      <p:sp>
        <p:nvSpPr>
          <p:cNvPr id="472" name="Google Shape;472;g824c63a543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3" name="Google Shape;473;g824c63a543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 name="Shape 507"/>
        <p:cNvGrpSpPr/>
        <p:nvPr/>
      </p:nvGrpSpPr>
      <p:grpSpPr>
        <a:xfrm>
          <a:off x="0" y="0"/>
          <a:ext cx="0" cy="0"/>
          <a:chOff x="0" y="0"/>
          <a:chExt cx="0" cy="0"/>
        </a:xfrm>
      </p:grpSpPr>
      <p:sp>
        <p:nvSpPr>
          <p:cNvPr id="508" name="Google Shape;508;g824c63a543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 name="Google Shape;509;g824c63a543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g824c63a543_0_4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 name="Google Shape;548;g824c63a543_0_4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 name="Shape 559"/>
        <p:cNvGrpSpPr/>
        <p:nvPr/>
      </p:nvGrpSpPr>
      <p:grpSpPr>
        <a:xfrm>
          <a:off x="0" y="0"/>
          <a:ext cx="0" cy="0"/>
          <a:chOff x="0" y="0"/>
          <a:chExt cx="0" cy="0"/>
        </a:xfrm>
      </p:grpSpPr>
      <p:sp>
        <p:nvSpPr>
          <p:cNvPr id="560" name="Google Shape;560;g824c63a543_0_1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 name="Google Shape;561;g824c63a543_0_1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 name="Shape 577"/>
        <p:cNvGrpSpPr/>
        <p:nvPr/>
      </p:nvGrpSpPr>
      <p:grpSpPr>
        <a:xfrm>
          <a:off x="0" y="0"/>
          <a:ext cx="0" cy="0"/>
          <a:chOff x="0" y="0"/>
          <a:chExt cx="0" cy="0"/>
        </a:xfrm>
      </p:grpSpPr>
      <p:sp>
        <p:nvSpPr>
          <p:cNvPr id="578" name="Google Shape;578;g824c63a543_0_36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 name="Google Shape;579;g824c63a543_0_36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g824c63a543_0_37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 name="Google Shape;604;g824c63a543_0_37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 name="Shape 616"/>
        <p:cNvGrpSpPr/>
        <p:nvPr/>
      </p:nvGrpSpPr>
      <p:grpSpPr>
        <a:xfrm>
          <a:off x="0" y="0"/>
          <a:ext cx="0" cy="0"/>
          <a:chOff x="0" y="0"/>
          <a:chExt cx="0" cy="0"/>
        </a:xfrm>
      </p:grpSpPr>
      <p:sp>
        <p:nvSpPr>
          <p:cNvPr id="617" name="Google Shape;617;g824c63a543_0_3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8" name="Google Shape;618;g824c63a543_0_3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 name="Shape 647"/>
        <p:cNvGrpSpPr/>
        <p:nvPr/>
      </p:nvGrpSpPr>
      <p:grpSpPr>
        <a:xfrm>
          <a:off x="0" y="0"/>
          <a:ext cx="0" cy="0"/>
          <a:chOff x="0" y="0"/>
          <a:chExt cx="0" cy="0"/>
        </a:xfrm>
      </p:grpSpPr>
      <p:sp>
        <p:nvSpPr>
          <p:cNvPr id="648" name="Google Shape;648;g8c1da7a6ad_0_7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 name="Google Shape;649;g8c1da7a6ad_0_7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 name="Shape 653"/>
        <p:cNvGrpSpPr/>
        <p:nvPr/>
      </p:nvGrpSpPr>
      <p:grpSpPr>
        <a:xfrm>
          <a:off x="0" y="0"/>
          <a:ext cx="0" cy="0"/>
          <a:chOff x="0" y="0"/>
          <a:chExt cx="0" cy="0"/>
        </a:xfrm>
      </p:grpSpPr>
      <p:sp>
        <p:nvSpPr>
          <p:cNvPr id="654" name="Google Shape;654;g824c63a543_0_3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5" name="Google Shape;655;g824c63a543_0_3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824c63a543_0_4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824c63a543_0_4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 name="Shape 690"/>
        <p:cNvGrpSpPr/>
        <p:nvPr/>
      </p:nvGrpSpPr>
      <p:grpSpPr>
        <a:xfrm>
          <a:off x="0" y="0"/>
          <a:ext cx="0" cy="0"/>
          <a:chOff x="0" y="0"/>
          <a:chExt cx="0" cy="0"/>
        </a:xfrm>
      </p:grpSpPr>
      <p:sp>
        <p:nvSpPr>
          <p:cNvPr id="691" name="Google Shape;691;g8c1da7a6ad_0_2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 name="Google Shape;692;g8c1da7a6ad_0_2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8c1da7a6ad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8c1da7a6ad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8c1da7a6ad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8c1da7a6ad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 name="Shape 741"/>
        <p:cNvGrpSpPr/>
        <p:nvPr/>
      </p:nvGrpSpPr>
      <p:grpSpPr>
        <a:xfrm>
          <a:off x="0" y="0"/>
          <a:ext cx="0" cy="0"/>
          <a:chOff x="0" y="0"/>
          <a:chExt cx="0" cy="0"/>
        </a:xfrm>
      </p:grpSpPr>
      <p:sp>
        <p:nvSpPr>
          <p:cNvPr id="742" name="Google Shape;742;g8c1da7a6ad_0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3" name="Google Shape;743;g8c1da7a6ad_0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 name="Shape 772"/>
        <p:cNvGrpSpPr/>
        <p:nvPr/>
      </p:nvGrpSpPr>
      <p:grpSpPr>
        <a:xfrm>
          <a:off x="0" y="0"/>
          <a:ext cx="0" cy="0"/>
          <a:chOff x="0" y="0"/>
          <a:chExt cx="0" cy="0"/>
        </a:xfrm>
      </p:grpSpPr>
      <p:sp>
        <p:nvSpPr>
          <p:cNvPr id="773" name="Google Shape;773;g8c1da7a6ad_0_5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 name="Google Shape;774;g8c1da7a6ad_0_5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g8c1da7a6ad_0_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 name="Google Shape;788;g8c1da7a6ad_0_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8c1da7a6ad_0_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8c1da7a6ad_0_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8c1da7a6ad_0_2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8c1da7a6ad_0_2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g8c1da7a6ad_0_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 name="Google Shape;828;g8c1da7a6ad_0_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 name="Shape 839"/>
        <p:cNvGrpSpPr/>
        <p:nvPr/>
      </p:nvGrpSpPr>
      <p:grpSpPr>
        <a:xfrm>
          <a:off x="0" y="0"/>
          <a:ext cx="0" cy="0"/>
          <a:chOff x="0" y="0"/>
          <a:chExt cx="0" cy="0"/>
        </a:xfrm>
      </p:grpSpPr>
      <p:sp>
        <p:nvSpPr>
          <p:cNvPr id="840" name="Google Shape;840;g8c1da7a6ad_0_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 name="Google Shape;841;g8c1da7a6ad_0_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8c1da7a6ad_0_2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8c1da7a6ad_0_2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 name="Shape 1122"/>
        <p:cNvGrpSpPr/>
        <p:nvPr/>
      </p:nvGrpSpPr>
      <p:grpSpPr>
        <a:xfrm>
          <a:off x="0" y="0"/>
          <a:ext cx="0" cy="0"/>
          <a:chOff x="0" y="0"/>
          <a:chExt cx="0" cy="0"/>
        </a:xfrm>
      </p:grpSpPr>
      <p:sp>
        <p:nvSpPr>
          <p:cNvPr id="1123" name="Google Shape;1123;g8c1da7a6ad_0_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4" name="Google Shape;1124;g8c1da7a6ad_0_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8" name="Shape 1148"/>
        <p:cNvGrpSpPr/>
        <p:nvPr/>
      </p:nvGrpSpPr>
      <p:grpSpPr>
        <a:xfrm>
          <a:off x="0" y="0"/>
          <a:ext cx="0" cy="0"/>
          <a:chOff x="0" y="0"/>
          <a:chExt cx="0" cy="0"/>
        </a:xfrm>
      </p:grpSpPr>
      <p:sp>
        <p:nvSpPr>
          <p:cNvPr id="1149" name="Google Shape;1149;g8c1da7a6ad_0_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 name="Google Shape;1150;g8c1da7a6ad_0_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8c1da7a6ad_0_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8c1da7a6ad_0_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 name="Shape 1164"/>
        <p:cNvGrpSpPr/>
        <p:nvPr/>
      </p:nvGrpSpPr>
      <p:grpSpPr>
        <a:xfrm>
          <a:off x="0" y="0"/>
          <a:ext cx="0" cy="0"/>
          <a:chOff x="0" y="0"/>
          <a:chExt cx="0" cy="0"/>
        </a:xfrm>
      </p:grpSpPr>
      <p:sp>
        <p:nvSpPr>
          <p:cNvPr id="1165" name="Google Shape;1165;g899040357a_0_7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6" name="Google Shape;1166;g899040357a_0_7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899040357a_0_7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899040357a_0_7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 name="Shape 1190"/>
        <p:cNvGrpSpPr/>
        <p:nvPr/>
      </p:nvGrpSpPr>
      <p:grpSpPr>
        <a:xfrm>
          <a:off x="0" y="0"/>
          <a:ext cx="0" cy="0"/>
          <a:chOff x="0" y="0"/>
          <a:chExt cx="0" cy="0"/>
        </a:xfrm>
      </p:grpSpPr>
      <p:sp>
        <p:nvSpPr>
          <p:cNvPr id="1191" name="Google Shape;1191;g899040357a_0_7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 name="Google Shape;1192;g899040357a_0_7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4" name="Shape 1204"/>
        <p:cNvGrpSpPr/>
        <p:nvPr/>
      </p:nvGrpSpPr>
      <p:grpSpPr>
        <a:xfrm>
          <a:off x="0" y="0"/>
          <a:ext cx="0" cy="0"/>
          <a:chOff x="0" y="0"/>
          <a:chExt cx="0" cy="0"/>
        </a:xfrm>
      </p:grpSpPr>
      <p:sp>
        <p:nvSpPr>
          <p:cNvPr id="1205" name="Google Shape;1205;g899040357a_0_7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 name="Google Shape;1206;g899040357a_0_7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 name="Shape 1543"/>
        <p:cNvGrpSpPr/>
        <p:nvPr/>
      </p:nvGrpSpPr>
      <p:grpSpPr>
        <a:xfrm>
          <a:off x="0" y="0"/>
          <a:ext cx="0" cy="0"/>
          <a:chOff x="0" y="0"/>
          <a:chExt cx="0" cy="0"/>
        </a:xfrm>
      </p:grpSpPr>
      <p:sp>
        <p:nvSpPr>
          <p:cNvPr id="1544" name="Google Shape;1544;g899040357a_0_8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5" name="Google Shape;1545;g899040357a_0_8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0" name="Shape 4330"/>
        <p:cNvGrpSpPr/>
        <p:nvPr/>
      </p:nvGrpSpPr>
      <p:grpSpPr>
        <a:xfrm>
          <a:off x="0" y="0"/>
          <a:ext cx="0" cy="0"/>
          <a:chOff x="0" y="0"/>
          <a:chExt cx="0" cy="0"/>
        </a:xfrm>
      </p:grpSpPr>
      <p:sp>
        <p:nvSpPr>
          <p:cNvPr id="4331" name="Google Shape;4331;g899040357a_0_10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2" name="Google Shape;4332;g899040357a_0_10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9" name="Shape 4749"/>
        <p:cNvGrpSpPr/>
        <p:nvPr/>
      </p:nvGrpSpPr>
      <p:grpSpPr>
        <a:xfrm>
          <a:off x="0" y="0"/>
          <a:ext cx="0" cy="0"/>
          <a:chOff x="0" y="0"/>
          <a:chExt cx="0" cy="0"/>
        </a:xfrm>
      </p:grpSpPr>
      <p:sp>
        <p:nvSpPr>
          <p:cNvPr id="4750" name="Google Shape;4750;g899040357a_0_11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1" name="Google Shape;4751;g899040357a_0_11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9" name="Shape 4919"/>
        <p:cNvGrpSpPr/>
        <p:nvPr/>
      </p:nvGrpSpPr>
      <p:grpSpPr>
        <a:xfrm>
          <a:off x="0" y="0"/>
          <a:ext cx="0" cy="0"/>
          <a:chOff x="0" y="0"/>
          <a:chExt cx="0" cy="0"/>
        </a:xfrm>
      </p:grpSpPr>
      <p:sp>
        <p:nvSpPr>
          <p:cNvPr id="4920" name="Google Shape;4920;g899040357a_0_11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1" name="Google Shape;4921;g899040357a_0_11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4" name="Shape 5324"/>
        <p:cNvGrpSpPr/>
        <p:nvPr/>
      </p:nvGrpSpPr>
      <p:grpSpPr>
        <a:xfrm>
          <a:off x="0" y="0"/>
          <a:ext cx="0" cy="0"/>
          <a:chOff x="0" y="0"/>
          <a:chExt cx="0" cy="0"/>
        </a:xfrm>
      </p:grpSpPr>
      <p:sp>
        <p:nvSpPr>
          <p:cNvPr id="5325" name="Google Shape;5325;g899040357a_0_118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6" name="Google Shape;5326;g899040357a_0_118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4" name="Shape 5704"/>
        <p:cNvGrpSpPr/>
        <p:nvPr/>
      </p:nvGrpSpPr>
      <p:grpSpPr>
        <a:xfrm>
          <a:off x="0" y="0"/>
          <a:ext cx="0" cy="0"/>
          <a:chOff x="0" y="0"/>
          <a:chExt cx="0" cy="0"/>
        </a:xfrm>
      </p:grpSpPr>
      <p:sp>
        <p:nvSpPr>
          <p:cNvPr id="5705" name="Google Shape;5705;g824c63a543_0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6" name="Google Shape;5706;g824c63a543_0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1" name="Shape 6201"/>
        <p:cNvGrpSpPr/>
        <p:nvPr/>
      </p:nvGrpSpPr>
      <p:grpSpPr>
        <a:xfrm>
          <a:off x="0" y="0"/>
          <a:ext cx="0" cy="0"/>
          <a:chOff x="0" y="0"/>
          <a:chExt cx="0" cy="0"/>
        </a:xfrm>
      </p:grpSpPr>
      <p:sp>
        <p:nvSpPr>
          <p:cNvPr id="6202" name="Google Shape;6202;g824c63a543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3" name="Google Shape;6203;g824c63a543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4" name="Shape 6814"/>
        <p:cNvGrpSpPr/>
        <p:nvPr/>
      </p:nvGrpSpPr>
      <p:grpSpPr>
        <a:xfrm>
          <a:off x="0" y="0"/>
          <a:ext cx="0" cy="0"/>
          <a:chOff x="0" y="0"/>
          <a:chExt cx="0" cy="0"/>
        </a:xfrm>
      </p:grpSpPr>
      <p:sp>
        <p:nvSpPr>
          <p:cNvPr id="6815" name="Google Shape;6815;g824c63a543_0_1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6" name="Google Shape;6816;g824c63a543_0_1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6" name="Shape 7366"/>
        <p:cNvGrpSpPr/>
        <p:nvPr/>
      </p:nvGrpSpPr>
      <p:grpSpPr>
        <a:xfrm>
          <a:off x="0" y="0"/>
          <a:ext cx="0" cy="0"/>
          <a:chOff x="0" y="0"/>
          <a:chExt cx="0" cy="0"/>
        </a:xfrm>
      </p:grpSpPr>
      <p:sp>
        <p:nvSpPr>
          <p:cNvPr id="7367" name="Google Shape;7367;g899040357a_0_12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68" name="Google Shape;7368;g899040357a_0_12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0" name="Shape 7780"/>
        <p:cNvGrpSpPr/>
        <p:nvPr/>
      </p:nvGrpSpPr>
      <p:grpSpPr>
        <a:xfrm>
          <a:off x="0" y="0"/>
          <a:ext cx="0" cy="0"/>
          <a:chOff x="0" y="0"/>
          <a:chExt cx="0" cy="0"/>
        </a:xfrm>
      </p:grpSpPr>
      <p:sp>
        <p:nvSpPr>
          <p:cNvPr id="7781" name="Google Shape;7781;g899040357a_0_125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2" name="Google Shape;7782;g899040357a_0_125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1" name="Shape 8141"/>
        <p:cNvGrpSpPr/>
        <p:nvPr/>
      </p:nvGrpSpPr>
      <p:grpSpPr>
        <a:xfrm>
          <a:off x="0" y="0"/>
          <a:ext cx="0" cy="0"/>
          <a:chOff x="0" y="0"/>
          <a:chExt cx="0" cy="0"/>
        </a:xfrm>
      </p:grpSpPr>
      <p:sp>
        <p:nvSpPr>
          <p:cNvPr id="8142" name="Google Shape;8142;g899040357a_0_129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43" name="Google Shape;8143;g899040357a_0_129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1" name="Shape 8651"/>
        <p:cNvGrpSpPr/>
        <p:nvPr/>
      </p:nvGrpSpPr>
      <p:grpSpPr>
        <a:xfrm>
          <a:off x="0" y="0"/>
          <a:ext cx="0" cy="0"/>
          <a:chOff x="0" y="0"/>
          <a:chExt cx="0" cy="0"/>
        </a:xfrm>
      </p:grpSpPr>
      <p:sp>
        <p:nvSpPr>
          <p:cNvPr id="8652" name="Google Shape;8652;g899040357a_0_13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3" name="Google Shape;8653;g899040357a_0_13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1" name="Shape 9271"/>
        <p:cNvGrpSpPr/>
        <p:nvPr/>
      </p:nvGrpSpPr>
      <p:grpSpPr>
        <a:xfrm>
          <a:off x="0" y="0"/>
          <a:ext cx="0" cy="0"/>
          <a:chOff x="0" y="0"/>
          <a:chExt cx="0" cy="0"/>
        </a:xfrm>
      </p:grpSpPr>
      <p:sp>
        <p:nvSpPr>
          <p:cNvPr id="9272" name="Google Shape;9272;g899040357a_0_140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73" name="Google Shape;9273;g899040357a_0_140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5" name="Shape 9865"/>
        <p:cNvGrpSpPr/>
        <p:nvPr/>
      </p:nvGrpSpPr>
      <p:grpSpPr>
        <a:xfrm>
          <a:off x="0" y="0"/>
          <a:ext cx="0" cy="0"/>
          <a:chOff x="0" y="0"/>
          <a:chExt cx="0" cy="0"/>
        </a:xfrm>
      </p:grpSpPr>
      <p:sp>
        <p:nvSpPr>
          <p:cNvPr id="9866" name="Google Shape;9866;g899040357a_0_14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7" name="Google Shape;9867;g899040357a_0_14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6" name="Shape 10186"/>
        <p:cNvGrpSpPr/>
        <p:nvPr/>
      </p:nvGrpSpPr>
      <p:grpSpPr>
        <a:xfrm>
          <a:off x="0" y="0"/>
          <a:ext cx="0" cy="0"/>
          <a:chOff x="0" y="0"/>
          <a:chExt cx="0" cy="0"/>
        </a:xfrm>
      </p:grpSpPr>
      <p:sp>
        <p:nvSpPr>
          <p:cNvPr id="10187" name="Google Shape;10187;g899040357a_0_149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88" name="Google Shape;10188;g899040357a_0_149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1" name="Shape 10491"/>
        <p:cNvGrpSpPr/>
        <p:nvPr/>
      </p:nvGrpSpPr>
      <p:grpSpPr>
        <a:xfrm>
          <a:off x="0" y="0"/>
          <a:ext cx="0" cy="0"/>
          <a:chOff x="0" y="0"/>
          <a:chExt cx="0" cy="0"/>
        </a:xfrm>
      </p:grpSpPr>
      <p:sp>
        <p:nvSpPr>
          <p:cNvPr id="10492" name="Google Shape;10492;g899040357a_0_15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3" name="Google Shape;10493;g899040357a_0_15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572510" y="740560"/>
            <a:ext cx="3975600" cy="2577900"/>
          </a:xfrm>
          <a:prstGeom prst="rect">
            <a:avLst/>
          </a:prstGeom>
        </p:spPr>
        <p:txBody>
          <a:bodyPr anchorCtr="0" anchor="ctr" bIns="91425" lIns="91425" spcFirstLastPara="1" rIns="91425" wrap="square" tIns="91425">
            <a:noAutofit/>
          </a:bodyPr>
          <a:lstStyle>
            <a:lvl1pPr lvl="0" algn="l">
              <a:spcBef>
                <a:spcPts val="0"/>
              </a:spcBef>
              <a:spcAft>
                <a:spcPts val="0"/>
              </a:spcAft>
              <a:buSzPts val="7200"/>
              <a:buNone/>
              <a:defRPr sz="6200"/>
            </a:lvl1pPr>
            <a:lvl2pPr lvl="1" algn="l">
              <a:spcBef>
                <a:spcPts val="0"/>
              </a:spcBef>
              <a:spcAft>
                <a:spcPts val="0"/>
              </a:spcAft>
              <a:buSzPts val="7200"/>
              <a:buNone/>
              <a:defRPr sz="7200"/>
            </a:lvl2pPr>
            <a:lvl3pPr lvl="2" algn="l">
              <a:spcBef>
                <a:spcPts val="0"/>
              </a:spcBef>
              <a:spcAft>
                <a:spcPts val="0"/>
              </a:spcAft>
              <a:buSzPts val="7200"/>
              <a:buNone/>
              <a:defRPr sz="7200"/>
            </a:lvl3pPr>
            <a:lvl4pPr lvl="3" algn="l">
              <a:spcBef>
                <a:spcPts val="0"/>
              </a:spcBef>
              <a:spcAft>
                <a:spcPts val="0"/>
              </a:spcAft>
              <a:buSzPts val="7200"/>
              <a:buNone/>
              <a:defRPr sz="7200"/>
            </a:lvl4pPr>
            <a:lvl5pPr lvl="4" algn="l">
              <a:spcBef>
                <a:spcPts val="0"/>
              </a:spcBef>
              <a:spcAft>
                <a:spcPts val="0"/>
              </a:spcAft>
              <a:buSzPts val="7200"/>
              <a:buNone/>
              <a:defRPr sz="7200"/>
            </a:lvl5pPr>
            <a:lvl6pPr lvl="5" algn="l">
              <a:spcBef>
                <a:spcPts val="0"/>
              </a:spcBef>
              <a:spcAft>
                <a:spcPts val="0"/>
              </a:spcAft>
              <a:buSzPts val="7200"/>
              <a:buNone/>
              <a:defRPr sz="7200"/>
            </a:lvl6pPr>
            <a:lvl7pPr lvl="6" algn="l">
              <a:spcBef>
                <a:spcPts val="0"/>
              </a:spcBef>
              <a:spcAft>
                <a:spcPts val="0"/>
              </a:spcAft>
              <a:buSzPts val="7200"/>
              <a:buNone/>
              <a:defRPr sz="7200"/>
            </a:lvl7pPr>
            <a:lvl8pPr lvl="7" algn="l">
              <a:spcBef>
                <a:spcPts val="0"/>
              </a:spcBef>
              <a:spcAft>
                <a:spcPts val="0"/>
              </a:spcAft>
              <a:buSzPts val="7200"/>
              <a:buNone/>
              <a:defRPr sz="7200"/>
            </a:lvl8pPr>
            <a:lvl9pPr lvl="8" algn="l">
              <a:spcBef>
                <a:spcPts val="0"/>
              </a:spcBef>
              <a:spcAft>
                <a:spcPts val="0"/>
              </a:spcAft>
              <a:buSzPts val="7200"/>
              <a:buNone/>
              <a:defRPr sz="7200"/>
            </a:lvl9pPr>
          </a:lstStyle>
          <a:p/>
        </p:txBody>
      </p:sp>
      <p:sp>
        <p:nvSpPr>
          <p:cNvPr id="10" name="Google Shape;10;p2"/>
          <p:cNvSpPr txBox="1"/>
          <p:nvPr>
            <p:ph idx="1" type="subTitle"/>
          </p:nvPr>
        </p:nvSpPr>
        <p:spPr>
          <a:xfrm>
            <a:off x="581424" y="3474675"/>
            <a:ext cx="3068400" cy="1009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1pPr>
            <a:lvl2pPr lvl="1">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2pPr>
            <a:lvl3pPr lvl="2">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3pPr>
            <a:lvl4pPr lvl="3">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4pPr>
            <a:lvl5pPr lvl="4">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5pPr>
            <a:lvl6pPr lvl="5">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6pPr>
            <a:lvl7pPr lvl="6">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7pPr>
            <a:lvl8pPr lvl="7">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8pPr>
            <a:lvl9pPr lvl="8">
              <a:lnSpc>
                <a:spcPct val="100000"/>
              </a:lnSpc>
              <a:spcBef>
                <a:spcPts val="0"/>
              </a:spcBef>
              <a:spcAft>
                <a:spcPts val="0"/>
              </a:spcAft>
              <a:buClr>
                <a:schemeClr val="accent1"/>
              </a:buClr>
              <a:buSzPts val="2400"/>
              <a:buFont typeface="Roboto Condensed"/>
              <a:buNone/>
              <a:defRPr b="1" sz="2400">
                <a:solidFill>
                  <a:schemeClr val="accent1"/>
                </a:solidFill>
                <a:latin typeface="Roboto Condensed"/>
                <a:ea typeface="Roboto Condensed"/>
                <a:cs typeface="Roboto Condensed"/>
                <a:sym typeface="Roboto Condensed"/>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1525888" y="2398615"/>
            <a:ext cx="60888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3" name="Google Shape;13;p3"/>
          <p:cNvSpPr txBox="1"/>
          <p:nvPr>
            <p:ph hasCustomPrompt="1" idx="2" type="title"/>
          </p:nvPr>
        </p:nvSpPr>
        <p:spPr>
          <a:xfrm>
            <a:off x="4006013" y="1003200"/>
            <a:ext cx="1128600" cy="1040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0000"/>
              </a:buClr>
              <a:buSzPts val="7200"/>
              <a:buNone/>
              <a:defRPr sz="5800">
                <a:solidFill>
                  <a:srgbClr val="000000"/>
                </a:solidFill>
              </a:defRPr>
            </a:lvl1pPr>
            <a:lvl2pPr lvl="1" rtl="0" algn="ctr">
              <a:spcBef>
                <a:spcPts val="0"/>
              </a:spcBef>
              <a:spcAft>
                <a:spcPts val="0"/>
              </a:spcAft>
              <a:buClr>
                <a:srgbClr val="000000"/>
              </a:buClr>
              <a:buSzPts val="7200"/>
              <a:buNone/>
              <a:defRPr sz="7200">
                <a:solidFill>
                  <a:srgbClr val="000000"/>
                </a:solidFill>
              </a:defRPr>
            </a:lvl2pPr>
            <a:lvl3pPr lvl="2" rtl="0" algn="ctr">
              <a:spcBef>
                <a:spcPts val="0"/>
              </a:spcBef>
              <a:spcAft>
                <a:spcPts val="0"/>
              </a:spcAft>
              <a:buClr>
                <a:srgbClr val="000000"/>
              </a:buClr>
              <a:buSzPts val="7200"/>
              <a:buNone/>
              <a:defRPr sz="7200">
                <a:solidFill>
                  <a:srgbClr val="000000"/>
                </a:solidFill>
              </a:defRPr>
            </a:lvl3pPr>
            <a:lvl4pPr lvl="3" rtl="0" algn="ctr">
              <a:spcBef>
                <a:spcPts val="0"/>
              </a:spcBef>
              <a:spcAft>
                <a:spcPts val="0"/>
              </a:spcAft>
              <a:buClr>
                <a:srgbClr val="000000"/>
              </a:buClr>
              <a:buSzPts val="7200"/>
              <a:buNone/>
              <a:defRPr sz="7200">
                <a:solidFill>
                  <a:srgbClr val="000000"/>
                </a:solidFill>
              </a:defRPr>
            </a:lvl4pPr>
            <a:lvl5pPr lvl="4" rtl="0" algn="ctr">
              <a:spcBef>
                <a:spcPts val="0"/>
              </a:spcBef>
              <a:spcAft>
                <a:spcPts val="0"/>
              </a:spcAft>
              <a:buClr>
                <a:srgbClr val="000000"/>
              </a:buClr>
              <a:buSzPts val="7200"/>
              <a:buNone/>
              <a:defRPr sz="7200">
                <a:solidFill>
                  <a:srgbClr val="000000"/>
                </a:solidFill>
              </a:defRPr>
            </a:lvl5pPr>
            <a:lvl6pPr lvl="5" rtl="0" algn="ctr">
              <a:spcBef>
                <a:spcPts val="0"/>
              </a:spcBef>
              <a:spcAft>
                <a:spcPts val="0"/>
              </a:spcAft>
              <a:buClr>
                <a:srgbClr val="000000"/>
              </a:buClr>
              <a:buSzPts val="7200"/>
              <a:buNone/>
              <a:defRPr sz="7200">
                <a:solidFill>
                  <a:srgbClr val="000000"/>
                </a:solidFill>
              </a:defRPr>
            </a:lvl6pPr>
            <a:lvl7pPr lvl="6" rtl="0" algn="ctr">
              <a:spcBef>
                <a:spcPts val="0"/>
              </a:spcBef>
              <a:spcAft>
                <a:spcPts val="0"/>
              </a:spcAft>
              <a:buClr>
                <a:srgbClr val="000000"/>
              </a:buClr>
              <a:buSzPts val="7200"/>
              <a:buNone/>
              <a:defRPr sz="7200">
                <a:solidFill>
                  <a:srgbClr val="000000"/>
                </a:solidFill>
              </a:defRPr>
            </a:lvl7pPr>
            <a:lvl8pPr lvl="7" rtl="0" algn="ctr">
              <a:spcBef>
                <a:spcPts val="0"/>
              </a:spcBef>
              <a:spcAft>
                <a:spcPts val="0"/>
              </a:spcAft>
              <a:buClr>
                <a:srgbClr val="000000"/>
              </a:buClr>
              <a:buSzPts val="7200"/>
              <a:buNone/>
              <a:defRPr sz="7200">
                <a:solidFill>
                  <a:srgbClr val="000000"/>
                </a:solidFill>
              </a:defRPr>
            </a:lvl8pPr>
            <a:lvl9pPr lvl="8" rtl="0" algn="ctr">
              <a:spcBef>
                <a:spcPts val="0"/>
              </a:spcBef>
              <a:spcAft>
                <a:spcPts val="0"/>
              </a:spcAft>
              <a:buClr>
                <a:srgbClr val="000000"/>
              </a:buClr>
              <a:buSzPts val="7200"/>
              <a:buNone/>
              <a:defRPr sz="7200">
                <a:solidFill>
                  <a:srgbClr val="000000"/>
                </a:solidFill>
              </a:defRPr>
            </a:lvl9pPr>
          </a:lstStyle>
          <a:p>
            <a:r>
              <a:t>xx%</a:t>
            </a:r>
          </a:p>
        </p:txBody>
      </p:sp>
      <p:sp>
        <p:nvSpPr>
          <p:cNvPr id="14" name="Google Shape;14;p3"/>
          <p:cNvSpPr txBox="1"/>
          <p:nvPr>
            <p:ph idx="1" type="subTitle"/>
          </p:nvPr>
        </p:nvSpPr>
        <p:spPr>
          <a:xfrm>
            <a:off x="1529313" y="3282025"/>
            <a:ext cx="6088800" cy="474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800">
                <a:solidFill>
                  <a:srgbClr val="000000"/>
                </a:solidFill>
              </a:defRPr>
            </a:lvl1pPr>
            <a:lvl2pPr lvl="1" rtl="0" algn="ctr">
              <a:spcBef>
                <a:spcPts val="1600"/>
              </a:spcBef>
              <a:spcAft>
                <a:spcPts val="0"/>
              </a:spcAft>
              <a:buNone/>
              <a:defRPr sz="1800">
                <a:solidFill>
                  <a:srgbClr val="000000"/>
                </a:solidFill>
              </a:defRPr>
            </a:lvl2pPr>
            <a:lvl3pPr lvl="2" rtl="0" algn="ctr">
              <a:spcBef>
                <a:spcPts val="1600"/>
              </a:spcBef>
              <a:spcAft>
                <a:spcPts val="0"/>
              </a:spcAft>
              <a:buNone/>
              <a:defRPr sz="1800">
                <a:solidFill>
                  <a:srgbClr val="000000"/>
                </a:solidFill>
              </a:defRPr>
            </a:lvl3pPr>
            <a:lvl4pPr lvl="3" rtl="0" algn="ctr">
              <a:spcBef>
                <a:spcPts val="1600"/>
              </a:spcBef>
              <a:spcAft>
                <a:spcPts val="0"/>
              </a:spcAft>
              <a:buNone/>
              <a:defRPr sz="1800">
                <a:solidFill>
                  <a:srgbClr val="000000"/>
                </a:solidFill>
              </a:defRPr>
            </a:lvl4pPr>
            <a:lvl5pPr lvl="4" rtl="0" algn="ctr">
              <a:spcBef>
                <a:spcPts val="1600"/>
              </a:spcBef>
              <a:spcAft>
                <a:spcPts val="0"/>
              </a:spcAft>
              <a:buNone/>
              <a:defRPr sz="1800">
                <a:solidFill>
                  <a:srgbClr val="000000"/>
                </a:solidFill>
              </a:defRPr>
            </a:lvl5pPr>
            <a:lvl6pPr lvl="5" rtl="0" algn="ctr">
              <a:spcBef>
                <a:spcPts val="1600"/>
              </a:spcBef>
              <a:spcAft>
                <a:spcPts val="0"/>
              </a:spcAft>
              <a:buNone/>
              <a:defRPr sz="1800">
                <a:solidFill>
                  <a:srgbClr val="000000"/>
                </a:solidFill>
              </a:defRPr>
            </a:lvl6pPr>
            <a:lvl7pPr lvl="6" rtl="0" algn="ctr">
              <a:spcBef>
                <a:spcPts val="1600"/>
              </a:spcBef>
              <a:spcAft>
                <a:spcPts val="0"/>
              </a:spcAft>
              <a:buNone/>
              <a:defRPr sz="1800">
                <a:solidFill>
                  <a:srgbClr val="000000"/>
                </a:solidFill>
              </a:defRPr>
            </a:lvl7pPr>
            <a:lvl8pPr lvl="7" rtl="0" algn="ctr">
              <a:spcBef>
                <a:spcPts val="1600"/>
              </a:spcBef>
              <a:spcAft>
                <a:spcPts val="0"/>
              </a:spcAft>
              <a:buNone/>
              <a:defRPr sz="1800">
                <a:solidFill>
                  <a:srgbClr val="000000"/>
                </a:solidFill>
              </a:defRPr>
            </a:lvl8pPr>
            <a:lvl9pPr lvl="8" rtl="0" algn="ctr">
              <a:spcBef>
                <a:spcPts val="1600"/>
              </a:spcBef>
              <a:spcAft>
                <a:spcPts val="1600"/>
              </a:spcAft>
              <a:buNone/>
              <a:defRPr sz="1800">
                <a:solidFill>
                  <a:srgbClr val="000000"/>
                </a:solidFill>
              </a:defRPr>
            </a:lvl9pPr>
          </a:lstStyle>
          <a:p/>
        </p:txBody>
      </p:sp>
      <p:grpSp>
        <p:nvGrpSpPr>
          <p:cNvPr id="15" name="Google Shape;15;p3"/>
          <p:cNvGrpSpPr/>
          <p:nvPr/>
        </p:nvGrpSpPr>
        <p:grpSpPr>
          <a:xfrm>
            <a:off x="4540" y="4"/>
            <a:ext cx="9144105" cy="2560711"/>
            <a:chOff x="360075" y="1852550"/>
            <a:chExt cx="2253075" cy="630950"/>
          </a:xfrm>
        </p:grpSpPr>
        <p:sp>
          <p:nvSpPr>
            <p:cNvPr id="16" name="Google Shape;16;p3"/>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3"/>
          <p:cNvGrpSpPr/>
          <p:nvPr/>
        </p:nvGrpSpPr>
        <p:grpSpPr>
          <a:xfrm flipH="1" rot="10800000">
            <a:off x="4540" y="2593217"/>
            <a:ext cx="9144105" cy="2560711"/>
            <a:chOff x="360075" y="1852550"/>
            <a:chExt cx="2253075" cy="630950"/>
          </a:xfrm>
        </p:grpSpPr>
        <p:sp>
          <p:nvSpPr>
            <p:cNvPr id="23" name="Google Shape;23;p3"/>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300"/>
              <a:buNone/>
              <a:defRPr/>
            </a:lvl1pPr>
            <a:lvl2pPr lvl="1">
              <a:spcBef>
                <a:spcPts val="0"/>
              </a:spcBef>
              <a:spcAft>
                <a:spcPts val="0"/>
              </a:spcAft>
              <a:buSzPts val="3300"/>
              <a:buNone/>
              <a:defRPr/>
            </a:lvl2pPr>
            <a:lvl3pPr lvl="2">
              <a:spcBef>
                <a:spcPts val="0"/>
              </a:spcBef>
              <a:spcAft>
                <a:spcPts val="0"/>
              </a:spcAft>
              <a:buSzPts val="3300"/>
              <a:buNone/>
              <a:defRPr/>
            </a:lvl3pPr>
            <a:lvl4pPr lvl="3">
              <a:spcBef>
                <a:spcPts val="0"/>
              </a:spcBef>
              <a:spcAft>
                <a:spcPts val="0"/>
              </a:spcAft>
              <a:buSzPts val="3300"/>
              <a:buNone/>
              <a:defRPr/>
            </a:lvl4pPr>
            <a:lvl5pPr lvl="4">
              <a:spcBef>
                <a:spcPts val="0"/>
              </a:spcBef>
              <a:spcAft>
                <a:spcPts val="0"/>
              </a:spcAft>
              <a:buSzPts val="3300"/>
              <a:buNone/>
              <a:defRPr/>
            </a:lvl5pPr>
            <a:lvl6pPr lvl="5">
              <a:spcBef>
                <a:spcPts val="0"/>
              </a:spcBef>
              <a:spcAft>
                <a:spcPts val="0"/>
              </a:spcAft>
              <a:buSzPts val="3300"/>
              <a:buNone/>
              <a:defRPr/>
            </a:lvl6pPr>
            <a:lvl7pPr lvl="6">
              <a:spcBef>
                <a:spcPts val="0"/>
              </a:spcBef>
              <a:spcAft>
                <a:spcPts val="0"/>
              </a:spcAft>
              <a:buSzPts val="3300"/>
              <a:buNone/>
              <a:defRPr/>
            </a:lvl7pPr>
            <a:lvl8pPr lvl="7">
              <a:spcBef>
                <a:spcPts val="0"/>
              </a:spcBef>
              <a:spcAft>
                <a:spcPts val="0"/>
              </a:spcAft>
              <a:buSzPts val="3300"/>
              <a:buNone/>
              <a:defRPr/>
            </a:lvl8pPr>
            <a:lvl9pPr lvl="8">
              <a:spcBef>
                <a:spcPts val="0"/>
              </a:spcBef>
              <a:spcAft>
                <a:spcPts val="0"/>
              </a:spcAft>
              <a:buSzPts val="3300"/>
              <a:buNone/>
              <a:defRPr/>
            </a:lvl9pPr>
          </a:lstStyle>
          <a:p/>
        </p:txBody>
      </p:sp>
      <p:sp>
        <p:nvSpPr>
          <p:cNvPr id="31" name="Google Shape;31;p4"/>
          <p:cNvSpPr txBox="1"/>
          <p:nvPr>
            <p:ph idx="1" type="subTitle"/>
          </p:nvPr>
        </p:nvSpPr>
        <p:spPr>
          <a:xfrm>
            <a:off x="5441060" y="1976388"/>
            <a:ext cx="2447700" cy="1568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800"/>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grpSp>
        <p:nvGrpSpPr>
          <p:cNvPr id="32" name="Google Shape;32;p4"/>
          <p:cNvGrpSpPr/>
          <p:nvPr/>
        </p:nvGrpSpPr>
        <p:grpSpPr>
          <a:xfrm>
            <a:off x="4540" y="4"/>
            <a:ext cx="9144105" cy="2560711"/>
            <a:chOff x="360075" y="1852550"/>
            <a:chExt cx="2253075" cy="630950"/>
          </a:xfrm>
        </p:grpSpPr>
        <p:sp>
          <p:nvSpPr>
            <p:cNvPr id="33" name="Google Shape;33;p4"/>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9" name="Shape 39"/>
        <p:cNvGrpSpPr/>
        <p:nvPr/>
      </p:nvGrpSpPr>
      <p:grpSpPr>
        <a:xfrm>
          <a:off x="0" y="0"/>
          <a:ext cx="0" cy="0"/>
          <a:chOff x="0" y="0"/>
          <a:chExt cx="0" cy="0"/>
        </a:xfrm>
      </p:grpSpPr>
      <p:sp>
        <p:nvSpPr>
          <p:cNvPr id="40" name="Google Shape;40;p5"/>
          <p:cNvSpPr txBox="1"/>
          <p:nvPr>
            <p:ph type="title"/>
          </p:nvPr>
        </p:nvSpPr>
        <p:spPr>
          <a:xfrm>
            <a:off x="5562474" y="365160"/>
            <a:ext cx="2846100" cy="572700"/>
          </a:xfrm>
          <a:prstGeom prst="rect">
            <a:avLst/>
          </a:prstGeom>
        </p:spPr>
        <p:txBody>
          <a:bodyPr anchorCtr="0" anchor="t" bIns="91425" lIns="91425" spcFirstLastPara="1" rIns="91425" wrap="square" tIns="91425">
            <a:noAutofit/>
          </a:bodyPr>
          <a:lstStyle>
            <a:lvl1pPr lvl="0" algn="l">
              <a:spcBef>
                <a:spcPts val="0"/>
              </a:spcBef>
              <a:spcAft>
                <a:spcPts val="0"/>
              </a:spcAft>
              <a:buSzPts val="3300"/>
              <a:buNone/>
              <a:defRPr/>
            </a:lvl1pPr>
            <a:lvl2pPr lvl="1" algn="l">
              <a:spcBef>
                <a:spcPts val="0"/>
              </a:spcBef>
              <a:spcAft>
                <a:spcPts val="0"/>
              </a:spcAft>
              <a:buSzPts val="3300"/>
              <a:buNone/>
              <a:defRPr/>
            </a:lvl2pPr>
            <a:lvl3pPr lvl="2" algn="l">
              <a:spcBef>
                <a:spcPts val="0"/>
              </a:spcBef>
              <a:spcAft>
                <a:spcPts val="0"/>
              </a:spcAft>
              <a:buSzPts val="3300"/>
              <a:buNone/>
              <a:defRPr/>
            </a:lvl3pPr>
            <a:lvl4pPr lvl="3" algn="l">
              <a:spcBef>
                <a:spcPts val="0"/>
              </a:spcBef>
              <a:spcAft>
                <a:spcPts val="0"/>
              </a:spcAft>
              <a:buSzPts val="3300"/>
              <a:buNone/>
              <a:defRPr/>
            </a:lvl4pPr>
            <a:lvl5pPr lvl="4" algn="l">
              <a:spcBef>
                <a:spcPts val="0"/>
              </a:spcBef>
              <a:spcAft>
                <a:spcPts val="0"/>
              </a:spcAft>
              <a:buSzPts val="3300"/>
              <a:buNone/>
              <a:defRPr/>
            </a:lvl5pPr>
            <a:lvl6pPr lvl="5" algn="l">
              <a:spcBef>
                <a:spcPts val="0"/>
              </a:spcBef>
              <a:spcAft>
                <a:spcPts val="0"/>
              </a:spcAft>
              <a:buSzPts val="3300"/>
              <a:buNone/>
              <a:defRPr/>
            </a:lvl6pPr>
            <a:lvl7pPr lvl="6" algn="l">
              <a:spcBef>
                <a:spcPts val="0"/>
              </a:spcBef>
              <a:spcAft>
                <a:spcPts val="0"/>
              </a:spcAft>
              <a:buSzPts val="3300"/>
              <a:buNone/>
              <a:defRPr/>
            </a:lvl7pPr>
            <a:lvl8pPr lvl="7" algn="l">
              <a:spcBef>
                <a:spcPts val="0"/>
              </a:spcBef>
              <a:spcAft>
                <a:spcPts val="0"/>
              </a:spcAft>
              <a:buSzPts val="3300"/>
              <a:buNone/>
              <a:defRPr/>
            </a:lvl8pPr>
            <a:lvl9pPr lvl="8" algn="l">
              <a:spcBef>
                <a:spcPts val="0"/>
              </a:spcBef>
              <a:spcAft>
                <a:spcPts val="0"/>
              </a:spcAft>
              <a:buSzPts val="3300"/>
              <a:buNone/>
              <a:defRPr/>
            </a:lvl9pPr>
          </a:lstStyle>
          <a:p/>
        </p:txBody>
      </p:sp>
      <p:sp>
        <p:nvSpPr>
          <p:cNvPr id="41" name="Google Shape;41;p5"/>
          <p:cNvSpPr txBox="1"/>
          <p:nvPr>
            <p:ph idx="1" type="subTitle"/>
          </p:nvPr>
        </p:nvSpPr>
        <p:spPr>
          <a:xfrm>
            <a:off x="5571675" y="1665725"/>
            <a:ext cx="28461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42" name="Google Shape;42;p5"/>
          <p:cNvSpPr txBox="1"/>
          <p:nvPr>
            <p:ph idx="2" type="subTitle"/>
          </p:nvPr>
        </p:nvSpPr>
        <p:spPr>
          <a:xfrm>
            <a:off x="5571675" y="2039675"/>
            <a:ext cx="2846100" cy="8952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43" name="Google Shape;43;p5"/>
          <p:cNvSpPr txBox="1"/>
          <p:nvPr>
            <p:ph idx="3" type="subTitle"/>
          </p:nvPr>
        </p:nvSpPr>
        <p:spPr>
          <a:xfrm>
            <a:off x="5571675" y="3101050"/>
            <a:ext cx="28461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44" name="Google Shape;44;p5"/>
          <p:cNvSpPr txBox="1"/>
          <p:nvPr>
            <p:ph idx="4" type="subTitle"/>
          </p:nvPr>
        </p:nvSpPr>
        <p:spPr>
          <a:xfrm>
            <a:off x="5571675" y="3474843"/>
            <a:ext cx="2846100" cy="8952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5" name="Shape 45"/>
        <p:cNvGrpSpPr/>
        <p:nvPr/>
      </p:nvGrpSpPr>
      <p:grpSpPr>
        <a:xfrm>
          <a:off x="0" y="0"/>
          <a:ext cx="0" cy="0"/>
          <a:chOff x="0" y="0"/>
          <a:chExt cx="0" cy="0"/>
        </a:xfrm>
      </p:grpSpPr>
      <p:sp>
        <p:nvSpPr>
          <p:cNvPr id="46" name="Google Shape;46;p6"/>
          <p:cNvSpPr txBox="1"/>
          <p:nvPr>
            <p:ph type="title"/>
          </p:nvPr>
        </p:nvSpPr>
        <p:spPr>
          <a:xfrm>
            <a:off x="726225" y="365150"/>
            <a:ext cx="4605600" cy="699300"/>
          </a:xfrm>
          <a:prstGeom prst="rect">
            <a:avLst/>
          </a:prstGeom>
        </p:spPr>
        <p:txBody>
          <a:bodyPr anchorCtr="0" anchor="t" bIns="91425" lIns="91425" spcFirstLastPara="1" rIns="91425" wrap="square" tIns="91425">
            <a:noAutofit/>
          </a:bodyPr>
          <a:lstStyle>
            <a:lvl1pPr lvl="0" algn="l">
              <a:spcBef>
                <a:spcPts val="0"/>
              </a:spcBef>
              <a:spcAft>
                <a:spcPts val="0"/>
              </a:spcAft>
              <a:buSzPts val="3300"/>
              <a:buNone/>
              <a:defRPr/>
            </a:lvl1pPr>
            <a:lvl2pPr lvl="1" algn="ctr">
              <a:spcBef>
                <a:spcPts val="0"/>
              </a:spcBef>
              <a:spcAft>
                <a:spcPts val="0"/>
              </a:spcAft>
              <a:buSzPts val="3300"/>
              <a:buNone/>
              <a:defRPr/>
            </a:lvl2pPr>
            <a:lvl3pPr lvl="2" algn="ctr">
              <a:spcBef>
                <a:spcPts val="0"/>
              </a:spcBef>
              <a:spcAft>
                <a:spcPts val="0"/>
              </a:spcAft>
              <a:buSzPts val="3300"/>
              <a:buNone/>
              <a:defRPr/>
            </a:lvl3pPr>
            <a:lvl4pPr lvl="3" algn="ctr">
              <a:spcBef>
                <a:spcPts val="0"/>
              </a:spcBef>
              <a:spcAft>
                <a:spcPts val="0"/>
              </a:spcAft>
              <a:buSzPts val="3300"/>
              <a:buNone/>
              <a:defRPr/>
            </a:lvl4pPr>
            <a:lvl5pPr lvl="4" algn="ctr">
              <a:spcBef>
                <a:spcPts val="0"/>
              </a:spcBef>
              <a:spcAft>
                <a:spcPts val="0"/>
              </a:spcAft>
              <a:buSzPts val="3300"/>
              <a:buNone/>
              <a:defRPr/>
            </a:lvl5pPr>
            <a:lvl6pPr lvl="5" algn="ctr">
              <a:spcBef>
                <a:spcPts val="0"/>
              </a:spcBef>
              <a:spcAft>
                <a:spcPts val="0"/>
              </a:spcAft>
              <a:buSzPts val="3300"/>
              <a:buNone/>
              <a:defRPr/>
            </a:lvl6pPr>
            <a:lvl7pPr lvl="6" algn="ctr">
              <a:spcBef>
                <a:spcPts val="0"/>
              </a:spcBef>
              <a:spcAft>
                <a:spcPts val="0"/>
              </a:spcAft>
              <a:buSzPts val="3300"/>
              <a:buNone/>
              <a:defRPr/>
            </a:lvl7pPr>
            <a:lvl8pPr lvl="7" algn="ctr">
              <a:spcBef>
                <a:spcPts val="0"/>
              </a:spcBef>
              <a:spcAft>
                <a:spcPts val="0"/>
              </a:spcAft>
              <a:buSzPts val="3300"/>
              <a:buNone/>
              <a:defRPr/>
            </a:lvl8pPr>
            <a:lvl9pPr lvl="8" algn="ctr">
              <a:spcBef>
                <a:spcPts val="0"/>
              </a:spcBef>
              <a:spcAft>
                <a:spcPts val="0"/>
              </a:spcAft>
              <a:buSzPts val="33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7" name="Shape 47"/>
        <p:cNvGrpSpPr/>
        <p:nvPr/>
      </p:nvGrpSpPr>
      <p:grpSpPr>
        <a:xfrm>
          <a:off x="0" y="0"/>
          <a:ext cx="0" cy="0"/>
          <a:chOff x="0" y="0"/>
          <a:chExt cx="0" cy="0"/>
        </a:xfrm>
      </p:grpSpPr>
      <p:sp>
        <p:nvSpPr>
          <p:cNvPr id="48" name="Google Shape;48;p7"/>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
        <p:nvSpPr>
          <p:cNvPr id="49" name="Google Shape;49;p7"/>
          <p:cNvSpPr txBox="1"/>
          <p:nvPr>
            <p:ph idx="1" type="subTitle"/>
          </p:nvPr>
        </p:nvSpPr>
        <p:spPr>
          <a:xfrm>
            <a:off x="2225850" y="1260550"/>
            <a:ext cx="4692300" cy="3347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grpSp>
        <p:nvGrpSpPr>
          <p:cNvPr id="50" name="Google Shape;50;p7"/>
          <p:cNvGrpSpPr/>
          <p:nvPr/>
        </p:nvGrpSpPr>
        <p:grpSpPr>
          <a:xfrm>
            <a:off x="22" y="1019094"/>
            <a:ext cx="1276744" cy="3573196"/>
            <a:chOff x="22" y="1019094"/>
            <a:chExt cx="1276744" cy="3573196"/>
          </a:xfrm>
        </p:grpSpPr>
        <p:sp>
          <p:nvSpPr>
            <p:cNvPr id="51" name="Google Shape;51;p7"/>
            <p:cNvSpPr/>
            <p:nvPr/>
          </p:nvSpPr>
          <p:spPr>
            <a:xfrm>
              <a:off x="532" y="1467948"/>
              <a:ext cx="959749" cy="2687376"/>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7"/>
            <p:cNvSpPr/>
            <p:nvPr/>
          </p:nvSpPr>
          <p:spPr>
            <a:xfrm>
              <a:off x="22" y="1904913"/>
              <a:ext cx="652332" cy="1824941"/>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7"/>
            <p:cNvSpPr/>
            <p:nvPr/>
          </p:nvSpPr>
          <p:spPr>
            <a:xfrm>
              <a:off x="532" y="1019094"/>
              <a:ext cx="1276235" cy="3573196"/>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 name="Google Shape;54;p7"/>
          <p:cNvGrpSpPr/>
          <p:nvPr/>
        </p:nvGrpSpPr>
        <p:grpSpPr>
          <a:xfrm flipH="1">
            <a:off x="7868572" y="1019094"/>
            <a:ext cx="1276744" cy="3573196"/>
            <a:chOff x="22" y="1019094"/>
            <a:chExt cx="1276744" cy="3573196"/>
          </a:xfrm>
        </p:grpSpPr>
        <p:sp>
          <p:nvSpPr>
            <p:cNvPr id="55" name="Google Shape;55;p7"/>
            <p:cNvSpPr/>
            <p:nvPr/>
          </p:nvSpPr>
          <p:spPr>
            <a:xfrm>
              <a:off x="532" y="1467948"/>
              <a:ext cx="959749" cy="2687376"/>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p:nvPr/>
          </p:nvSpPr>
          <p:spPr>
            <a:xfrm>
              <a:off x="22" y="1904913"/>
              <a:ext cx="652332" cy="1824941"/>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7"/>
            <p:cNvSpPr/>
            <p:nvPr/>
          </p:nvSpPr>
          <p:spPr>
            <a:xfrm>
              <a:off x="532" y="1019094"/>
              <a:ext cx="1276235" cy="3573196"/>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8" name="Shape 58"/>
        <p:cNvGrpSpPr/>
        <p:nvPr/>
      </p:nvGrpSpPr>
      <p:grpSpPr>
        <a:xfrm>
          <a:off x="0" y="0"/>
          <a:ext cx="0" cy="0"/>
          <a:chOff x="0" y="0"/>
          <a:chExt cx="0" cy="0"/>
        </a:xfrm>
      </p:grpSpPr>
      <p:sp>
        <p:nvSpPr>
          <p:cNvPr id="59" name="Google Shape;59;p8"/>
          <p:cNvSpPr txBox="1"/>
          <p:nvPr>
            <p:ph type="title"/>
          </p:nvPr>
        </p:nvSpPr>
        <p:spPr>
          <a:xfrm>
            <a:off x="2288600" y="1379825"/>
            <a:ext cx="4561500" cy="1567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1"/>
              </a:buClr>
              <a:buSzPts val="7200"/>
              <a:buNone/>
              <a:defRPr sz="13500">
                <a:solidFill>
                  <a:schemeClr val="accent1"/>
                </a:solidFill>
              </a:defRPr>
            </a:lvl1pPr>
            <a:lvl2pPr lvl="1" algn="ctr">
              <a:spcBef>
                <a:spcPts val="0"/>
              </a:spcBef>
              <a:spcAft>
                <a:spcPts val="0"/>
              </a:spcAft>
              <a:buClr>
                <a:schemeClr val="accent1"/>
              </a:buClr>
              <a:buSzPts val="7200"/>
              <a:buNone/>
              <a:defRPr sz="7200">
                <a:solidFill>
                  <a:schemeClr val="accent1"/>
                </a:solidFill>
              </a:defRPr>
            </a:lvl2pPr>
            <a:lvl3pPr lvl="2" algn="ctr">
              <a:spcBef>
                <a:spcPts val="0"/>
              </a:spcBef>
              <a:spcAft>
                <a:spcPts val="0"/>
              </a:spcAft>
              <a:buClr>
                <a:schemeClr val="accent1"/>
              </a:buClr>
              <a:buSzPts val="7200"/>
              <a:buNone/>
              <a:defRPr sz="7200">
                <a:solidFill>
                  <a:schemeClr val="accent1"/>
                </a:solidFill>
              </a:defRPr>
            </a:lvl3pPr>
            <a:lvl4pPr lvl="3" algn="ctr">
              <a:spcBef>
                <a:spcPts val="0"/>
              </a:spcBef>
              <a:spcAft>
                <a:spcPts val="0"/>
              </a:spcAft>
              <a:buClr>
                <a:schemeClr val="accent1"/>
              </a:buClr>
              <a:buSzPts val="7200"/>
              <a:buNone/>
              <a:defRPr sz="7200">
                <a:solidFill>
                  <a:schemeClr val="accent1"/>
                </a:solidFill>
              </a:defRPr>
            </a:lvl4pPr>
            <a:lvl5pPr lvl="4" algn="ctr">
              <a:spcBef>
                <a:spcPts val="0"/>
              </a:spcBef>
              <a:spcAft>
                <a:spcPts val="0"/>
              </a:spcAft>
              <a:buClr>
                <a:schemeClr val="accent1"/>
              </a:buClr>
              <a:buSzPts val="7200"/>
              <a:buNone/>
              <a:defRPr sz="7200">
                <a:solidFill>
                  <a:schemeClr val="accent1"/>
                </a:solidFill>
              </a:defRPr>
            </a:lvl5pPr>
            <a:lvl6pPr lvl="5" algn="ctr">
              <a:spcBef>
                <a:spcPts val="0"/>
              </a:spcBef>
              <a:spcAft>
                <a:spcPts val="0"/>
              </a:spcAft>
              <a:buClr>
                <a:schemeClr val="accent1"/>
              </a:buClr>
              <a:buSzPts val="7200"/>
              <a:buNone/>
              <a:defRPr sz="7200">
                <a:solidFill>
                  <a:schemeClr val="accent1"/>
                </a:solidFill>
              </a:defRPr>
            </a:lvl6pPr>
            <a:lvl7pPr lvl="6" algn="ctr">
              <a:spcBef>
                <a:spcPts val="0"/>
              </a:spcBef>
              <a:spcAft>
                <a:spcPts val="0"/>
              </a:spcAft>
              <a:buClr>
                <a:schemeClr val="accent1"/>
              </a:buClr>
              <a:buSzPts val="7200"/>
              <a:buNone/>
              <a:defRPr sz="7200">
                <a:solidFill>
                  <a:schemeClr val="accent1"/>
                </a:solidFill>
              </a:defRPr>
            </a:lvl7pPr>
            <a:lvl8pPr lvl="7" algn="ctr">
              <a:spcBef>
                <a:spcPts val="0"/>
              </a:spcBef>
              <a:spcAft>
                <a:spcPts val="0"/>
              </a:spcAft>
              <a:buClr>
                <a:schemeClr val="accent1"/>
              </a:buClr>
              <a:buSzPts val="7200"/>
              <a:buNone/>
              <a:defRPr sz="7200">
                <a:solidFill>
                  <a:schemeClr val="accent1"/>
                </a:solidFill>
              </a:defRPr>
            </a:lvl8pPr>
            <a:lvl9pPr lvl="8" algn="ctr">
              <a:spcBef>
                <a:spcPts val="0"/>
              </a:spcBef>
              <a:spcAft>
                <a:spcPts val="0"/>
              </a:spcAft>
              <a:buClr>
                <a:schemeClr val="accent1"/>
              </a:buClr>
              <a:buSzPts val="7200"/>
              <a:buNone/>
              <a:defRPr sz="7200">
                <a:solidFill>
                  <a:schemeClr val="accent1"/>
                </a:solidFill>
              </a:defRPr>
            </a:lvl9pPr>
          </a:lstStyle>
          <a:p/>
        </p:txBody>
      </p:sp>
      <p:sp>
        <p:nvSpPr>
          <p:cNvPr id="60" name="Google Shape;60;p8"/>
          <p:cNvSpPr txBox="1"/>
          <p:nvPr>
            <p:ph idx="1" type="subTitle"/>
          </p:nvPr>
        </p:nvSpPr>
        <p:spPr>
          <a:xfrm>
            <a:off x="2293900" y="3069888"/>
            <a:ext cx="4561500" cy="8166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1800"/>
            </a:lvl1pPr>
            <a:lvl2pPr lvl="1">
              <a:spcBef>
                <a:spcPts val="1600"/>
              </a:spcBef>
              <a:spcAft>
                <a:spcPts val="0"/>
              </a:spcAft>
              <a:buNone/>
              <a:defRPr sz="1800"/>
            </a:lvl2pPr>
            <a:lvl3pPr lvl="2">
              <a:spcBef>
                <a:spcPts val="1600"/>
              </a:spcBef>
              <a:spcAft>
                <a:spcPts val="0"/>
              </a:spcAft>
              <a:buNone/>
              <a:defRPr sz="1800"/>
            </a:lvl3pPr>
            <a:lvl4pPr lvl="3">
              <a:spcBef>
                <a:spcPts val="1600"/>
              </a:spcBef>
              <a:spcAft>
                <a:spcPts val="0"/>
              </a:spcAft>
              <a:buNone/>
              <a:defRPr sz="1800"/>
            </a:lvl4pPr>
            <a:lvl5pPr lvl="4">
              <a:spcBef>
                <a:spcPts val="1600"/>
              </a:spcBef>
              <a:spcAft>
                <a:spcPts val="0"/>
              </a:spcAft>
              <a:buNone/>
              <a:defRPr sz="1800"/>
            </a:lvl5pPr>
            <a:lvl6pPr lvl="5">
              <a:spcBef>
                <a:spcPts val="1600"/>
              </a:spcBef>
              <a:spcAft>
                <a:spcPts val="0"/>
              </a:spcAft>
              <a:buNone/>
              <a:defRPr sz="1800"/>
            </a:lvl6pPr>
            <a:lvl7pPr lvl="6">
              <a:spcBef>
                <a:spcPts val="1600"/>
              </a:spcBef>
              <a:spcAft>
                <a:spcPts val="0"/>
              </a:spcAft>
              <a:buNone/>
              <a:defRPr sz="1800"/>
            </a:lvl7pPr>
            <a:lvl8pPr lvl="7">
              <a:spcBef>
                <a:spcPts val="1600"/>
              </a:spcBef>
              <a:spcAft>
                <a:spcPts val="0"/>
              </a:spcAft>
              <a:buNone/>
              <a:defRPr sz="1800"/>
            </a:lvl8pPr>
            <a:lvl9pPr lvl="8">
              <a:spcBef>
                <a:spcPts val="1600"/>
              </a:spcBef>
              <a:spcAft>
                <a:spcPts val="1600"/>
              </a:spcAft>
              <a:buNone/>
              <a:defRPr sz="1800"/>
            </a:lvl9pPr>
          </a:lstStyle>
          <a:p/>
        </p:txBody>
      </p:sp>
      <p:grpSp>
        <p:nvGrpSpPr>
          <p:cNvPr id="61" name="Google Shape;61;p8"/>
          <p:cNvGrpSpPr/>
          <p:nvPr/>
        </p:nvGrpSpPr>
        <p:grpSpPr>
          <a:xfrm>
            <a:off x="4540" y="4"/>
            <a:ext cx="9144105" cy="2560711"/>
            <a:chOff x="360075" y="1852550"/>
            <a:chExt cx="2253075" cy="630950"/>
          </a:xfrm>
        </p:grpSpPr>
        <p:sp>
          <p:nvSpPr>
            <p:cNvPr id="62" name="Google Shape;62;p8"/>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8"/>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8"/>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 name="Google Shape;68;p8"/>
          <p:cNvGrpSpPr/>
          <p:nvPr/>
        </p:nvGrpSpPr>
        <p:grpSpPr>
          <a:xfrm flipH="1" rot="10800000">
            <a:off x="4540" y="2593217"/>
            <a:ext cx="9144105" cy="2560711"/>
            <a:chOff x="360075" y="1852550"/>
            <a:chExt cx="2253075" cy="630950"/>
          </a:xfrm>
        </p:grpSpPr>
        <p:sp>
          <p:nvSpPr>
            <p:cNvPr id="69" name="Google Shape;69;p8"/>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5" name="Shape 75"/>
        <p:cNvGrpSpPr/>
        <p:nvPr/>
      </p:nvGrpSpPr>
      <p:grpSpPr>
        <a:xfrm>
          <a:off x="0" y="0"/>
          <a:ext cx="0" cy="0"/>
          <a:chOff x="0" y="0"/>
          <a:chExt cx="0" cy="0"/>
        </a:xfrm>
      </p:grpSpPr>
      <p:sp>
        <p:nvSpPr>
          <p:cNvPr id="76" name="Google Shape;76;p9"/>
          <p:cNvSpPr txBox="1"/>
          <p:nvPr>
            <p:ph idx="1" type="subTitle"/>
          </p:nvPr>
        </p:nvSpPr>
        <p:spPr>
          <a:xfrm>
            <a:off x="726225" y="1663325"/>
            <a:ext cx="2734800" cy="25431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77" name="Google Shape;77;p9"/>
          <p:cNvSpPr txBox="1"/>
          <p:nvPr>
            <p:ph type="title"/>
          </p:nvPr>
        </p:nvSpPr>
        <p:spPr>
          <a:xfrm>
            <a:off x="726225" y="365150"/>
            <a:ext cx="27348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300"/>
              <a:buNone/>
              <a:defRPr/>
            </a:lvl1pPr>
            <a:lvl2pPr lvl="1" rtl="0" algn="l">
              <a:spcBef>
                <a:spcPts val="0"/>
              </a:spcBef>
              <a:spcAft>
                <a:spcPts val="0"/>
              </a:spcAft>
              <a:buSzPts val="3300"/>
              <a:buNone/>
              <a:defRPr/>
            </a:lvl2pPr>
            <a:lvl3pPr lvl="2" rtl="0" algn="l">
              <a:spcBef>
                <a:spcPts val="0"/>
              </a:spcBef>
              <a:spcAft>
                <a:spcPts val="0"/>
              </a:spcAft>
              <a:buSzPts val="3300"/>
              <a:buNone/>
              <a:defRPr/>
            </a:lvl3pPr>
            <a:lvl4pPr lvl="3" rtl="0" algn="l">
              <a:spcBef>
                <a:spcPts val="0"/>
              </a:spcBef>
              <a:spcAft>
                <a:spcPts val="0"/>
              </a:spcAft>
              <a:buSzPts val="3300"/>
              <a:buNone/>
              <a:defRPr/>
            </a:lvl4pPr>
            <a:lvl5pPr lvl="4" rtl="0" algn="l">
              <a:spcBef>
                <a:spcPts val="0"/>
              </a:spcBef>
              <a:spcAft>
                <a:spcPts val="0"/>
              </a:spcAft>
              <a:buSzPts val="3300"/>
              <a:buNone/>
              <a:defRPr/>
            </a:lvl5pPr>
            <a:lvl6pPr lvl="5" rtl="0" algn="l">
              <a:spcBef>
                <a:spcPts val="0"/>
              </a:spcBef>
              <a:spcAft>
                <a:spcPts val="0"/>
              </a:spcAft>
              <a:buSzPts val="3300"/>
              <a:buNone/>
              <a:defRPr/>
            </a:lvl6pPr>
            <a:lvl7pPr lvl="6" rtl="0" algn="l">
              <a:spcBef>
                <a:spcPts val="0"/>
              </a:spcBef>
              <a:spcAft>
                <a:spcPts val="0"/>
              </a:spcAft>
              <a:buSzPts val="3300"/>
              <a:buNone/>
              <a:defRPr/>
            </a:lvl7pPr>
            <a:lvl8pPr lvl="7" rtl="0" algn="l">
              <a:spcBef>
                <a:spcPts val="0"/>
              </a:spcBef>
              <a:spcAft>
                <a:spcPts val="0"/>
              </a:spcAft>
              <a:buSzPts val="3300"/>
              <a:buNone/>
              <a:defRPr/>
            </a:lvl8pPr>
            <a:lvl9pPr lvl="8" rtl="0" algn="l">
              <a:spcBef>
                <a:spcPts val="0"/>
              </a:spcBef>
              <a:spcAft>
                <a:spcPts val="0"/>
              </a:spcAft>
              <a:buSzPts val="33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8" name="Shape 78"/>
        <p:cNvGrpSpPr/>
        <p:nvPr/>
      </p:nvGrpSpPr>
      <p:grpSpPr>
        <a:xfrm>
          <a:off x="0" y="0"/>
          <a:ext cx="0" cy="0"/>
          <a:chOff x="0" y="0"/>
          <a:chExt cx="0" cy="0"/>
        </a:xfrm>
      </p:grpSpPr>
      <p:sp>
        <p:nvSpPr>
          <p:cNvPr id="79" name="Google Shape;79;p10"/>
          <p:cNvSpPr txBox="1"/>
          <p:nvPr>
            <p:ph idx="1" type="body"/>
          </p:nvPr>
        </p:nvSpPr>
        <p:spPr>
          <a:xfrm>
            <a:off x="982475" y="1672050"/>
            <a:ext cx="3270600" cy="14376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2400"/>
              <a:buNone/>
              <a:defRPr sz="2000"/>
            </a:lvl1pPr>
          </a:lstStyle>
          <a:p/>
        </p:txBody>
      </p:sp>
      <p:sp>
        <p:nvSpPr>
          <p:cNvPr id="80" name="Google Shape;80;p10"/>
          <p:cNvSpPr txBox="1"/>
          <p:nvPr>
            <p:ph type="title"/>
          </p:nvPr>
        </p:nvSpPr>
        <p:spPr>
          <a:xfrm>
            <a:off x="982475" y="3109650"/>
            <a:ext cx="3270600" cy="361800"/>
          </a:xfrm>
          <a:prstGeom prst="rect">
            <a:avLst/>
          </a:prstGeom>
        </p:spPr>
        <p:txBody>
          <a:bodyPr anchorCtr="0" anchor="t" bIns="91425" lIns="91425" spcFirstLastPara="1" rIns="91425" wrap="square" tIns="91425">
            <a:noAutofit/>
          </a:bodyPr>
          <a:lstStyle>
            <a:lvl1pPr lvl="0" rtl="0" algn="l">
              <a:spcBef>
                <a:spcPts val="0"/>
              </a:spcBef>
              <a:spcAft>
                <a:spcPts val="0"/>
              </a:spcAft>
              <a:buClr>
                <a:schemeClr val="accent1"/>
              </a:buClr>
              <a:buSzPts val="1800"/>
              <a:buNone/>
              <a:defRPr sz="1600">
                <a:solidFill>
                  <a:schemeClr val="accent1"/>
                </a:solidFill>
              </a:defRPr>
            </a:lvl1pPr>
            <a:lvl2pPr lvl="1" rtl="0">
              <a:spcBef>
                <a:spcPts val="1600"/>
              </a:spcBef>
              <a:spcAft>
                <a:spcPts val="0"/>
              </a:spcAft>
              <a:buSzPts val="3300"/>
              <a:buNone/>
              <a:defRPr>
                <a:latin typeface="Roboto Condensed Light"/>
                <a:ea typeface="Roboto Condensed Light"/>
                <a:cs typeface="Roboto Condensed Light"/>
                <a:sym typeface="Roboto Condensed Light"/>
              </a:defRPr>
            </a:lvl2pPr>
            <a:lvl3pPr lvl="2" rtl="0">
              <a:spcBef>
                <a:spcPts val="0"/>
              </a:spcBef>
              <a:spcAft>
                <a:spcPts val="0"/>
              </a:spcAft>
              <a:buSzPts val="3300"/>
              <a:buNone/>
              <a:defRPr>
                <a:latin typeface="Roboto Condensed Light"/>
                <a:ea typeface="Roboto Condensed Light"/>
                <a:cs typeface="Roboto Condensed Light"/>
                <a:sym typeface="Roboto Condensed Light"/>
              </a:defRPr>
            </a:lvl3pPr>
            <a:lvl4pPr lvl="3" rtl="0">
              <a:spcBef>
                <a:spcPts val="0"/>
              </a:spcBef>
              <a:spcAft>
                <a:spcPts val="0"/>
              </a:spcAft>
              <a:buSzPts val="3300"/>
              <a:buNone/>
              <a:defRPr>
                <a:latin typeface="Roboto Condensed Light"/>
                <a:ea typeface="Roboto Condensed Light"/>
                <a:cs typeface="Roboto Condensed Light"/>
                <a:sym typeface="Roboto Condensed Light"/>
              </a:defRPr>
            </a:lvl4pPr>
            <a:lvl5pPr lvl="4" rtl="0">
              <a:spcBef>
                <a:spcPts val="0"/>
              </a:spcBef>
              <a:spcAft>
                <a:spcPts val="0"/>
              </a:spcAft>
              <a:buSzPts val="3300"/>
              <a:buNone/>
              <a:defRPr>
                <a:latin typeface="Roboto Condensed Light"/>
                <a:ea typeface="Roboto Condensed Light"/>
                <a:cs typeface="Roboto Condensed Light"/>
                <a:sym typeface="Roboto Condensed Light"/>
              </a:defRPr>
            </a:lvl5pPr>
            <a:lvl6pPr lvl="5" rtl="0">
              <a:spcBef>
                <a:spcPts val="0"/>
              </a:spcBef>
              <a:spcAft>
                <a:spcPts val="0"/>
              </a:spcAft>
              <a:buSzPts val="3300"/>
              <a:buNone/>
              <a:defRPr>
                <a:latin typeface="Roboto Condensed Light"/>
                <a:ea typeface="Roboto Condensed Light"/>
                <a:cs typeface="Roboto Condensed Light"/>
                <a:sym typeface="Roboto Condensed Light"/>
              </a:defRPr>
            </a:lvl6pPr>
            <a:lvl7pPr lvl="6" rtl="0">
              <a:spcBef>
                <a:spcPts val="0"/>
              </a:spcBef>
              <a:spcAft>
                <a:spcPts val="0"/>
              </a:spcAft>
              <a:buSzPts val="3300"/>
              <a:buNone/>
              <a:defRPr>
                <a:latin typeface="Roboto Condensed Light"/>
                <a:ea typeface="Roboto Condensed Light"/>
                <a:cs typeface="Roboto Condensed Light"/>
                <a:sym typeface="Roboto Condensed Light"/>
              </a:defRPr>
            </a:lvl7pPr>
            <a:lvl8pPr lvl="7" rtl="0">
              <a:spcBef>
                <a:spcPts val="0"/>
              </a:spcBef>
              <a:spcAft>
                <a:spcPts val="0"/>
              </a:spcAft>
              <a:buSzPts val="3300"/>
              <a:buNone/>
              <a:defRPr>
                <a:latin typeface="Roboto Condensed Light"/>
                <a:ea typeface="Roboto Condensed Light"/>
                <a:cs typeface="Roboto Condensed Light"/>
                <a:sym typeface="Roboto Condensed Light"/>
              </a:defRPr>
            </a:lvl8pPr>
            <a:lvl9pPr lvl="8" rtl="0">
              <a:spcBef>
                <a:spcPts val="0"/>
              </a:spcBef>
              <a:spcAft>
                <a:spcPts val="0"/>
              </a:spcAft>
              <a:buSzPts val="3300"/>
              <a:buNone/>
              <a:defRPr>
                <a:latin typeface="Roboto Condensed Light"/>
                <a:ea typeface="Roboto Condensed Light"/>
                <a:cs typeface="Roboto Condensed Light"/>
                <a:sym typeface="Roboto Condensed Light"/>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1" name="Shape 81"/>
        <p:cNvGrpSpPr/>
        <p:nvPr/>
      </p:nvGrpSpPr>
      <p:grpSpPr>
        <a:xfrm>
          <a:off x="0" y="0"/>
          <a:ext cx="0" cy="0"/>
          <a:chOff x="0" y="0"/>
          <a:chExt cx="0" cy="0"/>
        </a:xfrm>
      </p:grpSpPr>
      <p:sp>
        <p:nvSpPr>
          <p:cNvPr id="82" name="Google Shape;82;p11"/>
          <p:cNvSpPr txBox="1"/>
          <p:nvPr>
            <p:ph hasCustomPrompt="1" type="title"/>
          </p:nvPr>
        </p:nvSpPr>
        <p:spPr>
          <a:xfrm>
            <a:off x="1206313" y="1688275"/>
            <a:ext cx="6733200" cy="1040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1"/>
              </a:buClr>
              <a:buSzPts val="7200"/>
              <a:buNone/>
              <a:defRPr sz="8200">
                <a:solidFill>
                  <a:schemeClr val="accent1"/>
                </a:solidFill>
              </a:defRPr>
            </a:lvl1pPr>
            <a:lvl2pPr lvl="1" algn="ctr">
              <a:spcBef>
                <a:spcPts val="0"/>
              </a:spcBef>
              <a:spcAft>
                <a:spcPts val="0"/>
              </a:spcAft>
              <a:buClr>
                <a:schemeClr val="accent1"/>
              </a:buClr>
              <a:buSzPts val="7200"/>
              <a:buNone/>
              <a:defRPr sz="7200">
                <a:solidFill>
                  <a:schemeClr val="accent1"/>
                </a:solidFill>
              </a:defRPr>
            </a:lvl2pPr>
            <a:lvl3pPr lvl="2" algn="ctr">
              <a:spcBef>
                <a:spcPts val="0"/>
              </a:spcBef>
              <a:spcAft>
                <a:spcPts val="0"/>
              </a:spcAft>
              <a:buClr>
                <a:schemeClr val="accent1"/>
              </a:buClr>
              <a:buSzPts val="7200"/>
              <a:buNone/>
              <a:defRPr sz="7200">
                <a:solidFill>
                  <a:schemeClr val="accent1"/>
                </a:solidFill>
              </a:defRPr>
            </a:lvl3pPr>
            <a:lvl4pPr lvl="3" algn="ctr">
              <a:spcBef>
                <a:spcPts val="0"/>
              </a:spcBef>
              <a:spcAft>
                <a:spcPts val="0"/>
              </a:spcAft>
              <a:buClr>
                <a:schemeClr val="accent1"/>
              </a:buClr>
              <a:buSzPts val="7200"/>
              <a:buNone/>
              <a:defRPr sz="7200">
                <a:solidFill>
                  <a:schemeClr val="accent1"/>
                </a:solidFill>
              </a:defRPr>
            </a:lvl4pPr>
            <a:lvl5pPr lvl="4" algn="ctr">
              <a:spcBef>
                <a:spcPts val="0"/>
              </a:spcBef>
              <a:spcAft>
                <a:spcPts val="0"/>
              </a:spcAft>
              <a:buClr>
                <a:schemeClr val="accent1"/>
              </a:buClr>
              <a:buSzPts val="7200"/>
              <a:buNone/>
              <a:defRPr sz="7200">
                <a:solidFill>
                  <a:schemeClr val="accent1"/>
                </a:solidFill>
              </a:defRPr>
            </a:lvl5pPr>
            <a:lvl6pPr lvl="5" algn="ctr">
              <a:spcBef>
                <a:spcPts val="0"/>
              </a:spcBef>
              <a:spcAft>
                <a:spcPts val="0"/>
              </a:spcAft>
              <a:buClr>
                <a:schemeClr val="accent1"/>
              </a:buClr>
              <a:buSzPts val="7200"/>
              <a:buNone/>
              <a:defRPr sz="7200">
                <a:solidFill>
                  <a:schemeClr val="accent1"/>
                </a:solidFill>
              </a:defRPr>
            </a:lvl6pPr>
            <a:lvl7pPr lvl="6" algn="ctr">
              <a:spcBef>
                <a:spcPts val="0"/>
              </a:spcBef>
              <a:spcAft>
                <a:spcPts val="0"/>
              </a:spcAft>
              <a:buClr>
                <a:schemeClr val="accent1"/>
              </a:buClr>
              <a:buSzPts val="7200"/>
              <a:buNone/>
              <a:defRPr sz="7200">
                <a:solidFill>
                  <a:schemeClr val="accent1"/>
                </a:solidFill>
              </a:defRPr>
            </a:lvl7pPr>
            <a:lvl8pPr lvl="7" algn="ctr">
              <a:spcBef>
                <a:spcPts val="0"/>
              </a:spcBef>
              <a:spcAft>
                <a:spcPts val="0"/>
              </a:spcAft>
              <a:buClr>
                <a:schemeClr val="accent1"/>
              </a:buClr>
              <a:buSzPts val="7200"/>
              <a:buNone/>
              <a:defRPr sz="7200">
                <a:solidFill>
                  <a:schemeClr val="accent1"/>
                </a:solidFill>
              </a:defRPr>
            </a:lvl8pPr>
            <a:lvl9pPr lvl="8" algn="ctr">
              <a:spcBef>
                <a:spcPts val="0"/>
              </a:spcBef>
              <a:spcAft>
                <a:spcPts val="0"/>
              </a:spcAft>
              <a:buClr>
                <a:schemeClr val="accent1"/>
              </a:buClr>
              <a:buSzPts val="7200"/>
              <a:buNone/>
              <a:defRPr sz="7200">
                <a:solidFill>
                  <a:schemeClr val="accent1"/>
                </a:solidFill>
              </a:defRPr>
            </a:lvl9pPr>
          </a:lstStyle>
          <a:p>
            <a:r>
              <a:t>xx%</a:t>
            </a:r>
          </a:p>
        </p:txBody>
      </p:sp>
      <p:sp>
        <p:nvSpPr>
          <p:cNvPr id="83" name="Google Shape;83;p11"/>
          <p:cNvSpPr txBox="1"/>
          <p:nvPr>
            <p:ph idx="1" type="subTitle"/>
          </p:nvPr>
        </p:nvSpPr>
        <p:spPr>
          <a:xfrm>
            <a:off x="1204488" y="2830325"/>
            <a:ext cx="6733200" cy="3969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800"/>
            </a:lvl1pPr>
            <a:lvl2pPr lvl="1">
              <a:spcBef>
                <a:spcPts val="1600"/>
              </a:spcBef>
              <a:spcAft>
                <a:spcPts val="0"/>
              </a:spcAft>
              <a:buNone/>
              <a:defRPr sz="1800"/>
            </a:lvl2pPr>
            <a:lvl3pPr lvl="2">
              <a:spcBef>
                <a:spcPts val="1600"/>
              </a:spcBef>
              <a:spcAft>
                <a:spcPts val="0"/>
              </a:spcAft>
              <a:buNone/>
              <a:defRPr sz="1800"/>
            </a:lvl3pPr>
            <a:lvl4pPr lvl="3">
              <a:spcBef>
                <a:spcPts val="1600"/>
              </a:spcBef>
              <a:spcAft>
                <a:spcPts val="0"/>
              </a:spcAft>
              <a:buNone/>
              <a:defRPr sz="1800"/>
            </a:lvl4pPr>
            <a:lvl5pPr lvl="4">
              <a:spcBef>
                <a:spcPts val="1600"/>
              </a:spcBef>
              <a:spcAft>
                <a:spcPts val="0"/>
              </a:spcAft>
              <a:buNone/>
              <a:defRPr sz="1800"/>
            </a:lvl5pPr>
            <a:lvl6pPr lvl="5">
              <a:spcBef>
                <a:spcPts val="1600"/>
              </a:spcBef>
              <a:spcAft>
                <a:spcPts val="0"/>
              </a:spcAft>
              <a:buNone/>
              <a:defRPr sz="1800"/>
            </a:lvl6pPr>
            <a:lvl7pPr lvl="6">
              <a:spcBef>
                <a:spcPts val="1600"/>
              </a:spcBef>
              <a:spcAft>
                <a:spcPts val="0"/>
              </a:spcAft>
              <a:buNone/>
              <a:defRPr sz="1800"/>
            </a:lvl7pPr>
            <a:lvl8pPr lvl="7">
              <a:spcBef>
                <a:spcPts val="1600"/>
              </a:spcBef>
              <a:spcAft>
                <a:spcPts val="0"/>
              </a:spcAft>
              <a:buNone/>
              <a:defRPr sz="1800"/>
            </a:lvl8pPr>
            <a:lvl9pPr lvl="8">
              <a:spcBef>
                <a:spcPts val="1600"/>
              </a:spcBef>
              <a:spcAft>
                <a:spcPts val="1600"/>
              </a:spcAft>
              <a:buNone/>
              <a:defRPr sz="1800"/>
            </a:lvl9pPr>
          </a:lstStyle>
          <a:p/>
        </p:txBody>
      </p:sp>
      <p:grpSp>
        <p:nvGrpSpPr>
          <p:cNvPr id="84" name="Google Shape;84;p11"/>
          <p:cNvGrpSpPr/>
          <p:nvPr/>
        </p:nvGrpSpPr>
        <p:grpSpPr>
          <a:xfrm>
            <a:off x="4540" y="4"/>
            <a:ext cx="9144105" cy="2560711"/>
            <a:chOff x="360075" y="1852550"/>
            <a:chExt cx="2253075" cy="630950"/>
          </a:xfrm>
        </p:grpSpPr>
        <p:sp>
          <p:nvSpPr>
            <p:cNvPr id="85" name="Google Shape;85;p11"/>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1"/>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1"/>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1"/>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1"/>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1"/>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 name="Google Shape;91;p11"/>
          <p:cNvGrpSpPr/>
          <p:nvPr/>
        </p:nvGrpSpPr>
        <p:grpSpPr>
          <a:xfrm flipH="1" rot="10800000">
            <a:off x="4540" y="2593217"/>
            <a:ext cx="9144105" cy="2560711"/>
            <a:chOff x="360075" y="1852550"/>
            <a:chExt cx="2253075" cy="630950"/>
          </a:xfrm>
        </p:grpSpPr>
        <p:sp>
          <p:nvSpPr>
            <p:cNvPr id="92" name="Google Shape;92;p11"/>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1"/>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1"/>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1"/>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1"/>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1"/>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8" name="Shape 9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
    <p:spTree>
      <p:nvGrpSpPr>
        <p:cNvPr id="99" name="Shape 99"/>
        <p:cNvGrpSpPr/>
        <p:nvPr/>
      </p:nvGrpSpPr>
      <p:grpSpPr>
        <a:xfrm>
          <a:off x="0" y="0"/>
          <a:ext cx="0" cy="0"/>
          <a:chOff x="0" y="0"/>
          <a:chExt cx="0" cy="0"/>
        </a:xfrm>
      </p:grpSpPr>
      <p:grpSp>
        <p:nvGrpSpPr>
          <p:cNvPr id="100" name="Google Shape;100;p13"/>
          <p:cNvGrpSpPr/>
          <p:nvPr/>
        </p:nvGrpSpPr>
        <p:grpSpPr>
          <a:xfrm>
            <a:off x="22" y="1019094"/>
            <a:ext cx="9143955" cy="3757823"/>
            <a:chOff x="3495000" y="3037300"/>
            <a:chExt cx="2243475" cy="1193225"/>
          </a:xfrm>
        </p:grpSpPr>
        <p:sp>
          <p:nvSpPr>
            <p:cNvPr id="101" name="Google Shape;101;p13"/>
            <p:cNvSpPr/>
            <p:nvPr/>
          </p:nvSpPr>
          <p:spPr>
            <a:xfrm>
              <a:off x="5499575" y="3222825"/>
              <a:ext cx="238900" cy="865200"/>
            </a:xfrm>
            <a:custGeom>
              <a:rect b="b" l="l" r="r" t="t"/>
              <a:pathLst>
                <a:path extrusionOk="0" h="34608" w="9556">
                  <a:moveTo>
                    <a:pt x="9555" y="0"/>
                  </a:moveTo>
                  <a:lnTo>
                    <a:pt x="1" y="17073"/>
                  </a:lnTo>
                  <a:lnTo>
                    <a:pt x="9555" y="34607"/>
                  </a:lnTo>
                  <a:lnTo>
                    <a:pt x="9555" y="28921"/>
                  </a:lnTo>
                  <a:lnTo>
                    <a:pt x="3088" y="17059"/>
                  </a:lnTo>
                  <a:lnTo>
                    <a:pt x="9555" y="5499"/>
                  </a:lnTo>
                  <a:lnTo>
                    <a:pt x="9555"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3"/>
            <p:cNvSpPr/>
            <p:nvPr/>
          </p:nvSpPr>
          <p:spPr>
            <a:xfrm>
              <a:off x="5575250" y="3357925"/>
              <a:ext cx="163225" cy="591350"/>
            </a:xfrm>
            <a:custGeom>
              <a:rect b="b" l="l" r="r" t="t"/>
              <a:pathLst>
                <a:path extrusionOk="0" h="23654" w="6529">
                  <a:moveTo>
                    <a:pt x="6528" y="1"/>
                  </a:moveTo>
                  <a:lnTo>
                    <a:pt x="0" y="11669"/>
                  </a:lnTo>
                  <a:lnTo>
                    <a:pt x="6528" y="23653"/>
                  </a:lnTo>
                  <a:lnTo>
                    <a:pt x="6528" y="17972"/>
                  </a:lnTo>
                  <a:lnTo>
                    <a:pt x="3088" y="11655"/>
                  </a:lnTo>
                  <a:lnTo>
                    <a:pt x="6528" y="5504"/>
                  </a:lnTo>
                  <a:lnTo>
                    <a:pt x="652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3"/>
            <p:cNvSpPr/>
            <p:nvPr/>
          </p:nvSpPr>
          <p:spPr>
            <a:xfrm>
              <a:off x="5422050" y="3084075"/>
              <a:ext cx="316425" cy="1146450"/>
            </a:xfrm>
            <a:custGeom>
              <a:rect b="b" l="l" r="r" t="t"/>
              <a:pathLst>
                <a:path extrusionOk="0" h="45858" w="12657">
                  <a:moveTo>
                    <a:pt x="12656" y="0"/>
                  </a:moveTo>
                  <a:lnTo>
                    <a:pt x="0" y="22623"/>
                  </a:lnTo>
                  <a:lnTo>
                    <a:pt x="12656" y="45858"/>
                  </a:lnTo>
                  <a:lnTo>
                    <a:pt x="12656" y="40171"/>
                  </a:lnTo>
                  <a:lnTo>
                    <a:pt x="3088" y="22609"/>
                  </a:lnTo>
                  <a:lnTo>
                    <a:pt x="12656" y="5498"/>
                  </a:lnTo>
                  <a:lnTo>
                    <a:pt x="1265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3"/>
            <p:cNvSpPr/>
            <p:nvPr/>
          </p:nvSpPr>
          <p:spPr>
            <a:xfrm>
              <a:off x="3495125" y="3179825"/>
              <a:ext cx="235475" cy="853325"/>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3"/>
            <p:cNvSpPr/>
            <p:nvPr/>
          </p:nvSpPr>
          <p:spPr>
            <a:xfrm>
              <a:off x="3495000" y="3318575"/>
              <a:ext cx="160050" cy="579475"/>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3"/>
            <p:cNvSpPr/>
            <p:nvPr/>
          </p:nvSpPr>
          <p:spPr>
            <a:xfrm>
              <a:off x="3495125" y="3037300"/>
              <a:ext cx="313125" cy="1134600"/>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 name="Google Shape;107;p13"/>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08" name="Google Shape;108;p13"/>
          <p:cNvSpPr txBox="1"/>
          <p:nvPr>
            <p:ph idx="1" type="subTitle"/>
          </p:nvPr>
        </p:nvSpPr>
        <p:spPr>
          <a:xfrm>
            <a:off x="1696016" y="3244620"/>
            <a:ext cx="16380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09" name="Google Shape;109;p13"/>
          <p:cNvSpPr txBox="1"/>
          <p:nvPr>
            <p:ph idx="2" type="subTitle"/>
          </p:nvPr>
        </p:nvSpPr>
        <p:spPr>
          <a:xfrm>
            <a:off x="1696016" y="3598572"/>
            <a:ext cx="1638000" cy="893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10" name="Google Shape;110;p13"/>
          <p:cNvSpPr txBox="1"/>
          <p:nvPr>
            <p:ph idx="3" type="subTitle"/>
          </p:nvPr>
        </p:nvSpPr>
        <p:spPr>
          <a:xfrm>
            <a:off x="3752999" y="3244620"/>
            <a:ext cx="16380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11" name="Google Shape;111;p13"/>
          <p:cNvSpPr txBox="1"/>
          <p:nvPr>
            <p:ph idx="4" type="subTitle"/>
          </p:nvPr>
        </p:nvSpPr>
        <p:spPr>
          <a:xfrm>
            <a:off x="3752999" y="3598572"/>
            <a:ext cx="1638000" cy="893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12" name="Google Shape;112;p13"/>
          <p:cNvSpPr txBox="1"/>
          <p:nvPr>
            <p:ph idx="5" type="subTitle"/>
          </p:nvPr>
        </p:nvSpPr>
        <p:spPr>
          <a:xfrm>
            <a:off x="5809984" y="3244620"/>
            <a:ext cx="16380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13" name="Google Shape;113;p13"/>
          <p:cNvSpPr txBox="1"/>
          <p:nvPr>
            <p:ph idx="6" type="subTitle"/>
          </p:nvPr>
        </p:nvSpPr>
        <p:spPr>
          <a:xfrm>
            <a:off x="5809984" y="3598572"/>
            <a:ext cx="1638000" cy="893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114" name="Shape 114"/>
        <p:cNvGrpSpPr/>
        <p:nvPr/>
      </p:nvGrpSpPr>
      <p:grpSpPr>
        <a:xfrm>
          <a:off x="0" y="0"/>
          <a:ext cx="0" cy="0"/>
          <a:chOff x="0" y="0"/>
          <a:chExt cx="0" cy="0"/>
        </a:xfrm>
      </p:grpSpPr>
      <p:sp>
        <p:nvSpPr>
          <p:cNvPr id="115" name="Google Shape;115;p14"/>
          <p:cNvSpPr txBox="1"/>
          <p:nvPr>
            <p:ph type="title"/>
          </p:nvPr>
        </p:nvSpPr>
        <p:spPr>
          <a:xfrm>
            <a:off x="726225" y="365150"/>
            <a:ext cx="3961200" cy="572700"/>
          </a:xfrm>
          <a:prstGeom prst="rect">
            <a:avLst/>
          </a:prstGeom>
        </p:spPr>
        <p:txBody>
          <a:bodyPr anchorCtr="0" anchor="t" bIns="91425" lIns="91425" spcFirstLastPara="1" rIns="91425" wrap="square" tIns="91425">
            <a:noAutofit/>
          </a:bodyPr>
          <a:lstStyle>
            <a:lvl1pPr lvl="0" algn="l">
              <a:spcBef>
                <a:spcPts val="0"/>
              </a:spcBef>
              <a:spcAft>
                <a:spcPts val="0"/>
              </a:spcAft>
              <a:buNone/>
              <a:defRPr/>
            </a:lvl1pPr>
            <a:lvl2pPr lvl="1" algn="l">
              <a:spcBef>
                <a:spcPts val="0"/>
              </a:spcBef>
              <a:spcAft>
                <a:spcPts val="0"/>
              </a:spcAft>
              <a:buNone/>
              <a:defRPr/>
            </a:lvl2pPr>
            <a:lvl3pPr lvl="2" algn="l">
              <a:spcBef>
                <a:spcPts val="0"/>
              </a:spcBef>
              <a:spcAft>
                <a:spcPts val="0"/>
              </a:spcAft>
              <a:buNone/>
              <a:defRPr/>
            </a:lvl3pPr>
            <a:lvl4pPr lvl="3" algn="l">
              <a:spcBef>
                <a:spcPts val="0"/>
              </a:spcBef>
              <a:spcAft>
                <a:spcPts val="0"/>
              </a:spcAft>
              <a:buNone/>
              <a:defRPr/>
            </a:lvl4pPr>
            <a:lvl5pPr lvl="4" algn="l">
              <a:spcBef>
                <a:spcPts val="0"/>
              </a:spcBef>
              <a:spcAft>
                <a:spcPts val="0"/>
              </a:spcAft>
              <a:buNone/>
              <a:defRPr/>
            </a:lvl5pPr>
            <a:lvl6pPr lvl="5" algn="l">
              <a:spcBef>
                <a:spcPts val="0"/>
              </a:spcBef>
              <a:spcAft>
                <a:spcPts val="0"/>
              </a:spcAft>
              <a:buNone/>
              <a:defRPr/>
            </a:lvl6pPr>
            <a:lvl7pPr lvl="6" algn="l">
              <a:spcBef>
                <a:spcPts val="0"/>
              </a:spcBef>
              <a:spcAft>
                <a:spcPts val="0"/>
              </a:spcAft>
              <a:buNone/>
              <a:defRPr/>
            </a:lvl7pPr>
            <a:lvl8pPr lvl="7" algn="l">
              <a:spcBef>
                <a:spcPts val="0"/>
              </a:spcBef>
              <a:spcAft>
                <a:spcPts val="0"/>
              </a:spcAft>
              <a:buNone/>
              <a:defRPr/>
            </a:lvl8pPr>
            <a:lvl9pPr lvl="8" algn="l">
              <a:spcBef>
                <a:spcPts val="0"/>
              </a:spcBef>
              <a:spcAft>
                <a:spcPts val="0"/>
              </a:spcAft>
              <a:buNone/>
              <a:defRPr/>
            </a:lvl9pPr>
          </a:lstStyle>
          <a:p/>
        </p:txBody>
      </p:sp>
      <p:sp>
        <p:nvSpPr>
          <p:cNvPr id="116" name="Google Shape;116;p14"/>
          <p:cNvSpPr txBox="1"/>
          <p:nvPr>
            <p:ph idx="1" type="subTitle"/>
          </p:nvPr>
        </p:nvSpPr>
        <p:spPr>
          <a:xfrm>
            <a:off x="879635" y="1485900"/>
            <a:ext cx="15597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17" name="Google Shape;117;p14"/>
          <p:cNvSpPr txBox="1"/>
          <p:nvPr>
            <p:ph idx="2" type="subTitle"/>
          </p:nvPr>
        </p:nvSpPr>
        <p:spPr>
          <a:xfrm>
            <a:off x="879635" y="1802990"/>
            <a:ext cx="1559700" cy="9408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118" name="Google Shape;118;p14"/>
          <p:cNvSpPr txBox="1"/>
          <p:nvPr>
            <p:ph idx="3" type="subTitle"/>
          </p:nvPr>
        </p:nvSpPr>
        <p:spPr>
          <a:xfrm>
            <a:off x="879635" y="3245325"/>
            <a:ext cx="15597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19" name="Google Shape;119;p14"/>
          <p:cNvSpPr txBox="1"/>
          <p:nvPr>
            <p:ph idx="4" type="subTitle"/>
          </p:nvPr>
        </p:nvSpPr>
        <p:spPr>
          <a:xfrm>
            <a:off x="879638" y="3563408"/>
            <a:ext cx="1559700" cy="8904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120" name="Google Shape;120;p14"/>
          <p:cNvSpPr txBox="1"/>
          <p:nvPr>
            <p:ph idx="5" type="subTitle"/>
          </p:nvPr>
        </p:nvSpPr>
        <p:spPr>
          <a:xfrm>
            <a:off x="3052775" y="1485900"/>
            <a:ext cx="16347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21" name="Google Shape;121;p14"/>
          <p:cNvSpPr txBox="1"/>
          <p:nvPr>
            <p:ph idx="6" type="subTitle"/>
          </p:nvPr>
        </p:nvSpPr>
        <p:spPr>
          <a:xfrm>
            <a:off x="3052775" y="1802990"/>
            <a:ext cx="1634700" cy="9408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122" name="Google Shape;122;p14"/>
          <p:cNvSpPr txBox="1"/>
          <p:nvPr>
            <p:ph idx="7" type="subTitle"/>
          </p:nvPr>
        </p:nvSpPr>
        <p:spPr>
          <a:xfrm>
            <a:off x="3052775" y="3245325"/>
            <a:ext cx="17013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23" name="Google Shape;123;p14"/>
          <p:cNvSpPr txBox="1"/>
          <p:nvPr>
            <p:ph idx="8" type="subTitle"/>
          </p:nvPr>
        </p:nvSpPr>
        <p:spPr>
          <a:xfrm>
            <a:off x="3052775" y="3563400"/>
            <a:ext cx="1701300" cy="9408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
    <p:spTree>
      <p:nvGrpSpPr>
        <p:cNvPr id="124" name="Shape 124"/>
        <p:cNvGrpSpPr/>
        <p:nvPr/>
      </p:nvGrpSpPr>
      <p:grpSpPr>
        <a:xfrm>
          <a:off x="0" y="0"/>
          <a:ext cx="0" cy="0"/>
          <a:chOff x="0" y="0"/>
          <a:chExt cx="0" cy="0"/>
        </a:xfrm>
      </p:grpSpPr>
      <p:sp>
        <p:nvSpPr>
          <p:cNvPr id="125" name="Google Shape;125;p15"/>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p:txBody>
      </p:sp>
      <p:sp>
        <p:nvSpPr>
          <p:cNvPr id="126" name="Google Shape;126;p15"/>
          <p:cNvSpPr txBox="1"/>
          <p:nvPr>
            <p:ph idx="1" type="subTitle"/>
          </p:nvPr>
        </p:nvSpPr>
        <p:spPr>
          <a:xfrm>
            <a:off x="1384038" y="1784177"/>
            <a:ext cx="17118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27" name="Google Shape;127;p15"/>
          <p:cNvSpPr txBox="1"/>
          <p:nvPr>
            <p:ph idx="2" type="subTitle"/>
          </p:nvPr>
        </p:nvSpPr>
        <p:spPr>
          <a:xfrm>
            <a:off x="1384038" y="2082635"/>
            <a:ext cx="1711800" cy="6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28" name="Google Shape;128;p15"/>
          <p:cNvSpPr txBox="1"/>
          <p:nvPr>
            <p:ph idx="3" type="subTitle"/>
          </p:nvPr>
        </p:nvSpPr>
        <p:spPr>
          <a:xfrm>
            <a:off x="3716100" y="1784177"/>
            <a:ext cx="17118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29" name="Google Shape;129;p15"/>
          <p:cNvSpPr txBox="1"/>
          <p:nvPr>
            <p:ph idx="4" type="subTitle"/>
          </p:nvPr>
        </p:nvSpPr>
        <p:spPr>
          <a:xfrm>
            <a:off x="3716100" y="2082635"/>
            <a:ext cx="1711800" cy="6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30" name="Google Shape;130;p15"/>
          <p:cNvSpPr txBox="1"/>
          <p:nvPr>
            <p:ph idx="5" type="subTitle"/>
          </p:nvPr>
        </p:nvSpPr>
        <p:spPr>
          <a:xfrm>
            <a:off x="6048088" y="1784177"/>
            <a:ext cx="17118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31" name="Google Shape;131;p15"/>
          <p:cNvSpPr txBox="1"/>
          <p:nvPr>
            <p:ph idx="6" type="subTitle"/>
          </p:nvPr>
        </p:nvSpPr>
        <p:spPr>
          <a:xfrm>
            <a:off x="6048088" y="2082635"/>
            <a:ext cx="1711800" cy="6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32" name="Google Shape;132;p15"/>
          <p:cNvSpPr txBox="1"/>
          <p:nvPr>
            <p:ph idx="7" type="subTitle"/>
          </p:nvPr>
        </p:nvSpPr>
        <p:spPr>
          <a:xfrm>
            <a:off x="1384038" y="3621769"/>
            <a:ext cx="17118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33" name="Google Shape;133;p15"/>
          <p:cNvSpPr txBox="1"/>
          <p:nvPr>
            <p:ph idx="8" type="subTitle"/>
          </p:nvPr>
        </p:nvSpPr>
        <p:spPr>
          <a:xfrm>
            <a:off x="1384038" y="3920209"/>
            <a:ext cx="1711800" cy="6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34" name="Google Shape;134;p15"/>
          <p:cNvSpPr txBox="1"/>
          <p:nvPr>
            <p:ph idx="9" type="subTitle"/>
          </p:nvPr>
        </p:nvSpPr>
        <p:spPr>
          <a:xfrm>
            <a:off x="3716100" y="3621769"/>
            <a:ext cx="17118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35" name="Google Shape;135;p15"/>
          <p:cNvSpPr txBox="1"/>
          <p:nvPr>
            <p:ph idx="13" type="subTitle"/>
          </p:nvPr>
        </p:nvSpPr>
        <p:spPr>
          <a:xfrm>
            <a:off x="3716100" y="3920209"/>
            <a:ext cx="1711800" cy="6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36" name="Google Shape;136;p15"/>
          <p:cNvSpPr txBox="1"/>
          <p:nvPr>
            <p:ph idx="14" type="subTitle"/>
          </p:nvPr>
        </p:nvSpPr>
        <p:spPr>
          <a:xfrm>
            <a:off x="6048088" y="3621769"/>
            <a:ext cx="17118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37" name="Google Shape;137;p15"/>
          <p:cNvSpPr txBox="1"/>
          <p:nvPr>
            <p:ph idx="15" type="subTitle"/>
          </p:nvPr>
        </p:nvSpPr>
        <p:spPr>
          <a:xfrm>
            <a:off x="6048088" y="3920209"/>
            <a:ext cx="1711800" cy="6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grpSp>
        <p:nvGrpSpPr>
          <p:cNvPr id="138" name="Google Shape;138;p15"/>
          <p:cNvGrpSpPr/>
          <p:nvPr/>
        </p:nvGrpSpPr>
        <p:grpSpPr>
          <a:xfrm>
            <a:off x="7780524" y="4"/>
            <a:ext cx="1368120" cy="2511095"/>
            <a:chOff x="7780524" y="4"/>
            <a:chExt cx="1368120" cy="2511095"/>
          </a:xfrm>
        </p:grpSpPr>
        <p:sp>
          <p:nvSpPr>
            <p:cNvPr id="139" name="Google Shape;139;p15"/>
            <p:cNvSpPr/>
            <p:nvPr/>
          </p:nvSpPr>
          <p:spPr>
            <a:xfrm>
              <a:off x="8095768" y="4"/>
              <a:ext cx="1052876" cy="1932658"/>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5"/>
            <p:cNvSpPr/>
            <p:nvPr/>
          </p:nvSpPr>
          <p:spPr>
            <a:xfrm>
              <a:off x="8402388" y="4"/>
              <a:ext cx="746257" cy="1369541"/>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5"/>
            <p:cNvSpPr/>
            <p:nvPr/>
          </p:nvSpPr>
          <p:spPr>
            <a:xfrm>
              <a:off x="7780524" y="4"/>
              <a:ext cx="1368120" cy="251109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 name="Google Shape;142;p15"/>
          <p:cNvGrpSpPr/>
          <p:nvPr/>
        </p:nvGrpSpPr>
        <p:grpSpPr>
          <a:xfrm>
            <a:off x="4540" y="4"/>
            <a:ext cx="1432955" cy="2560711"/>
            <a:chOff x="4540" y="4"/>
            <a:chExt cx="1432955" cy="2560711"/>
          </a:xfrm>
        </p:grpSpPr>
        <p:sp>
          <p:nvSpPr>
            <p:cNvPr id="143" name="Google Shape;143;p15"/>
            <p:cNvSpPr/>
            <p:nvPr/>
          </p:nvSpPr>
          <p:spPr>
            <a:xfrm>
              <a:off x="4540" y="4"/>
              <a:ext cx="1117711" cy="1997492"/>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5"/>
            <p:cNvSpPr/>
            <p:nvPr/>
          </p:nvSpPr>
          <p:spPr>
            <a:xfrm>
              <a:off x="4540" y="4"/>
              <a:ext cx="811193" cy="1449189"/>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5"/>
            <p:cNvSpPr/>
            <p:nvPr/>
          </p:nvSpPr>
          <p:spPr>
            <a:xfrm>
              <a:off x="4540" y="4"/>
              <a:ext cx="1432955" cy="2560711"/>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3">
    <p:spTree>
      <p:nvGrpSpPr>
        <p:cNvPr id="146" name="Shape 146"/>
        <p:cNvGrpSpPr/>
        <p:nvPr/>
      </p:nvGrpSpPr>
      <p:grpSpPr>
        <a:xfrm>
          <a:off x="0" y="0"/>
          <a:ext cx="0" cy="0"/>
          <a:chOff x="0" y="0"/>
          <a:chExt cx="0" cy="0"/>
        </a:xfrm>
      </p:grpSpPr>
      <p:grpSp>
        <p:nvGrpSpPr>
          <p:cNvPr id="147" name="Google Shape;147;p16"/>
          <p:cNvGrpSpPr/>
          <p:nvPr/>
        </p:nvGrpSpPr>
        <p:grpSpPr>
          <a:xfrm>
            <a:off x="4540" y="4"/>
            <a:ext cx="9144105" cy="2560711"/>
            <a:chOff x="360075" y="1852550"/>
            <a:chExt cx="2253075" cy="630950"/>
          </a:xfrm>
        </p:grpSpPr>
        <p:sp>
          <p:nvSpPr>
            <p:cNvPr id="148" name="Google Shape;148;p16"/>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6"/>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6"/>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6"/>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6"/>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6"/>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 name="Google Shape;154;p16"/>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p:txBody>
      </p:sp>
      <p:sp>
        <p:nvSpPr>
          <p:cNvPr id="155" name="Google Shape;155;p16"/>
          <p:cNvSpPr txBox="1"/>
          <p:nvPr>
            <p:ph idx="1" type="subTitle"/>
          </p:nvPr>
        </p:nvSpPr>
        <p:spPr>
          <a:xfrm>
            <a:off x="668162" y="1635625"/>
            <a:ext cx="2359500" cy="3969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56" name="Google Shape;156;p16"/>
          <p:cNvSpPr txBox="1"/>
          <p:nvPr>
            <p:ph idx="2" type="subTitle"/>
          </p:nvPr>
        </p:nvSpPr>
        <p:spPr>
          <a:xfrm>
            <a:off x="668262" y="1933050"/>
            <a:ext cx="2359500" cy="572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157" name="Google Shape;157;p16"/>
          <p:cNvSpPr txBox="1"/>
          <p:nvPr>
            <p:ph idx="3" type="subTitle"/>
          </p:nvPr>
        </p:nvSpPr>
        <p:spPr>
          <a:xfrm>
            <a:off x="666337" y="3419925"/>
            <a:ext cx="2353500" cy="3969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58" name="Google Shape;158;p16"/>
          <p:cNvSpPr txBox="1"/>
          <p:nvPr>
            <p:ph idx="4" type="subTitle"/>
          </p:nvPr>
        </p:nvSpPr>
        <p:spPr>
          <a:xfrm>
            <a:off x="659912" y="3717725"/>
            <a:ext cx="2359500" cy="572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159" name="Google Shape;159;p16"/>
          <p:cNvSpPr txBox="1"/>
          <p:nvPr>
            <p:ph idx="5" type="subTitle"/>
          </p:nvPr>
        </p:nvSpPr>
        <p:spPr>
          <a:xfrm>
            <a:off x="6123937" y="1637000"/>
            <a:ext cx="23595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60" name="Google Shape;160;p16"/>
          <p:cNvSpPr txBox="1"/>
          <p:nvPr>
            <p:ph idx="6" type="subTitle"/>
          </p:nvPr>
        </p:nvSpPr>
        <p:spPr>
          <a:xfrm>
            <a:off x="6124588" y="1935000"/>
            <a:ext cx="23595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00000"/>
                </a:solidFill>
              </a:defRPr>
            </a:lvl1pPr>
            <a:lvl2pPr lvl="1" rtl="0">
              <a:spcBef>
                <a:spcPts val="1600"/>
              </a:spcBef>
              <a:spcAft>
                <a:spcPts val="0"/>
              </a:spcAft>
              <a:buNone/>
              <a:defRPr>
                <a:solidFill>
                  <a:srgbClr val="000000"/>
                </a:solidFill>
              </a:defRPr>
            </a:lvl2pPr>
            <a:lvl3pPr lvl="2" rtl="0">
              <a:spcBef>
                <a:spcPts val="1600"/>
              </a:spcBef>
              <a:spcAft>
                <a:spcPts val="0"/>
              </a:spcAft>
              <a:buNone/>
              <a:defRPr>
                <a:solidFill>
                  <a:srgbClr val="000000"/>
                </a:solidFill>
              </a:defRPr>
            </a:lvl3pPr>
            <a:lvl4pPr lvl="3" rtl="0">
              <a:spcBef>
                <a:spcPts val="1600"/>
              </a:spcBef>
              <a:spcAft>
                <a:spcPts val="0"/>
              </a:spcAft>
              <a:buNone/>
              <a:defRPr>
                <a:solidFill>
                  <a:srgbClr val="000000"/>
                </a:solidFill>
              </a:defRPr>
            </a:lvl4pPr>
            <a:lvl5pPr lvl="4" rtl="0">
              <a:spcBef>
                <a:spcPts val="1600"/>
              </a:spcBef>
              <a:spcAft>
                <a:spcPts val="0"/>
              </a:spcAft>
              <a:buNone/>
              <a:defRPr>
                <a:solidFill>
                  <a:srgbClr val="000000"/>
                </a:solidFill>
              </a:defRPr>
            </a:lvl5pPr>
            <a:lvl6pPr lvl="5" rtl="0">
              <a:spcBef>
                <a:spcPts val="1600"/>
              </a:spcBef>
              <a:spcAft>
                <a:spcPts val="0"/>
              </a:spcAft>
              <a:buNone/>
              <a:defRPr>
                <a:solidFill>
                  <a:srgbClr val="000000"/>
                </a:solidFill>
              </a:defRPr>
            </a:lvl6pPr>
            <a:lvl7pPr lvl="6" rtl="0">
              <a:spcBef>
                <a:spcPts val="1600"/>
              </a:spcBef>
              <a:spcAft>
                <a:spcPts val="0"/>
              </a:spcAft>
              <a:buNone/>
              <a:defRPr>
                <a:solidFill>
                  <a:srgbClr val="000000"/>
                </a:solidFill>
              </a:defRPr>
            </a:lvl7pPr>
            <a:lvl8pPr lvl="7" rtl="0">
              <a:spcBef>
                <a:spcPts val="1600"/>
              </a:spcBef>
              <a:spcAft>
                <a:spcPts val="0"/>
              </a:spcAft>
              <a:buNone/>
              <a:defRPr>
                <a:solidFill>
                  <a:srgbClr val="000000"/>
                </a:solidFill>
              </a:defRPr>
            </a:lvl8pPr>
            <a:lvl9pPr lvl="8" rtl="0">
              <a:spcBef>
                <a:spcPts val="1600"/>
              </a:spcBef>
              <a:spcAft>
                <a:spcPts val="1600"/>
              </a:spcAft>
              <a:buNone/>
              <a:defRPr>
                <a:solidFill>
                  <a:srgbClr val="000000"/>
                </a:solidFill>
              </a:defRPr>
            </a:lvl9pPr>
          </a:lstStyle>
          <a:p/>
        </p:txBody>
      </p:sp>
      <p:sp>
        <p:nvSpPr>
          <p:cNvPr id="161" name="Google Shape;161;p16"/>
          <p:cNvSpPr txBox="1"/>
          <p:nvPr>
            <p:ph idx="7" type="subTitle"/>
          </p:nvPr>
        </p:nvSpPr>
        <p:spPr>
          <a:xfrm>
            <a:off x="6117862" y="3420200"/>
            <a:ext cx="23535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162" name="Google Shape;162;p16"/>
          <p:cNvSpPr txBox="1"/>
          <p:nvPr>
            <p:ph idx="8" type="subTitle"/>
          </p:nvPr>
        </p:nvSpPr>
        <p:spPr>
          <a:xfrm>
            <a:off x="6117863" y="3717325"/>
            <a:ext cx="23595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163" name="Google Shape;163;p16"/>
          <p:cNvSpPr txBox="1"/>
          <p:nvPr>
            <p:ph hasCustomPrompt="1" idx="9" type="title"/>
          </p:nvPr>
        </p:nvSpPr>
        <p:spPr>
          <a:xfrm>
            <a:off x="3333744" y="1709694"/>
            <a:ext cx="7827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4" name="Google Shape;164;p16"/>
          <p:cNvSpPr txBox="1"/>
          <p:nvPr>
            <p:ph hasCustomPrompt="1" idx="13" type="title"/>
          </p:nvPr>
        </p:nvSpPr>
        <p:spPr>
          <a:xfrm>
            <a:off x="3333744" y="3505259"/>
            <a:ext cx="7827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5" name="Google Shape;165;p16"/>
          <p:cNvSpPr txBox="1"/>
          <p:nvPr>
            <p:ph hasCustomPrompt="1" idx="14" type="title"/>
          </p:nvPr>
        </p:nvSpPr>
        <p:spPr>
          <a:xfrm>
            <a:off x="5044205" y="1709694"/>
            <a:ext cx="7827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rgbClr val="000000"/>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6" name="Google Shape;166;p16"/>
          <p:cNvSpPr txBox="1"/>
          <p:nvPr>
            <p:ph hasCustomPrompt="1" idx="15" type="title"/>
          </p:nvPr>
        </p:nvSpPr>
        <p:spPr>
          <a:xfrm>
            <a:off x="5044205" y="3505259"/>
            <a:ext cx="7827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6">
    <p:spTree>
      <p:nvGrpSpPr>
        <p:cNvPr id="167" name="Shape 167"/>
        <p:cNvGrpSpPr/>
        <p:nvPr/>
      </p:nvGrpSpPr>
      <p:grpSpPr>
        <a:xfrm>
          <a:off x="0" y="0"/>
          <a:ext cx="0" cy="0"/>
          <a:chOff x="0" y="0"/>
          <a:chExt cx="0" cy="0"/>
        </a:xfrm>
      </p:grpSpPr>
      <p:sp>
        <p:nvSpPr>
          <p:cNvPr id="168" name="Google Shape;168;p17"/>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p:txBody>
      </p:sp>
      <p:grpSp>
        <p:nvGrpSpPr>
          <p:cNvPr id="169" name="Google Shape;169;p17"/>
          <p:cNvGrpSpPr/>
          <p:nvPr/>
        </p:nvGrpSpPr>
        <p:grpSpPr>
          <a:xfrm>
            <a:off x="24" y="1019099"/>
            <a:ext cx="1003266" cy="3573196"/>
            <a:chOff x="22" y="1019094"/>
            <a:chExt cx="1276744" cy="3573196"/>
          </a:xfrm>
        </p:grpSpPr>
        <p:sp>
          <p:nvSpPr>
            <p:cNvPr id="170" name="Google Shape;170;p17"/>
            <p:cNvSpPr/>
            <p:nvPr/>
          </p:nvSpPr>
          <p:spPr>
            <a:xfrm>
              <a:off x="532" y="1467948"/>
              <a:ext cx="959749" cy="2687376"/>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7"/>
            <p:cNvSpPr/>
            <p:nvPr/>
          </p:nvSpPr>
          <p:spPr>
            <a:xfrm>
              <a:off x="22" y="1904913"/>
              <a:ext cx="652332" cy="1824941"/>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7"/>
            <p:cNvSpPr/>
            <p:nvPr/>
          </p:nvSpPr>
          <p:spPr>
            <a:xfrm>
              <a:off x="532" y="1019094"/>
              <a:ext cx="1276235" cy="3573196"/>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 name="Google Shape;173;p17"/>
          <p:cNvGrpSpPr/>
          <p:nvPr/>
        </p:nvGrpSpPr>
        <p:grpSpPr>
          <a:xfrm flipH="1">
            <a:off x="8140724" y="1019099"/>
            <a:ext cx="1003266" cy="3573196"/>
            <a:chOff x="22" y="1019094"/>
            <a:chExt cx="1276744" cy="3573196"/>
          </a:xfrm>
        </p:grpSpPr>
        <p:sp>
          <p:nvSpPr>
            <p:cNvPr id="174" name="Google Shape;174;p17"/>
            <p:cNvSpPr/>
            <p:nvPr/>
          </p:nvSpPr>
          <p:spPr>
            <a:xfrm>
              <a:off x="532" y="1467948"/>
              <a:ext cx="959749" cy="2687376"/>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7"/>
            <p:cNvSpPr/>
            <p:nvPr/>
          </p:nvSpPr>
          <p:spPr>
            <a:xfrm>
              <a:off x="22" y="1904913"/>
              <a:ext cx="652332" cy="1824941"/>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7"/>
            <p:cNvSpPr/>
            <p:nvPr/>
          </p:nvSpPr>
          <p:spPr>
            <a:xfrm>
              <a:off x="532" y="1019094"/>
              <a:ext cx="1276235" cy="3573196"/>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6_1">
    <p:spTree>
      <p:nvGrpSpPr>
        <p:cNvPr id="177" name="Shape 177"/>
        <p:cNvGrpSpPr/>
        <p:nvPr/>
      </p:nvGrpSpPr>
      <p:grpSpPr>
        <a:xfrm>
          <a:off x="0" y="0"/>
          <a:ext cx="0" cy="0"/>
          <a:chOff x="0" y="0"/>
          <a:chExt cx="0" cy="0"/>
        </a:xfrm>
      </p:grpSpPr>
      <p:sp>
        <p:nvSpPr>
          <p:cNvPr id="178" name="Google Shape;178;p18"/>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grpSp>
        <p:nvGrpSpPr>
          <p:cNvPr id="179" name="Google Shape;179;p18"/>
          <p:cNvGrpSpPr/>
          <p:nvPr/>
        </p:nvGrpSpPr>
        <p:grpSpPr>
          <a:xfrm>
            <a:off x="8196713" y="0"/>
            <a:ext cx="947288" cy="3908220"/>
            <a:chOff x="8187751" y="597125"/>
            <a:chExt cx="947288" cy="3908220"/>
          </a:xfrm>
        </p:grpSpPr>
        <p:sp>
          <p:nvSpPr>
            <p:cNvPr id="180" name="Google Shape;180;p18"/>
            <p:cNvSpPr/>
            <p:nvPr/>
          </p:nvSpPr>
          <p:spPr>
            <a:xfrm>
              <a:off x="8460495" y="1152001"/>
              <a:ext cx="674540" cy="2783973"/>
            </a:xfrm>
            <a:custGeom>
              <a:rect b="b" l="l" r="r" t="t"/>
              <a:pathLst>
                <a:path extrusionOk="0" h="27846" w="7684">
                  <a:moveTo>
                    <a:pt x="7684" y="0"/>
                  </a:moveTo>
                  <a:lnTo>
                    <a:pt x="0" y="13737"/>
                  </a:lnTo>
                  <a:lnTo>
                    <a:pt x="7684" y="27845"/>
                  </a:lnTo>
                  <a:lnTo>
                    <a:pt x="7684" y="22159"/>
                  </a:lnTo>
                  <a:lnTo>
                    <a:pt x="3088" y="13723"/>
                  </a:lnTo>
                  <a:lnTo>
                    <a:pt x="7684" y="5504"/>
                  </a:lnTo>
                  <a:lnTo>
                    <a:pt x="7684"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8"/>
            <p:cNvSpPr/>
            <p:nvPr/>
          </p:nvSpPr>
          <p:spPr>
            <a:xfrm>
              <a:off x="8725690" y="1692280"/>
              <a:ext cx="409341" cy="1688720"/>
            </a:xfrm>
            <a:custGeom>
              <a:rect b="b" l="l" r="r" t="t"/>
              <a:pathLst>
                <a:path extrusionOk="0" h="16891" w="4663">
                  <a:moveTo>
                    <a:pt x="4663" y="1"/>
                  </a:moveTo>
                  <a:lnTo>
                    <a:pt x="1" y="8333"/>
                  </a:lnTo>
                  <a:lnTo>
                    <a:pt x="4663" y="16891"/>
                  </a:lnTo>
                  <a:lnTo>
                    <a:pt x="4663" y="11205"/>
                  </a:lnTo>
                  <a:lnTo>
                    <a:pt x="3088" y="8319"/>
                  </a:lnTo>
                  <a:lnTo>
                    <a:pt x="4663" y="5504"/>
                  </a:lnTo>
                  <a:lnTo>
                    <a:pt x="466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8"/>
            <p:cNvSpPr/>
            <p:nvPr/>
          </p:nvSpPr>
          <p:spPr>
            <a:xfrm>
              <a:off x="8187751" y="597125"/>
              <a:ext cx="947288" cy="3908220"/>
            </a:xfrm>
            <a:custGeom>
              <a:rect b="b" l="l" r="r" t="t"/>
              <a:pathLst>
                <a:path extrusionOk="0" h="39091" w="10791">
                  <a:moveTo>
                    <a:pt x="10791" y="0"/>
                  </a:moveTo>
                  <a:lnTo>
                    <a:pt x="1" y="19287"/>
                  </a:lnTo>
                  <a:lnTo>
                    <a:pt x="10791" y="39091"/>
                  </a:lnTo>
                  <a:lnTo>
                    <a:pt x="10791" y="33409"/>
                  </a:lnTo>
                  <a:lnTo>
                    <a:pt x="3088" y="19273"/>
                  </a:lnTo>
                  <a:lnTo>
                    <a:pt x="10791" y="5503"/>
                  </a:lnTo>
                  <a:lnTo>
                    <a:pt x="107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 name="Google Shape;183;p18"/>
          <p:cNvGrpSpPr/>
          <p:nvPr/>
        </p:nvGrpSpPr>
        <p:grpSpPr>
          <a:xfrm rot="10800000">
            <a:off x="-12" y="1235275"/>
            <a:ext cx="947288" cy="3908220"/>
            <a:chOff x="8187751" y="597125"/>
            <a:chExt cx="947288" cy="3908220"/>
          </a:xfrm>
        </p:grpSpPr>
        <p:sp>
          <p:nvSpPr>
            <p:cNvPr id="184" name="Google Shape;184;p18"/>
            <p:cNvSpPr/>
            <p:nvPr/>
          </p:nvSpPr>
          <p:spPr>
            <a:xfrm>
              <a:off x="8460495" y="1152001"/>
              <a:ext cx="674540" cy="2783973"/>
            </a:xfrm>
            <a:custGeom>
              <a:rect b="b" l="l" r="r" t="t"/>
              <a:pathLst>
                <a:path extrusionOk="0" h="27846" w="7684">
                  <a:moveTo>
                    <a:pt x="7684" y="0"/>
                  </a:moveTo>
                  <a:lnTo>
                    <a:pt x="0" y="13737"/>
                  </a:lnTo>
                  <a:lnTo>
                    <a:pt x="7684" y="27845"/>
                  </a:lnTo>
                  <a:lnTo>
                    <a:pt x="7684" y="22159"/>
                  </a:lnTo>
                  <a:lnTo>
                    <a:pt x="3088" y="13723"/>
                  </a:lnTo>
                  <a:lnTo>
                    <a:pt x="7684" y="5504"/>
                  </a:lnTo>
                  <a:lnTo>
                    <a:pt x="7684"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8"/>
            <p:cNvSpPr/>
            <p:nvPr/>
          </p:nvSpPr>
          <p:spPr>
            <a:xfrm>
              <a:off x="8725690" y="1692280"/>
              <a:ext cx="409341" cy="1688720"/>
            </a:xfrm>
            <a:custGeom>
              <a:rect b="b" l="l" r="r" t="t"/>
              <a:pathLst>
                <a:path extrusionOk="0" h="16891" w="4663">
                  <a:moveTo>
                    <a:pt x="4663" y="1"/>
                  </a:moveTo>
                  <a:lnTo>
                    <a:pt x="1" y="8333"/>
                  </a:lnTo>
                  <a:lnTo>
                    <a:pt x="4663" y="16891"/>
                  </a:lnTo>
                  <a:lnTo>
                    <a:pt x="4663" y="11205"/>
                  </a:lnTo>
                  <a:lnTo>
                    <a:pt x="3088" y="8319"/>
                  </a:lnTo>
                  <a:lnTo>
                    <a:pt x="4663" y="5504"/>
                  </a:lnTo>
                  <a:lnTo>
                    <a:pt x="466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8"/>
            <p:cNvSpPr/>
            <p:nvPr/>
          </p:nvSpPr>
          <p:spPr>
            <a:xfrm>
              <a:off x="8187751" y="597125"/>
              <a:ext cx="947288" cy="3908220"/>
            </a:xfrm>
            <a:custGeom>
              <a:rect b="b" l="l" r="r" t="t"/>
              <a:pathLst>
                <a:path extrusionOk="0" h="39091" w="10791">
                  <a:moveTo>
                    <a:pt x="10791" y="0"/>
                  </a:moveTo>
                  <a:lnTo>
                    <a:pt x="1" y="19287"/>
                  </a:lnTo>
                  <a:lnTo>
                    <a:pt x="10791" y="39091"/>
                  </a:lnTo>
                  <a:lnTo>
                    <a:pt x="10791" y="33409"/>
                  </a:lnTo>
                  <a:lnTo>
                    <a:pt x="3088" y="19273"/>
                  </a:lnTo>
                  <a:lnTo>
                    <a:pt x="10791" y="5503"/>
                  </a:lnTo>
                  <a:lnTo>
                    <a:pt x="107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ighlighted numbers">
  <p:cSld name="CUSTOM_8">
    <p:spTree>
      <p:nvGrpSpPr>
        <p:cNvPr id="187" name="Shape 187"/>
        <p:cNvGrpSpPr/>
        <p:nvPr/>
      </p:nvGrpSpPr>
      <p:grpSpPr>
        <a:xfrm>
          <a:off x="0" y="0"/>
          <a:ext cx="0" cy="0"/>
          <a:chOff x="0" y="0"/>
          <a:chExt cx="0" cy="0"/>
        </a:xfrm>
      </p:grpSpPr>
      <p:sp>
        <p:nvSpPr>
          <p:cNvPr id="188" name="Google Shape;188;p19"/>
          <p:cNvSpPr txBox="1"/>
          <p:nvPr>
            <p:ph hasCustomPrompt="1" type="title"/>
          </p:nvPr>
        </p:nvSpPr>
        <p:spPr>
          <a:xfrm>
            <a:off x="1545194" y="1639839"/>
            <a:ext cx="2570100" cy="586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3600"/>
              <a:buNone/>
              <a:defRPr b="1" sz="3600">
                <a:solidFill>
                  <a:schemeClr val="accent1"/>
                </a:solidFill>
              </a:defRPr>
            </a:lvl1pPr>
            <a:lvl2pPr lvl="1" rtl="0">
              <a:spcBef>
                <a:spcPts val="0"/>
              </a:spcBef>
              <a:spcAft>
                <a:spcPts val="0"/>
              </a:spcAft>
              <a:buClr>
                <a:schemeClr val="accent1"/>
              </a:buClr>
              <a:buSzPts val="3600"/>
              <a:buNone/>
              <a:defRPr b="1" sz="3600">
                <a:solidFill>
                  <a:schemeClr val="accent1"/>
                </a:solidFill>
              </a:defRPr>
            </a:lvl2pPr>
            <a:lvl3pPr lvl="2" rtl="0">
              <a:spcBef>
                <a:spcPts val="0"/>
              </a:spcBef>
              <a:spcAft>
                <a:spcPts val="0"/>
              </a:spcAft>
              <a:buClr>
                <a:schemeClr val="accent1"/>
              </a:buClr>
              <a:buSzPts val="3600"/>
              <a:buNone/>
              <a:defRPr b="1" sz="3600">
                <a:solidFill>
                  <a:schemeClr val="accent1"/>
                </a:solidFill>
              </a:defRPr>
            </a:lvl3pPr>
            <a:lvl4pPr lvl="3" rtl="0">
              <a:spcBef>
                <a:spcPts val="0"/>
              </a:spcBef>
              <a:spcAft>
                <a:spcPts val="0"/>
              </a:spcAft>
              <a:buClr>
                <a:schemeClr val="accent1"/>
              </a:buClr>
              <a:buSzPts val="3600"/>
              <a:buNone/>
              <a:defRPr b="1" sz="3600">
                <a:solidFill>
                  <a:schemeClr val="accent1"/>
                </a:solidFill>
              </a:defRPr>
            </a:lvl4pPr>
            <a:lvl5pPr lvl="4" rtl="0">
              <a:spcBef>
                <a:spcPts val="0"/>
              </a:spcBef>
              <a:spcAft>
                <a:spcPts val="0"/>
              </a:spcAft>
              <a:buClr>
                <a:schemeClr val="accent1"/>
              </a:buClr>
              <a:buSzPts val="3600"/>
              <a:buNone/>
              <a:defRPr b="1" sz="3600">
                <a:solidFill>
                  <a:schemeClr val="accent1"/>
                </a:solidFill>
              </a:defRPr>
            </a:lvl5pPr>
            <a:lvl6pPr lvl="5" rtl="0">
              <a:spcBef>
                <a:spcPts val="0"/>
              </a:spcBef>
              <a:spcAft>
                <a:spcPts val="0"/>
              </a:spcAft>
              <a:buClr>
                <a:schemeClr val="accent1"/>
              </a:buClr>
              <a:buSzPts val="3600"/>
              <a:buNone/>
              <a:defRPr b="1" sz="3600">
                <a:solidFill>
                  <a:schemeClr val="accent1"/>
                </a:solidFill>
              </a:defRPr>
            </a:lvl6pPr>
            <a:lvl7pPr lvl="6" rtl="0">
              <a:spcBef>
                <a:spcPts val="0"/>
              </a:spcBef>
              <a:spcAft>
                <a:spcPts val="0"/>
              </a:spcAft>
              <a:buClr>
                <a:schemeClr val="accent1"/>
              </a:buClr>
              <a:buSzPts val="3600"/>
              <a:buNone/>
              <a:defRPr b="1" sz="3600">
                <a:solidFill>
                  <a:schemeClr val="accent1"/>
                </a:solidFill>
              </a:defRPr>
            </a:lvl7pPr>
            <a:lvl8pPr lvl="7" rtl="0">
              <a:spcBef>
                <a:spcPts val="0"/>
              </a:spcBef>
              <a:spcAft>
                <a:spcPts val="0"/>
              </a:spcAft>
              <a:buClr>
                <a:schemeClr val="accent1"/>
              </a:buClr>
              <a:buSzPts val="3600"/>
              <a:buNone/>
              <a:defRPr b="1" sz="3600">
                <a:solidFill>
                  <a:schemeClr val="accent1"/>
                </a:solidFill>
              </a:defRPr>
            </a:lvl8pPr>
            <a:lvl9pPr lvl="8" rtl="0">
              <a:spcBef>
                <a:spcPts val="0"/>
              </a:spcBef>
              <a:spcAft>
                <a:spcPts val="0"/>
              </a:spcAft>
              <a:buClr>
                <a:schemeClr val="accent1"/>
              </a:buClr>
              <a:buSzPts val="3600"/>
              <a:buNone/>
              <a:defRPr b="1" sz="3600">
                <a:solidFill>
                  <a:schemeClr val="accent1"/>
                </a:solidFill>
              </a:defRPr>
            </a:lvl9pPr>
          </a:lstStyle>
          <a:p>
            <a:r>
              <a:t>xx%</a:t>
            </a:r>
          </a:p>
        </p:txBody>
      </p:sp>
      <p:sp>
        <p:nvSpPr>
          <p:cNvPr id="189" name="Google Shape;189;p19"/>
          <p:cNvSpPr txBox="1"/>
          <p:nvPr>
            <p:ph idx="1" type="subTitle"/>
          </p:nvPr>
        </p:nvSpPr>
        <p:spPr>
          <a:xfrm>
            <a:off x="1545194" y="2072985"/>
            <a:ext cx="25701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90" name="Google Shape;190;p19"/>
          <p:cNvSpPr txBox="1"/>
          <p:nvPr>
            <p:ph hasCustomPrompt="1" idx="2" type="title"/>
          </p:nvPr>
        </p:nvSpPr>
        <p:spPr>
          <a:xfrm>
            <a:off x="5028706" y="1641645"/>
            <a:ext cx="2570100" cy="586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3600"/>
              <a:buNone/>
              <a:defRPr b="1" sz="3600">
                <a:solidFill>
                  <a:schemeClr val="accent1"/>
                </a:solidFill>
              </a:defRPr>
            </a:lvl1pPr>
            <a:lvl2pPr lvl="1" rtl="0">
              <a:spcBef>
                <a:spcPts val="0"/>
              </a:spcBef>
              <a:spcAft>
                <a:spcPts val="0"/>
              </a:spcAft>
              <a:buClr>
                <a:schemeClr val="accent1"/>
              </a:buClr>
              <a:buSzPts val="3600"/>
              <a:buNone/>
              <a:defRPr b="1" sz="3600">
                <a:solidFill>
                  <a:schemeClr val="accent1"/>
                </a:solidFill>
              </a:defRPr>
            </a:lvl2pPr>
            <a:lvl3pPr lvl="2" rtl="0">
              <a:spcBef>
                <a:spcPts val="0"/>
              </a:spcBef>
              <a:spcAft>
                <a:spcPts val="0"/>
              </a:spcAft>
              <a:buClr>
                <a:schemeClr val="accent1"/>
              </a:buClr>
              <a:buSzPts val="3600"/>
              <a:buNone/>
              <a:defRPr b="1" sz="3600">
                <a:solidFill>
                  <a:schemeClr val="accent1"/>
                </a:solidFill>
              </a:defRPr>
            </a:lvl3pPr>
            <a:lvl4pPr lvl="3" rtl="0">
              <a:spcBef>
                <a:spcPts val="0"/>
              </a:spcBef>
              <a:spcAft>
                <a:spcPts val="0"/>
              </a:spcAft>
              <a:buClr>
                <a:schemeClr val="accent1"/>
              </a:buClr>
              <a:buSzPts val="3600"/>
              <a:buNone/>
              <a:defRPr b="1" sz="3600">
                <a:solidFill>
                  <a:schemeClr val="accent1"/>
                </a:solidFill>
              </a:defRPr>
            </a:lvl4pPr>
            <a:lvl5pPr lvl="4" rtl="0">
              <a:spcBef>
                <a:spcPts val="0"/>
              </a:spcBef>
              <a:spcAft>
                <a:spcPts val="0"/>
              </a:spcAft>
              <a:buClr>
                <a:schemeClr val="accent1"/>
              </a:buClr>
              <a:buSzPts val="3600"/>
              <a:buNone/>
              <a:defRPr b="1" sz="3600">
                <a:solidFill>
                  <a:schemeClr val="accent1"/>
                </a:solidFill>
              </a:defRPr>
            </a:lvl5pPr>
            <a:lvl6pPr lvl="5" rtl="0">
              <a:spcBef>
                <a:spcPts val="0"/>
              </a:spcBef>
              <a:spcAft>
                <a:spcPts val="0"/>
              </a:spcAft>
              <a:buClr>
                <a:schemeClr val="accent1"/>
              </a:buClr>
              <a:buSzPts val="3600"/>
              <a:buNone/>
              <a:defRPr b="1" sz="3600">
                <a:solidFill>
                  <a:schemeClr val="accent1"/>
                </a:solidFill>
              </a:defRPr>
            </a:lvl6pPr>
            <a:lvl7pPr lvl="6" rtl="0">
              <a:spcBef>
                <a:spcPts val="0"/>
              </a:spcBef>
              <a:spcAft>
                <a:spcPts val="0"/>
              </a:spcAft>
              <a:buClr>
                <a:schemeClr val="accent1"/>
              </a:buClr>
              <a:buSzPts val="3600"/>
              <a:buNone/>
              <a:defRPr b="1" sz="3600">
                <a:solidFill>
                  <a:schemeClr val="accent1"/>
                </a:solidFill>
              </a:defRPr>
            </a:lvl7pPr>
            <a:lvl8pPr lvl="7" rtl="0">
              <a:spcBef>
                <a:spcPts val="0"/>
              </a:spcBef>
              <a:spcAft>
                <a:spcPts val="0"/>
              </a:spcAft>
              <a:buClr>
                <a:schemeClr val="accent1"/>
              </a:buClr>
              <a:buSzPts val="3600"/>
              <a:buNone/>
              <a:defRPr b="1" sz="3600">
                <a:solidFill>
                  <a:schemeClr val="accent1"/>
                </a:solidFill>
              </a:defRPr>
            </a:lvl8pPr>
            <a:lvl9pPr lvl="8" rtl="0">
              <a:spcBef>
                <a:spcPts val="0"/>
              </a:spcBef>
              <a:spcAft>
                <a:spcPts val="0"/>
              </a:spcAft>
              <a:buClr>
                <a:schemeClr val="accent1"/>
              </a:buClr>
              <a:buSzPts val="3600"/>
              <a:buNone/>
              <a:defRPr b="1" sz="3600">
                <a:solidFill>
                  <a:schemeClr val="accent1"/>
                </a:solidFill>
              </a:defRPr>
            </a:lvl9pPr>
          </a:lstStyle>
          <a:p>
            <a:r>
              <a:t>xx%</a:t>
            </a:r>
          </a:p>
        </p:txBody>
      </p:sp>
      <p:sp>
        <p:nvSpPr>
          <p:cNvPr id="191" name="Google Shape;191;p19"/>
          <p:cNvSpPr txBox="1"/>
          <p:nvPr>
            <p:ph idx="3" type="subTitle"/>
          </p:nvPr>
        </p:nvSpPr>
        <p:spPr>
          <a:xfrm>
            <a:off x="5028706" y="2072985"/>
            <a:ext cx="25701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92" name="Google Shape;192;p19"/>
          <p:cNvSpPr txBox="1"/>
          <p:nvPr>
            <p:ph hasCustomPrompt="1" idx="4" type="title"/>
          </p:nvPr>
        </p:nvSpPr>
        <p:spPr>
          <a:xfrm>
            <a:off x="1545200" y="3405025"/>
            <a:ext cx="2570100" cy="586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3600"/>
              <a:buNone/>
              <a:defRPr b="1" sz="3600">
                <a:solidFill>
                  <a:schemeClr val="accent1"/>
                </a:solidFill>
              </a:defRPr>
            </a:lvl1pPr>
            <a:lvl2pPr lvl="1" rtl="0">
              <a:spcBef>
                <a:spcPts val="0"/>
              </a:spcBef>
              <a:spcAft>
                <a:spcPts val="0"/>
              </a:spcAft>
              <a:buClr>
                <a:schemeClr val="accent1"/>
              </a:buClr>
              <a:buSzPts val="3600"/>
              <a:buNone/>
              <a:defRPr b="1" sz="3600">
                <a:solidFill>
                  <a:schemeClr val="accent1"/>
                </a:solidFill>
              </a:defRPr>
            </a:lvl2pPr>
            <a:lvl3pPr lvl="2" rtl="0">
              <a:spcBef>
                <a:spcPts val="0"/>
              </a:spcBef>
              <a:spcAft>
                <a:spcPts val="0"/>
              </a:spcAft>
              <a:buClr>
                <a:schemeClr val="accent1"/>
              </a:buClr>
              <a:buSzPts val="3600"/>
              <a:buNone/>
              <a:defRPr b="1" sz="3600">
                <a:solidFill>
                  <a:schemeClr val="accent1"/>
                </a:solidFill>
              </a:defRPr>
            </a:lvl3pPr>
            <a:lvl4pPr lvl="3" rtl="0">
              <a:spcBef>
                <a:spcPts val="0"/>
              </a:spcBef>
              <a:spcAft>
                <a:spcPts val="0"/>
              </a:spcAft>
              <a:buClr>
                <a:schemeClr val="accent1"/>
              </a:buClr>
              <a:buSzPts val="3600"/>
              <a:buNone/>
              <a:defRPr b="1" sz="3600">
                <a:solidFill>
                  <a:schemeClr val="accent1"/>
                </a:solidFill>
              </a:defRPr>
            </a:lvl4pPr>
            <a:lvl5pPr lvl="4" rtl="0">
              <a:spcBef>
                <a:spcPts val="0"/>
              </a:spcBef>
              <a:spcAft>
                <a:spcPts val="0"/>
              </a:spcAft>
              <a:buClr>
                <a:schemeClr val="accent1"/>
              </a:buClr>
              <a:buSzPts val="3600"/>
              <a:buNone/>
              <a:defRPr b="1" sz="3600">
                <a:solidFill>
                  <a:schemeClr val="accent1"/>
                </a:solidFill>
              </a:defRPr>
            </a:lvl5pPr>
            <a:lvl6pPr lvl="5" rtl="0">
              <a:spcBef>
                <a:spcPts val="0"/>
              </a:spcBef>
              <a:spcAft>
                <a:spcPts val="0"/>
              </a:spcAft>
              <a:buClr>
                <a:schemeClr val="accent1"/>
              </a:buClr>
              <a:buSzPts val="3600"/>
              <a:buNone/>
              <a:defRPr b="1" sz="3600">
                <a:solidFill>
                  <a:schemeClr val="accent1"/>
                </a:solidFill>
              </a:defRPr>
            </a:lvl6pPr>
            <a:lvl7pPr lvl="6" rtl="0">
              <a:spcBef>
                <a:spcPts val="0"/>
              </a:spcBef>
              <a:spcAft>
                <a:spcPts val="0"/>
              </a:spcAft>
              <a:buClr>
                <a:schemeClr val="accent1"/>
              </a:buClr>
              <a:buSzPts val="3600"/>
              <a:buNone/>
              <a:defRPr b="1" sz="3600">
                <a:solidFill>
                  <a:schemeClr val="accent1"/>
                </a:solidFill>
              </a:defRPr>
            </a:lvl7pPr>
            <a:lvl8pPr lvl="7" rtl="0">
              <a:spcBef>
                <a:spcPts val="0"/>
              </a:spcBef>
              <a:spcAft>
                <a:spcPts val="0"/>
              </a:spcAft>
              <a:buClr>
                <a:schemeClr val="accent1"/>
              </a:buClr>
              <a:buSzPts val="3600"/>
              <a:buNone/>
              <a:defRPr b="1" sz="3600">
                <a:solidFill>
                  <a:schemeClr val="accent1"/>
                </a:solidFill>
              </a:defRPr>
            </a:lvl8pPr>
            <a:lvl9pPr lvl="8" rtl="0">
              <a:spcBef>
                <a:spcPts val="0"/>
              </a:spcBef>
              <a:spcAft>
                <a:spcPts val="0"/>
              </a:spcAft>
              <a:buClr>
                <a:schemeClr val="accent1"/>
              </a:buClr>
              <a:buSzPts val="3600"/>
              <a:buNone/>
              <a:defRPr b="1" sz="3600">
                <a:solidFill>
                  <a:schemeClr val="accent1"/>
                </a:solidFill>
              </a:defRPr>
            </a:lvl9pPr>
          </a:lstStyle>
          <a:p>
            <a:r>
              <a:t>xx%</a:t>
            </a:r>
          </a:p>
        </p:txBody>
      </p:sp>
      <p:sp>
        <p:nvSpPr>
          <p:cNvPr id="193" name="Google Shape;193;p19"/>
          <p:cNvSpPr txBox="1"/>
          <p:nvPr>
            <p:ph idx="5" type="subTitle"/>
          </p:nvPr>
        </p:nvSpPr>
        <p:spPr>
          <a:xfrm>
            <a:off x="1545200" y="3837575"/>
            <a:ext cx="25701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94" name="Google Shape;194;p19"/>
          <p:cNvSpPr txBox="1"/>
          <p:nvPr>
            <p:ph hasCustomPrompt="1" idx="6" type="title"/>
          </p:nvPr>
        </p:nvSpPr>
        <p:spPr>
          <a:xfrm>
            <a:off x="5028706" y="3405024"/>
            <a:ext cx="2570100" cy="586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3600"/>
              <a:buNone/>
              <a:defRPr b="1" sz="3600">
                <a:solidFill>
                  <a:schemeClr val="accent1"/>
                </a:solidFill>
              </a:defRPr>
            </a:lvl1pPr>
            <a:lvl2pPr lvl="1" rtl="0">
              <a:spcBef>
                <a:spcPts val="0"/>
              </a:spcBef>
              <a:spcAft>
                <a:spcPts val="0"/>
              </a:spcAft>
              <a:buClr>
                <a:schemeClr val="accent1"/>
              </a:buClr>
              <a:buSzPts val="3600"/>
              <a:buNone/>
              <a:defRPr b="1" sz="3600">
                <a:solidFill>
                  <a:schemeClr val="accent1"/>
                </a:solidFill>
              </a:defRPr>
            </a:lvl2pPr>
            <a:lvl3pPr lvl="2" rtl="0">
              <a:spcBef>
                <a:spcPts val="0"/>
              </a:spcBef>
              <a:spcAft>
                <a:spcPts val="0"/>
              </a:spcAft>
              <a:buClr>
                <a:schemeClr val="accent1"/>
              </a:buClr>
              <a:buSzPts val="3600"/>
              <a:buNone/>
              <a:defRPr b="1" sz="3600">
                <a:solidFill>
                  <a:schemeClr val="accent1"/>
                </a:solidFill>
              </a:defRPr>
            </a:lvl3pPr>
            <a:lvl4pPr lvl="3" rtl="0">
              <a:spcBef>
                <a:spcPts val="0"/>
              </a:spcBef>
              <a:spcAft>
                <a:spcPts val="0"/>
              </a:spcAft>
              <a:buClr>
                <a:schemeClr val="accent1"/>
              </a:buClr>
              <a:buSzPts val="3600"/>
              <a:buNone/>
              <a:defRPr b="1" sz="3600">
                <a:solidFill>
                  <a:schemeClr val="accent1"/>
                </a:solidFill>
              </a:defRPr>
            </a:lvl4pPr>
            <a:lvl5pPr lvl="4" rtl="0">
              <a:spcBef>
                <a:spcPts val="0"/>
              </a:spcBef>
              <a:spcAft>
                <a:spcPts val="0"/>
              </a:spcAft>
              <a:buClr>
                <a:schemeClr val="accent1"/>
              </a:buClr>
              <a:buSzPts val="3600"/>
              <a:buNone/>
              <a:defRPr b="1" sz="3600">
                <a:solidFill>
                  <a:schemeClr val="accent1"/>
                </a:solidFill>
              </a:defRPr>
            </a:lvl5pPr>
            <a:lvl6pPr lvl="5" rtl="0">
              <a:spcBef>
                <a:spcPts val="0"/>
              </a:spcBef>
              <a:spcAft>
                <a:spcPts val="0"/>
              </a:spcAft>
              <a:buClr>
                <a:schemeClr val="accent1"/>
              </a:buClr>
              <a:buSzPts val="3600"/>
              <a:buNone/>
              <a:defRPr b="1" sz="3600">
                <a:solidFill>
                  <a:schemeClr val="accent1"/>
                </a:solidFill>
              </a:defRPr>
            </a:lvl6pPr>
            <a:lvl7pPr lvl="6" rtl="0">
              <a:spcBef>
                <a:spcPts val="0"/>
              </a:spcBef>
              <a:spcAft>
                <a:spcPts val="0"/>
              </a:spcAft>
              <a:buClr>
                <a:schemeClr val="accent1"/>
              </a:buClr>
              <a:buSzPts val="3600"/>
              <a:buNone/>
              <a:defRPr b="1" sz="3600">
                <a:solidFill>
                  <a:schemeClr val="accent1"/>
                </a:solidFill>
              </a:defRPr>
            </a:lvl7pPr>
            <a:lvl8pPr lvl="7" rtl="0">
              <a:spcBef>
                <a:spcPts val="0"/>
              </a:spcBef>
              <a:spcAft>
                <a:spcPts val="0"/>
              </a:spcAft>
              <a:buClr>
                <a:schemeClr val="accent1"/>
              </a:buClr>
              <a:buSzPts val="3600"/>
              <a:buNone/>
              <a:defRPr b="1" sz="3600">
                <a:solidFill>
                  <a:schemeClr val="accent1"/>
                </a:solidFill>
              </a:defRPr>
            </a:lvl8pPr>
            <a:lvl9pPr lvl="8" rtl="0">
              <a:spcBef>
                <a:spcPts val="0"/>
              </a:spcBef>
              <a:spcAft>
                <a:spcPts val="0"/>
              </a:spcAft>
              <a:buClr>
                <a:schemeClr val="accent1"/>
              </a:buClr>
              <a:buSzPts val="3600"/>
              <a:buNone/>
              <a:defRPr b="1" sz="3600">
                <a:solidFill>
                  <a:schemeClr val="accent1"/>
                </a:solidFill>
              </a:defRPr>
            </a:lvl9pPr>
          </a:lstStyle>
          <a:p>
            <a:r>
              <a:t>xx%</a:t>
            </a:r>
          </a:p>
        </p:txBody>
      </p:sp>
      <p:sp>
        <p:nvSpPr>
          <p:cNvPr id="195" name="Google Shape;195;p19"/>
          <p:cNvSpPr txBox="1"/>
          <p:nvPr>
            <p:ph idx="7" type="subTitle"/>
          </p:nvPr>
        </p:nvSpPr>
        <p:spPr>
          <a:xfrm>
            <a:off x="5028706" y="3837577"/>
            <a:ext cx="25701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96" name="Google Shape;196;p19"/>
          <p:cNvSpPr txBox="1"/>
          <p:nvPr>
            <p:ph idx="8" type="title"/>
          </p:nvPr>
        </p:nvSpPr>
        <p:spPr>
          <a:xfrm>
            <a:off x="622625" y="365160"/>
            <a:ext cx="769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grpSp>
        <p:nvGrpSpPr>
          <p:cNvPr id="197" name="Google Shape;197;p19"/>
          <p:cNvGrpSpPr/>
          <p:nvPr/>
        </p:nvGrpSpPr>
        <p:grpSpPr>
          <a:xfrm>
            <a:off x="7780524" y="4"/>
            <a:ext cx="1368120" cy="2511095"/>
            <a:chOff x="7780524" y="4"/>
            <a:chExt cx="1368120" cy="2511095"/>
          </a:xfrm>
        </p:grpSpPr>
        <p:sp>
          <p:nvSpPr>
            <p:cNvPr id="198" name="Google Shape;198;p19"/>
            <p:cNvSpPr/>
            <p:nvPr/>
          </p:nvSpPr>
          <p:spPr>
            <a:xfrm>
              <a:off x="8095768" y="4"/>
              <a:ext cx="1052876" cy="1932658"/>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9"/>
            <p:cNvSpPr/>
            <p:nvPr/>
          </p:nvSpPr>
          <p:spPr>
            <a:xfrm>
              <a:off x="8402388" y="4"/>
              <a:ext cx="746257" cy="1369541"/>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9"/>
            <p:cNvSpPr/>
            <p:nvPr/>
          </p:nvSpPr>
          <p:spPr>
            <a:xfrm>
              <a:off x="7780524" y="4"/>
              <a:ext cx="1368120" cy="251109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 name="Google Shape;201;p19"/>
          <p:cNvGrpSpPr/>
          <p:nvPr/>
        </p:nvGrpSpPr>
        <p:grpSpPr>
          <a:xfrm>
            <a:off x="4540" y="4"/>
            <a:ext cx="1432955" cy="2560711"/>
            <a:chOff x="4540" y="4"/>
            <a:chExt cx="1432955" cy="2560711"/>
          </a:xfrm>
        </p:grpSpPr>
        <p:sp>
          <p:nvSpPr>
            <p:cNvPr id="202" name="Google Shape;202;p19"/>
            <p:cNvSpPr/>
            <p:nvPr/>
          </p:nvSpPr>
          <p:spPr>
            <a:xfrm>
              <a:off x="4540" y="4"/>
              <a:ext cx="1117711" cy="1997492"/>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9"/>
            <p:cNvSpPr/>
            <p:nvPr/>
          </p:nvSpPr>
          <p:spPr>
            <a:xfrm>
              <a:off x="4540" y="4"/>
              <a:ext cx="811193" cy="1449189"/>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9"/>
            <p:cNvSpPr/>
            <p:nvPr/>
          </p:nvSpPr>
          <p:spPr>
            <a:xfrm>
              <a:off x="4540" y="4"/>
              <a:ext cx="1432955" cy="2560711"/>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0">
    <p:spTree>
      <p:nvGrpSpPr>
        <p:cNvPr id="205" name="Shape 205"/>
        <p:cNvGrpSpPr/>
        <p:nvPr/>
      </p:nvGrpSpPr>
      <p:grpSpPr>
        <a:xfrm>
          <a:off x="0" y="0"/>
          <a:ext cx="0" cy="0"/>
          <a:chOff x="0" y="0"/>
          <a:chExt cx="0" cy="0"/>
        </a:xfrm>
      </p:grpSpPr>
      <p:grpSp>
        <p:nvGrpSpPr>
          <p:cNvPr id="206" name="Google Shape;206;p20"/>
          <p:cNvGrpSpPr/>
          <p:nvPr/>
        </p:nvGrpSpPr>
        <p:grpSpPr>
          <a:xfrm>
            <a:off x="4540" y="4"/>
            <a:ext cx="9144105" cy="2560711"/>
            <a:chOff x="360075" y="1852550"/>
            <a:chExt cx="2253075" cy="630950"/>
          </a:xfrm>
        </p:grpSpPr>
        <p:sp>
          <p:nvSpPr>
            <p:cNvPr id="207" name="Google Shape;207;p20"/>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0"/>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0"/>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0"/>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0"/>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0"/>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 name="Google Shape;213;p20"/>
          <p:cNvGrpSpPr/>
          <p:nvPr/>
        </p:nvGrpSpPr>
        <p:grpSpPr>
          <a:xfrm flipH="1" rot="10800000">
            <a:off x="4540" y="2593217"/>
            <a:ext cx="9144105" cy="2560711"/>
            <a:chOff x="360075" y="1852550"/>
            <a:chExt cx="2253075" cy="630950"/>
          </a:xfrm>
        </p:grpSpPr>
        <p:sp>
          <p:nvSpPr>
            <p:cNvPr id="214" name="Google Shape;214;p20"/>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0"/>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0"/>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0"/>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0"/>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0"/>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 name="Google Shape;220;p20"/>
          <p:cNvSpPr txBox="1"/>
          <p:nvPr>
            <p:ph type="title"/>
          </p:nvPr>
        </p:nvSpPr>
        <p:spPr>
          <a:xfrm>
            <a:off x="2445375" y="230900"/>
            <a:ext cx="4251300" cy="13512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9300"/>
            </a:lvl1pPr>
            <a:lvl2pPr lvl="1" algn="ctr">
              <a:spcBef>
                <a:spcPts val="0"/>
              </a:spcBef>
              <a:spcAft>
                <a:spcPts val="0"/>
              </a:spcAft>
              <a:buNone/>
              <a:defRPr sz="9300"/>
            </a:lvl2pPr>
            <a:lvl3pPr lvl="2" algn="ctr">
              <a:spcBef>
                <a:spcPts val="0"/>
              </a:spcBef>
              <a:spcAft>
                <a:spcPts val="0"/>
              </a:spcAft>
              <a:buNone/>
              <a:defRPr sz="9300"/>
            </a:lvl3pPr>
            <a:lvl4pPr lvl="3" algn="ctr">
              <a:spcBef>
                <a:spcPts val="0"/>
              </a:spcBef>
              <a:spcAft>
                <a:spcPts val="0"/>
              </a:spcAft>
              <a:buNone/>
              <a:defRPr sz="9300"/>
            </a:lvl4pPr>
            <a:lvl5pPr lvl="4" algn="ctr">
              <a:spcBef>
                <a:spcPts val="0"/>
              </a:spcBef>
              <a:spcAft>
                <a:spcPts val="0"/>
              </a:spcAft>
              <a:buNone/>
              <a:defRPr sz="9300"/>
            </a:lvl5pPr>
            <a:lvl6pPr lvl="5" algn="ctr">
              <a:spcBef>
                <a:spcPts val="0"/>
              </a:spcBef>
              <a:spcAft>
                <a:spcPts val="0"/>
              </a:spcAft>
              <a:buNone/>
              <a:defRPr sz="9300"/>
            </a:lvl6pPr>
            <a:lvl7pPr lvl="6" algn="ctr">
              <a:spcBef>
                <a:spcPts val="0"/>
              </a:spcBef>
              <a:spcAft>
                <a:spcPts val="0"/>
              </a:spcAft>
              <a:buNone/>
              <a:defRPr sz="9300"/>
            </a:lvl7pPr>
            <a:lvl8pPr lvl="7" algn="ctr">
              <a:spcBef>
                <a:spcPts val="0"/>
              </a:spcBef>
              <a:spcAft>
                <a:spcPts val="0"/>
              </a:spcAft>
              <a:buNone/>
              <a:defRPr sz="9300"/>
            </a:lvl8pPr>
            <a:lvl9pPr lvl="8" algn="ctr">
              <a:spcBef>
                <a:spcPts val="0"/>
              </a:spcBef>
              <a:spcAft>
                <a:spcPts val="0"/>
              </a:spcAft>
              <a:buNone/>
              <a:defRPr sz="9300"/>
            </a:lvl9pPr>
          </a:lstStyle>
          <a:p/>
        </p:txBody>
      </p:sp>
      <p:sp>
        <p:nvSpPr>
          <p:cNvPr id="221" name="Google Shape;221;p20"/>
          <p:cNvSpPr txBox="1"/>
          <p:nvPr>
            <p:ph idx="1" type="subTitle"/>
          </p:nvPr>
        </p:nvSpPr>
        <p:spPr>
          <a:xfrm>
            <a:off x="2447275" y="1625125"/>
            <a:ext cx="4251300" cy="1410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22" name="Google Shape;222;p20"/>
          <p:cNvSpPr txBox="1"/>
          <p:nvPr/>
        </p:nvSpPr>
        <p:spPr>
          <a:xfrm>
            <a:off x="2288450" y="3752775"/>
            <a:ext cx="4569600" cy="66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accent1"/>
                </a:solidFill>
                <a:latin typeface="Roboto Condensed"/>
                <a:ea typeface="Roboto Condensed"/>
                <a:cs typeface="Roboto Condensed"/>
                <a:sym typeface="Roboto Condensed"/>
              </a:rPr>
              <a:t>CREDITS:</a:t>
            </a:r>
            <a:r>
              <a:rPr lang="en" sz="1200">
                <a:latin typeface="Roboto Condensed"/>
                <a:ea typeface="Roboto Condensed"/>
                <a:cs typeface="Roboto Condensed"/>
                <a:sym typeface="Roboto Condensed"/>
              </a:rPr>
              <a:t> This presentation template was created by </a:t>
            </a:r>
            <a:r>
              <a:rPr b="1" lang="en" sz="1200">
                <a:solidFill>
                  <a:schemeClr val="accent1"/>
                </a:solidFill>
                <a:uFill>
                  <a:noFill/>
                </a:uFill>
                <a:latin typeface="Roboto Condensed"/>
                <a:ea typeface="Roboto Condensed"/>
                <a:cs typeface="Roboto Condensed"/>
                <a:sym typeface="Roboto Condensed"/>
                <a:hlinkClick r:id="rId2"/>
              </a:rPr>
              <a:t>Slidesgo</a:t>
            </a:r>
            <a:r>
              <a:rPr lang="en" sz="1200">
                <a:latin typeface="Roboto Condensed"/>
                <a:ea typeface="Roboto Condensed"/>
                <a:cs typeface="Roboto Condensed"/>
                <a:sym typeface="Roboto Condensed"/>
              </a:rPr>
              <a:t>, including icon by </a:t>
            </a:r>
            <a:r>
              <a:rPr b="1" lang="en" sz="1200">
                <a:solidFill>
                  <a:schemeClr val="accent1"/>
                </a:solidFill>
                <a:uFill>
                  <a:noFill/>
                </a:uFill>
                <a:latin typeface="Roboto Condensed"/>
                <a:ea typeface="Roboto Condensed"/>
                <a:cs typeface="Roboto Condensed"/>
                <a:sym typeface="Roboto Condensed"/>
                <a:hlinkClick r:id="rId3"/>
              </a:rPr>
              <a:t>Flaticon</a:t>
            </a:r>
            <a:r>
              <a:rPr lang="en" sz="1200">
                <a:latin typeface="Roboto Condensed"/>
                <a:ea typeface="Roboto Condensed"/>
                <a:cs typeface="Roboto Condensed"/>
                <a:sym typeface="Roboto Condensed"/>
              </a:rPr>
              <a:t>, and infographics &amp; images from </a:t>
            </a:r>
            <a:r>
              <a:rPr b="1" lang="en" sz="1200">
                <a:solidFill>
                  <a:schemeClr val="accent1"/>
                </a:solidFill>
                <a:uFill>
                  <a:noFill/>
                </a:uFill>
                <a:latin typeface="Roboto Condensed"/>
                <a:ea typeface="Roboto Condensed"/>
                <a:cs typeface="Roboto Condensed"/>
                <a:sym typeface="Roboto Condensed"/>
                <a:hlinkClick r:id="rId4"/>
              </a:rPr>
              <a:t>Freepik</a:t>
            </a:r>
            <a:endParaRPr b="1" sz="1200">
              <a:solidFill>
                <a:schemeClr val="accent1"/>
              </a:solidFill>
              <a:latin typeface="Roboto Condensed"/>
              <a:ea typeface="Roboto Condensed"/>
              <a:cs typeface="Roboto Condensed"/>
              <a:sym typeface="Roboto Condense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1">
    <p:spTree>
      <p:nvGrpSpPr>
        <p:cNvPr id="223" name="Shape 223"/>
        <p:cNvGrpSpPr/>
        <p:nvPr/>
      </p:nvGrpSpPr>
      <p:grpSpPr>
        <a:xfrm>
          <a:off x="0" y="0"/>
          <a:ext cx="0" cy="0"/>
          <a:chOff x="0" y="0"/>
          <a:chExt cx="0" cy="0"/>
        </a:xfrm>
      </p:grpSpPr>
      <p:sp>
        <p:nvSpPr>
          <p:cNvPr id="224" name="Google Shape;224;p21"/>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p:txBody>
      </p:sp>
      <p:sp>
        <p:nvSpPr>
          <p:cNvPr id="225" name="Google Shape;225;p21"/>
          <p:cNvSpPr txBox="1"/>
          <p:nvPr>
            <p:ph idx="1" type="subTitle"/>
          </p:nvPr>
        </p:nvSpPr>
        <p:spPr>
          <a:xfrm>
            <a:off x="1145250" y="1614892"/>
            <a:ext cx="30435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226" name="Google Shape;226;p21"/>
          <p:cNvSpPr txBox="1"/>
          <p:nvPr>
            <p:ph idx="2" type="subTitle"/>
          </p:nvPr>
        </p:nvSpPr>
        <p:spPr>
          <a:xfrm>
            <a:off x="1145250" y="2135175"/>
            <a:ext cx="3043500" cy="2179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227" name="Google Shape;227;p21"/>
          <p:cNvSpPr txBox="1"/>
          <p:nvPr>
            <p:ph idx="3" type="subTitle"/>
          </p:nvPr>
        </p:nvSpPr>
        <p:spPr>
          <a:xfrm>
            <a:off x="4955250" y="1614892"/>
            <a:ext cx="30435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228" name="Google Shape;228;p21"/>
          <p:cNvSpPr txBox="1"/>
          <p:nvPr>
            <p:ph idx="4" type="subTitle"/>
          </p:nvPr>
        </p:nvSpPr>
        <p:spPr>
          <a:xfrm>
            <a:off x="4955250" y="2135176"/>
            <a:ext cx="3043500" cy="2179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grpSp>
        <p:nvGrpSpPr>
          <p:cNvPr id="229" name="Google Shape;229;p21"/>
          <p:cNvGrpSpPr/>
          <p:nvPr/>
        </p:nvGrpSpPr>
        <p:grpSpPr>
          <a:xfrm>
            <a:off x="4540" y="4"/>
            <a:ext cx="9144105" cy="2560711"/>
            <a:chOff x="360075" y="1852550"/>
            <a:chExt cx="2253075" cy="630950"/>
          </a:xfrm>
        </p:grpSpPr>
        <p:sp>
          <p:nvSpPr>
            <p:cNvPr id="230" name="Google Shape;230;p21"/>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1"/>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1"/>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1"/>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1"/>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1"/>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2">
    <p:spTree>
      <p:nvGrpSpPr>
        <p:cNvPr id="236" name="Shape 236"/>
        <p:cNvGrpSpPr/>
        <p:nvPr/>
      </p:nvGrpSpPr>
      <p:grpSpPr>
        <a:xfrm>
          <a:off x="0" y="0"/>
          <a:ext cx="0" cy="0"/>
          <a:chOff x="0" y="0"/>
          <a:chExt cx="0" cy="0"/>
        </a:xfrm>
      </p:grpSpPr>
      <p:grpSp>
        <p:nvGrpSpPr>
          <p:cNvPr id="237" name="Google Shape;237;p22"/>
          <p:cNvGrpSpPr/>
          <p:nvPr/>
        </p:nvGrpSpPr>
        <p:grpSpPr>
          <a:xfrm>
            <a:off x="4540" y="4"/>
            <a:ext cx="9144105" cy="2560711"/>
            <a:chOff x="360075" y="1852550"/>
            <a:chExt cx="2253075" cy="630950"/>
          </a:xfrm>
        </p:grpSpPr>
        <p:sp>
          <p:nvSpPr>
            <p:cNvPr id="238" name="Google Shape;238;p22"/>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2"/>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2"/>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2"/>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2"/>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2"/>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 name="Google Shape;244;p22"/>
          <p:cNvGrpSpPr/>
          <p:nvPr/>
        </p:nvGrpSpPr>
        <p:grpSpPr>
          <a:xfrm flipH="1" rot="10800000">
            <a:off x="4540" y="2593217"/>
            <a:ext cx="9144105" cy="2560711"/>
            <a:chOff x="360075" y="1852550"/>
            <a:chExt cx="2253075" cy="630950"/>
          </a:xfrm>
        </p:grpSpPr>
        <p:sp>
          <p:nvSpPr>
            <p:cNvPr id="245" name="Google Shape;245;p22"/>
            <p:cNvSpPr/>
            <p:nvPr/>
          </p:nvSpPr>
          <p:spPr>
            <a:xfrm>
              <a:off x="2353725" y="1852550"/>
              <a:ext cx="259425" cy="476200"/>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2"/>
            <p:cNvSpPr/>
            <p:nvPr/>
          </p:nvSpPr>
          <p:spPr>
            <a:xfrm>
              <a:off x="2429275" y="1852550"/>
              <a:ext cx="183875" cy="337450"/>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2"/>
            <p:cNvSpPr/>
            <p:nvPr/>
          </p:nvSpPr>
          <p:spPr>
            <a:xfrm>
              <a:off x="2276050" y="1852550"/>
              <a:ext cx="337100" cy="61872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2"/>
            <p:cNvSpPr/>
            <p:nvPr/>
          </p:nvSpPr>
          <p:spPr>
            <a:xfrm>
              <a:off x="360075" y="1852550"/>
              <a:ext cx="275400" cy="492175"/>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2"/>
            <p:cNvSpPr/>
            <p:nvPr/>
          </p:nvSpPr>
          <p:spPr>
            <a:xfrm>
              <a:off x="360075" y="1852550"/>
              <a:ext cx="199875" cy="357075"/>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2"/>
            <p:cNvSpPr/>
            <p:nvPr/>
          </p:nvSpPr>
          <p:spPr>
            <a:xfrm>
              <a:off x="360075" y="1852550"/>
              <a:ext cx="353075" cy="630950"/>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2_1">
    <p:spTree>
      <p:nvGrpSpPr>
        <p:cNvPr id="251" name="Shape 251"/>
        <p:cNvGrpSpPr/>
        <p:nvPr/>
      </p:nvGrpSpPr>
      <p:grpSpPr>
        <a:xfrm>
          <a:off x="0" y="0"/>
          <a:ext cx="0" cy="0"/>
          <a:chOff x="0" y="0"/>
          <a:chExt cx="0" cy="0"/>
        </a:xfrm>
      </p:grpSpPr>
      <p:grpSp>
        <p:nvGrpSpPr>
          <p:cNvPr id="252" name="Google Shape;252;p23"/>
          <p:cNvGrpSpPr/>
          <p:nvPr/>
        </p:nvGrpSpPr>
        <p:grpSpPr>
          <a:xfrm>
            <a:off x="8196713" y="0"/>
            <a:ext cx="947288" cy="3908220"/>
            <a:chOff x="8187751" y="597125"/>
            <a:chExt cx="947288" cy="3908220"/>
          </a:xfrm>
        </p:grpSpPr>
        <p:sp>
          <p:nvSpPr>
            <p:cNvPr id="253" name="Google Shape;253;p23"/>
            <p:cNvSpPr/>
            <p:nvPr/>
          </p:nvSpPr>
          <p:spPr>
            <a:xfrm>
              <a:off x="8460495" y="1152001"/>
              <a:ext cx="674540" cy="2783973"/>
            </a:xfrm>
            <a:custGeom>
              <a:rect b="b" l="l" r="r" t="t"/>
              <a:pathLst>
                <a:path extrusionOk="0" h="27846" w="7684">
                  <a:moveTo>
                    <a:pt x="7684" y="0"/>
                  </a:moveTo>
                  <a:lnTo>
                    <a:pt x="0" y="13737"/>
                  </a:lnTo>
                  <a:lnTo>
                    <a:pt x="7684" y="27845"/>
                  </a:lnTo>
                  <a:lnTo>
                    <a:pt x="7684" y="22159"/>
                  </a:lnTo>
                  <a:lnTo>
                    <a:pt x="3088" y="13723"/>
                  </a:lnTo>
                  <a:lnTo>
                    <a:pt x="7684" y="5504"/>
                  </a:lnTo>
                  <a:lnTo>
                    <a:pt x="7684"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3"/>
            <p:cNvSpPr/>
            <p:nvPr/>
          </p:nvSpPr>
          <p:spPr>
            <a:xfrm>
              <a:off x="8725690" y="1692280"/>
              <a:ext cx="409341" cy="1688720"/>
            </a:xfrm>
            <a:custGeom>
              <a:rect b="b" l="l" r="r" t="t"/>
              <a:pathLst>
                <a:path extrusionOk="0" h="16891" w="4663">
                  <a:moveTo>
                    <a:pt x="4663" y="1"/>
                  </a:moveTo>
                  <a:lnTo>
                    <a:pt x="1" y="8333"/>
                  </a:lnTo>
                  <a:lnTo>
                    <a:pt x="4663" y="16891"/>
                  </a:lnTo>
                  <a:lnTo>
                    <a:pt x="4663" y="11205"/>
                  </a:lnTo>
                  <a:lnTo>
                    <a:pt x="3088" y="8319"/>
                  </a:lnTo>
                  <a:lnTo>
                    <a:pt x="4663" y="5504"/>
                  </a:lnTo>
                  <a:lnTo>
                    <a:pt x="466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3"/>
            <p:cNvSpPr/>
            <p:nvPr/>
          </p:nvSpPr>
          <p:spPr>
            <a:xfrm>
              <a:off x="8187751" y="597125"/>
              <a:ext cx="947288" cy="3908220"/>
            </a:xfrm>
            <a:custGeom>
              <a:rect b="b" l="l" r="r" t="t"/>
              <a:pathLst>
                <a:path extrusionOk="0" h="39091" w="10791">
                  <a:moveTo>
                    <a:pt x="10791" y="0"/>
                  </a:moveTo>
                  <a:lnTo>
                    <a:pt x="1" y="19287"/>
                  </a:lnTo>
                  <a:lnTo>
                    <a:pt x="10791" y="39091"/>
                  </a:lnTo>
                  <a:lnTo>
                    <a:pt x="10791" y="33409"/>
                  </a:lnTo>
                  <a:lnTo>
                    <a:pt x="3088" y="19273"/>
                  </a:lnTo>
                  <a:lnTo>
                    <a:pt x="10791" y="5503"/>
                  </a:lnTo>
                  <a:lnTo>
                    <a:pt x="107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 name="Google Shape;256;p23"/>
          <p:cNvGrpSpPr/>
          <p:nvPr/>
        </p:nvGrpSpPr>
        <p:grpSpPr>
          <a:xfrm rot="10800000">
            <a:off x="-12" y="1235275"/>
            <a:ext cx="947288" cy="3908220"/>
            <a:chOff x="8187751" y="597125"/>
            <a:chExt cx="947288" cy="3908220"/>
          </a:xfrm>
        </p:grpSpPr>
        <p:sp>
          <p:nvSpPr>
            <p:cNvPr id="257" name="Google Shape;257;p23"/>
            <p:cNvSpPr/>
            <p:nvPr/>
          </p:nvSpPr>
          <p:spPr>
            <a:xfrm>
              <a:off x="8460495" y="1152001"/>
              <a:ext cx="674540" cy="2783973"/>
            </a:xfrm>
            <a:custGeom>
              <a:rect b="b" l="l" r="r" t="t"/>
              <a:pathLst>
                <a:path extrusionOk="0" h="27846" w="7684">
                  <a:moveTo>
                    <a:pt x="7684" y="0"/>
                  </a:moveTo>
                  <a:lnTo>
                    <a:pt x="0" y="13737"/>
                  </a:lnTo>
                  <a:lnTo>
                    <a:pt x="7684" y="27845"/>
                  </a:lnTo>
                  <a:lnTo>
                    <a:pt x="7684" y="22159"/>
                  </a:lnTo>
                  <a:lnTo>
                    <a:pt x="3088" y="13723"/>
                  </a:lnTo>
                  <a:lnTo>
                    <a:pt x="7684" y="5504"/>
                  </a:lnTo>
                  <a:lnTo>
                    <a:pt x="7684"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3"/>
            <p:cNvSpPr/>
            <p:nvPr/>
          </p:nvSpPr>
          <p:spPr>
            <a:xfrm>
              <a:off x="8725690" y="1692280"/>
              <a:ext cx="409341" cy="1688720"/>
            </a:xfrm>
            <a:custGeom>
              <a:rect b="b" l="l" r="r" t="t"/>
              <a:pathLst>
                <a:path extrusionOk="0" h="16891" w="4663">
                  <a:moveTo>
                    <a:pt x="4663" y="1"/>
                  </a:moveTo>
                  <a:lnTo>
                    <a:pt x="1" y="8333"/>
                  </a:lnTo>
                  <a:lnTo>
                    <a:pt x="4663" y="16891"/>
                  </a:lnTo>
                  <a:lnTo>
                    <a:pt x="4663" y="11205"/>
                  </a:lnTo>
                  <a:lnTo>
                    <a:pt x="3088" y="8319"/>
                  </a:lnTo>
                  <a:lnTo>
                    <a:pt x="4663" y="5504"/>
                  </a:lnTo>
                  <a:lnTo>
                    <a:pt x="466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3"/>
            <p:cNvSpPr/>
            <p:nvPr/>
          </p:nvSpPr>
          <p:spPr>
            <a:xfrm>
              <a:off x="8187751" y="597125"/>
              <a:ext cx="947288" cy="3908220"/>
            </a:xfrm>
            <a:custGeom>
              <a:rect b="b" l="l" r="r" t="t"/>
              <a:pathLst>
                <a:path extrusionOk="0" h="39091" w="10791">
                  <a:moveTo>
                    <a:pt x="10791" y="0"/>
                  </a:moveTo>
                  <a:lnTo>
                    <a:pt x="1" y="19287"/>
                  </a:lnTo>
                  <a:lnTo>
                    <a:pt x="10791" y="39091"/>
                  </a:lnTo>
                  <a:lnTo>
                    <a:pt x="10791" y="33409"/>
                  </a:lnTo>
                  <a:lnTo>
                    <a:pt x="3088" y="19273"/>
                  </a:lnTo>
                  <a:lnTo>
                    <a:pt x="10791" y="5503"/>
                  </a:lnTo>
                  <a:lnTo>
                    <a:pt x="107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2_2">
    <p:spTree>
      <p:nvGrpSpPr>
        <p:cNvPr id="260" name="Shape 260"/>
        <p:cNvGrpSpPr/>
        <p:nvPr/>
      </p:nvGrpSpPr>
      <p:grpSpPr>
        <a:xfrm>
          <a:off x="0" y="0"/>
          <a:ext cx="0" cy="0"/>
          <a:chOff x="0" y="0"/>
          <a:chExt cx="0" cy="0"/>
        </a:xfrm>
      </p:grpSpPr>
      <p:grpSp>
        <p:nvGrpSpPr>
          <p:cNvPr id="261" name="Google Shape;261;p24"/>
          <p:cNvGrpSpPr/>
          <p:nvPr/>
        </p:nvGrpSpPr>
        <p:grpSpPr>
          <a:xfrm>
            <a:off x="7780524" y="4"/>
            <a:ext cx="1368120" cy="2511095"/>
            <a:chOff x="7780524" y="4"/>
            <a:chExt cx="1368120" cy="2511095"/>
          </a:xfrm>
        </p:grpSpPr>
        <p:sp>
          <p:nvSpPr>
            <p:cNvPr id="262" name="Google Shape;262;p24"/>
            <p:cNvSpPr/>
            <p:nvPr/>
          </p:nvSpPr>
          <p:spPr>
            <a:xfrm>
              <a:off x="8095768" y="4"/>
              <a:ext cx="1052876" cy="1932658"/>
            </a:xfrm>
            <a:custGeom>
              <a:rect b="b" l="l" r="r" t="t"/>
              <a:pathLst>
                <a:path extrusionOk="0" h="19048" w="10377">
                  <a:moveTo>
                    <a:pt x="0" y="1"/>
                  </a:moveTo>
                  <a:lnTo>
                    <a:pt x="10377" y="19048"/>
                  </a:lnTo>
                  <a:lnTo>
                    <a:pt x="10377" y="13361"/>
                  </a:lnTo>
                  <a:lnTo>
                    <a:pt x="3097"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4"/>
            <p:cNvSpPr/>
            <p:nvPr/>
          </p:nvSpPr>
          <p:spPr>
            <a:xfrm>
              <a:off x="8402388" y="4"/>
              <a:ext cx="746257" cy="1369541"/>
            </a:xfrm>
            <a:custGeom>
              <a:rect b="b" l="l" r="r" t="t"/>
              <a:pathLst>
                <a:path extrusionOk="0" h="13498" w="7355">
                  <a:moveTo>
                    <a:pt x="0" y="1"/>
                  </a:moveTo>
                  <a:lnTo>
                    <a:pt x="7355" y="13498"/>
                  </a:lnTo>
                  <a:lnTo>
                    <a:pt x="7355" y="7811"/>
                  </a:lnTo>
                  <a:lnTo>
                    <a:pt x="309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4"/>
            <p:cNvSpPr/>
            <p:nvPr/>
          </p:nvSpPr>
          <p:spPr>
            <a:xfrm>
              <a:off x="7780524" y="4"/>
              <a:ext cx="1368120" cy="2511095"/>
            </a:xfrm>
            <a:custGeom>
              <a:rect b="b" l="l" r="r" t="t"/>
              <a:pathLst>
                <a:path extrusionOk="0" h="24749" w="13484">
                  <a:moveTo>
                    <a:pt x="1" y="1"/>
                  </a:moveTo>
                  <a:lnTo>
                    <a:pt x="13484" y="24748"/>
                  </a:lnTo>
                  <a:lnTo>
                    <a:pt x="13484" y="19062"/>
                  </a:lnTo>
                  <a:lnTo>
                    <a:pt x="30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 name="Google Shape;265;p24"/>
          <p:cNvGrpSpPr/>
          <p:nvPr/>
        </p:nvGrpSpPr>
        <p:grpSpPr>
          <a:xfrm>
            <a:off x="4540" y="4"/>
            <a:ext cx="1432955" cy="2560711"/>
            <a:chOff x="4540" y="4"/>
            <a:chExt cx="1432955" cy="2560711"/>
          </a:xfrm>
        </p:grpSpPr>
        <p:sp>
          <p:nvSpPr>
            <p:cNvPr id="266" name="Google Shape;266;p24"/>
            <p:cNvSpPr/>
            <p:nvPr/>
          </p:nvSpPr>
          <p:spPr>
            <a:xfrm>
              <a:off x="4540" y="4"/>
              <a:ext cx="1117711" cy="1997492"/>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4"/>
            <p:cNvSpPr/>
            <p:nvPr/>
          </p:nvSpPr>
          <p:spPr>
            <a:xfrm>
              <a:off x="4540" y="4"/>
              <a:ext cx="811193" cy="1449189"/>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4"/>
            <p:cNvSpPr/>
            <p:nvPr/>
          </p:nvSpPr>
          <p:spPr>
            <a:xfrm>
              <a:off x="4540" y="4"/>
              <a:ext cx="1432955" cy="2560711"/>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12_3">
    <p:spTree>
      <p:nvGrpSpPr>
        <p:cNvPr id="269" name="Shape 269"/>
        <p:cNvGrpSpPr/>
        <p:nvPr/>
      </p:nvGrpSpPr>
      <p:grpSpPr>
        <a:xfrm>
          <a:off x="0" y="0"/>
          <a:ext cx="0" cy="0"/>
          <a:chOff x="0" y="0"/>
          <a:chExt cx="0" cy="0"/>
        </a:xfrm>
      </p:grpSpPr>
      <p:grpSp>
        <p:nvGrpSpPr>
          <p:cNvPr id="270" name="Google Shape;270;p25"/>
          <p:cNvGrpSpPr/>
          <p:nvPr/>
        </p:nvGrpSpPr>
        <p:grpSpPr>
          <a:xfrm>
            <a:off x="24" y="1019099"/>
            <a:ext cx="1003266" cy="3573196"/>
            <a:chOff x="22" y="1019094"/>
            <a:chExt cx="1276744" cy="3573196"/>
          </a:xfrm>
        </p:grpSpPr>
        <p:sp>
          <p:nvSpPr>
            <p:cNvPr id="271" name="Google Shape;271;p25"/>
            <p:cNvSpPr/>
            <p:nvPr/>
          </p:nvSpPr>
          <p:spPr>
            <a:xfrm>
              <a:off x="532" y="1467948"/>
              <a:ext cx="959749" cy="2687376"/>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5"/>
            <p:cNvSpPr/>
            <p:nvPr/>
          </p:nvSpPr>
          <p:spPr>
            <a:xfrm>
              <a:off x="22" y="1904913"/>
              <a:ext cx="652332" cy="1824941"/>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5"/>
            <p:cNvSpPr/>
            <p:nvPr/>
          </p:nvSpPr>
          <p:spPr>
            <a:xfrm>
              <a:off x="532" y="1019094"/>
              <a:ext cx="1276235" cy="3573196"/>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 name="Google Shape;274;p25"/>
          <p:cNvGrpSpPr/>
          <p:nvPr/>
        </p:nvGrpSpPr>
        <p:grpSpPr>
          <a:xfrm flipH="1">
            <a:off x="8140724" y="1019099"/>
            <a:ext cx="1003266" cy="3573196"/>
            <a:chOff x="22" y="1019094"/>
            <a:chExt cx="1276744" cy="3573196"/>
          </a:xfrm>
        </p:grpSpPr>
        <p:sp>
          <p:nvSpPr>
            <p:cNvPr id="275" name="Google Shape;275;p25"/>
            <p:cNvSpPr/>
            <p:nvPr/>
          </p:nvSpPr>
          <p:spPr>
            <a:xfrm>
              <a:off x="532" y="1467948"/>
              <a:ext cx="959749" cy="2687376"/>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5"/>
            <p:cNvSpPr/>
            <p:nvPr/>
          </p:nvSpPr>
          <p:spPr>
            <a:xfrm>
              <a:off x="22" y="1904913"/>
              <a:ext cx="652332" cy="1824941"/>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5"/>
            <p:cNvSpPr/>
            <p:nvPr/>
          </p:nvSpPr>
          <p:spPr>
            <a:xfrm>
              <a:off x="532" y="1019094"/>
              <a:ext cx="1276235" cy="3573196"/>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1">
    <p:spTree>
      <p:nvGrpSpPr>
        <p:cNvPr id="278" name="Shape 278"/>
        <p:cNvGrpSpPr/>
        <p:nvPr/>
      </p:nvGrpSpPr>
      <p:grpSpPr>
        <a:xfrm>
          <a:off x="0" y="0"/>
          <a:ext cx="0" cy="0"/>
          <a:chOff x="0" y="0"/>
          <a:chExt cx="0" cy="0"/>
        </a:xfrm>
      </p:grpSpPr>
      <p:grpSp>
        <p:nvGrpSpPr>
          <p:cNvPr id="279" name="Google Shape;279;p26"/>
          <p:cNvGrpSpPr/>
          <p:nvPr/>
        </p:nvGrpSpPr>
        <p:grpSpPr>
          <a:xfrm>
            <a:off x="198" y="1591300"/>
            <a:ext cx="947279" cy="3552101"/>
            <a:chOff x="198" y="1591300"/>
            <a:chExt cx="947279" cy="3552101"/>
          </a:xfrm>
        </p:grpSpPr>
        <p:sp>
          <p:nvSpPr>
            <p:cNvPr id="280" name="Google Shape;280;p26"/>
            <p:cNvSpPr/>
            <p:nvPr/>
          </p:nvSpPr>
          <p:spPr>
            <a:xfrm>
              <a:off x="198" y="2161172"/>
              <a:ext cx="685676" cy="2948936"/>
            </a:xfrm>
            <a:custGeom>
              <a:rect b="b" l="l" r="r" t="t"/>
              <a:pathLst>
                <a:path extrusionOk="0" h="29496" w="8141">
                  <a:moveTo>
                    <a:pt x="1" y="1"/>
                  </a:moveTo>
                  <a:lnTo>
                    <a:pt x="1" y="5683"/>
                  </a:lnTo>
                  <a:lnTo>
                    <a:pt x="5053" y="14960"/>
                  </a:lnTo>
                  <a:lnTo>
                    <a:pt x="1" y="23992"/>
                  </a:lnTo>
                  <a:lnTo>
                    <a:pt x="1" y="29495"/>
                  </a:lnTo>
                  <a:lnTo>
                    <a:pt x="8140" y="14945"/>
                  </a:lnTo>
                  <a:lnTo>
                    <a:pt x="1"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6"/>
            <p:cNvSpPr/>
            <p:nvPr/>
          </p:nvSpPr>
          <p:spPr>
            <a:xfrm>
              <a:off x="198" y="2716147"/>
              <a:ext cx="431148" cy="1853583"/>
            </a:xfrm>
            <a:custGeom>
              <a:rect b="b" l="l" r="r" t="t"/>
              <a:pathLst>
                <a:path extrusionOk="0" h="18540" w="5119">
                  <a:moveTo>
                    <a:pt x="1" y="0"/>
                  </a:moveTo>
                  <a:lnTo>
                    <a:pt x="1" y="5682"/>
                  </a:lnTo>
                  <a:lnTo>
                    <a:pt x="2031" y="9409"/>
                  </a:lnTo>
                  <a:lnTo>
                    <a:pt x="1" y="13037"/>
                  </a:lnTo>
                  <a:lnTo>
                    <a:pt x="1" y="18540"/>
                  </a:lnTo>
                  <a:lnTo>
                    <a:pt x="5118" y="9394"/>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6"/>
            <p:cNvSpPr/>
            <p:nvPr/>
          </p:nvSpPr>
          <p:spPr>
            <a:xfrm>
              <a:off x="198" y="1591300"/>
              <a:ext cx="947279" cy="3552101"/>
            </a:xfrm>
            <a:custGeom>
              <a:rect b="b" l="l" r="r" t="t"/>
              <a:pathLst>
                <a:path extrusionOk="0" h="35529" w="11247">
                  <a:moveTo>
                    <a:pt x="1" y="0"/>
                  </a:moveTo>
                  <a:lnTo>
                    <a:pt x="1" y="5687"/>
                  </a:lnTo>
                  <a:lnTo>
                    <a:pt x="8159" y="20660"/>
                  </a:lnTo>
                  <a:lnTo>
                    <a:pt x="1" y="35247"/>
                  </a:lnTo>
                  <a:lnTo>
                    <a:pt x="1" y="35529"/>
                  </a:lnTo>
                  <a:lnTo>
                    <a:pt x="2919" y="35529"/>
                  </a:lnTo>
                  <a:lnTo>
                    <a:pt x="11247" y="20645"/>
                  </a:lnTo>
                  <a:lnTo>
                    <a:pt x="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26"/>
          <p:cNvGrpSpPr/>
          <p:nvPr/>
        </p:nvGrpSpPr>
        <p:grpSpPr>
          <a:xfrm>
            <a:off x="8195713" y="597125"/>
            <a:ext cx="947288" cy="3908220"/>
            <a:chOff x="8187751" y="597125"/>
            <a:chExt cx="947288" cy="3908220"/>
          </a:xfrm>
        </p:grpSpPr>
        <p:sp>
          <p:nvSpPr>
            <p:cNvPr id="284" name="Google Shape;284;p26"/>
            <p:cNvSpPr/>
            <p:nvPr/>
          </p:nvSpPr>
          <p:spPr>
            <a:xfrm>
              <a:off x="8460495" y="1152001"/>
              <a:ext cx="674540" cy="2783973"/>
            </a:xfrm>
            <a:custGeom>
              <a:rect b="b" l="l" r="r" t="t"/>
              <a:pathLst>
                <a:path extrusionOk="0" h="27846" w="7684">
                  <a:moveTo>
                    <a:pt x="7684" y="0"/>
                  </a:moveTo>
                  <a:lnTo>
                    <a:pt x="0" y="13737"/>
                  </a:lnTo>
                  <a:lnTo>
                    <a:pt x="7684" y="27845"/>
                  </a:lnTo>
                  <a:lnTo>
                    <a:pt x="7684" y="22159"/>
                  </a:lnTo>
                  <a:lnTo>
                    <a:pt x="3088" y="13723"/>
                  </a:lnTo>
                  <a:lnTo>
                    <a:pt x="7684" y="5504"/>
                  </a:lnTo>
                  <a:lnTo>
                    <a:pt x="7684"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6"/>
            <p:cNvSpPr/>
            <p:nvPr/>
          </p:nvSpPr>
          <p:spPr>
            <a:xfrm>
              <a:off x="8725690" y="1692280"/>
              <a:ext cx="409341" cy="1688720"/>
            </a:xfrm>
            <a:custGeom>
              <a:rect b="b" l="l" r="r" t="t"/>
              <a:pathLst>
                <a:path extrusionOk="0" h="16891" w="4663">
                  <a:moveTo>
                    <a:pt x="4663" y="1"/>
                  </a:moveTo>
                  <a:lnTo>
                    <a:pt x="1" y="8333"/>
                  </a:lnTo>
                  <a:lnTo>
                    <a:pt x="4663" y="16891"/>
                  </a:lnTo>
                  <a:lnTo>
                    <a:pt x="4663" y="11205"/>
                  </a:lnTo>
                  <a:lnTo>
                    <a:pt x="3088" y="8319"/>
                  </a:lnTo>
                  <a:lnTo>
                    <a:pt x="4663" y="5504"/>
                  </a:lnTo>
                  <a:lnTo>
                    <a:pt x="466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8187751" y="597125"/>
              <a:ext cx="947288" cy="3908220"/>
            </a:xfrm>
            <a:custGeom>
              <a:rect b="b" l="l" r="r" t="t"/>
              <a:pathLst>
                <a:path extrusionOk="0" h="39091" w="10791">
                  <a:moveTo>
                    <a:pt x="10791" y="0"/>
                  </a:moveTo>
                  <a:lnTo>
                    <a:pt x="1" y="19287"/>
                  </a:lnTo>
                  <a:lnTo>
                    <a:pt x="10791" y="39091"/>
                  </a:lnTo>
                  <a:lnTo>
                    <a:pt x="10791" y="33409"/>
                  </a:lnTo>
                  <a:lnTo>
                    <a:pt x="3088" y="19273"/>
                  </a:lnTo>
                  <a:lnTo>
                    <a:pt x="10791" y="5503"/>
                  </a:lnTo>
                  <a:lnTo>
                    <a:pt x="107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 name="Google Shape;287;p26"/>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
        <p:nvSpPr>
          <p:cNvPr id="288" name="Google Shape;288;p26"/>
          <p:cNvSpPr txBox="1"/>
          <p:nvPr>
            <p:ph idx="1" type="body"/>
          </p:nvPr>
        </p:nvSpPr>
        <p:spPr>
          <a:xfrm>
            <a:off x="2068800" y="1918450"/>
            <a:ext cx="5006400" cy="1642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Char char="❖"/>
              <a:defRPr sz="1800"/>
            </a:lvl1pPr>
            <a:lvl2pPr indent="-304800" lvl="1" marL="914400" rtl="0">
              <a:spcBef>
                <a:spcPts val="1600"/>
              </a:spcBef>
              <a:spcAft>
                <a:spcPts val="0"/>
              </a:spcAft>
              <a:buClr>
                <a:srgbClr val="434343"/>
              </a:buClr>
              <a:buSzPts val="1200"/>
              <a:buChar char="➢"/>
              <a:defRPr sz="1200"/>
            </a:lvl2pPr>
            <a:lvl3pPr indent="-304800" lvl="2" marL="1371600" rtl="0">
              <a:spcBef>
                <a:spcPts val="1600"/>
              </a:spcBef>
              <a:spcAft>
                <a:spcPts val="0"/>
              </a:spcAft>
              <a:buClr>
                <a:srgbClr val="434343"/>
              </a:buClr>
              <a:buSzPts val="1200"/>
              <a:buChar char="■"/>
              <a:defRPr sz="1200"/>
            </a:lvl3pPr>
            <a:lvl4pPr indent="-304800" lvl="3" marL="1828800" rtl="0">
              <a:spcBef>
                <a:spcPts val="1600"/>
              </a:spcBef>
              <a:spcAft>
                <a:spcPts val="0"/>
              </a:spcAft>
              <a:buClr>
                <a:srgbClr val="434343"/>
              </a:buClr>
              <a:buSzPts val="1200"/>
              <a:buChar char="●"/>
              <a:defRPr sz="1200"/>
            </a:lvl4pPr>
            <a:lvl5pPr indent="-304800" lvl="4" marL="2286000" rtl="0">
              <a:spcBef>
                <a:spcPts val="1600"/>
              </a:spcBef>
              <a:spcAft>
                <a:spcPts val="0"/>
              </a:spcAft>
              <a:buClr>
                <a:srgbClr val="434343"/>
              </a:buClr>
              <a:buSzPts val="1200"/>
              <a:buChar char="◆"/>
              <a:defRPr sz="1200"/>
            </a:lvl5pPr>
            <a:lvl6pPr indent="-304800" lvl="5" marL="2743200" rtl="0">
              <a:spcBef>
                <a:spcPts val="1600"/>
              </a:spcBef>
              <a:spcAft>
                <a:spcPts val="0"/>
              </a:spcAft>
              <a:buClr>
                <a:srgbClr val="434343"/>
              </a:buClr>
              <a:buSzPts val="1200"/>
              <a:buChar char="➢"/>
              <a:defRPr sz="1200"/>
            </a:lvl6pPr>
            <a:lvl7pPr indent="-304800" lvl="6" marL="3200400" rtl="0">
              <a:spcBef>
                <a:spcPts val="1600"/>
              </a:spcBef>
              <a:spcAft>
                <a:spcPts val="0"/>
              </a:spcAft>
              <a:buClr>
                <a:srgbClr val="434343"/>
              </a:buClr>
              <a:buSzPts val="1200"/>
              <a:buChar char="■"/>
              <a:defRPr sz="1200"/>
            </a:lvl7pPr>
            <a:lvl8pPr indent="-304800" lvl="7" marL="3657600" rtl="0">
              <a:spcBef>
                <a:spcPts val="1600"/>
              </a:spcBef>
              <a:spcAft>
                <a:spcPts val="0"/>
              </a:spcAft>
              <a:buClr>
                <a:srgbClr val="434343"/>
              </a:buClr>
              <a:buSzPts val="1200"/>
              <a:buChar char="●"/>
              <a:defRPr sz="1200"/>
            </a:lvl8pPr>
            <a:lvl9pPr indent="-304800" lvl="8" marL="4114800" rtl="0">
              <a:spcBef>
                <a:spcPts val="1600"/>
              </a:spcBef>
              <a:spcAft>
                <a:spcPts val="1600"/>
              </a:spcAft>
              <a:buClr>
                <a:srgbClr val="434343"/>
              </a:buClr>
              <a:buSzPts val="1200"/>
              <a:buChar char="◆"/>
              <a:defRPr sz="12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1_1">
    <p:spTree>
      <p:nvGrpSpPr>
        <p:cNvPr id="289" name="Shape 289"/>
        <p:cNvGrpSpPr/>
        <p:nvPr/>
      </p:nvGrpSpPr>
      <p:grpSpPr>
        <a:xfrm>
          <a:off x="0" y="0"/>
          <a:ext cx="0" cy="0"/>
          <a:chOff x="0" y="0"/>
          <a:chExt cx="0" cy="0"/>
        </a:xfrm>
      </p:grpSpPr>
      <p:grpSp>
        <p:nvGrpSpPr>
          <p:cNvPr id="290" name="Google Shape;290;p27"/>
          <p:cNvGrpSpPr/>
          <p:nvPr/>
        </p:nvGrpSpPr>
        <p:grpSpPr>
          <a:xfrm>
            <a:off x="198" y="1591300"/>
            <a:ext cx="947279" cy="3552101"/>
            <a:chOff x="198" y="1591300"/>
            <a:chExt cx="947279" cy="3552101"/>
          </a:xfrm>
        </p:grpSpPr>
        <p:sp>
          <p:nvSpPr>
            <p:cNvPr id="291" name="Google Shape;291;p27"/>
            <p:cNvSpPr/>
            <p:nvPr/>
          </p:nvSpPr>
          <p:spPr>
            <a:xfrm>
              <a:off x="198" y="2161172"/>
              <a:ext cx="685676" cy="2948936"/>
            </a:xfrm>
            <a:custGeom>
              <a:rect b="b" l="l" r="r" t="t"/>
              <a:pathLst>
                <a:path extrusionOk="0" h="29496" w="8141">
                  <a:moveTo>
                    <a:pt x="1" y="1"/>
                  </a:moveTo>
                  <a:lnTo>
                    <a:pt x="1" y="5683"/>
                  </a:lnTo>
                  <a:lnTo>
                    <a:pt x="5053" y="14960"/>
                  </a:lnTo>
                  <a:lnTo>
                    <a:pt x="1" y="23992"/>
                  </a:lnTo>
                  <a:lnTo>
                    <a:pt x="1" y="29495"/>
                  </a:lnTo>
                  <a:lnTo>
                    <a:pt x="8140" y="14945"/>
                  </a:lnTo>
                  <a:lnTo>
                    <a:pt x="1"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7"/>
            <p:cNvSpPr/>
            <p:nvPr/>
          </p:nvSpPr>
          <p:spPr>
            <a:xfrm>
              <a:off x="198" y="2716147"/>
              <a:ext cx="431148" cy="1853583"/>
            </a:xfrm>
            <a:custGeom>
              <a:rect b="b" l="l" r="r" t="t"/>
              <a:pathLst>
                <a:path extrusionOk="0" h="18540" w="5119">
                  <a:moveTo>
                    <a:pt x="1" y="0"/>
                  </a:moveTo>
                  <a:lnTo>
                    <a:pt x="1" y="5682"/>
                  </a:lnTo>
                  <a:lnTo>
                    <a:pt x="2031" y="9409"/>
                  </a:lnTo>
                  <a:lnTo>
                    <a:pt x="1" y="13037"/>
                  </a:lnTo>
                  <a:lnTo>
                    <a:pt x="1" y="18540"/>
                  </a:lnTo>
                  <a:lnTo>
                    <a:pt x="5118" y="9394"/>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7"/>
            <p:cNvSpPr/>
            <p:nvPr/>
          </p:nvSpPr>
          <p:spPr>
            <a:xfrm>
              <a:off x="198" y="1591300"/>
              <a:ext cx="947279" cy="3552101"/>
            </a:xfrm>
            <a:custGeom>
              <a:rect b="b" l="l" r="r" t="t"/>
              <a:pathLst>
                <a:path extrusionOk="0" h="35529" w="11247">
                  <a:moveTo>
                    <a:pt x="1" y="0"/>
                  </a:moveTo>
                  <a:lnTo>
                    <a:pt x="1" y="5687"/>
                  </a:lnTo>
                  <a:lnTo>
                    <a:pt x="8159" y="20660"/>
                  </a:lnTo>
                  <a:lnTo>
                    <a:pt x="1" y="35247"/>
                  </a:lnTo>
                  <a:lnTo>
                    <a:pt x="1" y="35529"/>
                  </a:lnTo>
                  <a:lnTo>
                    <a:pt x="2919" y="35529"/>
                  </a:lnTo>
                  <a:lnTo>
                    <a:pt x="11247" y="20645"/>
                  </a:lnTo>
                  <a:lnTo>
                    <a:pt x="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 name="Google Shape;294;p27"/>
          <p:cNvGrpSpPr/>
          <p:nvPr/>
        </p:nvGrpSpPr>
        <p:grpSpPr>
          <a:xfrm>
            <a:off x="8195713" y="597125"/>
            <a:ext cx="947288" cy="3908220"/>
            <a:chOff x="8187751" y="597125"/>
            <a:chExt cx="947288" cy="3908220"/>
          </a:xfrm>
        </p:grpSpPr>
        <p:sp>
          <p:nvSpPr>
            <p:cNvPr id="295" name="Google Shape;295;p27"/>
            <p:cNvSpPr/>
            <p:nvPr/>
          </p:nvSpPr>
          <p:spPr>
            <a:xfrm>
              <a:off x="8460495" y="1152001"/>
              <a:ext cx="674540" cy="2783973"/>
            </a:xfrm>
            <a:custGeom>
              <a:rect b="b" l="l" r="r" t="t"/>
              <a:pathLst>
                <a:path extrusionOk="0" h="27846" w="7684">
                  <a:moveTo>
                    <a:pt x="7684" y="0"/>
                  </a:moveTo>
                  <a:lnTo>
                    <a:pt x="0" y="13737"/>
                  </a:lnTo>
                  <a:lnTo>
                    <a:pt x="7684" y="27845"/>
                  </a:lnTo>
                  <a:lnTo>
                    <a:pt x="7684" y="22159"/>
                  </a:lnTo>
                  <a:lnTo>
                    <a:pt x="3088" y="13723"/>
                  </a:lnTo>
                  <a:lnTo>
                    <a:pt x="7684" y="5504"/>
                  </a:lnTo>
                  <a:lnTo>
                    <a:pt x="7684"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7"/>
            <p:cNvSpPr/>
            <p:nvPr/>
          </p:nvSpPr>
          <p:spPr>
            <a:xfrm>
              <a:off x="8725690" y="1692280"/>
              <a:ext cx="409341" cy="1688720"/>
            </a:xfrm>
            <a:custGeom>
              <a:rect b="b" l="l" r="r" t="t"/>
              <a:pathLst>
                <a:path extrusionOk="0" h="16891" w="4663">
                  <a:moveTo>
                    <a:pt x="4663" y="1"/>
                  </a:moveTo>
                  <a:lnTo>
                    <a:pt x="1" y="8333"/>
                  </a:lnTo>
                  <a:lnTo>
                    <a:pt x="4663" y="16891"/>
                  </a:lnTo>
                  <a:lnTo>
                    <a:pt x="4663" y="11205"/>
                  </a:lnTo>
                  <a:lnTo>
                    <a:pt x="3088" y="8319"/>
                  </a:lnTo>
                  <a:lnTo>
                    <a:pt x="4663" y="5504"/>
                  </a:lnTo>
                  <a:lnTo>
                    <a:pt x="466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7"/>
            <p:cNvSpPr/>
            <p:nvPr/>
          </p:nvSpPr>
          <p:spPr>
            <a:xfrm>
              <a:off x="8187751" y="597125"/>
              <a:ext cx="947288" cy="3908220"/>
            </a:xfrm>
            <a:custGeom>
              <a:rect b="b" l="l" r="r" t="t"/>
              <a:pathLst>
                <a:path extrusionOk="0" h="39091" w="10791">
                  <a:moveTo>
                    <a:pt x="10791" y="0"/>
                  </a:moveTo>
                  <a:lnTo>
                    <a:pt x="1" y="19287"/>
                  </a:lnTo>
                  <a:lnTo>
                    <a:pt x="10791" y="39091"/>
                  </a:lnTo>
                  <a:lnTo>
                    <a:pt x="10791" y="33409"/>
                  </a:lnTo>
                  <a:lnTo>
                    <a:pt x="3088" y="19273"/>
                  </a:lnTo>
                  <a:lnTo>
                    <a:pt x="10791" y="5503"/>
                  </a:lnTo>
                  <a:lnTo>
                    <a:pt x="107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 name="Google Shape;298;p27"/>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
        <p:nvSpPr>
          <p:cNvPr id="299" name="Google Shape;299;p27"/>
          <p:cNvSpPr txBox="1"/>
          <p:nvPr>
            <p:ph idx="1" type="body"/>
          </p:nvPr>
        </p:nvSpPr>
        <p:spPr>
          <a:xfrm>
            <a:off x="985250" y="1167950"/>
            <a:ext cx="7173600" cy="3651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AutoNum type="arabicPeriod"/>
              <a:defRPr sz="1200"/>
            </a:lvl1pPr>
            <a:lvl2pPr indent="-304800" lvl="1" marL="914400" rtl="0">
              <a:spcBef>
                <a:spcPts val="1600"/>
              </a:spcBef>
              <a:spcAft>
                <a:spcPts val="0"/>
              </a:spcAft>
              <a:buClr>
                <a:srgbClr val="434343"/>
              </a:buClr>
              <a:buSzPts val="1200"/>
              <a:buAutoNum type="alphaLcPeriod"/>
              <a:defRPr sz="1200"/>
            </a:lvl2pPr>
            <a:lvl3pPr indent="-304800" lvl="2" marL="1371600" rtl="0">
              <a:spcBef>
                <a:spcPts val="1600"/>
              </a:spcBef>
              <a:spcAft>
                <a:spcPts val="0"/>
              </a:spcAft>
              <a:buClr>
                <a:srgbClr val="434343"/>
              </a:buClr>
              <a:buSzPts val="1200"/>
              <a:buAutoNum type="romanLcPeriod"/>
              <a:defRPr sz="1200"/>
            </a:lvl3pPr>
            <a:lvl4pPr indent="-304800" lvl="3" marL="1828800" rtl="0">
              <a:spcBef>
                <a:spcPts val="1600"/>
              </a:spcBef>
              <a:spcAft>
                <a:spcPts val="0"/>
              </a:spcAft>
              <a:buClr>
                <a:srgbClr val="434343"/>
              </a:buClr>
              <a:buSzPts val="1200"/>
              <a:buAutoNum type="arabicPeriod"/>
              <a:defRPr sz="1200"/>
            </a:lvl4pPr>
            <a:lvl5pPr indent="-304800" lvl="4" marL="2286000" rtl="0">
              <a:spcBef>
                <a:spcPts val="1600"/>
              </a:spcBef>
              <a:spcAft>
                <a:spcPts val="0"/>
              </a:spcAft>
              <a:buClr>
                <a:srgbClr val="434343"/>
              </a:buClr>
              <a:buSzPts val="1200"/>
              <a:buAutoNum type="alphaLcPeriod"/>
              <a:defRPr sz="1200"/>
            </a:lvl5pPr>
            <a:lvl6pPr indent="-304800" lvl="5" marL="2743200" rtl="0">
              <a:spcBef>
                <a:spcPts val="1600"/>
              </a:spcBef>
              <a:spcAft>
                <a:spcPts val="0"/>
              </a:spcAft>
              <a:buClr>
                <a:srgbClr val="434343"/>
              </a:buClr>
              <a:buSzPts val="1200"/>
              <a:buAutoNum type="romanLcPeriod"/>
              <a:defRPr sz="1200"/>
            </a:lvl6pPr>
            <a:lvl7pPr indent="-304800" lvl="6" marL="3200400" rtl="0">
              <a:spcBef>
                <a:spcPts val="1600"/>
              </a:spcBef>
              <a:spcAft>
                <a:spcPts val="0"/>
              </a:spcAft>
              <a:buClr>
                <a:srgbClr val="434343"/>
              </a:buClr>
              <a:buSzPts val="1200"/>
              <a:buAutoNum type="arabicPeriod"/>
              <a:defRPr sz="1200"/>
            </a:lvl7pPr>
            <a:lvl8pPr indent="-304800" lvl="7" marL="3657600" rtl="0">
              <a:spcBef>
                <a:spcPts val="1600"/>
              </a:spcBef>
              <a:spcAft>
                <a:spcPts val="0"/>
              </a:spcAft>
              <a:buClr>
                <a:srgbClr val="434343"/>
              </a:buClr>
              <a:buSzPts val="1200"/>
              <a:buAutoNum type="alphaLcPeriod"/>
              <a:defRPr sz="1200"/>
            </a:lvl8pPr>
            <a:lvl9pPr indent="-304800" lvl="8" marL="4114800" rtl="0">
              <a:spcBef>
                <a:spcPts val="1600"/>
              </a:spcBef>
              <a:spcAft>
                <a:spcPts val="1600"/>
              </a:spcAft>
              <a:buClr>
                <a:srgbClr val="434343"/>
              </a:buClr>
              <a:buSzPts val="1200"/>
              <a:buAutoNum type="romanLcPeriod"/>
              <a:defRPr sz="12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2">
    <p:spTree>
      <p:nvGrpSpPr>
        <p:cNvPr id="300" name="Shape 300"/>
        <p:cNvGrpSpPr/>
        <p:nvPr/>
      </p:nvGrpSpPr>
      <p:grpSpPr>
        <a:xfrm>
          <a:off x="0" y="0"/>
          <a:ext cx="0" cy="0"/>
          <a:chOff x="0" y="0"/>
          <a:chExt cx="0" cy="0"/>
        </a:xfrm>
      </p:grpSpPr>
      <p:sp>
        <p:nvSpPr>
          <p:cNvPr id="301" name="Google Shape;301;p28"/>
          <p:cNvSpPr txBox="1"/>
          <p:nvPr>
            <p:ph type="title"/>
          </p:nvPr>
        </p:nvSpPr>
        <p:spPr>
          <a:xfrm>
            <a:off x="5873125" y="365150"/>
            <a:ext cx="2468400" cy="1119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300"/>
              <a:buNone/>
              <a:defRPr/>
            </a:lvl1pPr>
            <a:lvl2pPr lvl="1" rtl="0" algn="l">
              <a:spcBef>
                <a:spcPts val="0"/>
              </a:spcBef>
              <a:spcAft>
                <a:spcPts val="0"/>
              </a:spcAft>
              <a:buSzPts val="3300"/>
              <a:buNone/>
              <a:defRPr/>
            </a:lvl2pPr>
            <a:lvl3pPr lvl="2" rtl="0" algn="l">
              <a:spcBef>
                <a:spcPts val="0"/>
              </a:spcBef>
              <a:spcAft>
                <a:spcPts val="0"/>
              </a:spcAft>
              <a:buSzPts val="3300"/>
              <a:buNone/>
              <a:defRPr/>
            </a:lvl3pPr>
            <a:lvl4pPr lvl="3" rtl="0" algn="l">
              <a:spcBef>
                <a:spcPts val="0"/>
              </a:spcBef>
              <a:spcAft>
                <a:spcPts val="0"/>
              </a:spcAft>
              <a:buSzPts val="3300"/>
              <a:buNone/>
              <a:defRPr/>
            </a:lvl4pPr>
            <a:lvl5pPr lvl="4" rtl="0" algn="l">
              <a:spcBef>
                <a:spcPts val="0"/>
              </a:spcBef>
              <a:spcAft>
                <a:spcPts val="0"/>
              </a:spcAft>
              <a:buSzPts val="3300"/>
              <a:buNone/>
              <a:defRPr/>
            </a:lvl5pPr>
            <a:lvl6pPr lvl="5" rtl="0" algn="l">
              <a:spcBef>
                <a:spcPts val="0"/>
              </a:spcBef>
              <a:spcAft>
                <a:spcPts val="0"/>
              </a:spcAft>
              <a:buSzPts val="3300"/>
              <a:buNone/>
              <a:defRPr/>
            </a:lvl6pPr>
            <a:lvl7pPr lvl="6" rtl="0" algn="l">
              <a:spcBef>
                <a:spcPts val="0"/>
              </a:spcBef>
              <a:spcAft>
                <a:spcPts val="0"/>
              </a:spcAft>
              <a:buSzPts val="3300"/>
              <a:buNone/>
              <a:defRPr/>
            </a:lvl7pPr>
            <a:lvl8pPr lvl="7" rtl="0" algn="l">
              <a:spcBef>
                <a:spcPts val="0"/>
              </a:spcBef>
              <a:spcAft>
                <a:spcPts val="0"/>
              </a:spcAft>
              <a:buSzPts val="3300"/>
              <a:buNone/>
              <a:defRPr/>
            </a:lvl8pPr>
            <a:lvl9pPr lvl="8" rtl="0" algn="l">
              <a:spcBef>
                <a:spcPts val="0"/>
              </a:spcBef>
              <a:spcAft>
                <a:spcPts val="0"/>
              </a:spcAft>
              <a:buSzPts val="3300"/>
              <a:buNone/>
              <a:defRPr/>
            </a:lvl9pPr>
          </a:lstStyle>
          <a:p/>
        </p:txBody>
      </p:sp>
      <p:sp>
        <p:nvSpPr>
          <p:cNvPr id="302" name="Google Shape;302;p28"/>
          <p:cNvSpPr txBox="1"/>
          <p:nvPr>
            <p:ph idx="1" type="subTitle"/>
          </p:nvPr>
        </p:nvSpPr>
        <p:spPr>
          <a:xfrm>
            <a:off x="5873125" y="1613605"/>
            <a:ext cx="2468400" cy="39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2200">
                <a:solidFill>
                  <a:schemeClr val="accent1"/>
                </a:solidFill>
                <a:latin typeface="Roboto Condensed"/>
                <a:ea typeface="Roboto Condensed"/>
                <a:cs typeface="Roboto Condensed"/>
                <a:sym typeface="Roboto Condensed"/>
              </a:defRPr>
            </a:lvl1pPr>
            <a:lvl2pPr lvl="1" rtl="0">
              <a:spcBef>
                <a:spcPts val="1600"/>
              </a:spcBef>
              <a:spcAft>
                <a:spcPts val="0"/>
              </a:spcAft>
              <a:buNone/>
              <a:defRPr sz="2200">
                <a:solidFill>
                  <a:schemeClr val="accent1"/>
                </a:solidFill>
                <a:latin typeface="Roboto Condensed"/>
                <a:ea typeface="Roboto Condensed"/>
                <a:cs typeface="Roboto Condensed"/>
                <a:sym typeface="Roboto Condensed"/>
              </a:defRPr>
            </a:lvl2pPr>
            <a:lvl3pPr lvl="2" rtl="0">
              <a:spcBef>
                <a:spcPts val="1600"/>
              </a:spcBef>
              <a:spcAft>
                <a:spcPts val="0"/>
              </a:spcAft>
              <a:buNone/>
              <a:defRPr sz="2200">
                <a:solidFill>
                  <a:schemeClr val="accent1"/>
                </a:solidFill>
                <a:latin typeface="Roboto Condensed"/>
                <a:ea typeface="Roboto Condensed"/>
                <a:cs typeface="Roboto Condensed"/>
                <a:sym typeface="Roboto Condensed"/>
              </a:defRPr>
            </a:lvl3pPr>
            <a:lvl4pPr lvl="3" rtl="0">
              <a:spcBef>
                <a:spcPts val="1600"/>
              </a:spcBef>
              <a:spcAft>
                <a:spcPts val="0"/>
              </a:spcAft>
              <a:buNone/>
              <a:defRPr sz="2200">
                <a:solidFill>
                  <a:schemeClr val="accent1"/>
                </a:solidFill>
                <a:latin typeface="Roboto Condensed"/>
                <a:ea typeface="Roboto Condensed"/>
                <a:cs typeface="Roboto Condensed"/>
                <a:sym typeface="Roboto Condensed"/>
              </a:defRPr>
            </a:lvl4pPr>
            <a:lvl5pPr lvl="4" rtl="0">
              <a:spcBef>
                <a:spcPts val="1600"/>
              </a:spcBef>
              <a:spcAft>
                <a:spcPts val="0"/>
              </a:spcAft>
              <a:buNone/>
              <a:defRPr sz="2200">
                <a:solidFill>
                  <a:schemeClr val="accent1"/>
                </a:solidFill>
                <a:latin typeface="Roboto Condensed"/>
                <a:ea typeface="Roboto Condensed"/>
                <a:cs typeface="Roboto Condensed"/>
                <a:sym typeface="Roboto Condensed"/>
              </a:defRPr>
            </a:lvl5pPr>
            <a:lvl6pPr lvl="5" rtl="0">
              <a:spcBef>
                <a:spcPts val="1600"/>
              </a:spcBef>
              <a:spcAft>
                <a:spcPts val="0"/>
              </a:spcAft>
              <a:buNone/>
              <a:defRPr sz="2200">
                <a:solidFill>
                  <a:schemeClr val="accent1"/>
                </a:solidFill>
                <a:latin typeface="Roboto Condensed"/>
                <a:ea typeface="Roboto Condensed"/>
                <a:cs typeface="Roboto Condensed"/>
                <a:sym typeface="Roboto Condensed"/>
              </a:defRPr>
            </a:lvl6pPr>
            <a:lvl7pPr lvl="6" rtl="0">
              <a:spcBef>
                <a:spcPts val="1600"/>
              </a:spcBef>
              <a:spcAft>
                <a:spcPts val="0"/>
              </a:spcAft>
              <a:buNone/>
              <a:defRPr sz="2200">
                <a:solidFill>
                  <a:schemeClr val="accent1"/>
                </a:solidFill>
                <a:latin typeface="Roboto Condensed"/>
                <a:ea typeface="Roboto Condensed"/>
                <a:cs typeface="Roboto Condensed"/>
                <a:sym typeface="Roboto Condensed"/>
              </a:defRPr>
            </a:lvl7pPr>
            <a:lvl8pPr lvl="7" rtl="0">
              <a:spcBef>
                <a:spcPts val="1600"/>
              </a:spcBef>
              <a:spcAft>
                <a:spcPts val="0"/>
              </a:spcAft>
              <a:buNone/>
              <a:defRPr sz="2200">
                <a:solidFill>
                  <a:schemeClr val="accent1"/>
                </a:solidFill>
                <a:latin typeface="Roboto Condensed"/>
                <a:ea typeface="Roboto Condensed"/>
                <a:cs typeface="Roboto Condensed"/>
                <a:sym typeface="Roboto Condensed"/>
              </a:defRPr>
            </a:lvl8pPr>
            <a:lvl9pPr lvl="8" rtl="0">
              <a:spcBef>
                <a:spcPts val="1600"/>
              </a:spcBef>
              <a:spcAft>
                <a:spcPts val="1600"/>
              </a:spcAft>
              <a:buNone/>
              <a:defRPr sz="2200">
                <a:solidFill>
                  <a:schemeClr val="accent1"/>
                </a:solidFill>
                <a:latin typeface="Roboto Condensed"/>
                <a:ea typeface="Roboto Condensed"/>
                <a:cs typeface="Roboto Condensed"/>
                <a:sym typeface="Roboto Condensed"/>
              </a:defRPr>
            </a:lvl9pPr>
          </a:lstStyle>
          <a:p/>
        </p:txBody>
      </p:sp>
      <p:sp>
        <p:nvSpPr>
          <p:cNvPr id="303" name="Google Shape;303;p28"/>
          <p:cNvSpPr txBox="1"/>
          <p:nvPr>
            <p:ph idx="2" type="subTitle"/>
          </p:nvPr>
        </p:nvSpPr>
        <p:spPr>
          <a:xfrm>
            <a:off x="5873125" y="2013995"/>
            <a:ext cx="2468400" cy="1515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800"/>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13">
    <p:spTree>
      <p:nvGrpSpPr>
        <p:cNvPr id="304" name="Shape 304"/>
        <p:cNvGrpSpPr/>
        <p:nvPr/>
      </p:nvGrpSpPr>
      <p:grpSpPr>
        <a:xfrm>
          <a:off x="0" y="0"/>
          <a:ext cx="0" cy="0"/>
          <a:chOff x="0" y="0"/>
          <a:chExt cx="0" cy="0"/>
        </a:xfrm>
      </p:grpSpPr>
      <p:grpSp>
        <p:nvGrpSpPr>
          <p:cNvPr id="305" name="Google Shape;305;p29"/>
          <p:cNvGrpSpPr/>
          <p:nvPr/>
        </p:nvGrpSpPr>
        <p:grpSpPr>
          <a:xfrm>
            <a:off x="22" y="1019094"/>
            <a:ext cx="9143955" cy="3757823"/>
            <a:chOff x="3495000" y="3037300"/>
            <a:chExt cx="2243475" cy="1193225"/>
          </a:xfrm>
        </p:grpSpPr>
        <p:sp>
          <p:nvSpPr>
            <p:cNvPr id="306" name="Google Shape;306;p29"/>
            <p:cNvSpPr/>
            <p:nvPr/>
          </p:nvSpPr>
          <p:spPr>
            <a:xfrm>
              <a:off x="5499575" y="3222825"/>
              <a:ext cx="238900" cy="865200"/>
            </a:xfrm>
            <a:custGeom>
              <a:rect b="b" l="l" r="r" t="t"/>
              <a:pathLst>
                <a:path extrusionOk="0" h="34608" w="9556">
                  <a:moveTo>
                    <a:pt x="9555" y="0"/>
                  </a:moveTo>
                  <a:lnTo>
                    <a:pt x="1" y="17073"/>
                  </a:lnTo>
                  <a:lnTo>
                    <a:pt x="9555" y="34607"/>
                  </a:lnTo>
                  <a:lnTo>
                    <a:pt x="9555" y="28921"/>
                  </a:lnTo>
                  <a:lnTo>
                    <a:pt x="3088" y="17059"/>
                  </a:lnTo>
                  <a:lnTo>
                    <a:pt x="9555" y="5499"/>
                  </a:lnTo>
                  <a:lnTo>
                    <a:pt x="9555"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5575250" y="3357925"/>
              <a:ext cx="163225" cy="591350"/>
            </a:xfrm>
            <a:custGeom>
              <a:rect b="b" l="l" r="r" t="t"/>
              <a:pathLst>
                <a:path extrusionOk="0" h="23654" w="6529">
                  <a:moveTo>
                    <a:pt x="6528" y="1"/>
                  </a:moveTo>
                  <a:lnTo>
                    <a:pt x="0" y="11669"/>
                  </a:lnTo>
                  <a:lnTo>
                    <a:pt x="6528" y="23653"/>
                  </a:lnTo>
                  <a:lnTo>
                    <a:pt x="6528" y="17972"/>
                  </a:lnTo>
                  <a:lnTo>
                    <a:pt x="3088" y="11655"/>
                  </a:lnTo>
                  <a:lnTo>
                    <a:pt x="6528" y="5504"/>
                  </a:lnTo>
                  <a:lnTo>
                    <a:pt x="652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5422050" y="3084075"/>
              <a:ext cx="316425" cy="1146450"/>
            </a:xfrm>
            <a:custGeom>
              <a:rect b="b" l="l" r="r" t="t"/>
              <a:pathLst>
                <a:path extrusionOk="0" h="45858" w="12657">
                  <a:moveTo>
                    <a:pt x="12656" y="0"/>
                  </a:moveTo>
                  <a:lnTo>
                    <a:pt x="0" y="22623"/>
                  </a:lnTo>
                  <a:lnTo>
                    <a:pt x="12656" y="45858"/>
                  </a:lnTo>
                  <a:lnTo>
                    <a:pt x="12656" y="40171"/>
                  </a:lnTo>
                  <a:lnTo>
                    <a:pt x="3088" y="22609"/>
                  </a:lnTo>
                  <a:lnTo>
                    <a:pt x="12656" y="5498"/>
                  </a:lnTo>
                  <a:lnTo>
                    <a:pt x="1265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3495125" y="3179825"/>
              <a:ext cx="235475" cy="853325"/>
            </a:xfrm>
            <a:custGeom>
              <a:rect b="b" l="l" r="r" t="t"/>
              <a:pathLst>
                <a:path extrusionOk="0" h="34133" w="9419">
                  <a:moveTo>
                    <a:pt x="0" y="0"/>
                  </a:moveTo>
                  <a:lnTo>
                    <a:pt x="0" y="5687"/>
                  </a:lnTo>
                  <a:lnTo>
                    <a:pt x="6331" y="17308"/>
                  </a:lnTo>
                  <a:lnTo>
                    <a:pt x="0" y="28630"/>
                  </a:lnTo>
                  <a:lnTo>
                    <a:pt x="0" y="34133"/>
                  </a:lnTo>
                  <a:lnTo>
                    <a:pt x="9418" y="17294"/>
                  </a:lnTo>
                  <a:lnTo>
                    <a:pt x="0"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3495000" y="3318575"/>
              <a:ext cx="160050" cy="579475"/>
            </a:xfrm>
            <a:custGeom>
              <a:rect b="b" l="l" r="r" t="t"/>
              <a:pathLst>
                <a:path extrusionOk="0" h="23179" w="6402">
                  <a:moveTo>
                    <a:pt x="1" y="0"/>
                  </a:moveTo>
                  <a:lnTo>
                    <a:pt x="1" y="5682"/>
                  </a:lnTo>
                  <a:lnTo>
                    <a:pt x="3314" y="11758"/>
                  </a:lnTo>
                  <a:lnTo>
                    <a:pt x="1" y="17675"/>
                  </a:lnTo>
                  <a:lnTo>
                    <a:pt x="1" y="23178"/>
                  </a:lnTo>
                  <a:lnTo>
                    <a:pt x="6401" y="11740"/>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9"/>
            <p:cNvSpPr/>
            <p:nvPr/>
          </p:nvSpPr>
          <p:spPr>
            <a:xfrm>
              <a:off x="3495125" y="3037300"/>
              <a:ext cx="313125" cy="1134600"/>
            </a:xfrm>
            <a:custGeom>
              <a:rect b="b" l="l" r="r" t="t"/>
              <a:pathLst>
                <a:path extrusionOk="0" h="45384" w="12525">
                  <a:moveTo>
                    <a:pt x="0" y="1"/>
                  </a:moveTo>
                  <a:lnTo>
                    <a:pt x="0" y="5687"/>
                  </a:lnTo>
                  <a:lnTo>
                    <a:pt x="9437" y="23009"/>
                  </a:lnTo>
                  <a:lnTo>
                    <a:pt x="0" y="39881"/>
                  </a:lnTo>
                  <a:lnTo>
                    <a:pt x="0" y="45384"/>
                  </a:lnTo>
                  <a:lnTo>
                    <a:pt x="12525" y="2299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 name="Google Shape;312;p29"/>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13" name="Google Shape;313;p29"/>
          <p:cNvSpPr txBox="1"/>
          <p:nvPr>
            <p:ph idx="1" type="subTitle"/>
          </p:nvPr>
        </p:nvSpPr>
        <p:spPr>
          <a:xfrm>
            <a:off x="1466991" y="3092220"/>
            <a:ext cx="16380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314" name="Google Shape;314;p29"/>
          <p:cNvSpPr txBox="1"/>
          <p:nvPr>
            <p:ph idx="2" type="subTitle"/>
          </p:nvPr>
        </p:nvSpPr>
        <p:spPr>
          <a:xfrm>
            <a:off x="1466991" y="3391921"/>
            <a:ext cx="1638000" cy="893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315" name="Google Shape;315;p29"/>
          <p:cNvSpPr txBox="1"/>
          <p:nvPr>
            <p:ph idx="3" type="subTitle"/>
          </p:nvPr>
        </p:nvSpPr>
        <p:spPr>
          <a:xfrm>
            <a:off x="3752999" y="3092220"/>
            <a:ext cx="16380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316" name="Google Shape;316;p29"/>
          <p:cNvSpPr txBox="1"/>
          <p:nvPr>
            <p:ph idx="4" type="subTitle"/>
          </p:nvPr>
        </p:nvSpPr>
        <p:spPr>
          <a:xfrm>
            <a:off x="3752999" y="3391921"/>
            <a:ext cx="1638000" cy="893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317" name="Google Shape;317;p29"/>
          <p:cNvSpPr txBox="1"/>
          <p:nvPr>
            <p:ph idx="5" type="subTitle"/>
          </p:nvPr>
        </p:nvSpPr>
        <p:spPr>
          <a:xfrm>
            <a:off x="6039009" y="3092220"/>
            <a:ext cx="1638000" cy="39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800">
                <a:solidFill>
                  <a:schemeClr val="accent1"/>
                </a:solidFill>
                <a:latin typeface="Roboto Condensed"/>
                <a:ea typeface="Roboto Condensed"/>
                <a:cs typeface="Roboto Condensed"/>
                <a:sym typeface="Roboto Condensed"/>
              </a:defRPr>
            </a:lvl1pPr>
            <a:lvl2pPr lvl="1" rtl="0" algn="ctr">
              <a:spcBef>
                <a:spcPts val="1600"/>
              </a:spcBef>
              <a:spcAft>
                <a:spcPts val="0"/>
              </a:spcAft>
              <a:buNone/>
              <a:defRPr sz="1800">
                <a:solidFill>
                  <a:schemeClr val="accent1"/>
                </a:solidFill>
                <a:latin typeface="Roboto Condensed"/>
                <a:ea typeface="Roboto Condensed"/>
                <a:cs typeface="Roboto Condensed"/>
                <a:sym typeface="Roboto Condensed"/>
              </a:defRPr>
            </a:lvl2pPr>
            <a:lvl3pPr lvl="2" rtl="0" algn="ctr">
              <a:spcBef>
                <a:spcPts val="1600"/>
              </a:spcBef>
              <a:spcAft>
                <a:spcPts val="0"/>
              </a:spcAft>
              <a:buNone/>
              <a:defRPr sz="1800">
                <a:solidFill>
                  <a:schemeClr val="accent1"/>
                </a:solidFill>
                <a:latin typeface="Roboto Condensed"/>
                <a:ea typeface="Roboto Condensed"/>
                <a:cs typeface="Roboto Condensed"/>
                <a:sym typeface="Roboto Condensed"/>
              </a:defRPr>
            </a:lvl3pPr>
            <a:lvl4pPr lvl="3" rtl="0" algn="ctr">
              <a:spcBef>
                <a:spcPts val="1600"/>
              </a:spcBef>
              <a:spcAft>
                <a:spcPts val="0"/>
              </a:spcAft>
              <a:buNone/>
              <a:defRPr sz="1800">
                <a:solidFill>
                  <a:schemeClr val="accent1"/>
                </a:solidFill>
                <a:latin typeface="Roboto Condensed"/>
                <a:ea typeface="Roboto Condensed"/>
                <a:cs typeface="Roboto Condensed"/>
                <a:sym typeface="Roboto Condensed"/>
              </a:defRPr>
            </a:lvl4pPr>
            <a:lvl5pPr lvl="4" rtl="0" algn="ctr">
              <a:spcBef>
                <a:spcPts val="1600"/>
              </a:spcBef>
              <a:spcAft>
                <a:spcPts val="0"/>
              </a:spcAft>
              <a:buNone/>
              <a:defRPr sz="1800">
                <a:solidFill>
                  <a:schemeClr val="accent1"/>
                </a:solidFill>
                <a:latin typeface="Roboto Condensed"/>
                <a:ea typeface="Roboto Condensed"/>
                <a:cs typeface="Roboto Condensed"/>
                <a:sym typeface="Roboto Condensed"/>
              </a:defRPr>
            </a:lvl5pPr>
            <a:lvl6pPr lvl="5" rtl="0" algn="ctr">
              <a:spcBef>
                <a:spcPts val="1600"/>
              </a:spcBef>
              <a:spcAft>
                <a:spcPts val="0"/>
              </a:spcAft>
              <a:buNone/>
              <a:defRPr sz="1800">
                <a:solidFill>
                  <a:schemeClr val="accent1"/>
                </a:solidFill>
                <a:latin typeface="Roboto Condensed"/>
                <a:ea typeface="Roboto Condensed"/>
                <a:cs typeface="Roboto Condensed"/>
                <a:sym typeface="Roboto Condensed"/>
              </a:defRPr>
            </a:lvl6pPr>
            <a:lvl7pPr lvl="6" rtl="0" algn="ctr">
              <a:spcBef>
                <a:spcPts val="1600"/>
              </a:spcBef>
              <a:spcAft>
                <a:spcPts val="0"/>
              </a:spcAft>
              <a:buNone/>
              <a:defRPr sz="1800">
                <a:solidFill>
                  <a:schemeClr val="accent1"/>
                </a:solidFill>
                <a:latin typeface="Roboto Condensed"/>
                <a:ea typeface="Roboto Condensed"/>
                <a:cs typeface="Roboto Condensed"/>
                <a:sym typeface="Roboto Condensed"/>
              </a:defRPr>
            </a:lvl7pPr>
            <a:lvl8pPr lvl="7" rtl="0" algn="ctr">
              <a:spcBef>
                <a:spcPts val="1600"/>
              </a:spcBef>
              <a:spcAft>
                <a:spcPts val="0"/>
              </a:spcAft>
              <a:buNone/>
              <a:defRPr sz="1800">
                <a:solidFill>
                  <a:schemeClr val="accent1"/>
                </a:solidFill>
                <a:latin typeface="Roboto Condensed"/>
                <a:ea typeface="Roboto Condensed"/>
                <a:cs typeface="Roboto Condensed"/>
                <a:sym typeface="Roboto Condensed"/>
              </a:defRPr>
            </a:lvl8pPr>
            <a:lvl9pPr lvl="8" rtl="0" algn="ctr">
              <a:spcBef>
                <a:spcPts val="1600"/>
              </a:spcBef>
              <a:spcAft>
                <a:spcPts val="1600"/>
              </a:spcAft>
              <a:buNone/>
              <a:defRPr sz="1800">
                <a:solidFill>
                  <a:schemeClr val="accent1"/>
                </a:solidFill>
                <a:latin typeface="Roboto Condensed"/>
                <a:ea typeface="Roboto Condensed"/>
                <a:cs typeface="Roboto Condensed"/>
                <a:sym typeface="Roboto Condensed"/>
              </a:defRPr>
            </a:lvl9pPr>
          </a:lstStyle>
          <a:p/>
        </p:txBody>
      </p:sp>
      <p:sp>
        <p:nvSpPr>
          <p:cNvPr id="318" name="Google Shape;318;p29"/>
          <p:cNvSpPr txBox="1"/>
          <p:nvPr>
            <p:ph idx="6" type="subTitle"/>
          </p:nvPr>
        </p:nvSpPr>
        <p:spPr>
          <a:xfrm>
            <a:off x="6039009" y="3391921"/>
            <a:ext cx="1638000" cy="893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22" name="Shape 32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365160"/>
            <a:ext cx="8520600" cy="572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1pPr>
            <a:lvl2pPr lvl="1"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2pPr>
            <a:lvl3pPr lvl="2"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3pPr>
            <a:lvl4pPr lvl="3"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4pPr>
            <a:lvl5pPr lvl="4"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5pPr>
            <a:lvl6pPr lvl="5"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6pPr>
            <a:lvl7pPr lvl="6"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7pPr>
            <a:lvl8pPr lvl="7"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8pPr>
            <a:lvl9pPr lvl="8" algn="ctr">
              <a:spcBef>
                <a:spcPts val="0"/>
              </a:spcBef>
              <a:spcAft>
                <a:spcPts val="0"/>
              </a:spcAft>
              <a:buClr>
                <a:schemeClr val="dk1"/>
              </a:buClr>
              <a:buSzPts val="3300"/>
              <a:buFont typeface="Roboto Condensed"/>
              <a:buNone/>
              <a:defRPr b="1" sz="3300">
                <a:solidFill>
                  <a:schemeClr val="dk1"/>
                </a:solidFill>
                <a:latin typeface="Roboto Condensed"/>
                <a:ea typeface="Roboto Condensed"/>
                <a:cs typeface="Roboto Condensed"/>
                <a:sym typeface="Roboto Condense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1pPr>
            <a:lvl2pPr indent="-330200" lvl="1" marL="914400">
              <a:lnSpc>
                <a:spcPct val="100000"/>
              </a:lnSpc>
              <a:spcBef>
                <a:spcPts val="160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2pPr>
            <a:lvl3pPr indent="-330200" lvl="2" marL="1371600">
              <a:lnSpc>
                <a:spcPct val="100000"/>
              </a:lnSpc>
              <a:spcBef>
                <a:spcPts val="160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3pPr>
            <a:lvl4pPr indent="-330200" lvl="3" marL="1828800">
              <a:lnSpc>
                <a:spcPct val="100000"/>
              </a:lnSpc>
              <a:spcBef>
                <a:spcPts val="160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4pPr>
            <a:lvl5pPr indent="-330200" lvl="4" marL="2286000">
              <a:lnSpc>
                <a:spcPct val="100000"/>
              </a:lnSpc>
              <a:spcBef>
                <a:spcPts val="160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5pPr>
            <a:lvl6pPr indent="-330200" lvl="5" marL="2743200">
              <a:lnSpc>
                <a:spcPct val="100000"/>
              </a:lnSpc>
              <a:spcBef>
                <a:spcPts val="160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6pPr>
            <a:lvl7pPr indent="-330200" lvl="6" marL="3200400">
              <a:lnSpc>
                <a:spcPct val="100000"/>
              </a:lnSpc>
              <a:spcBef>
                <a:spcPts val="160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7pPr>
            <a:lvl8pPr indent="-330200" lvl="7" marL="3657600">
              <a:lnSpc>
                <a:spcPct val="100000"/>
              </a:lnSpc>
              <a:spcBef>
                <a:spcPts val="1600"/>
              </a:spcBef>
              <a:spcAft>
                <a:spcPts val="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8pPr>
            <a:lvl9pPr indent="-330200" lvl="8" marL="4114800">
              <a:lnSpc>
                <a:spcPct val="100000"/>
              </a:lnSpc>
              <a:spcBef>
                <a:spcPts val="1600"/>
              </a:spcBef>
              <a:spcAft>
                <a:spcPts val="1600"/>
              </a:spcAft>
              <a:buClr>
                <a:schemeClr val="dk1"/>
              </a:buClr>
              <a:buSzPts val="1600"/>
              <a:buFont typeface="Roboto Condensed"/>
              <a:buChar char="■"/>
              <a:defRPr sz="1600">
                <a:solidFill>
                  <a:schemeClr val="dk1"/>
                </a:solidFill>
                <a:latin typeface="Roboto Condensed"/>
                <a:ea typeface="Roboto Condensed"/>
                <a:cs typeface="Roboto Condensed"/>
                <a:sym typeface="Roboto Condense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19" name="Shape 319"/>
        <p:cNvGrpSpPr/>
        <p:nvPr/>
      </p:nvGrpSpPr>
      <p:grpSpPr>
        <a:xfrm>
          <a:off x="0" y="0"/>
          <a:ext cx="0" cy="0"/>
          <a:chOff x="0" y="0"/>
          <a:chExt cx="0" cy="0"/>
        </a:xfrm>
      </p:grpSpPr>
      <p:sp>
        <p:nvSpPr>
          <p:cNvPr id="320" name="Google Shape;320;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21" name="Google Shape;321;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slide" Target="/ppt/slides/slide30.xml"/><Relationship Id="rId7" Type="http://schemas.openxmlformats.org/officeDocument/2006/relationships/slide" Target="/ppt/slides/slide29.xml"/><Relationship Id="rId8" Type="http://schemas.openxmlformats.org/officeDocument/2006/relationships/slide" Target="/ppt/slides/slide29.xml"/><Relationship Id="rId11" Type="http://schemas.openxmlformats.org/officeDocument/2006/relationships/slide" Target="/ppt/slides/slide32.xml"/><Relationship Id="rId10" Type="http://schemas.openxmlformats.org/officeDocument/2006/relationships/slide" Target="/ppt/slides/slide31.xml"/><Relationship Id="rId13" Type="http://schemas.openxmlformats.org/officeDocument/2006/relationships/slide" Target="/ppt/slides/slide33.xml"/><Relationship Id="rId12" Type="http://schemas.openxmlformats.org/officeDocument/2006/relationships/slide" Target="/ppt/slides/slide33.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34.xml"/><Relationship Id="rId17" Type="http://schemas.openxmlformats.org/officeDocument/2006/relationships/slide" Target="/ppt/slides/slide35.xml"/><Relationship Id="rId16" Type="http://schemas.openxmlformats.org/officeDocument/2006/relationships/slide" Target="/ppt/slides/slide35.xml"/><Relationship Id="rId18" Type="http://schemas.openxmlformats.org/officeDocument/2006/relationships/slide" Target="/ppt/slides/slide4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1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11.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image" Target="../media/image16.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 Id="rId3" Type="http://schemas.openxmlformats.org/officeDocument/2006/relationships/hyperlink" Target="https://docs.google.com/spreadsheets/d/1tPqEhG3JuvTrWw5tahpOqaHR2N2R7Nh7FQBha1DlORU/copy" TargetMode="External"/><Relationship Id="rId4" Type="http://schemas.openxmlformats.org/officeDocument/2006/relationships/image" Target="../media/image8.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image" Target="../media/image5.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 Id="rId3" Type="http://schemas.openxmlformats.org/officeDocument/2006/relationships/image" Target="../media/image7.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hyperlink" Target="https://docs.google.com/spreadsheets/d/1tPqEhG3JuvTrWw5tahpOqaHR2N2R7Nh7FQBha1DlORU/copy" TargetMode="External"/><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 Id="rId3" Type="http://schemas.openxmlformats.org/officeDocument/2006/relationships/image" Target="../media/image19.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 Id="rId3" Type="http://schemas.openxmlformats.org/officeDocument/2006/relationships/image" Target="../media/image13.jpg"/><Relationship Id="rId4" Type="http://schemas.openxmlformats.org/officeDocument/2006/relationships/image" Target="../media/image17.jpg"/><Relationship Id="rId5" Type="http://schemas.openxmlformats.org/officeDocument/2006/relationships/image" Target="../media/image12.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6.xml"/><Relationship Id="rId3" Type="http://schemas.openxmlformats.org/officeDocument/2006/relationships/image" Target="../media/image18.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image" Target="../media/image3.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0.xml"/><Relationship Id="rId3" Type="http://schemas.openxmlformats.org/officeDocument/2006/relationships/hyperlink" Target="https://www.freepik.com/free-photo/doctor-holding-clipboard-looking-camera_5480812.htm/?utm_source=slidesgo_template&amp;utm_medium=referral-link&amp;utm_campaign=sg_resources&amp;utm_content=freepik" TargetMode="External"/><Relationship Id="rId4" Type="http://schemas.openxmlformats.org/officeDocument/2006/relationships/hyperlink" Target="https://www.freepik.com/free-photo/front-view-doctor-holding-stethoscope_5480773.htm/?utm_source=slidesgo_template&amp;utm_medium=referral-link&amp;utm_campaign=sg_resources&amp;utm_content=freepik" TargetMode="External"/><Relationship Id="rId9" Type="http://schemas.openxmlformats.org/officeDocument/2006/relationships/hyperlink" Target="https://www.freepik.com/free-photo/front-view-doctor-with-medical-mask-posing-with-crossed-arms_6948995.htm#page=1&amp;query=doctor&amp;position=1/?utm_source=slidesgo_template&amp;utm_medium=referral-link&amp;utm_campaign=sg_resources&amp;utm_content=freepik" TargetMode="External"/><Relationship Id="rId5" Type="http://schemas.openxmlformats.org/officeDocument/2006/relationships/hyperlink" Target="https://www.freepik.com/free-photo/crop-hand-examining-young-patient_3029793.htm/?utm_source=slidesgo_template&amp;utm_medium=referral-link&amp;utm_campaign=sg_resources&amp;utm_content=freepik" TargetMode="External"/><Relationship Id="rId6" Type="http://schemas.openxmlformats.org/officeDocument/2006/relationships/hyperlink" Target="https://www.freepik.com/free-photo/man-with-inhaler_3152731.htm/?utm_source=slidesgo_template&amp;utm_medium=referral-link&amp;utm_campaign=sg_resources&amp;utm_content=freepik" TargetMode="External"/><Relationship Id="rId7" Type="http://schemas.openxmlformats.org/officeDocument/2006/relationships/hyperlink" Target="https://www.freepik.com/free-photo/side-view-young-woman-coughing-against-gray-background_2982756.htm#page=1&amp;query=respiratory&amp;position=22/?utm_source=slidesgo_template&amp;utm_medium=referral-link&amp;utm_campaign=sg_resources&amp;utm_content=freepik" TargetMode="External"/><Relationship Id="rId8" Type="http://schemas.openxmlformats.org/officeDocument/2006/relationships/hyperlink" Target="https://www.freepik.com/free-photo/medium-shot-doctor-with-breathing-device_5048397.htm/?utm_source=slidesgo_template&amp;utm_medium=referral-link&amp;utm_campaign=sg_resources&amp;utm_content=freepik" TargetMode="External"/><Relationship Id="rId11" Type="http://schemas.openxmlformats.org/officeDocument/2006/relationships/hyperlink" Target="https://www.freepik.com/free-photo/overhead-view-medical-desk-with-succulent-plant-wireless-keyboard-green-surface_5223564.htm/?utm_source=slidesgo_template&amp;utm_medium=referral-link&amp;utm_campaign=sg_resources&amp;utm_content=freepik" TargetMode="External"/><Relationship Id="rId10" Type="http://schemas.openxmlformats.org/officeDocument/2006/relationships/hyperlink" Target="https://www.freepik.com/free-photo/front-view-doctor-pointing-coronavirus-test-his-notepad_6949179.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 Id="rId3" Type="http://schemas.openxmlformats.org/officeDocument/2006/relationships/hyperlink" Target="https://www.freepik.com/free-photo/beautiful-doctor-holding-folder-with-copy-space_6403680.htm/?utm_source=slidesgo_template&amp;utm_medium=referral-link&amp;utm_campaign=sg_resources&amp;utm_content=freepik" TargetMode="External"/><Relationship Id="rId4" Type="http://schemas.openxmlformats.org/officeDocument/2006/relationships/hyperlink" Target="https://www.freepik.com/free-photo/beautiful-female-doctor-holding-pills_6403647.htm/?utm_source=slidesgo_template&amp;utm_medium=referral-link&amp;utm_campaign=sg_resources&amp;utm_content=freepik" TargetMode="External"/><Relationship Id="rId9" Type="http://schemas.openxmlformats.org/officeDocument/2006/relationships/hyperlink" Target="https://www.freepik.com/free-photo/doctor-mask-examining-patient_3029783.htm#page=1&amp;query=examining%20young%20patient&amp;position=32/?utm_source=slidesgo_template&amp;utm_medium=referral-link&amp;utm_campaign=sg_resources&amp;utm_content=freepik" TargetMode="External"/><Relationship Id="rId5" Type="http://schemas.openxmlformats.org/officeDocument/2006/relationships/hyperlink" Target="https://www.freepik.com/free-photo/portrait-nurse-wearing-medical-mask-gloves_8011740.htm/?utm_source=slidesgo_template&amp;utm_medium=referral-link&amp;utm_campaign=sg_resources&amp;utm_content=freepik" TargetMode="External"/><Relationship Id="rId6" Type="http://schemas.openxmlformats.org/officeDocument/2006/relationships/hyperlink" Target="https://www.freepik.com/free-photo/doctor-woman-holding-clipboard_4056627.htm/?utm_source=slidesgo_template&amp;utm_medium=referral-link&amp;utm_campaign=sg_resources&amp;utm_content=freepik" TargetMode="External"/><Relationship Id="rId7" Type="http://schemas.openxmlformats.org/officeDocument/2006/relationships/hyperlink" Target="https://www.freepik.com/free-photo/doctor-desk-holding-out-his-hand_5480783.htm/?utm_source=slidesgo_template&amp;utm_medium=referral-link&amp;utm_campaign=sg_resources&amp;utm_content=freepik" TargetMode="External"/><Relationship Id="rId8" Type="http://schemas.openxmlformats.org/officeDocument/2006/relationships/hyperlink" Target="https://www.freepik.com/free-photo/doctor-holding-stethoscope_2398741.htm#page=1&amp;query=doctor&amp;position=0/?utm_source=slidesgo_template&amp;utm_medium=referral-link&amp;utm_campaign=sg_resources&amp;utm_content=freepik" TargetMode="External"/><Relationship Id="rId11" Type="http://schemas.openxmlformats.org/officeDocument/2006/relationships/hyperlink" Target="https://www.freepik.com/free-vector/appointment-booking-with-calendar-desk-computer_8444758.htm/?utm_source=slidesgo_template&amp;utm_medium=referral-link&amp;utm_campaign=sg_resources&amp;utm_content=freepik" TargetMode="External"/><Relationship Id="rId10" Type="http://schemas.openxmlformats.org/officeDocument/2006/relationships/hyperlink" Target="https://www.freepik.com/free-vector/business-card-template_3947494.htm/?utm_source=slidesgo_template&amp;utm_medium=referral-link&amp;utm_campaign=sg_resources&amp;utm_content=freepik" TargetMode="External"/><Relationship Id="rId13" Type="http://schemas.openxmlformats.org/officeDocument/2006/relationships/hyperlink" Target="https://www.freepik.com/free-photo/close-up-male-hand-holding-broken-cigarette_3831072.htm/?utm_source=slidesgo_template&amp;utm_medium=referral-link&amp;utm_campaign=sg_resources&amp;utm_content=freepik" TargetMode="External"/><Relationship Id="rId12" Type="http://schemas.openxmlformats.org/officeDocument/2006/relationships/hyperlink" Target="https://www.freepik.com/free-photo/man-using-asthma-inhaler_3124291.htm/?utm_source=slidesgo_template&amp;utm_medium=referral-link&amp;utm_campaign=sg_resources&amp;utm_content=freepik" TargetMode="External"/><Relationship Id="rId14" Type="http://schemas.openxmlformats.org/officeDocument/2006/relationships/hyperlink" Target="https://www.freepik.com/free-photo/close-up-colourful-pills-spilled-from-plastic-bottle_6897820.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hyperlink" Target="https://fonts.google.com/specimen/Roboto+Condensed?query=roboto+conde"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image" Target="../media/image2.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10.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6.gif"/><Relationship Id="rId10" Type="http://schemas.openxmlformats.org/officeDocument/2006/relationships/image" Target="../media/image9.gif"/></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 Id="rId3" Type="http://schemas.openxmlformats.org/officeDocument/2006/relationships/hyperlink" Target="https://chrome.google.com/webstore/detail/flaticon-for-gsuit-gslide/haekgjfnhhdkgfgmldhfokhmfkgmciba"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 name="Shape 326"/>
        <p:cNvGrpSpPr/>
        <p:nvPr/>
      </p:nvGrpSpPr>
      <p:grpSpPr>
        <a:xfrm>
          <a:off x="0" y="0"/>
          <a:ext cx="0" cy="0"/>
          <a:chOff x="0" y="0"/>
          <a:chExt cx="0" cy="0"/>
        </a:xfrm>
      </p:grpSpPr>
      <p:pic>
        <p:nvPicPr>
          <p:cNvPr id="327" name="Google Shape;327;p32"/>
          <p:cNvPicPr preferRelativeResize="0"/>
          <p:nvPr/>
        </p:nvPicPr>
        <p:blipFill rotWithShape="1">
          <a:blip r:embed="rId3">
            <a:alphaModFix/>
          </a:blip>
          <a:srcRect b="0" l="41255" r="0" t="0"/>
          <a:stretch/>
        </p:blipFill>
        <p:spPr>
          <a:xfrm>
            <a:off x="3772601" y="-1375"/>
            <a:ext cx="5370951" cy="5143504"/>
          </a:xfrm>
          <a:prstGeom prst="rect">
            <a:avLst/>
          </a:prstGeom>
          <a:noFill/>
          <a:ln>
            <a:noFill/>
          </a:ln>
        </p:spPr>
      </p:pic>
      <p:grpSp>
        <p:nvGrpSpPr>
          <p:cNvPr id="328" name="Google Shape;328;p32"/>
          <p:cNvGrpSpPr/>
          <p:nvPr/>
        </p:nvGrpSpPr>
        <p:grpSpPr>
          <a:xfrm>
            <a:off x="-234" y="-3097"/>
            <a:ext cx="6557383" cy="5146922"/>
            <a:chOff x="-234" y="-3097"/>
            <a:chExt cx="6557383" cy="5146922"/>
          </a:xfrm>
        </p:grpSpPr>
        <p:sp>
          <p:nvSpPr>
            <p:cNvPr id="329" name="Google Shape;329;p32"/>
            <p:cNvSpPr/>
            <p:nvPr/>
          </p:nvSpPr>
          <p:spPr>
            <a:xfrm>
              <a:off x="-234" y="-118"/>
              <a:ext cx="6178631" cy="5143425"/>
            </a:xfrm>
            <a:custGeom>
              <a:rect b="b" l="l" r="r" t="t"/>
              <a:pathLst>
                <a:path extrusionOk="0" h="73391" w="97601">
                  <a:moveTo>
                    <a:pt x="0" y="0"/>
                  </a:moveTo>
                  <a:lnTo>
                    <a:pt x="0" y="73391"/>
                  </a:lnTo>
                  <a:lnTo>
                    <a:pt x="94741" y="73391"/>
                  </a:lnTo>
                  <a:lnTo>
                    <a:pt x="75889" y="38800"/>
                  </a:lnTo>
                  <a:lnTo>
                    <a:pt x="976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 name="Google Shape;330;p32"/>
            <p:cNvGrpSpPr/>
            <p:nvPr/>
          </p:nvGrpSpPr>
          <p:grpSpPr>
            <a:xfrm>
              <a:off x="3714585" y="-3097"/>
              <a:ext cx="2842564" cy="5146922"/>
              <a:chOff x="6659775" y="2014225"/>
              <a:chExt cx="555275" cy="1106175"/>
            </a:xfrm>
          </p:grpSpPr>
          <p:sp>
            <p:nvSpPr>
              <p:cNvPr id="331" name="Google Shape;331;p32"/>
              <p:cNvSpPr/>
              <p:nvPr/>
            </p:nvSpPr>
            <p:spPr>
              <a:xfrm>
                <a:off x="6737450" y="2014225"/>
                <a:ext cx="402050" cy="1106175"/>
              </a:xfrm>
              <a:custGeom>
                <a:rect b="b" l="l" r="r" t="t"/>
                <a:pathLst>
                  <a:path extrusionOk="0" h="44247" w="16082">
                    <a:moveTo>
                      <a:pt x="13004" y="0"/>
                    </a:moveTo>
                    <a:lnTo>
                      <a:pt x="0" y="23239"/>
                    </a:lnTo>
                    <a:lnTo>
                      <a:pt x="11443" y="44246"/>
                    </a:lnTo>
                    <a:lnTo>
                      <a:pt x="14545" y="44246"/>
                    </a:lnTo>
                    <a:lnTo>
                      <a:pt x="3088" y="23225"/>
                    </a:lnTo>
                    <a:lnTo>
                      <a:pt x="16082"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2"/>
              <p:cNvSpPr/>
              <p:nvPr/>
            </p:nvSpPr>
            <p:spPr>
              <a:xfrm>
                <a:off x="6813100" y="2014225"/>
                <a:ext cx="401950" cy="1106175"/>
              </a:xfrm>
              <a:custGeom>
                <a:rect b="b" l="l" r="r" t="t"/>
                <a:pathLst>
                  <a:path extrusionOk="0" h="44247" w="16078">
                    <a:moveTo>
                      <a:pt x="13004" y="0"/>
                    </a:moveTo>
                    <a:lnTo>
                      <a:pt x="1" y="23239"/>
                    </a:lnTo>
                    <a:lnTo>
                      <a:pt x="11444" y="44246"/>
                    </a:lnTo>
                    <a:lnTo>
                      <a:pt x="14541" y="44246"/>
                    </a:lnTo>
                    <a:lnTo>
                      <a:pt x="3088" y="23225"/>
                    </a:lnTo>
                    <a:lnTo>
                      <a:pt x="1607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2"/>
              <p:cNvSpPr/>
              <p:nvPr/>
            </p:nvSpPr>
            <p:spPr>
              <a:xfrm>
                <a:off x="6659775" y="2014225"/>
                <a:ext cx="402075" cy="1106175"/>
              </a:xfrm>
              <a:custGeom>
                <a:rect b="b" l="l" r="r" t="t"/>
                <a:pathLst>
                  <a:path extrusionOk="0" h="44247" w="16083">
                    <a:moveTo>
                      <a:pt x="13009" y="0"/>
                    </a:moveTo>
                    <a:lnTo>
                      <a:pt x="1" y="23239"/>
                    </a:lnTo>
                    <a:lnTo>
                      <a:pt x="11449" y="44246"/>
                    </a:lnTo>
                    <a:lnTo>
                      <a:pt x="14546" y="44246"/>
                    </a:lnTo>
                    <a:lnTo>
                      <a:pt x="3088" y="23225"/>
                    </a:lnTo>
                    <a:lnTo>
                      <a:pt x="160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4" name="Google Shape;334;p32"/>
          <p:cNvSpPr txBox="1"/>
          <p:nvPr>
            <p:ph idx="1" type="subTitle"/>
          </p:nvPr>
        </p:nvSpPr>
        <p:spPr>
          <a:xfrm>
            <a:off x="581424" y="3474675"/>
            <a:ext cx="3068400" cy="10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t>Here is where your presentation begins</a:t>
            </a:r>
            <a:endParaRPr b="0"/>
          </a:p>
        </p:txBody>
      </p:sp>
      <p:sp>
        <p:nvSpPr>
          <p:cNvPr id="335" name="Google Shape;335;p32"/>
          <p:cNvSpPr txBox="1"/>
          <p:nvPr>
            <p:ph type="ctrTitle"/>
          </p:nvPr>
        </p:nvSpPr>
        <p:spPr>
          <a:xfrm>
            <a:off x="572510" y="740560"/>
            <a:ext cx="3975600" cy="257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Respiratory Clinical Case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 name="Shape 339"/>
        <p:cNvGrpSpPr/>
        <p:nvPr/>
      </p:nvGrpSpPr>
      <p:grpSpPr>
        <a:xfrm>
          <a:off x="0" y="0"/>
          <a:ext cx="0" cy="0"/>
          <a:chOff x="0" y="0"/>
          <a:chExt cx="0" cy="0"/>
        </a:xfrm>
      </p:grpSpPr>
      <p:sp>
        <p:nvSpPr>
          <p:cNvPr id="340" name="Google Shape;340;p33"/>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41" name="Google Shape;341;p33"/>
          <p:cNvSpPr txBox="1"/>
          <p:nvPr>
            <p:ph idx="1" type="body"/>
          </p:nvPr>
        </p:nvSpPr>
        <p:spPr>
          <a:xfrm>
            <a:off x="985250" y="1167950"/>
            <a:ext cx="7173600" cy="3651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solidFill>
                  <a:srgbClr val="30394B"/>
                </a:solidFill>
              </a:rPr>
              <a:t>Here’s what you’ll find in this </a:t>
            </a:r>
            <a:r>
              <a:rPr b="1" lang="en">
                <a:solidFill>
                  <a:schemeClr val="accent1"/>
                </a:solidFill>
                <a:uFill>
                  <a:noFill/>
                </a:uFill>
                <a:latin typeface="Roboto Condensed"/>
                <a:ea typeface="Roboto Condensed"/>
                <a:cs typeface="Roboto Condensed"/>
                <a:sym typeface="Roboto Condensed"/>
                <a:hlinkClick r:id="rId3"/>
              </a:rPr>
              <a:t>Slidesgo</a:t>
            </a:r>
            <a:r>
              <a:rPr b="1" lang="en">
                <a:solidFill>
                  <a:srgbClr val="30394B"/>
                </a:solidFill>
              </a:rPr>
              <a:t> </a:t>
            </a:r>
            <a:r>
              <a:rPr lang="en">
                <a:solidFill>
                  <a:srgbClr val="30394B"/>
                </a:solidFill>
              </a:rPr>
              <a:t>template: </a:t>
            </a:r>
            <a:endParaRPr>
              <a:solidFill>
                <a:srgbClr val="30394B"/>
              </a:solidFill>
            </a:endParaRPr>
          </a:p>
          <a:p>
            <a:pPr indent="-304800" lvl="0" marL="457200" rtl="0" algn="l">
              <a:lnSpc>
                <a:spcPct val="100000"/>
              </a:lnSpc>
              <a:spcBef>
                <a:spcPts val="1600"/>
              </a:spcBef>
              <a:spcAft>
                <a:spcPts val="0"/>
              </a:spcAft>
              <a:buClr>
                <a:srgbClr val="30394B"/>
              </a:buClr>
              <a:buSzPts val="1200"/>
              <a:buAutoNum type="arabicPeriod"/>
            </a:pPr>
            <a:r>
              <a:rPr lang="en">
                <a:solidFill>
                  <a:srgbClr val="30394B"/>
                </a:solidFill>
              </a:rPr>
              <a:t>A slide structure based on a clinical case presentation, which you can easily adapt to your needs. For more info on how to edit the template, please visit </a:t>
            </a:r>
            <a:r>
              <a:rPr b="1" lang="en">
                <a:solidFill>
                  <a:schemeClr val="accent1"/>
                </a:solidFill>
                <a:uFill>
                  <a:noFill/>
                </a:uFill>
                <a:latin typeface="Roboto Condensed"/>
                <a:ea typeface="Roboto Condensed"/>
                <a:cs typeface="Roboto Condensed"/>
                <a:sym typeface="Roboto Condensed"/>
                <a:hlinkClick r:id="rId4"/>
              </a:rPr>
              <a:t>Slidesgo School</a:t>
            </a:r>
            <a:r>
              <a:rPr b="1" lang="en">
                <a:solidFill>
                  <a:srgbClr val="30394B"/>
                </a:solidFill>
                <a:latin typeface="Roboto Condensed"/>
                <a:ea typeface="Roboto Condensed"/>
                <a:cs typeface="Roboto Condensed"/>
                <a:sym typeface="Roboto Condensed"/>
              </a:rPr>
              <a:t> </a:t>
            </a:r>
            <a:r>
              <a:rPr lang="en">
                <a:solidFill>
                  <a:srgbClr val="30394B"/>
                </a:solidFill>
              </a:rPr>
              <a:t>or read our </a:t>
            </a:r>
            <a:r>
              <a:rPr b="1" lang="en">
                <a:solidFill>
                  <a:schemeClr val="accent1"/>
                </a:solidFill>
                <a:uFill>
                  <a:noFill/>
                </a:uFill>
                <a:latin typeface="Roboto Condensed"/>
                <a:ea typeface="Roboto Condensed"/>
                <a:cs typeface="Roboto Condensed"/>
                <a:sym typeface="Roboto Condensed"/>
                <a:hlinkClick r:id="rId5"/>
              </a:rPr>
              <a:t>FAQs</a:t>
            </a:r>
            <a:r>
              <a:rPr lang="en">
                <a:solidFill>
                  <a:srgbClr val="30394B"/>
                </a:solidFill>
              </a:rPr>
              <a:t>.</a:t>
            </a:r>
            <a:endParaRPr>
              <a:solidFill>
                <a:srgbClr val="30394B"/>
              </a:solidFill>
            </a:endParaRPr>
          </a:p>
          <a:p>
            <a:pPr indent="-304800" lvl="0" marL="457200" rtl="0" algn="l">
              <a:lnSpc>
                <a:spcPct val="100000"/>
              </a:lnSpc>
              <a:spcBef>
                <a:spcPts val="0"/>
              </a:spcBef>
              <a:spcAft>
                <a:spcPts val="0"/>
              </a:spcAft>
              <a:buClr>
                <a:srgbClr val="30394B"/>
              </a:buClr>
              <a:buSzPts val="1200"/>
              <a:buAutoNum type="arabicPeriod"/>
            </a:pPr>
            <a:r>
              <a:rPr lang="en">
                <a:solidFill>
                  <a:srgbClr val="30394B"/>
                </a:solidFill>
              </a:rPr>
              <a:t>An assortment of pictures that are suitable for use in the presentation can be found in the </a:t>
            </a:r>
            <a:r>
              <a:rPr b="1" lang="en">
                <a:solidFill>
                  <a:schemeClr val="accent1"/>
                </a:solidFill>
                <a:latin typeface="Roboto Condensed"/>
                <a:ea typeface="Roboto Condensed"/>
                <a:cs typeface="Roboto Condensed"/>
                <a:sym typeface="Roboto Condensed"/>
              </a:rPr>
              <a:t>a</a:t>
            </a:r>
            <a:r>
              <a:rPr b="1" lang="en">
                <a:solidFill>
                  <a:schemeClr val="accent1"/>
                </a:solidFill>
                <a:uFill>
                  <a:noFill/>
                </a:uFill>
                <a:latin typeface="Roboto Condensed"/>
                <a:ea typeface="Roboto Condensed"/>
                <a:cs typeface="Roboto Condensed"/>
                <a:sym typeface="Roboto Condensed"/>
                <a:hlinkClick action="ppaction://hlinksldjump" r:id="rId6"/>
              </a:rPr>
              <a:t>lternative resources</a:t>
            </a:r>
            <a:r>
              <a:rPr b="1" lang="en">
                <a:solidFill>
                  <a:srgbClr val="30394B"/>
                </a:solidFill>
                <a:latin typeface="Roboto Condensed"/>
                <a:ea typeface="Roboto Condensed"/>
                <a:cs typeface="Roboto Condensed"/>
                <a:sym typeface="Roboto Condensed"/>
              </a:rPr>
              <a:t> </a:t>
            </a:r>
            <a:r>
              <a:rPr lang="en">
                <a:solidFill>
                  <a:srgbClr val="30394B"/>
                </a:solidFill>
              </a:rPr>
              <a:t>slide.</a:t>
            </a:r>
            <a:endParaRPr>
              <a:solidFill>
                <a:srgbClr val="30394B"/>
              </a:solidFill>
            </a:endParaRPr>
          </a:p>
          <a:p>
            <a:pPr indent="-304800" lvl="0" marL="457200" rtl="0" algn="l">
              <a:lnSpc>
                <a:spcPct val="100000"/>
              </a:lnSpc>
              <a:spcBef>
                <a:spcPts val="0"/>
              </a:spcBef>
              <a:spcAft>
                <a:spcPts val="0"/>
              </a:spcAft>
              <a:buClr>
                <a:srgbClr val="30394B"/>
              </a:buClr>
              <a:buSzPts val="1200"/>
              <a:buAutoNum type="arabicPeriod"/>
            </a:pPr>
            <a:r>
              <a:rPr lang="en">
                <a:solidFill>
                  <a:srgbClr val="30394B"/>
                </a:solidFill>
              </a:rPr>
              <a:t>A </a:t>
            </a:r>
            <a:r>
              <a:rPr b="1" lang="en">
                <a:solidFill>
                  <a:schemeClr val="accent1"/>
                </a:solidFill>
                <a:uFill>
                  <a:noFill/>
                </a:uFill>
                <a:latin typeface="Roboto Condensed"/>
                <a:ea typeface="Roboto Condensed"/>
                <a:cs typeface="Roboto Condensed"/>
                <a:sym typeface="Roboto Condensed"/>
                <a:hlinkClick action="ppaction://hlinksldjump" r:id="rId7"/>
              </a:rPr>
              <a:t>thanks</a:t>
            </a:r>
            <a:r>
              <a:rPr lang="en">
                <a:solidFill>
                  <a:srgbClr val="FF0000"/>
                </a:solidFill>
                <a:uFill>
                  <a:noFill/>
                </a:uFill>
                <a:hlinkClick action="ppaction://hlinksldjump" r:id="rId8"/>
              </a:rPr>
              <a:t> </a:t>
            </a:r>
            <a:r>
              <a:rPr lang="en">
                <a:solidFill>
                  <a:srgbClr val="30394B"/>
                </a:solidFill>
              </a:rPr>
              <a:t>slide, which you must keep so that proper credits for our design are given.</a:t>
            </a:r>
            <a:endParaRPr>
              <a:solidFill>
                <a:srgbClr val="30394B"/>
              </a:solidFill>
            </a:endParaRPr>
          </a:p>
          <a:p>
            <a:pPr indent="-304800" lvl="0" marL="457200" rtl="0" algn="l">
              <a:lnSpc>
                <a:spcPct val="100000"/>
              </a:lnSpc>
              <a:spcBef>
                <a:spcPts val="0"/>
              </a:spcBef>
              <a:spcAft>
                <a:spcPts val="0"/>
              </a:spcAft>
              <a:buClr>
                <a:srgbClr val="30394B"/>
              </a:buClr>
              <a:buSzPts val="1200"/>
              <a:buAutoNum type="arabicPeriod"/>
            </a:pPr>
            <a:r>
              <a:rPr lang="en">
                <a:solidFill>
                  <a:srgbClr val="30394B"/>
                </a:solidFill>
              </a:rPr>
              <a:t>A </a:t>
            </a:r>
            <a:r>
              <a:rPr b="1" lang="en">
                <a:solidFill>
                  <a:schemeClr val="accent1"/>
                </a:solidFill>
                <a:uFill>
                  <a:noFill/>
                </a:uFill>
                <a:latin typeface="Roboto Condensed"/>
                <a:ea typeface="Roboto Condensed"/>
                <a:cs typeface="Roboto Condensed"/>
                <a:sym typeface="Roboto Condensed"/>
                <a:hlinkClick action="ppaction://hlinksldjump" r:id="rId9"/>
              </a:rPr>
              <a:t>resources</a:t>
            </a:r>
            <a:r>
              <a:rPr lang="en">
                <a:solidFill>
                  <a:srgbClr val="FF0000"/>
                </a:solidFill>
                <a:uFill>
                  <a:noFill/>
                </a:uFill>
                <a:hlinkClick action="ppaction://hlinksldjump" r:id="rId10"/>
              </a:rPr>
              <a:t> </a:t>
            </a:r>
            <a:r>
              <a:rPr lang="en">
                <a:solidFill>
                  <a:srgbClr val="30394B"/>
                </a:solidFill>
              </a:rPr>
              <a:t>slide, where you’ll find links to all the elements used in the template.</a:t>
            </a:r>
            <a:endParaRPr>
              <a:solidFill>
                <a:srgbClr val="30394B"/>
              </a:solidFill>
            </a:endParaRPr>
          </a:p>
          <a:p>
            <a:pPr indent="-304800" lvl="0" marL="457200" rtl="0" algn="l">
              <a:lnSpc>
                <a:spcPct val="100000"/>
              </a:lnSpc>
              <a:spcBef>
                <a:spcPts val="0"/>
              </a:spcBef>
              <a:spcAft>
                <a:spcPts val="0"/>
              </a:spcAft>
              <a:buClr>
                <a:srgbClr val="30394B"/>
              </a:buClr>
              <a:buSzPts val="1200"/>
              <a:buAutoNum type="arabicPeriod"/>
            </a:pPr>
            <a:r>
              <a:rPr b="1" lang="en">
                <a:solidFill>
                  <a:schemeClr val="accent1"/>
                </a:solidFill>
                <a:uFill>
                  <a:noFill/>
                </a:uFill>
                <a:latin typeface="Roboto Condensed"/>
                <a:ea typeface="Roboto Condensed"/>
                <a:cs typeface="Roboto Condensed"/>
                <a:sym typeface="Roboto Condensed"/>
                <a:hlinkClick action="ppaction://hlinksldjump" r:id="rId11"/>
              </a:rPr>
              <a:t>Instructions for use</a:t>
            </a:r>
            <a:r>
              <a:rPr lang="en">
                <a:solidFill>
                  <a:srgbClr val="30394B"/>
                </a:solidFill>
              </a:rPr>
              <a:t>.</a:t>
            </a:r>
            <a:endParaRPr>
              <a:solidFill>
                <a:srgbClr val="30394B"/>
              </a:solidFill>
            </a:endParaRPr>
          </a:p>
          <a:p>
            <a:pPr indent="-304800" lvl="0" marL="457200" rtl="0" algn="l">
              <a:lnSpc>
                <a:spcPct val="100000"/>
              </a:lnSpc>
              <a:spcBef>
                <a:spcPts val="0"/>
              </a:spcBef>
              <a:spcAft>
                <a:spcPts val="0"/>
              </a:spcAft>
              <a:buClr>
                <a:srgbClr val="30394B"/>
              </a:buClr>
              <a:buSzPts val="1200"/>
              <a:buAutoNum type="arabicPeriod"/>
            </a:pPr>
            <a:r>
              <a:rPr lang="en">
                <a:solidFill>
                  <a:srgbClr val="30394B"/>
                </a:solidFill>
              </a:rPr>
              <a:t>Final slides with: </a:t>
            </a:r>
            <a:endParaRPr>
              <a:solidFill>
                <a:srgbClr val="30394B"/>
              </a:solidFill>
            </a:endParaRPr>
          </a:p>
          <a:p>
            <a:pPr indent="-304800" lvl="0" marL="914400" rtl="0" algn="l">
              <a:lnSpc>
                <a:spcPct val="100000"/>
              </a:lnSpc>
              <a:spcBef>
                <a:spcPts val="0"/>
              </a:spcBef>
              <a:spcAft>
                <a:spcPts val="0"/>
              </a:spcAft>
              <a:buSzPts val="1200"/>
              <a:buFont typeface="Roboto Condensed Light"/>
              <a:buChar char="●"/>
            </a:pPr>
            <a:r>
              <a:rPr lang="en">
                <a:solidFill>
                  <a:srgbClr val="30394B"/>
                </a:solidFill>
              </a:rPr>
              <a:t>The</a:t>
            </a:r>
            <a:r>
              <a:rPr lang="en">
                <a:solidFill>
                  <a:srgbClr val="30394B"/>
                </a:solidFill>
                <a:uFill>
                  <a:noFill/>
                </a:uFill>
                <a:hlinkClick action="ppaction://hlinksldjump" r:id="rId12"/>
              </a:rPr>
              <a:t> </a:t>
            </a:r>
            <a:r>
              <a:rPr b="1" lang="en">
                <a:solidFill>
                  <a:schemeClr val="accent1"/>
                </a:solidFill>
                <a:uFill>
                  <a:noFill/>
                </a:uFill>
                <a:latin typeface="Roboto Condensed"/>
                <a:ea typeface="Roboto Condensed"/>
                <a:cs typeface="Roboto Condensed"/>
                <a:sym typeface="Roboto Condensed"/>
                <a:hlinkClick action="ppaction://hlinksldjump" r:id="rId13"/>
              </a:rPr>
              <a:t>fonts and colors</a:t>
            </a:r>
            <a:r>
              <a:rPr lang="en">
                <a:solidFill>
                  <a:schemeClr val="accent1"/>
                </a:solidFill>
              </a:rPr>
              <a:t> </a:t>
            </a:r>
            <a:r>
              <a:rPr lang="en">
                <a:solidFill>
                  <a:srgbClr val="30394B"/>
                </a:solidFill>
              </a:rPr>
              <a:t>used in the template.</a:t>
            </a:r>
            <a:endParaRPr>
              <a:solidFill>
                <a:srgbClr val="30394B"/>
              </a:solidFill>
            </a:endParaRPr>
          </a:p>
          <a:p>
            <a:pPr indent="-304800" lvl="0" marL="914400" rtl="0" algn="l">
              <a:lnSpc>
                <a:spcPct val="100000"/>
              </a:lnSpc>
              <a:spcBef>
                <a:spcPts val="0"/>
              </a:spcBef>
              <a:spcAft>
                <a:spcPts val="0"/>
              </a:spcAft>
              <a:buSzPts val="1200"/>
              <a:buFont typeface="Roboto Condensed Light"/>
              <a:buChar char="●"/>
            </a:pPr>
            <a:r>
              <a:rPr lang="en">
                <a:solidFill>
                  <a:srgbClr val="30394B"/>
                </a:solidFill>
              </a:rPr>
              <a:t>A selection of</a:t>
            </a:r>
            <a:r>
              <a:rPr b="1" lang="en">
                <a:solidFill>
                  <a:srgbClr val="30394B"/>
                </a:solidFill>
                <a:latin typeface="Roboto Condensed"/>
                <a:ea typeface="Roboto Condensed"/>
                <a:cs typeface="Roboto Condensed"/>
                <a:sym typeface="Roboto Condensed"/>
              </a:rPr>
              <a:t> </a:t>
            </a:r>
            <a:r>
              <a:rPr b="1" lang="en">
                <a:solidFill>
                  <a:schemeClr val="accent1"/>
                </a:solidFill>
                <a:uFill>
                  <a:noFill/>
                </a:uFill>
                <a:latin typeface="Roboto Condensed"/>
                <a:ea typeface="Roboto Condensed"/>
                <a:cs typeface="Roboto Condensed"/>
                <a:sym typeface="Roboto Condensed"/>
                <a:hlinkClick action="ppaction://hlinksldjump" r:id="rId14"/>
              </a:rPr>
              <a:t>illustrations</a:t>
            </a:r>
            <a:r>
              <a:rPr lang="en">
                <a:solidFill>
                  <a:srgbClr val="30394B"/>
                </a:solidFill>
              </a:rPr>
              <a:t>. You can also customize and animate them as you wish with the online editor. Visit </a:t>
            </a:r>
            <a:r>
              <a:rPr b="1" lang="en">
                <a:solidFill>
                  <a:schemeClr val="accent1"/>
                </a:solidFill>
                <a:uFill>
                  <a:noFill/>
                </a:uFill>
                <a:latin typeface="Roboto Condensed"/>
                <a:ea typeface="Roboto Condensed"/>
                <a:cs typeface="Roboto Condensed"/>
                <a:sym typeface="Roboto Condensed"/>
                <a:hlinkClick r:id="rId15"/>
              </a:rPr>
              <a:t>Stories by Freepik</a:t>
            </a:r>
            <a:r>
              <a:rPr lang="en">
                <a:solidFill>
                  <a:srgbClr val="30394B"/>
                </a:solidFill>
              </a:rPr>
              <a:t> to find more. </a:t>
            </a:r>
            <a:endParaRPr>
              <a:solidFill>
                <a:srgbClr val="30394B"/>
              </a:solidFill>
            </a:endParaRPr>
          </a:p>
          <a:p>
            <a:pPr indent="-304800" lvl="0" marL="914400" rtl="0" algn="l">
              <a:lnSpc>
                <a:spcPct val="100000"/>
              </a:lnSpc>
              <a:spcBef>
                <a:spcPts val="0"/>
              </a:spcBef>
              <a:spcAft>
                <a:spcPts val="0"/>
              </a:spcAft>
              <a:buSzPts val="1200"/>
              <a:buFont typeface="Roboto Condensed Light"/>
              <a:buChar char="●"/>
            </a:pPr>
            <a:r>
              <a:rPr lang="en">
                <a:solidFill>
                  <a:srgbClr val="30394B"/>
                </a:solidFill>
              </a:rPr>
              <a:t>More</a:t>
            </a:r>
            <a:r>
              <a:rPr lang="en">
                <a:solidFill>
                  <a:srgbClr val="30394B"/>
                </a:solidFill>
                <a:uFill>
                  <a:noFill/>
                </a:uFill>
                <a:hlinkClick action="ppaction://hlinksldjump" r:id="rId16"/>
              </a:rPr>
              <a:t> </a:t>
            </a:r>
            <a:r>
              <a:rPr b="1" lang="en">
                <a:solidFill>
                  <a:schemeClr val="accent1"/>
                </a:solidFill>
                <a:uFill>
                  <a:noFill/>
                </a:uFill>
                <a:latin typeface="Roboto Condensed"/>
                <a:ea typeface="Roboto Condensed"/>
                <a:cs typeface="Roboto Condensed"/>
                <a:sym typeface="Roboto Condensed"/>
                <a:hlinkClick action="ppaction://hlinksldjump" r:id="rId17"/>
              </a:rPr>
              <a:t>infographic resources</a:t>
            </a:r>
            <a:r>
              <a:rPr lang="en">
                <a:solidFill>
                  <a:srgbClr val="30394B"/>
                </a:solidFill>
              </a:rPr>
              <a:t>, whose size and color can be edited. </a:t>
            </a:r>
            <a:endParaRPr>
              <a:solidFill>
                <a:srgbClr val="30394B"/>
              </a:solidFill>
            </a:endParaRPr>
          </a:p>
          <a:p>
            <a:pPr indent="-304800" lvl="0" marL="914400" rtl="0" algn="l">
              <a:lnSpc>
                <a:spcPct val="100000"/>
              </a:lnSpc>
              <a:spcBef>
                <a:spcPts val="0"/>
              </a:spcBef>
              <a:spcAft>
                <a:spcPts val="0"/>
              </a:spcAft>
              <a:buSzPts val="1200"/>
              <a:buFont typeface="Roboto Condensed Light"/>
              <a:buChar char="●"/>
            </a:pPr>
            <a:r>
              <a:rPr lang="en">
                <a:solidFill>
                  <a:srgbClr val="30394B"/>
                </a:solidFill>
              </a:rPr>
              <a:t>Sets of </a:t>
            </a:r>
            <a:r>
              <a:rPr b="1" lang="en">
                <a:solidFill>
                  <a:schemeClr val="accent1"/>
                </a:solidFill>
                <a:uFill>
                  <a:noFill/>
                </a:uFill>
                <a:latin typeface="Roboto Condensed"/>
                <a:ea typeface="Roboto Condensed"/>
                <a:cs typeface="Roboto Condensed"/>
                <a:sym typeface="Roboto Condensed"/>
                <a:hlinkClick action="ppaction://hlinksldjump" r:id="rId18"/>
              </a:rPr>
              <a:t>customizable icons</a:t>
            </a:r>
            <a:r>
              <a:rPr lang="en">
                <a:solidFill>
                  <a:srgbClr val="30394B"/>
                </a:solidFill>
              </a:rPr>
              <a:t> of the following themes: general, business, avatar, creative process, education, help &amp; support, medical, nature, performing arts, SEO &amp; marketing, and teamwork.</a:t>
            </a:r>
            <a:endParaRPr>
              <a:solidFill>
                <a:srgbClr val="30394B"/>
              </a:solidFill>
            </a:endParaRPr>
          </a:p>
          <a:p>
            <a:pPr indent="0" lvl="0" marL="0" rtl="0" algn="l">
              <a:lnSpc>
                <a:spcPct val="100000"/>
              </a:lnSpc>
              <a:spcBef>
                <a:spcPts val="1600"/>
              </a:spcBef>
              <a:spcAft>
                <a:spcPts val="0"/>
              </a:spcAft>
              <a:buClr>
                <a:schemeClr val="dk1"/>
              </a:buClr>
              <a:buSzPts val="1100"/>
              <a:buFont typeface="Arial"/>
              <a:buNone/>
            </a:pPr>
            <a:r>
              <a:rPr lang="en">
                <a:solidFill>
                  <a:srgbClr val="30394B"/>
                </a:solidFill>
              </a:rPr>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 name="Shape 345"/>
        <p:cNvGrpSpPr/>
        <p:nvPr/>
      </p:nvGrpSpPr>
      <p:grpSpPr>
        <a:xfrm>
          <a:off x="0" y="0"/>
          <a:ext cx="0" cy="0"/>
          <a:chOff x="0" y="0"/>
          <a:chExt cx="0" cy="0"/>
        </a:xfrm>
      </p:grpSpPr>
      <p:grpSp>
        <p:nvGrpSpPr>
          <p:cNvPr id="346" name="Google Shape;346;p34"/>
          <p:cNvGrpSpPr/>
          <p:nvPr/>
        </p:nvGrpSpPr>
        <p:grpSpPr>
          <a:xfrm>
            <a:off x="3125889" y="1396897"/>
            <a:ext cx="1198385" cy="1198385"/>
            <a:chOff x="689850" y="398450"/>
            <a:chExt cx="4346700" cy="4346700"/>
          </a:xfrm>
        </p:grpSpPr>
        <p:sp>
          <p:nvSpPr>
            <p:cNvPr id="347" name="Google Shape;347;p34"/>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48" name="Google Shape;348;p34"/>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34"/>
          <p:cNvGrpSpPr/>
          <p:nvPr/>
        </p:nvGrpSpPr>
        <p:grpSpPr>
          <a:xfrm>
            <a:off x="4836426" y="3192410"/>
            <a:ext cx="1198385" cy="1198385"/>
            <a:chOff x="689850" y="398450"/>
            <a:chExt cx="4346700" cy="4346700"/>
          </a:xfrm>
        </p:grpSpPr>
        <p:sp>
          <p:nvSpPr>
            <p:cNvPr id="350" name="Google Shape;350;p34"/>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51" name="Google Shape;351;p34"/>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34"/>
          <p:cNvGrpSpPr/>
          <p:nvPr/>
        </p:nvGrpSpPr>
        <p:grpSpPr>
          <a:xfrm>
            <a:off x="3125889" y="3192410"/>
            <a:ext cx="1198385" cy="1198385"/>
            <a:chOff x="689850" y="398450"/>
            <a:chExt cx="4346700" cy="4346700"/>
          </a:xfrm>
        </p:grpSpPr>
        <p:sp>
          <p:nvSpPr>
            <p:cNvPr id="353" name="Google Shape;353;p34"/>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54" name="Google Shape;354;p34"/>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 name="Google Shape;355;p34"/>
          <p:cNvGrpSpPr/>
          <p:nvPr/>
        </p:nvGrpSpPr>
        <p:grpSpPr>
          <a:xfrm>
            <a:off x="4836426" y="1396897"/>
            <a:ext cx="1198385" cy="1198385"/>
            <a:chOff x="689850" y="398450"/>
            <a:chExt cx="4346700" cy="4346700"/>
          </a:xfrm>
        </p:grpSpPr>
        <p:sp>
          <p:nvSpPr>
            <p:cNvPr id="356" name="Google Shape;356;p34"/>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57" name="Google Shape;357;p34"/>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 name="Google Shape;358;p34"/>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59" name="Google Shape;359;p34"/>
          <p:cNvSpPr txBox="1"/>
          <p:nvPr>
            <p:ph idx="3" type="subTitle"/>
          </p:nvPr>
        </p:nvSpPr>
        <p:spPr>
          <a:xfrm>
            <a:off x="666337" y="3419925"/>
            <a:ext cx="2353500" cy="396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Discussion</a:t>
            </a:r>
            <a:endParaRPr/>
          </a:p>
        </p:txBody>
      </p:sp>
      <p:sp>
        <p:nvSpPr>
          <p:cNvPr id="360" name="Google Shape;360;p34"/>
          <p:cNvSpPr txBox="1"/>
          <p:nvPr>
            <p:ph idx="4" type="subTitle"/>
          </p:nvPr>
        </p:nvSpPr>
        <p:spPr>
          <a:xfrm>
            <a:off x="659912" y="3717725"/>
            <a:ext cx="2359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could describe the topic of the section</a:t>
            </a:r>
            <a:endParaRPr/>
          </a:p>
        </p:txBody>
      </p:sp>
      <p:sp>
        <p:nvSpPr>
          <p:cNvPr id="361" name="Google Shape;361;p34"/>
          <p:cNvSpPr txBox="1"/>
          <p:nvPr>
            <p:ph idx="1" type="subTitle"/>
          </p:nvPr>
        </p:nvSpPr>
        <p:spPr>
          <a:xfrm>
            <a:off x="668162" y="1635625"/>
            <a:ext cx="2359500" cy="396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About the Patient</a:t>
            </a:r>
            <a:endParaRPr/>
          </a:p>
        </p:txBody>
      </p:sp>
      <p:sp>
        <p:nvSpPr>
          <p:cNvPr id="362" name="Google Shape;362;p34"/>
          <p:cNvSpPr txBox="1"/>
          <p:nvPr>
            <p:ph idx="2" type="subTitle"/>
          </p:nvPr>
        </p:nvSpPr>
        <p:spPr>
          <a:xfrm>
            <a:off x="668262" y="1933050"/>
            <a:ext cx="2359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could describe the topic of the section</a:t>
            </a:r>
            <a:endParaRPr/>
          </a:p>
        </p:txBody>
      </p:sp>
      <p:sp>
        <p:nvSpPr>
          <p:cNvPr id="363" name="Google Shape;363;p34"/>
          <p:cNvSpPr txBox="1"/>
          <p:nvPr>
            <p:ph idx="5" type="subTitle"/>
          </p:nvPr>
        </p:nvSpPr>
        <p:spPr>
          <a:xfrm>
            <a:off x="6123937" y="1637000"/>
            <a:ext cx="23595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Diagnosis</a:t>
            </a:r>
            <a:endParaRPr/>
          </a:p>
        </p:txBody>
      </p:sp>
      <p:sp>
        <p:nvSpPr>
          <p:cNvPr id="364" name="Google Shape;364;p34"/>
          <p:cNvSpPr txBox="1"/>
          <p:nvPr>
            <p:ph idx="6" type="subTitle"/>
          </p:nvPr>
        </p:nvSpPr>
        <p:spPr>
          <a:xfrm>
            <a:off x="6124588" y="1935000"/>
            <a:ext cx="2359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65" name="Google Shape;365;p34"/>
          <p:cNvSpPr txBox="1"/>
          <p:nvPr>
            <p:ph idx="7" type="subTitle"/>
          </p:nvPr>
        </p:nvSpPr>
        <p:spPr>
          <a:xfrm>
            <a:off x="6117862" y="3420200"/>
            <a:ext cx="23535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Treatment</a:t>
            </a:r>
            <a:endParaRPr/>
          </a:p>
        </p:txBody>
      </p:sp>
      <p:sp>
        <p:nvSpPr>
          <p:cNvPr id="366" name="Google Shape;366;p34"/>
          <p:cNvSpPr txBox="1"/>
          <p:nvPr>
            <p:ph idx="8" type="subTitle"/>
          </p:nvPr>
        </p:nvSpPr>
        <p:spPr>
          <a:xfrm>
            <a:off x="6117863" y="3717325"/>
            <a:ext cx="2359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67" name="Google Shape;367;p34"/>
          <p:cNvSpPr txBox="1"/>
          <p:nvPr>
            <p:ph idx="9" type="title"/>
          </p:nvPr>
        </p:nvSpPr>
        <p:spPr>
          <a:xfrm>
            <a:off x="3333744" y="1709694"/>
            <a:ext cx="782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68" name="Google Shape;368;p34"/>
          <p:cNvSpPr txBox="1"/>
          <p:nvPr>
            <p:ph idx="13" type="title"/>
          </p:nvPr>
        </p:nvSpPr>
        <p:spPr>
          <a:xfrm>
            <a:off x="3333744" y="3505259"/>
            <a:ext cx="782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69" name="Google Shape;369;p34"/>
          <p:cNvSpPr txBox="1"/>
          <p:nvPr>
            <p:ph idx="14" type="title"/>
          </p:nvPr>
        </p:nvSpPr>
        <p:spPr>
          <a:xfrm>
            <a:off x="5044205" y="1709694"/>
            <a:ext cx="782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70" name="Google Shape;370;p34"/>
          <p:cNvSpPr txBox="1"/>
          <p:nvPr>
            <p:ph idx="15" type="title"/>
          </p:nvPr>
        </p:nvSpPr>
        <p:spPr>
          <a:xfrm>
            <a:off x="5044205" y="3505259"/>
            <a:ext cx="782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 name="Shape 374"/>
        <p:cNvGrpSpPr/>
        <p:nvPr/>
      </p:nvGrpSpPr>
      <p:grpSpPr>
        <a:xfrm>
          <a:off x="0" y="0"/>
          <a:ext cx="0" cy="0"/>
          <a:chOff x="0" y="0"/>
          <a:chExt cx="0" cy="0"/>
        </a:xfrm>
      </p:grpSpPr>
      <p:grpSp>
        <p:nvGrpSpPr>
          <p:cNvPr id="375" name="Google Shape;375;p35"/>
          <p:cNvGrpSpPr/>
          <p:nvPr/>
        </p:nvGrpSpPr>
        <p:grpSpPr>
          <a:xfrm>
            <a:off x="3702543" y="648642"/>
            <a:ext cx="1749981" cy="1749981"/>
            <a:chOff x="689850" y="398450"/>
            <a:chExt cx="4346700" cy="4346700"/>
          </a:xfrm>
        </p:grpSpPr>
        <p:sp>
          <p:nvSpPr>
            <p:cNvPr id="376" name="Google Shape;376;p35"/>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77" name="Google Shape;377;p35"/>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 name="Google Shape;378;p35"/>
          <p:cNvSpPr txBox="1"/>
          <p:nvPr>
            <p:ph type="title"/>
          </p:nvPr>
        </p:nvSpPr>
        <p:spPr>
          <a:xfrm>
            <a:off x="1525888" y="2398615"/>
            <a:ext cx="6088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Patient</a:t>
            </a:r>
            <a:endParaRPr/>
          </a:p>
        </p:txBody>
      </p:sp>
      <p:sp>
        <p:nvSpPr>
          <p:cNvPr id="379" name="Google Shape;379;p35"/>
          <p:cNvSpPr txBox="1"/>
          <p:nvPr>
            <p:ph idx="1" type="subTitle"/>
          </p:nvPr>
        </p:nvSpPr>
        <p:spPr>
          <a:xfrm>
            <a:off x="1529313" y="3282025"/>
            <a:ext cx="6088800" cy="474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sp>
        <p:nvSpPr>
          <p:cNvPr id="380" name="Google Shape;380;p35"/>
          <p:cNvSpPr txBox="1"/>
          <p:nvPr>
            <p:ph idx="2" type="title"/>
          </p:nvPr>
        </p:nvSpPr>
        <p:spPr>
          <a:xfrm>
            <a:off x="4006013" y="1003200"/>
            <a:ext cx="1128600" cy="104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pic>
        <p:nvPicPr>
          <p:cNvPr id="385" name="Google Shape;385;p36"/>
          <p:cNvPicPr preferRelativeResize="0"/>
          <p:nvPr/>
        </p:nvPicPr>
        <p:blipFill rotWithShape="1">
          <a:blip r:embed="rId3">
            <a:alphaModFix/>
          </a:blip>
          <a:srcRect b="0" l="12403" r="32173" t="0"/>
          <a:stretch/>
        </p:blipFill>
        <p:spPr>
          <a:xfrm>
            <a:off x="4" y="0"/>
            <a:ext cx="4271450" cy="5143527"/>
          </a:xfrm>
          <a:prstGeom prst="rect">
            <a:avLst/>
          </a:prstGeom>
          <a:noFill/>
          <a:ln>
            <a:noFill/>
          </a:ln>
        </p:spPr>
      </p:pic>
      <p:grpSp>
        <p:nvGrpSpPr>
          <p:cNvPr id="386" name="Google Shape;386;p36"/>
          <p:cNvGrpSpPr/>
          <p:nvPr/>
        </p:nvGrpSpPr>
        <p:grpSpPr>
          <a:xfrm>
            <a:off x="2530585" y="-3097"/>
            <a:ext cx="6613412" cy="5146922"/>
            <a:chOff x="2530585" y="-3097"/>
            <a:chExt cx="6613412" cy="5146922"/>
          </a:xfrm>
        </p:grpSpPr>
        <p:sp>
          <p:nvSpPr>
            <p:cNvPr id="387" name="Google Shape;387;p36"/>
            <p:cNvSpPr/>
            <p:nvPr/>
          </p:nvSpPr>
          <p:spPr>
            <a:xfrm flipH="1">
              <a:off x="2965366" y="-118"/>
              <a:ext cx="6178631" cy="5143425"/>
            </a:xfrm>
            <a:custGeom>
              <a:rect b="b" l="l" r="r" t="t"/>
              <a:pathLst>
                <a:path extrusionOk="0" h="73391" w="97601">
                  <a:moveTo>
                    <a:pt x="0" y="0"/>
                  </a:moveTo>
                  <a:lnTo>
                    <a:pt x="0" y="73391"/>
                  </a:lnTo>
                  <a:lnTo>
                    <a:pt x="94741" y="73391"/>
                  </a:lnTo>
                  <a:lnTo>
                    <a:pt x="75889" y="38800"/>
                  </a:lnTo>
                  <a:lnTo>
                    <a:pt x="976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 name="Google Shape;388;p36"/>
            <p:cNvGrpSpPr/>
            <p:nvPr/>
          </p:nvGrpSpPr>
          <p:grpSpPr>
            <a:xfrm rot="10800000">
              <a:off x="2530585" y="-3097"/>
              <a:ext cx="2842564" cy="5146922"/>
              <a:chOff x="6659775" y="2014225"/>
              <a:chExt cx="555275" cy="1106175"/>
            </a:xfrm>
          </p:grpSpPr>
          <p:sp>
            <p:nvSpPr>
              <p:cNvPr id="389" name="Google Shape;389;p36"/>
              <p:cNvSpPr/>
              <p:nvPr/>
            </p:nvSpPr>
            <p:spPr>
              <a:xfrm>
                <a:off x="6737450" y="2014225"/>
                <a:ext cx="402050" cy="1106175"/>
              </a:xfrm>
              <a:custGeom>
                <a:rect b="b" l="l" r="r" t="t"/>
                <a:pathLst>
                  <a:path extrusionOk="0" h="44247" w="16082">
                    <a:moveTo>
                      <a:pt x="13004" y="0"/>
                    </a:moveTo>
                    <a:lnTo>
                      <a:pt x="0" y="23239"/>
                    </a:lnTo>
                    <a:lnTo>
                      <a:pt x="11443" y="44246"/>
                    </a:lnTo>
                    <a:lnTo>
                      <a:pt x="14545" y="44246"/>
                    </a:lnTo>
                    <a:lnTo>
                      <a:pt x="3088" y="23225"/>
                    </a:lnTo>
                    <a:lnTo>
                      <a:pt x="16082"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6"/>
              <p:cNvSpPr/>
              <p:nvPr/>
            </p:nvSpPr>
            <p:spPr>
              <a:xfrm>
                <a:off x="6813100" y="2014225"/>
                <a:ext cx="401950" cy="1106175"/>
              </a:xfrm>
              <a:custGeom>
                <a:rect b="b" l="l" r="r" t="t"/>
                <a:pathLst>
                  <a:path extrusionOk="0" h="44247" w="16078">
                    <a:moveTo>
                      <a:pt x="13004" y="0"/>
                    </a:moveTo>
                    <a:lnTo>
                      <a:pt x="1" y="23239"/>
                    </a:lnTo>
                    <a:lnTo>
                      <a:pt x="11444" y="44246"/>
                    </a:lnTo>
                    <a:lnTo>
                      <a:pt x="14541" y="44246"/>
                    </a:lnTo>
                    <a:lnTo>
                      <a:pt x="3088" y="23225"/>
                    </a:lnTo>
                    <a:lnTo>
                      <a:pt x="1607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6"/>
              <p:cNvSpPr/>
              <p:nvPr/>
            </p:nvSpPr>
            <p:spPr>
              <a:xfrm>
                <a:off x="6659775" y="2014225"/>
                <a:ext cx="402075" cy="1106175"/>
              </a:xfrm>
              <a:custGeom>
                <a:rect b="b" l="l" r="r" t="t"/>
                <a:pathLst>
                  <a:path extrusionOk="0" h="44247" w="16083">
                    <a:moveTo>
                      <a:pt x="13009" y="0"/>
                    </a:moveTo>
                    <a:lnTo>
                      <a:pt x="1" y="23239"/>
                    </a:lnTo>
                    <a:lnTo>
                      <a:pt x="11449" y="44246"/>
                    </a:lnTo>
                    <a:lnTo>
                      <a:pt x="14546" y="44246"/>
                    </a:lnTo>
                    <a:lnTo>
                      <a:pt x="3088" y="23225"/>
                    </a:lnTo>
                    <a:lnTo>
                      <a:pt x="1608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2" name="Google Shape;392;p36"/>
          <p:cNvSpPr txBox="1"/>
          <p:nvPr>
            <p:ph type="title"/>
          </p:nvPr>
        </p:nvSpPr>
        <p:spPr>
          <a:xfrm>
            <a:off x="5562474" y="365160"/>
            <a:ext cx="2846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93" name="Google Shape;393;p36"/>
          <p:cNvSpPr txBox="1"/>
          <p:nvPr>
            <p:ph idx="2" type="subTitle"/>
          </p:nvPr>
        </p:nvSpPr>
        <p:spPr>
          <a:xfrm>
            <a:off x="5571675" y="2039675"/>
            <a:ext cx="2846100" cy="895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a:t>
            </a:r>
            <a:endParaRPr/>
          </a:p>
        </p:txBody>
      </p:sp>
      <p:sp>
        <p:nvSpPr>
          <p:cNvPr id="394" name="Google Shape;394;p36"/>
          <p:cNvSpPr txBox="1"/>
          <p:nvPr>
            <p:ph idx="1" type="subTitle"/>
          </p:nvPr>
        </p:nvSpPr>
        <p:spPr>
          <a:xfrm>
            <a:off x="5571675" y="1665725"/>
            <a:ext cx="28461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395" name="Google Shape;395;p36"/>
          <p:cNvSpPr txBox="1"/>
          <p:nvPr>
            <p:ph idx="3" type="subTitle"/>
          </p:nvPr>
        </p:nvSpPr>
        <p:spPr>
          <a:xfrm>
            <a:off x="5571675" y="3101050"/>
            <a:ext cx="28461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396" name="Google Shape;396;p36"/>
          <p:cNvSpPr txBox="1"/>
          <p:nvPr>
            <p:ph idx="4" type="subTitle"/>
          </p:nvPr>
        </p:nvSpPr>
        <p:spPr>
          <a:xfrm>
            <a:off x="5571675" y="3474843"/>
            <a:ext cx="2846100" cy="895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terribly hot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 name="Shape 400"/>
        <p:cNvGrpSpPr/>
        <p:nvPr/>
      </p:nvGrpSpPr>
      <p:grpSpPr>
        <a:xfrm>
          <a:off x="0" y="0"/>
          <a:ext cx="0" cy="0"/>
          <a:chOff x="0" y="0"/>
          <a:chExt cx="0" cy="0"/>
        </a:xfrm>
      </p:grpSpPr>
      <p:grpSp>
        <p:nvGrpSpPr>
          <p:cNvPr id="401" name="Google Shape;401;p37"/>
          <p:cNvGrpSpPr/>
          <p:nvPr/>
        </p:nvGrpSpPr>
        <p:grpSpPr>
          <a:xfrm>
            <a:off x="3840449" y="1406028"/>
            <a:ext cx="1463099" cy="1664180"/>
            <a:chOff x="3840449" y="1406028"/>
            <a:chExt cx="1463099" cy="1664180"/>
          </a:xfrm>
        </p:grpSpPr>
        <p:grpSp>
          <p:nvGrpSpPr>
            <p:cNvPr id="402" name="Google Shape;402;p37"/>
            <p:cNvGrpSpPr/>
            <p:nvPr/>
          </p:nvGrpSpPr>
          <p:grpSpPr>
            <a:xfrm>
              <a:off x="4525499" y="2565259"/>
              <a:ext cx="93000" cy="504950"/>
              <a:chOff x="4525500" y="2646000"/>
              <a:chExt cx="93000" cy="504950"/>
            </a:xfrm>
          </p:grpSpPr>
          <p:cxnSp>
            <p:nvCxnSpPr>
              <p:cNvPr id="403" name="Google Shape;403;p37"/>
              <p:cNvCxnSpPr/>
              <p:nvPr/>
            </p:nvCxnSpPr>
            <p:spPr>
              <a:xfrm>
                <a:off x="4572000" y="2646000"/>
                <a:ext cx="0" cy="457800"/>
              </a:xfrm>
              <a:prstGeom prst="straightConnector1">
                <a:avLst/>
              </a:prstGeom>
              <a:noFill/>
              <a:ln cap="flat" cmpd="sng" w="9525">
                <a:solidFill>
                  <a:srgbClr val="000000"/>
                </a:solidFill>
                <a:prstDash val="solid"/>
                <a:round/>
                <a:headEnd len="med" w="med" type="none"/>
                <a:tailEnd len="med" w="med" type="none"/>
              </a:ln>
            </p:spPr>
          </p:cxnSp>
          <p:sp>
            <p:nvSpPr>
              <p:cNvPr id="404" name="Google Shape;404;p37"/>
              <p:cNvSpPr/>
              <p:nvPr/>
            </p:nvSpPr>
            <p:spPr>
              <a:xfrm rot="-2700000">
                <a:off x="4539120" y="3071570"/>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 name="Google Shape;405;p37"/>
            <p:cNvGrpSpPr/>
            <p:nvPr/>
          </p:nvGrpSpPr>
          <p:grpSpPr>
            <a:xfrm>
              <a:off x="3840449" y="1406028"/>
              <a:ext cx="1463099" cy="1463099"/>
              <a:chOff x="689850" y="398450"/>
              <a:chExt cx="4346700" cy="4346700"/>
            </a:xfrm>
          </p:grpSpPr>
          <p:sp>
            <p:nvSpPr>
              <p:cNvPr id="406" name="Google Shape;406;p37"/>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407" name="Google Shape;407;p37"/>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 name="Google Shape;408;p37"/>
          <p:cNvGrpSpPr/>
          <p:nvPr/>
        </p:nvGrpSpPr>
        <p:grpSpPr>
          <a:xfrm>
            <a:off x="6126459" y="1406028"/>
            <a:ext cx="1463099" cy="1664180"/>
            <a:chOff x="6126459" y="1406028"/>
            <a:chExt cx="1463099" cy="1664180"/>
          </a:xfrm>
        </p:grpSpPr>
        <p:grpSp>
          <p:nvGrpSpPr>
            <p:cNvPr id="409" name="Google Shape;409;p37"/>
            <p:cNvGrpSpPr/>
            <p:nvPr/>
          </p:nvGrpSpPr>
          <p:grpSpPr>
            <a:xfrm>
              <a:off x="6811509" y="2565246"/>
              <a:ext cx="93000" cy="504963"/>
              <a:chOff x="6811500" y="2645988"/>
              <a:chExt cx="93000" cy="504963"/>
            </a:xfrm>
          </p:grpSpPr>
          <p:cxnSp>
            <p:nvCxnSpPr>
              <p:cNvPr id="410" name="Google Shape;410;p37"/>
              <p:cNvCxnSpPr/>
              <p:nvPr/>
            </p:nvCxnSpPr>
            <p:spPr>
              <a:xfrm>
                <a:off x="6858000" y="2645988"/>
                <a:ext cx="0" cy="457800"/>
              </a:xfrm>
              <a:prstGeom prst="straightConnector1">
                <a:avLst/>
              </a:prstGeom>
              <a:noFill/>
              <a:ln cap="flat" cmpd="sng" w="9525">
                <a:solidFill>
                  <a:srgbClr val="000000"/>
                </a:solidFill>
                <a:prstDash val="solid"/>
                <a:round/>
                <a:headEnd len="med" w="med" type="none"/>
                <a:tailEnd len="med" w="med" type="none"/>
              </a:ln>
            </p:spPr>
          </p:cxnSp>
          <p:sp>
            <p:nvSpPr>
              <p:cNvPr id="411" name="Google Shape;411;p37"/>
              <p:cNvSpPr/>
              <p:nvPr/>
            </p:nvSpPr>
            <p:spPr>
              <a:xfrm rot="-2700000">
                <a:off x="6825120" y="3071570"/>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37"/>
            <p:cNvGrpSpPr/>
            <p:nvPr/>
          </p:nvGrpSpPr>
          <p:grpSpPr>
            <a:xfrm>
              <a:off x="6126459" y="1406028"/>
              <a:ext cx="1463099" cy="1463099"/>
              <a:chOff x="689850" y="398450"/>
              <a:chExt cx="4346700" cy="4346700"/>
            </a:xfrm>
          </p:grpSpPr>
          <p:sp>
            <p:nvSpPr>
              <p:cNvPr id="413" name="Google Shape;413;p37"/>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414" name="Google Shape;414;p37"/>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 name="Google Shape;415;p37"/>
          <p:cNvGrpSpPr/>
          <p:nvPr/>
        </p:nvGrpSpPr>
        <p:grpSpPr>
          <a:xfrm>
            <a:off x="1554442" y="1406028"/>
            <a:ext cx="1463099" cy="1664180"/>
            <a:chOff x="1554442" y="1406028"/>
            <a:chExt cx="1463099" cy="1664180"/>
          </a:xfrm>
        </p:grpSpPr>
        <p:grpSp>
          <p:nvGrpSpPr>
            <p:cNvPr id="416" name="Google Shape;416;p37"/>
            <p:cNvGrpSpPr/>
            <p:nvPr/>
          </p:nvGrpSpPr>
          <p:grpSpPr>
            <a:xfrm>
              <a:off x="2239491" y="2565259"/>
              <a:ext cx="93000" cy="504950"/>
              <a:chOff x="4525500" y="2646000"/>
              <a:chExt cx="93000" cy="504950"/>
            </a:xfrm>
          </p:grpSpPr>
          <p:cxnSp>
            <p:nvCxnSpPr>
              <p:cNvPr id="417" name="Google Shape;417;p37"/>
              <p:cNvCxnSpPr/>
              <p:nvPr/>
            </p:nvCxnSpPr>
            <p:spPr>
              <a:xfrm>
                <a:off x="4572000" y="2646000"/>
                <a:ext cx="0" cy="457800"/>
              </a:xfrm>
              <a:prstGeom prst="straightConnector1">
                <a:avLst/>
              </a:prstGeom>
              <a:noFill/>
              <a:ln cap="flat" cmpd="sng" w="9525">
                <a:solidFill>
                  <a:srgbClr val="000000"/>
                </a:solidFill>
                <a:prstDash val="solid"/>
                <a:round/>
                <a:headEnd len="med" w="med" type="none"/>
                <a:tailEnd len="med" w="med" type="none"/>
              </a:ln>
            </p:spPr>
          </p:cxnSp>
          <p:sp>
            <p:nvSpPr>
              <p:cNvPr id="418" name="Google Shape;418;p37"/>
              <p:cNvSpPr/>
              <p:nvPr/>
            </p:nvSpPr>
            <p:spPr>
              <a:xfrm rot="-2700000">
                <a:off x="4539120" y="3071570"/>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37"/>
            <p:cNvGrpSpPr/>
            <p:nvPr/>
          </p:nvGrpSpPr>
          <p:grpSpPr>
            <a:xfrm>
              <a:off x="1554442" y="1406028"/>
              <a:ext cx="1463099" cy="1463099"/>
              <a:chOff x="689850" y="398450"/>
              <a:chExt cx="4346700" cy="4346700"/>
            </a:xfrm>
          </p:grpSpPr>
          <p:sp>
            <p:nvSpPr>
              <p:cNvPr id="420" name="Google Shape;420;p37"/>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421" name="Google Shape;421;p37"/>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2" name="Google Shape;422;p37"/>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Identifying Information</a:t>
            </a:r>
            <a:endParaRPr/>
          </a:p>
        </p:txBody>
      </p:sp>
      <p:sp>
        <p:nvSpPr>
          <p:cNvPr id="423" name="Google Shape;423;p37"/>
          <p:cNvSpPr txBox="1"/>
          <p:nvPr>
            <p:ph idx="1" type="subTitle"/>
          </p:nvPr>
        </p:nvSpPr>
        <p:spPr>
          <a:xfrm>
            <a:off x="1466991" y="3092220"/>
            <a:ext cx="16380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a:t>
            </a:r>
            <a:endParaRPr/>
          </a:p>
        </p:txBody>
      </p:sp>
      <p:sp>
        <p:nvSpPr>
          <p:cNvPr id="424" name="Google Shape;424;p37"/>
          <p:cNvSpPr txBox="1"/>
          <p:nvPr>
            <p:ph idx="2" type="subTitle"/>
          </p:nvPr>
        </p:nvSpPr>
        <p:spPr>
          <a:xfrm>
            <a:off x="1466991" y="3391921"/>
            <a:ext cx="1638000" cy="893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425" name="Google Shape;425;p37"/>
          <p:cNvSpPr txBox="1"/>
          <p:nvPr>
            <p:ph idx="3" type="subTitle"/>
          </p:nvPr>
        </p:nvSpPr>
        <p:spPr>
          <a:xfrm>
            <a:off x="3752999" y="3092220"/>
            <a:ext cx="16380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a:t>
            </a:r>
            <a:endParaRPr/>
          </a:p>
        </p:txBody>
      </p:sp>
      <p:sp>
        <p:nvSpPr>
          <p:cNvPr id="426" name="Google Shape;426;p37"/>
          <p:cNvSpPr txBox="1"/>
          <p:nvPr>
            <p:ph idx="4" type="subTitle"/>
          </p:nvPr>
        </p:nvSpPr>
        <p:spPr>
          <a:xfrm>
            <a:off x="3752999" y="3391921"/>
            <a:ext cx="1638000" cy="893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427" name="Google Shape;427;p37"/>
          <p:cNvSpPr txBox="1"/>
          <p:nvPr>
            <p:ph idx="5" type="subTitle"/>
          </p:nvPr>
        </p:nvSpPr>
        <p:spPr>
          <a:xfrm>
            <a:off x="6039009" y="3092220"/>
            <a:ext cx="16380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a:t>
            </a:r>
            <a:endParaRPr/>
          </a:p>
        </p:txBody>
      </p:sp>
      <p:sp>
        <p:nvSpPr>
          <p:cNvPr id="428" name="Google Shape;428;p37"/>
          <p:cNvSpPr txBox="1"/>
          <p:nvPr>
            <p:ph idx="6" type="subTitle"/>
          </p:nvPr>
        </p:nvSpPr>
        <p:spPr>
          <a:xfrm>
            <a:off x="6039009" y="3391921"/>
            <a:ext cx="1638000" cy="893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grpSp>
        <p:nvGrpSpPr>
          <p:cNvPr id="429" name="Google Shape;429;p37"/>
          <p:cNvGrpSpPr/>
          <p:nvPr/>
        </p:nvGrpSpPr>
        <p:grpSpPr>
          <a:xfrm>
            <a:off x="6713489" y="1961175"/>
            <a:ext cx="289039" cy="352833"/>
            <a:chOff x="-24694925" y="3518700"/>
            <a:chExt cx="242625" cy="296175"/>
          </a:xfrm>
        </p:grpSpPr>
        <p:sp>
          <p:nvSpPr>
            <p:cNvPr id="430" name="Google Shape;430;p37"/>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 name="Google Shape;434;p37"/>
          <p:cNvGrpSpPr/>
          <p:nvPr/>
        </p:nvGrpSpPr>
        <p:grpSpPr>
          <a:xfrm>
            <a:off x="4395597" y="1993075"/>
            <a:ext cx="352803" cy="289039"/>
            <a:chOff x="-26981375" y="3951875"/>
            <a:chExt cx="296150" cy="242625"/>
          </a:xfrm>
        </p:grpSpPr>
        <p:sp>
          <p:nvSpPr>
            <p:cNvPr id="435" name="Google Shape;435;p37"/>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7"/>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37"/>
          <p:cNvSpPr/>
          <p:nvPr/>
        </p:nvSpPr>
        <p:spPr>
          <a:xfrm>
            <a:off x="2107699" y="1960653"/>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42" name="Shape 442"/>
        <p:cNvGrpSpPr/>
        <p:nvPr/>
      </p:nvGrpSpPr>
      <p:grpSpPr>
        <a:xfrm>
          <a:off x="0" y="0"/>
          <a:ext cx="0" cy="0"/>
          <a:chOff x="0" y="0"/>
          <a:chExt cx="0" cy="0"/>
        </a:xfrm>
      </p:grpSpPr>
      <p:sp>
        <p:nvSpPr>
          <p:cNvPr id="443" name="Google Shape;443;p38"/>
          <p:cNvSpPr txBox="1"/>
          <p:nvPr/>
        </p:nvSpPr>
        <p:spPr>
          <a:xfrm>
            <a:off x="3461473" y="3623382"/>
            <a:ext cx="1307400" cy="39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rgbClr val="5FC2AB"/>
                </a:solidFill>
                <a:latin typeface="Roboto Condensed"/>
                <a:ea typeface="Roboto Condensed"/>
                <a:cs typeface="Roboto Condensed"/>
                <a:sym typeface="Roboto Condensed"/>
              </a:rPr>
              <a:t>Symptoms</a:t>
            </a:r>
            <a:endParaRPr b="1" sz="1800">
              <a:solidFill>
                <a:srgbClr val="5FC2AB"/>
              </a:solidFill>
              <a:latin typeface="Roboto Condensed"/>
              <a:ea typeface="Roboto Condensed"/>
              <a:cs typeface="Roboto Condensed"/>
              <a:sym typeface="Roboto Condensed"/>
            </a:endParaRPr>
          </a:p>
        </p:txBody>
      </p:sp>
      <p:sp>
        <p:nvSpPr>
          <p:cNvPr id="444" name="Google Shape;444;p38"/>
          <p:cNvSpPr txBox="1"/>
          <p:nvPr/>
        </p:nvSpPr>
        <p:spPr>
          <a:xfrm>
            <a:off x="3461473" y="4020282"/>
            <a:ext cx="2074800" cy="62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0000"/>
                </a:solidFill>
                <a:latin typeface="Roboto Condensed"/>
                <a:ea typeface="Roboto Condensed"/>
                <a:cs typeface="Roboto Condensed"/>
                <a:sym typeface="Roboto Condensed"/>
              </a:rPr>
              <a:t>Mercury is the closest planet to the Sun</a:t>
            </a:r>
            <a:endParaRPr sz="1600">
              <a:solidFill>
                <a:srgbClr val="000000"/>
              </a:solidFill>
              <a:latin typeface="Roboto Condensed"/>
              <a:ea typeface="Roboto Condensed"/>
              <a:cs typeface="Roboto Condensed"/>
              <a:sym typeface="Roboto Condensed"/>
            </a:endParaRPr>
          </a:p>
        </p:txBody>
      </p:sp>
      <p:sp>
        <p:nvSpPr>
          <p:cNvPr id="445" name="Google Shape;445;p38"/>
          <p:cNvSpPr txBox="1"/>
          <p:nvPr>
            <p:ph type="title"/>
          </p:nvPr>
        </p:nvSpPr>
        <p:spPr>
          <a:xfrm>
            <a:off x="726225" y="365150"/>
            <a:ext cx="4605600" cy="69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Medical History</a:t>
            </a:r>
            <a:endParaRPr/>
          </a:p>
        </p:txBody>
      </p:sp>
      <p:sp>
        <p:nvSpPr>
          <p:cNvPr id="446" name="Google Shape;446;p38"/>
          <p:cNvSpPr txBox="1"/>
          <p:nvPr>
            <p:ph idx="4294967295" type="subTitle"/>
          </p:nvPr>
        </p:nvSpPr>
        <p:spPr>
          <a:xfrm>
            <a:off x="3461475" y="1242300"/>
            <a:ext cx="1854000" cy="3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chemeClr val="accent1"/>
                </a:solidFill>
                <a:latin typeface="Roboto Condensed"/>
                <a:ea typeface="Roboto Condensed"/>
                <a:cs typeface="Roboto Condensed"/>
                <a:sym typeface="Roboto Condensed"/>
              </a:rPr>
              <a:t>Age:</a:t>
            </a:r>
            <a:r>
              <a:rPr lang="en"/>
              <a:t> 25</a:t>
            </a:r>
            <a:endParaRPr/>
          </a:p>
        </p:txBody>
      </p:sp>
      <p:sp>
        <p:nvSpPr>
          <p:cNvPr id="447" name="Google Shape;447;p38"/>
          <p:cNvSpPr txBox="1"/>
          <p:nvPr>
            <p:ph idx="4294967295" type="subTitle"/>
          </p:nvPr>
        </p:nvSpPr>
        <p:spPr>
          <a:xfrm>
            <a:off x="3461475" y="1595775"/>
            <a:ext cx="1854000" cy="3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chemeClr val="accent1"/>
                </a:solidFill>
                <a:latin typeface="Roboto Condensed"/>
                <a:ea typeface="Roboto Condensed"/>
                <a:cs typeface="Roboto Condensed"/>
                <a:sym typeface="Roboto Condensed"/>
              </a:rPr>
              <a:t>Gender:</a:t>
            </a:r>
            <a:r>
              <a:rPr b="1" lang="en">
                <a:latin typeface="Roboto Condensed"/>
                <a:ea typeface="Roboto Condensed"/>
                <a:cs typeface="Roboto Condensed"/>
                <a:sym typeface="Roboto Condensed"/>
              </a:rPr>
              <a:t> </a:t>
            </a:r>
            <a:r>
              <a:rPr lang="en"/>
              <a:t>Male</a:t>
            </a:r>
            <a:endParaRPr/>
          </a:p>
        </p:txBody>
      </p:sp>
      <p:sp>
        <p:nvSpPr>
          <p:cNvPr id="448" name="Google Shape;448;p38"/>
          <p:cNvSpPr txBox="1"/>
          <p:nvPr>
            <p:ph idx="4294967295" type="subTitle"/>
          </p:nvPr>
        </p:nvSpPr>
        <p:spPr>
          <a:xfrm>
            <a:off x="3461476" y="1949250"/>
            <a:ext cx="1854000" cy="3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chemeClr val="accent1"/>
                </a:solidFill>
                <a:latin typeface="Roboto Condensed"/>
                <a:ea typeface="Roboto Condensed"/>
                <a:cs typeface="Roboto Condensed"/>
                <a:sym typeface="Roboto Condensed"/>
              </a:rPr>
              <a:t>Allergies:</a:t>
            </a:r>
            <a:r>
              <a:rPr b="1" lang="en">
                <a:latin typeface="Roboto Condensed"/>
                <a:ea typeface="Roboto Condensed"/>
                <a:cs typeface="Roboto Condensed"/>
                <a:sym typeface="Roboto Condensed"/>
              </a:rPr>
              <a:t> </a:t>
            </a:r>
            <a:r>
              <a:rPr lang="en"/>
              <a:t>None</a:t>
            </a:r>
            <a:endParaRPr/>
          </a:p>
        </p:txBody>
      </p:sp>
      <p:sp>
        <p:nvSpPr>
          <p:cNvPr id="449" name="Google Shape;449;p38"/>
          <p:cNvSpPr txBox="1"/>
          <p:nvPr>
            <p:ph idx="4294967295" type="subTitle"/>
          </p:nvPr>
        </p:nvSpPr>
        <p:spPr>
          <a:xfrm>
            <a:off x="3461475" y="2302725"/>
            <a:ext cx="1854000" cy="3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chemeClr val="accent1"/>
                </a:solidFill>
                <a:latin typeface="Roboto Condensed"/>
                <a:ea typeface="Roboto Condensed"/>
                <a:cs typeface="Roboto Condensed"/>
                <a:sym typeface="Roboto Condensed"/>
              </a:rPr>
              <a:t>Location:</a:t>
            </a:r>
            <a:r>
              <a:rPr b="1" lang="en">
                <a:latin typeface="Roboto Condensed"/>
                <a:ea typeface="Roboto Condensed"/>
                <a:cs typeface="Roboto Condensed"/>
                <a:sym typeface="Roboto Condensed"/>
              </a:rPr>
              <a:t> </a:t>
            </a:r>
            <a:r>
              <a:rPr lang="en"/>
              <a:t>Madrid</a:t>
            </a:r>
            <a:endParaRPr/>
          </a:p>
        </p:txBody>
      </p:sp>
      <p:grpSp>
        <p:nvGrpSpPr>
          <p:cNvPr id="450" name="Google Shape;450;p38"/>
          <p:cNvGrpSpPr/>
          <p:nvPr/>
        </p:nvGrpSpPr>
        <p:grpSpPr>
          <a:xfrm>
            <a:off x="4607248" y="2918090"/>
            <a:ext cx="3583500" cy="1901700"/>
            <a:chOff x="4639750" y="2934342"/>
            <a:chExt cx="3583500" cy="1901700"/>
          </a:xfrm>
        </p:grpSpPr>
        <p:sp>
          <p:nvSpPr>
            <p:cNvPr id="451" name="Google Shape;451;p38"/>
            <p:cNvSpPr/>
            <p:nvPr/>
          </p:nvSpPr>
          <p:spPr>
            <a:xfrm>
              <a:off x="6321550" y="2934342"/>
              <a:ext cx="1901700" cy="1901700"/>
            </a:xfrm>
            <a:prstGeom prst="diamond">
              <a:avLst/>
            </a:prstGeom>
            <a:solidFill>
              <a:srgbClr val="5FC2AB">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6549685" y="3162477"/>
              <a:ext cx="1446300" cy="1446300"/>
            </a:xfrm>
            <a:prstGeom prst="diamond">
              <a:avLst/>
            </a:prstGeom>
            <a:solidFill>
              <a:srgbClr val="5FC2AB">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p:nvPr/>
          </p:nvSpPr>
          <p:spPr>
            <a:xfrm>
              <a:off x="6785893" y="3398685"/>
              <a:ext cx="973500" cy="973500"/>
            </a:xfrm>
            <a:prstGeom prst="diamond">
              <a:avLst/>
            </a:prstGeom>
            <a:solidFill>
              <a:srgbClr val="5FC2AB">
                <a:alpha val="525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 name="Google Shape;454;p38"/>
            <p:cNvCxnSpPr>
              <a:stCxn id="451" idx="1"/>
            </p:cNvCxnSpPr>
            <p:nvPr/>
          </p:nvCxnSpPr>
          <p:spPr>
            <a:xfrm rot="10800000">
              <a:off x="4639750" y="3885192"/>
              <a:ext cx="1681800" cy="0"/>
            </a:xfrm>
            <a:prstGeom prst="straightConnector1">
              <a:avLst/>
            </a:prstGeom>
            <a:noFill/>
            <a:ln cap="flat" cmpd="sng" w="9525">
              <a:solidFill>
                <a:srgbClr val="000000"/>
              </a:solidFill>
              <a:prstDash val="solid"/>
              <a:round/>
              <a:headEnd len="med" w="med" type="none"/>
              <a:tailEnd len="med" w="med" type="none"/>
            </a:ln>
          </p:spPr>
        </p:cxnSp>
        <p:sp>
          <p:nvSpPr>
            <p:cNvPr id="455" name="Google Shape;455;p38"/>
            <p:cNvSpPr/>
            <p:nvPr/>
          </p:nvSpPr>
          <p:spPr>
            <a:xfrm>
              <a:off x="7061799" y="3676193"/>
              <a:ext cx="421689" cy="41848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 name="Google Shape;456;p38"/>
          <p:cNvGrpSpPr/>
          <p:nvPr/>
        </p:nvGrpSpPr>
        <p:grpSpPr>
          <a:xfrm>
            <a:off x="2679650" y="1439409"/>
            <a:ext cx="93000" cy="3704091"/>
            <a:chOff x="2679650" y="1439409"/>
            <a:chExt cx="93000" cy="3704091"/>
          </a:xfrm>
        </p:grpSpPr>
        <p:cxnSp>
          <p:nvCxnSpPr>
            <p:cNvPr id="457" name="Google Shape;457;p38"/>
            <p:cNvCxnSpPr/>
            <p:nvPr/>
          </p:nvCxnSpPr>
          <p:spPr>
            <a:xfrm rot="10800000">
              <a:off x="2726150" y="1478700"/>
              <a:ext cx="0" cy="3664800"/>
            </a:xfrm>
            <a:prstGeom prst="straightConnector1">
              <a:avLst/>
            </a:prstGeom>
            <a:noFill/>
            <a:ln cap="flat" cmpd="sng" w="9525">
              <a:solidFill>
                <a:schemeClr val="dk2"/>
              </a:solidFill>
              <a:prstDash val="solid"/>
              <a:round/>
              <a:headEnd len="med" w="med" type="none"/>
              <a:tailEnd len="med" w="med" type="none"/>
            </a:ln>
          </p:spPr>
        </p:cxnSp>
        <p:sp>
          <p:nvSpPr>
            <p:cNvPr id="458" name="Google Shape;458;p38"/>
            <p:cNvSpPr/>
            <p:nvPr/>
          </p:nvSpPr>
          <p:spPr>
            <a:xfrm rot="-2700000">
              <a:off x="2693270" y="1453028"/>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8"/>
            <p:cNvSpPr/>
            <p:nvPr/>
          </p:nvSpPr>
          <p:spPr>
            <a:xfrm rot="-2700000">
              <a:off x="2693270" y="2538878"/>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8"/>
            <p:cNvSpPr/>
            <p:nvPr/>
          </p:nvSpPr>
          <p:spPr>
            <a:xfrm rot="-2700000">
              <a:off x="2693270" y="3624728"/>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38"/>
          <p:cNvSpPr txBox="1"/>
          <p:nvPr/>
        </p:nvSpPr>
        <p:spPr>
          <a:xfrm>
            <a:off x="1054050" y="1494029"/>
            <a:ext cx="1463100" cy="62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0000"/>
                </a:solidFill>
                <a:latin typeface="Roboto Condensed"/>
                <a:ea typeface="Roboto Condensed"/>
                <a:cs typeface="Roboto Condensed"/>
                <a:sym typeface="Roboto Condensed"/>
              </a:rPr>
              <a:t>Mercury is the </a:t>
            </a:r>
            <a:r>
              <a:rPr lang="en" sz="1600">
                <a:latin typeface="Roboto Condensed"/>
                <a:ea typeface="Roboto Condensed"/>
                <a:cs typeface="Roboto Condensed"/>
                <a:sym typeface="Roboto Condensed"/>
              </a:rPr>
              <a:t>smallest </a:t>
            </a:r>
            <a:r>
              <a:rPr lang="en" sz="1600">
                <a:solidFill>
                  <a:srgbClr val="000000"/>
                </a:solidFill>
                <a:latin typeface="Roboto Condensed"/>
                <a:ea typeface="Roboto Condensed"/>
                <a:cs typeface="Roboto Condensed"/>
                <a:sym typeface="Roboto Condensed"/>
              </a:rPr>
              <a:t>planet</a:t>
            </a:r>
            <a:endParaRPr sz="1600">
              <a:solidFill>
                <a:srgbClr val="000000"/>
              </a:solidFill>
              <a:latin typeface="Roboto Condensed"/>
              <a:ea typeface="Roboto Condensed"/>
              <a:cs typeface="Roboto Condensed"/>
              <a:sym typeface="Roboto Condensed"/>
            </a:endParaRPr>
          </a:p>
        </p:txBody>
      </p:sp>
      <p:sp>
        <p:nvSpPr>
          <p:cNvPr id="462" name="Google Shape;462;p38"/>
          <p:cNvSpPr txBox="1"/>
          <p:nvPr/>
        </p:nvSpPr>
        <p:spPr>
          <a:xfrm>
            <a:off x="1054050" y="3659634"/>
            <a:ext cx="1463100" cy="62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0000"/>
                </a:solidFill>
                <a:latin typeface="Roboto Condensed"/>
                <a:ea typeface="Roboto Condensed"/>
                <a:cs typeface="Roboto Condensed"/>
                <a:sym typeface="Roboto Condensed"/>
              </a:rPr>
              <a:t>Venus </a:t>
            </a:r>
            <a:r>
              <a:rPr lang="en" sz="1600">
                <a:latin typeface="Roboto Condensed"/>
                <a:ea typeface="Roboto Condensed"/>
                <a:cs typeface="Roboto Condensed"/>
                <a:sym typeface="Roboto Condensed"/>
              </a:rPr>
              <a:t>has a beautiful name</a:t>
            </a:r>
            <a:endParaRPr sz="1600">
              <a:solidFill>
                <a:srgbClr val="000000"/>
              </a:solidFill>
              <a:latin typeface="Roboto Condensed"/>
              <a:ea typeface="Roboto Condensed"/>
              <a:cs typeface="Roboto Condensed"/>
              <a:sym typeface="Roboto Condensed"/>
            </a:endParaRPr>
          </a:p>
        </p:txBody>
      </p:sp>
      <p:sp>
        <p:nvSpPr>
          <p:cNvPr id="463" name="Google Shape;463;p38"/>
          <p:cNvSpPr txBox="1"/>
          <p:nvPr/>
        </p:nvSpPr>
        <p:spPr>
          <a:xfrm>
            <a:off x="1054050" y="2577844"/>
            <a:ext cx="1463100" cy="62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0000"/>
                </a:solidFill>
                <a:latin typeface="Roboto Condensed"/>
                <a:ea typeface="Roboto Condensed"/>
                <a:cs typeface="Roboto Condensed"/>
                <a:sym typeface="Roboto Condensed"/>
              </a:rPr>
              <a:t>Jupiter is the biggest planet</a:t>
            </a:r>
            <a:endParaRPr sz="1600">
              <a:solidFill>
                <a:srgbClr val="000000"/>
              </a:solidFill>
              <a:latin typeface="Roboto Condensed"/>
              <a:ea typeface="Roboto Condensed"/>
              <a:cs typeface="Roboto Condensed"/>
              <a:sym typeface="Roboto Condensed"/>
            </a:endParaRPr>
          </a:p>
        </p:txBody>
      </p:sp>
      <p:sp>
        <p:nvSpPr>
          <p:cNvPr id="464" name="Google Shape;464;p38"/>
          <p:cNvSpPr txBox="1"/>
          <p:nvPr/>
        </p:nvSpPr>
        <p:spPr>
          <a:xfrm>
            <a:off x="1054050" y="3340804"/>
            <a:ext cx="1463100" cy="39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800">
                <a:solidFill>
                  <a:schemeClr val="accent1"/>
                </a:solidFill>
                <a:latin typeface="Roboto Condensed"/>
                <a:ea typeface="Roboto Condensed"/>
                <a:cs typeface="Roboto Condensed"/>
                <a:sym typeface="Roboto Condensed"/>
              </a:rPr>
              <a:t>2019</a:t>
            </a:r>
            <a:endParaRPr b="1" sz="1800">
              <a:solidFill>
                <a:schemeClr val="accent1"/>
              </a:solidFill>
              <a:latin typeface="Roboto Condensed"/>
              <a:ea typeface="Roboto Condensed"/>
              <a:cs typeface="Roboto Condensed"/>
              <a:sym typeface="Roboto Condensed"/>
            </a:endParaRPr>
          </a:p>
        </p:txBody>
      </p:sp>
      <p:sp>
        <p:nvSpPr>
          <p:cNvPr id="465" name="Google Shape;465;p38"/>
          <p:cNvSpPr txBox="1"/>
          <p:nvPr/>
        </p:nvSpPr>
        <p:spPr>
          <a:xfrm>
            <a:off x="1054050" y="2259676"/>
            <a:ext cx="1463100" cy="39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800">
                <a:solidFill>
                  <a:schemeClr val="accent1"/>
                </a:solidFill>
                <a:latin typeface="Roboto Condensed"/>
                <a:ea typeface="Roboto Condensed"/>
                <a:cs typeface="Roboto Condensed"/>
                <a:sym typeface="Roboto Condensed"/>
              </a:rPr>
              <a:t>2017</a:t>
            </a:r>
            <a:endParaRPr b="1" sz="1800">
              <a:solidFill>
                <a:schemeClr val="accent1"/>
              </a:solidFill>
              <a:latin typeface="Roboto Condensed"/>
              <a:ea typeface="Roboto Condensed"/>
              <a:cs typeface="Roboto Condensed"/>
              <a:sym typeface="Roboto Condensed"/>
            </a:endParaRPr>
          </a:p>
        </p:txBody>
      </p:sp>
      <p:sp>
        <p:nvSpPr>
          <p:cNvPr id="466" name="Google Shape;466;p38"/>
          <p:cNvSpPr txBox="1"/>
          <p:nvPr/>
        </p:nvSpPr>
        <p:spPr>
          <a:xfrm>
            <a:off x="1054050" y="1174484"/>
            <a:ext cx="1463100" cy="39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800">
                <a:solidFill>
                  <a:schemeClr val="accent1"/>
                </a:solidFill>
                <a:latin typeface="Roboto Condensed"/>
                <a:ea typeface="Roboto Condensed"/>
                <a:cs typeface="Roboto Condensed"/>
                <a:sym typeface="Roboto Condensed"/>
              </a:rPr>
              <a:t>2015</a:t>
            </a:r>
            <a:endParaRPr b="1" sz="1800">
              <a:solidFill>
                <a:schemeClr val="accent1"/>
              </a:solidFill>
              <a:latin typeface="Roboto Condensed"/>
              <a:ea typeface="Roboto Condensed"/>
              <a:cs typeface="Roboto Condensed"/>
              <a:sym typeface="Roboto Condensed"/>
            </a:endParaRPr>
          </a:p>
        </p:txBody>
      </p:sp>
      <p:grpSp>
        <p:nvGrpSpPr>
          <p:cNvPr id="467" name="Google Shape;467;p38"/>
          <p:cNvGrpSpPr/>
          <p:nvPr/>
        </p:nvGrpSpPr>
        <p:grpSpPr>
          <a:xfrm flipH="1" rot="10800000">
            <a:off x="1599" y="2583308"/>
            <a:ext cx="1432955" cy="2560711"/>
            <a:chOff x="4540" y="4"/>
            <a:chExt cx="1432955" cy="2560711"/>
          </a:xfrm>
        </p:grpSpPr>
        <p:sp>
          <p:nvSpPr>
            <p:cNvPr id="468" name="Google Shape;468;p38"/>
            <p:cNvSpPr/>
            <p:nvPr/>
          </p:nvSpPr>
          <p:spPr>
            <a:xfrm>
              <a:off x="4540" y="4"/>
              <a:ext cx="1117711" cy="1997492"/>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a:off x="4540" y="4"/>
              <a:ext cx="811193" cy="1449189"/>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8"/>
            <p:cNvSpPr/>
            <p:nvPr/>
          </p:nvSpPr>
          <p:spPr>
            <a:xfrm>
              <a:off x="4540" y="4"/>
              <a:ext cx="1432955" cy="2560711"/>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 name="Shape 474"/>
        <p:cNvGrpSpPr/>
        <p:nvPr/>
      </p:nvGrpSpPr>
      <p:grpSpPr>
        <a:xfrm>
          <a:off x="0" y="0"/>
          <a:ext cx="0" cy="0"/>
          <a:chOff x="0" y="0"/>
          <a:chExt cx="0" cy="0"/>
        </a:xfrm>
      </p:grpSpPr>
      <p:sp>
        <p:nvSpPr>
          <p:cNvPr id="475" name="Google Shape;475;p39"/>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 of </a:t>
            </a:r>
            <a:r>
              <a:rPr lang="en"/>
              <a:t>Systems</a:t>
            </a:r>
            <a:endParaRPr/>
          </a:p>
        </p:txBody>
      </p:sp>
      <p:sp>
        <p:nvSpPr>
          <p:cNvPr id="476" name="Google Shape;476;p39"/>
          <p:cNvSpPr txBox="1"/>
          <p:nvPr>
            <p:ph idx="1" type="subTitle"/>
          </p:nvPr>
        </p:nvSpPr>
        <p:spPr>
          <a:xfrm>
            <a:off x="1384038" y="1784177"/>
            <a:ext cx="17118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a:t>
            </a:r>
            <a:endParaRPr/>
          </a:p>
        </p:txBody>
      </p:sp>
      <p:sp>
        <p:nvSpPr>
          <p:cNvPr id="477" name="Google Shape;477;p39"/>
          <p:cNvSpPr txBox="1"/>
          <p:nvPr>
            <p:ph idx="2" type="subTitle"/>
          </p:nvPr>
        </p:nvSpPr>
        <p:spPr>
          <a:xfrm>
            <a:off x="1384038" y="2082635"/>
            <a:ext cx="1711800" cy="65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a:t>
            </a:r>
            <a:endParaRPr/>
          </a:p>
        </p:txBody>
      </p:sp>
      <p:sp>
        <p:nvSpPr>
          <p:cNvPr id="478" name="Google Shape;478;p39"/>
          <p:cNvSpPr txBox="1"/>
          <p:nvPr>
            <p:ph idx="3" type="subTitle"/>
          </p:nvPr>
        </p:nvSpPr>
        <p:spPr>
          <a:xfrm>
            <a:off x="3716100" y="1784177"/>
            <a:ext cx="17118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a:t>
            </a:r>
            <a:endParaRPr/>
          </a:p>
        </p:txBody>
      </p:sp>
      <p:sp>
        <p:nvSpPr>
          <p:cNvPr id="479" name="Google Shape;479;p39"/>
          <p:cNvSpPr txBox="1"/>
          <p:nvPr>
            <p:ph idx="4" type="subTitle"/>
          </p:nvPr>
        </p:nvSpPr>
        <p:spPr>
          <a:xfrm>
            <a:off x="3716100" y="2082635"/>
            <a:ext cx="1711800" cy="65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a:t>
            </a:r>
            <a:endParaRPr/>
          </a:p>
        </p:txBody>
      </p:sp>
      <p:sp>
        <p:nvSpPr>
          <p:cNvPr id="480" name="Google Shape;480;p39"/>
          <p:cNvSpPr txBox="1"/>
          <p:nvPr>
            <p:ph idx="5" type="subTitle"/>
          </p:nvPr>
        </p:nvSpPr>
        <p:spPr>
          <a:xfrm>
            <a:off x="6048088" y="1784177"/>
            <a:ext cx="17118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a:t>
            </a:r>
            <a:endParaRPr/>
          </a:p>
        </p:txBody>
      </p:sp>
      <p:sp>
        <p:nvSpPr>
          <p:cNvPr id="481" name="Google Shape;481;p39"/>
          <p:cNvSpPr txBox="1"/>
          <p:nvPr>
            <p:ph idx="6" type="subTitle"/>
          </p:nvPr>
        </p:nvSpPr>
        <p:spPr>
          <a:xfrm>
            <a:off x="6048088" y="2082635"/>
            <a:ext cx="1711800" cy="65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a:t>
            </a:r>
            <a:endParaRPr/>
          </a:p>
        </p:txBody>
      </p:sp>
      <p:sp>
        <p:nvSpPr>
          <p:cNvPr id="482" name="Google Shape;482;p39"/>
          <p:cNvSpPr txBox="1"/>
          <p:nvPr>
            <p:ph idx="7" type="subTitle"/>
          </p:nvPr>
        </p:nvSpPr>
        <p:spPr>
          <a:xfrm>
            <a:off x="1384038" y="3621769"/>
            <a:ext cx="17118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a:t>
            </a:r>
            <a:endParaRPr/>
          </a:p>
        </p:txBody>
      </p:sp>
      <p:sp>
        <p:nvSpPr>
          <p:cNvPr id="483" name="Google Shape;483;p39"/>
          <p:cNvSpPr txBox="1"/>
          <p:nvPr>
            <p:ph idx="8" type="subTitle"/>
          </p:nvPr>
        </p:nvSpPr>
        <p:spPr>
          <a:xfrm>
            <a:off x="1384038" y="3920209"/>
            <a:ext cx="1711800" cy="6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 is actually a cold place</a:t>
            </a:r>
            <a:endParaRPr/>
          </a:p>
          <a:p>
            <a:pPr indent="0" lvl="0" marL="0" rtl="0" algn="ctr">
              <a:spcBef>
                <a:spcPts val="1600"/>
              </a:spcBef>
              <a:spcAft>
                <a:spcPts val="1600"/>
              </a:spcAft>
              <a:buNone/>
            </a:pPr>
            <a:r>
              <a:t/>
            </a:r>
            <a:endParaRPr/>
          </a:p>
        </p:txBody>
      </p:sp>
      <p:sp>
        <p:nvSpPr>
          <p:cNvPr id="484" name="Google Shape;484;p39"/>
          <p:cNvSpPr txBox="1"/>
          <p:nvPr>
            <p:ph idx="9" type="subTitle"/>
          </p:nvPr>
        </p:nvSpPr>
        <p:spPr>
          <a:xfrm>
            <a:off x="3716100" y="3621769"/>
            <a:ext cx="17118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a:t>
            </a:r>
            <a:endParaRPr/>
          </a:p>
        </p:txBody>
      </p:sp>
      <p:sp>
        <p:nvSpPr>
          <p:cNvPr id="485" name="Google Shape;485;p39"/>
          <p:cNvSpPr txBox="1"/>
          <p:nvPr>
            <p:ph idx="13" type="subTitle"/>
          </p:nvPr>
        </p:nvSpPr>
        <p:spPr>
          <a:xfrm>
            <a:off x="3716100" y="3920209"/>
            <a:ext cx="1711800" cy="65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a:t>
            </a:r>
            <a:endParaRPr/>
          </a:p>
        </p:txBody>
      </p:sp>
      <p:sp>
        <p:nvSpPr>
          <p:cNvPr id="486" name="Google Shape;486;p39"/>
          <p:cNvSpPr txBox="1"/>
          <p:nvPr>
            <p:ph idx="14" type="subTitle"/>
          </p:nvPr>
        </p:nvSpPr>
        <p:spPr>
          <a:xfrm>
            <a:off x="6048088" y="3621769"/>
            <a:ext cx="17118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a:t>
            </a:r>
            <a:endParaRPr/>
          </a:p>
        </p:txBody>
      </p:sp>
      <p:sp>
        <p:nvSpPr>
          <p:cNvPr id="487" name="Google Shape;487;p39"/>
          <p:cNvSpPr txBox="1"/>
          <p:nvPr>
            <p:ph idx="15" type="subTitle"/>
          </p:nvPr>
        </p:nvSpPr>
        <p:spPr>
          <a:xfrm>
            <a:off x="6048088" y="3920209"/>
            <a:ext cx="1711800" cy="65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the ringed one</a:t>
            </a:r>
            <a:endParaRPr/>
          </a:p>
        </p:txBody>
      </p:sp>
      <p:grpSp>
        <p:nvGrpSpPr>
          <p:cNvPr id="488" name="Google Shape;488;p39"/>
          <p:cNvGrpSpPr/>
          <p:nvPr/>
        </p:nvGrpSpPr>
        <p:grpSpPr>
          <a:xfrm>
            <a:off x="2075631" y="1422582"/>
            <a:ext cx="328614" cy="285246"/>
            <a:chOff x="-28462125" y="3199700"/>
            <a:chExt cx="298550" cy="259150"/>
          </a:xfrm>
        </p:grpSpPr>
        <p:sp>
          <p:nvSpPr>
            <p:cNvPr id="489" name="Google Shape;489;p39"/>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9"/>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9"/>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39"/>
          <p:cNvGrpSpPr/>
          <p:nvPr/>
        </p:nvGrpSpPr>
        <p:grpSpPr>
          <a:xfrm>
            <a:off x="2076511" y="3218812"/>
            <a:ext cx="326853" cy="326000"/>
            <a:chOff x="-28461325" y="3545475"/>
            <a:chExt cx="296950" cy="296175"/>
          </a:xfrm>
        </p:grpSpPr>
        <p:sp>
          <p:nvSpPr>
            <p:cNvPr id="493" name="Google Shape;493;p39"/>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9"/>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9"/>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9"/>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9"/>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9"/>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39"/>
          <p:cNvGrpSpPr/>
          <p:nvPr/>
        </p:nvGrpSpPr>
        <p:grpSpPr>
          <a:xfrm>
            <a:off x="6741428" y="1498008"/>
            <a:ext cx="325119" cy="209821"/>
            <a:chOff x="-26573400" y="3224125"/>
            <a:chExt cx="295375" cy="190625"/>
          </a:xfrm>
        </p:grpSpPr>
        <p:sp>
          <p:nvSpPr>
            <p:cNvPr id="500" name="Google Shape;500;p39"/>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9"/>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39"/>
          <p:cNvGrpSpPr/>
          <p:nvPr/>
        </p:nvGrpSpPr>
        <p:grpSpPr>
          <a:xfrm>
            <a:off x="4407280" y="1383260"/>
            <a:ext cx="329440" cy="324569"/>
            <a:chOff x="-25465200" y="3916150"/>
            <a:chExt cx="299300" cy="294875"/>
          </a:xfrm>
        </p:grpSpPr>
        <p:sp>
          <p:nvSpPr>
            <p:cNvPr id="503" name="Google Shape;503;p39"/>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9"/>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 name="Google Shape;505;p39"/>
          <p:cNvSpPr/>
          <p:nvPr/>
        </p:nvSpPr>
        <p:spPr>
          <a:xfrm>
            <a:off x="4407266" y="3217848"/>
            <a:ext cx="329467" cy="326963"/>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9"/>
          <p:cNvSpPr/>
          <p:nvPr/>
        </p:nvSpPr>
        <p:spPr>
          <a:xfrm>
            <a:off x="6779567" y="3219665"/>
            <a:ext cx="248841" cy="325147"/>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 name="Shape 510"/>
        <p:cNvGrpSpPr/>
        <p:nvPr/>
      </p:nvGrpSpPr>
      <p:grpSpPr>
        <a:xfrm>
          <a:off x="0" y="0"/>
          <a:ext cx="0" cy="0"/>
          <a:chOff x="0" y="0"/>
          <a:chExt cx="0" cy="0"/>
        </a:xfrm>
      </p:grpSpPr>
      <p:sp>
        <p:nvSpPr>
          <p:cNvPr id="511" name="Google Shape;511;p40"/>
          <p:cNvSpPr txBox="1"/>
          <p:nvPr/>
        </p:nvSpPr>
        <p:spPr>
          <a:xfrm>
            <a:off x="1976877" y="2978650"/>
            <a:ext cx="1974900" cy="39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800">
                <a:solidFill>
                  <a:srgbClr val="5FC2AB"/>
                </a:solidFill>
                <a:latin typeface="Roboto Condensed"/>
                <a:ea typeface="Roboto Condensed"/>
                <a:cs typeface="Roboto Condensed"/>
                <a:sym typeface="Roboto Condensed"/>
              </a:rPr>
              <a:t>Venus</a:t>
            </a:r>
            <a:endParaRPr b="1" sz="1800">
              <a:solidFill>
                <a:srgbClr val="5FC2AB"/>
              </a:solidFill>
              <a:latin typeface="Roboto Condensed"/>
              <a:ea typeface="Roboto Condensed"/>
              <a:cs typeface="Roboto Condensed"/>
              <a:sym typeface="Roboto Condensed"/>
            </a:endParaRPr>
          </a:p>
        </p:txBody>
      </p:sp>
      <p:sp>
        <p:nvSpPr>
          <p:cNvPr id="512" name="Google Shape;512;p40"/>
          <p:cNvSpPr txBox="1"/>
          <p:nvPr/>
        </p:nvSpPr>
        <p:spPr>
          <a:xfrm>
            <a:off x="1976452" y="3293450"/>
            <a:ext cx="1974900" cy="663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sz="1600">
                <a:solidFill>
                  <a:schemeClr val="dk1"/>
                </a:solidFill>
                <a:latin typeface="Roboto Condensed"/>
                <a:ea typeface="Roboto Condensed"/>
                <a:cs typeface="Roboto Condensed"/>
                <a:sym typeface="Roboto Condensed"/>
              </a:rPr>
              <a:t>Venus is the second planet from the Sun</a:t>
            </a:r>
            <a:endParaRPr sz="1600">
              <a:latin typeface="Roboto Condensed"/>
              <a:ea typeface="Roboto Condensed"/>
              <a:cs typeface="Roboto Condensed"/>
              <a:sym typeface="Roboto Condensed"/>
            </a:endParaRPr>
          </a:p>
        </p:txBody>
      </p:sp>
      <p:sp>
        <p:nvSpPr>
          <p:cNvPr id="513" name="Google Shape;513;p40"/>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grpSp>
        <p:nvGrpSpPr>
          <p:cNvPr id="514" name="Google Shape;514;p40"/>
          <p:cNvGrpSpPr/>
          <p:nvPr/>
        </p:nvGrpSpPr>
        <p:grpSpPr>
          <a:xfrm>
            <a:off x="4513590" y="1196832"/>
            <a:ext cx="2494752" cy="3946657"/>
            <a:chOff x="1002229" y="1542724"/>
            <a:chExt cx="1801525" cy="2849778"/>
          </a:xfrm>
        </p:grpSpPr>
        <p:sp>
          <p:nvSpPr>
            <p:cNvPr id="515" name="Google Shape;515;p40"/>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0"/>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0"/>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0"/>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0"/>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0"/>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 name="Google Shape;521;p40"/>
            <p:cNvGrpSpPr/>
            <p:nvPr/>
          </p:nvGrpSpPr>
          <p:grpSpPr>
            <a:xfrm>
              <a:off x="1675337" y="3316550"/>
              <a:ext cx="437113" cy="383257"/>
              <a:chOff x="1675337" y="3316550"/>
              <a:chExt cx="437113" cy="383257"/>
            </a:xfrm>
          </p:grpSpPr>
          <p:sp>
            <p:nvSpPr>
              <p:cNvPr id="522" name="Google Shape;522;p40"/>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0"/>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0"/>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 name="Google Shape;525;p40"/>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40"/>
          <p:cNvGrpSpPr/>
          <p:nvPr/>
        </p:nvGrpSpPr>
        <p:grpSpPr>
          <a:xfrm>
            <a:off x="5417182" y="1828858"/>
            <a:ext cx="663792" cy="663792"/>
            <a:chOff x="5885411" y="1813145"/>
            <a:chExt cx="877800" cy="877800"/>
          </a:xfrm>
        </p:grpSpPr>
        <p:sp>
          <p:nvSpPr>
            <p:cNvPr id="527" name="Google Shape;527;p40"/>
            <p:cNvSpPr/>
            <p:nvPr/>
          </p:nvSpPr>
          <p:spPr>
            <a:xfrm>
              <a:off x="5885411" y="1813145"/>
              <a:ext cx="877800" cy="877800"/>
            </a:xfrm>
            <a:prstGeom prst="diamond">
              <a:avLst/>
            </a:prstGeom>
            <a:solidFill>
              <a:srgbClr val="5FC2AB">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0"/>
            <p:cNvSpPr/>
            <p:nvPr/>
          </p:nvSpPr>
          <p:spPr>
            <a:xfrm>
              <a:off x="5990709" y="1918443"/>
              <a:ext cx="667500" cy="667500"/>
            </a:xfrm>
            <a:prstGeom prst="diamond">
              <a:avLst/>
            </a:prstGeom>
            <a:solidFill>
              <a:srgbClr val="5FC2AB">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0"/>
            <p:cNvSpPr/>
            <p:nvPr/>
          </p:nvSpPr>
          <p:spPr>
            <a:xfrm>
              <a:off x="6099734" y="2027467"/>
              <a:ext cx="449400" cy="449400"/>
            </a:xfrm>
            <a:prstGeom prst="diamond">
              <a:avLst/>
            </a:prstGeom>
            <a:solidFill>
              <a:srgbClr val="5FC2AB">
                <a:alpha val="525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 name="Google Shape;530;p40"/>
          <p:cNvGrpSpPr/>
          <p:nvPr/>
        </p:nvGrpSpPr>
        <p:grpSpPr>
          <a:xfrm>
            <a:off x="5070282" y="2893758"/>
            <a:ext cx="663792" cy="663792"/>
            <a:chOff x="5885411" y="1813145"/>
            <a:chExt cx="877800" cy="877800"/>
          </a:xfrm>
        </p:grpSpPr>
        <p:sp>
          <p:nvSpPr>
            <p:cNvPr id="531" name="Google Shape;531;p40"/>
            <p:cNvSpPr/>
            <p:nvPr/>
          </p:nvSpPr>
          <p:spPr>
            <a:xfrm>
              <a:off x="5885411" y="1813145"/>
              <a:ext cx="877800" cy="877800"/>
            </a:xfrm>
            <a:prstGeom prst="diamond">
              <a:avLst/>
            </a:prstGeom>
            <a:solidFill>
              <a:srgbClr val="5FC2AB">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0"/>
            <p:cNvSpPr/>
            <p:nvPr/>
          </p:nvSpPr>
          <p:spPr>
            <a:xfrm>
              <a:off x="5990709" y="1918443"/>
              <a:ext cx="667500" cy="667500"/>
            </a:xfrm>
            <a:prstGeom prst="diamond">
              <a:avLst/>
            </a:prstGeom>
            <a:solidFill>
              <a:srgbClr val="5FC2AB">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0"/>
            <p:cNvSpPr/>
            <p:nvPr/>
          </p:nvSpPr>
          <p:spPr>
            <a:xfrm>
              <a:off x="6099734" y="2027467"/>
              <a:ext cx="449400" cy="449400"/>
            </a:xfrm>
            <a:prstGeom prst="diamond">
              <a:avLst/>
            </a:prstGeom>
            <a:solidFill>
              <a:srgbClr val="5FC2AB">
                <a:alpha val="525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40"/>
          <p:cNvGrpSpPr/>
          <p:nvPr/>
        </p:nvGrpSpPr>
        <p:grpSpPr>
          <a:xfrm>
            <a:off x="5734082" y="2893758"/>
            <a:ext cx="663792" cy="663792"/>
            <a:chOff x="5885411" y="1813145"/>
            <a:chExt cx="877800" cy="877800"/>
          </a:xfrm>
        </p:grpSpPr>
        <p:sp>
          <p:nvSpPr>
            <p:cNvPr id="535" name="Google Shape;535;p40"/>
            <p:cNvSpPr/>
            <p:nvPr/>
          </p:nvSpPr>
          <p:spPr>
            <a:xfrm>
              <a:off x="5885411" y="1813145"/>
              <a:ext cx="877800" cy="877800"/>
            </a:xfrm>
            <a:prstGeom prst="diamond">
              <a:avLst/>
            </a:prstGeom>
            <a:solidFill>
              <a:srgbClr val="5FC2AB">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0"/>
            <p:cNvSpPr/>
            <p:nvPr/>
          </p:nvSpPr>
          <p:spPr>
            <a:xfrm>
              <a:off x="5990709" y="1918443"/>
              <a:ext cx="667500" cy="667500"/>
            </a:xfrm>
            <a:prstGeom prst="diamond">
              <a:avLst/>
            </a:prstGeom>
            <a:solidFill>
              <a:srgbClr val="5FC2AB">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0"/>
            <p:cNvSpPr/>
            <p:nvPr/>
          </p:nvSpPr>
          <p:spPr>
            <a:xfrm>
              <a:off x="6099734" y="2027467"/>
              <a:ext cx="449400" cy="449400"/>
            </a:xfrm>
            <a:prstGeom prst="diamond">
              <a:avLst/>
            </a:prstGeom>
            <a:solidFill>
              <a:srgbClr val="5FC2AB">
                <a:alpha val="525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40"/>
          <p:cNvGrpSpPr/>
          <p:nvPr/>
        </p:nvGrpSpPr>
        <p:grpSpPr>
          <a:xfrm>
            <a:off x="4027711" y="2114259"/>
            <a:ext cx="1722639" cy="93000"/>
            <a:chOff x="3609575" y="2082409"/>
            <a:chExt cx="1722639" cy="93000"/>
          </a:xfrm>
        </p:grpSpPr>
        <p:cxnSp>
          <p:nvCxnSpPr>
            <p:cNvPr id="539" name="Google Shape;539;p40"/>
            <p:cNvCxnSpPr/>
            <p:nvPr/>
          </p:nvCxnSpPr>
          <p:spPr>
            <a:xfrm rot="10800000">
              <a:off x="3656414" y="2128900"/>
              <a:ext cx="1675800" cy="0"/>
            </a:xfrm>
            <a:prstGeom prst="straightConnector1">
              <a:avLst/>
            </a:prstGeom>
            <a:noFill/>
            <a:ln cap="flat" cmpd="sng" w="9525">
              <a:solidFill>
                <a:srgbClr val="000000"/>
              </a:solidFill>
              <a:prstDash val="solid"/>
              <a:round/>
              <a:headEnd len="med" w="med" type="none"/>
              <a:tailEnd len="med" w="med" type="none"/>
            </a:ln>
          </p:spPr>
        </p:cxnSp>
        <p:sp>
          <p:nvSpPr>
            <p:cNvPr id="540" name="Google Shape;540;p40"/>
            <p:cNvSpPr/>
            <p:nvPr/>
          </p:nvSpPr>
          <p:spPr>
            <a:xfrm rot="-2700000">
              <a:off x="3623195" y="2096028"/>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40"/>
          <p:cNvSpPr txBox="1"/>
          <p:nvPr/>
        </p:nvSpPr>
        <p:spPr>
          <a:xfrm>
            <a:off x="1976538" y="2228824"/>
            <a:ext cx="1974900" cy="663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chemeClr val="dk1"/>
                </a:solidFill>
                <a:latin typeface="Roboto Condensed"/>
                <a:ea typeface="Roboto Condensed"/>
                <a:cs typeface="Roboto Condensed"/>
                <a:sym typeface="Roboto Condensed"/>
              </a:rPr>
              <a:t>Mercury is the closest planet to the Sun</a:t>
            </a:r>
            <a:endParaRPr sz="1600">
              <a:latin typeface="Roboto Condensed"/>
              <a:ea typeface="Roboto Condensed"/>
              <a:cs typeface="Roboto Condensed"/>
              <a:sym typeface="Roboto Condensed"/>
            </a:endParaRPr>
          </a:p>
        </p:txBody>
      </p:sp>
      <p:sp>
        <p:nvSpPr>
          <p:cNvPr id="542" name="Google Shape;542;p40"/>
          <p:cNvSpPr txBox="1"/>
          <p:nvPr/>
        </p:nvSpPr>
        <p:spPr>
          <a:xfrm>
            <a:off x="1976888" y="1913797"/>
            <a:ext cx="1974900" cy="39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800">
                <a:solidFill>
                  <a:srgbClr val="5FC2AB"/>
                </a:solidFill>
                <a:latin typeface="Roboto Condensed"/>
                <a:ea typeface="Roboto Condensed"/>
                <a:cs typeface="Roboto Condensed"/>
                <a:sym typeface="Roboto Condensed"/>
              </a:rPr>
              <a:t>Mercury</a:t>
            </a:r>
            <a:endParaRPr b="1" sz="1800">
              <a:solidFill>
                <a:srgbClr val="5FC2AB"/>
              </a:solidFill>
              <a:latin typeface="Roboto Condensed"/>
              <a:ea typeface="Roboto Condensed"/>
              <a:cs typeface="Roboto Condensed"/>
              <a:sym typeface="Roboto Condensed"/>
            </a:endParaRPr>
          </a:p>
        </p:txBody>
      </p:sp>
      <p:grpSp>
        <p:nvGrpSpPr>
          <p:cNvPr id="543" name="Google Shape;543;p40"/>
          <p:cNvGrpSpPr/>
          <p:nvPr/>
        </p:nvGrpSpPr>
        <p:grpSpPr>
          <a:xfrm>
            <a:off x="4027711" y="3171758"/>
            <a:ext cx="1374814" cy="93000"/>
            <a:chOff x="3609575" y="2082409"/>
            <a:chExt cx="1374814" cy="93000"/>
          </a:xfrm>
        </p:grpSpPr>
        <p:cxnSp>
          <p:nvCxnSpPr>
            <p:cNvPr id="544" name="Google Shape;544;p40"/>
            <p:cNvCxnSpPr/>
            <p:nvPr/>
          </p:nvCxnSpPr>
          <p:spPr>
            <a:xfrm rot="10800000">
              <a:off x="3656289" y="2128901"/>
              <a:ext cx="1328100" cy="0"/>
            </a:xfrm>
            <a:prstGeom prst="straightConnector1">
              <a:avLst/>
            </a:prstGeom>
            <a:noFill/>
            <a:ln cap="flat" cmpd="sng" w="9525">
              <a:solidFill>
                <a:srgbClr val="000000"/>
              </a:solidFill>
              <a:prstDash val="solid"/>
              <a:round/>
              <a:headEnd len="med" w="med" type="none"/>
              <a:tailEnd len="med" w="med" type="none"/>
            </a:ln>
          </p:spPr>
        </p:cxnSp>
        <p:sp>
          <p:nvSpPr>
            <p:cNvPr id="545" name="Google Shape;545;p40"/>
            <p:cNvSpPr/>
            <p:nvPr/>
          </p:nvSpPr>
          <p:spPr>
            <a:xfrm rot="-2700000">
              <a:off x="3623195" y="2096028"/>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 name="Shape 549"/>
        <p:cNvGrpSpPr/>
        <p:nvPr/>
      </p:nvGrpSpPr>
      <p:grpSpPr>
        <a:xfrm>
          <a:off x="0" y="0"/>
          <a:ext cx="0" cy="0"/>
          <a:chOff x="0" y="0"/>
          <a:chExt cx="0" cy="0"/>
        </a:xfrm>
      </p:grpSpPr>
      <p:pic>
        <p:nvPicPr>
          <p:cNvPr id="550" name="Google Shape;550;p41"/>
          <p:cNvPicPr preferRelativeResize="0"/>
          <p:nvPr/>
        </p:nvPicPr>
        <p:blipFill>
          <a:blip r:embed="rId3">
            <a:alphaModFix/>
          </a:blip>
          <a:stretch>
            <a:fillRect/>
          </a:stretch>
        </p:blipFill>
        <p:spPr>
          <a:xfrm flipH="1">
            <a:off x="1425291" y="-3425"/>
            <a:ext cx="7718709" cy="5146927"/>
          </a:xfrm>
          <a:prstGeom prst="rect">
            <a:avLst/>
          </a:prstGeom>
          <a:noFill/>
          <a:ln>
            <a:noFill/>
          </a:ln>
        </p:spPr>
      </p:pic>
      <p:grpSp>
        <p:nvGrpSpPr>
          <p:cNvPr id="551" name="Google Shape;551;p41"/>
          <p:cNvGrpSpPr/>
          <p:nvPr/>
        </p:nvGrpSpPr>
        <p:grpSpPr>
          <a:xfrm flipH="1">
            <a:off x="-273" y="-3100"/>
            <a:ext cx="6697969" cy="5146922"/>
            <a:chOff x="2923157" y="-3097"/>
            <a:chExt cx="6220832" cy="5146922"/>
          </a:xfrm>
        </p:grpSpPr>
        <p:sp>
          <p:nvSpPr>
            <p:cNvPr id="552" name="Google Shape;552;p41"/>
            <p:cNvSpPr/>
            <p:nvPr/>
          </p:nvSpPr>
          <p:spPr>
            <a:xfrm flipH="1">
              <a:off x="3533151" y="-125"/>
              <a:ext cx="5610837" cy="5143425"/>
            </a:xfrm>
            <a:custGeom>
              <a:rect b="b" l="l" r="r" t="t"/>
              <a:pathLst>
                <a:path extrusionOk="0" h="73391" w="97601">
                  <a:moveTo>
                    <a:pt x="0" y="0"/>
                  </a:moveTo>
                  <a:lnTo>
                    <a:pt x="0" y="73391"/>
                  </a:lnTo>
                  <a:lnTo>
                    <a:pt x="94741" y="73391"/>
                  </a:lnTo>
                  <a:lnTo>
                    <a:pt x="75889" y="38800"/>
                  </a:lnTo>
                  <a:lnTo>
                    <a:pt x="976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 name="Google Shape;553;p41"/>
            <p:cNvGrpSpPr/>
            <p:nvPr/>
          </p:nvGrpSpPr>
          <p:grpSpPr>
            <a:xfrm rot="10800000">
              <a:off x="2923157" y="-3097"/>
              <a:ext cx="2818529" cy="5146922"/>
              <a:chOff x="6587784" y="2014225"/>
              <a:chExt cx="550580" cy="1106175"/>
            </a:xfrm>
          </p:grpSpPr>
          <p:sp>
            <p:nvSpPr>
              <p:cNvPr id="554" name="Google Shape;554;p41"/>
              <p:cNvSpPr/>
              <p:nvPr/>
            </p:nvSpPr>
            <p:spPr>
              <a:xfrm>
                <a:off x="6660764" y="2014225"/>
                <a:ext cx="402050" cy="1106175"/>
              </a:xfrm>
              <a:custGeom>
                <a:rect b="b" l="l" r="r" t="t"/>
                <a:pathLst>
                  <a:path extrusionOk="0" h="44247" w="16082">
                    <a:moveTo>
                      <a:pt x="13004" y="0"/>
                    </a:moveTo>
                    <a:lnTo>
                      <a:pt x="0" y="23239"/>
                    </a:lnTo>
                    <a:lnTo>
                      <a:pt x="11443" y="44246"/>
                    </a:lnTo>
                    <a:lnTo>
                      <a:pt x="14545" y="44246"/>
                    </a:lnTo>
                    <a:lnTo>
                      <a:pt x="3088" y="23225"/>
                    </a:lnTo>
                    <a:lnTo>
                      <a:pt x="16082"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1"/>
              <p:cNvSpPr/>
              <p:nvPr/>
            </p:nvSpPr>
            <p:spPr>
              <a:xfrm>
                <a:off x="6736414" y="2014225"/>
                <a:ext cx="401950" cy="1106175"/>
              </a:xfrm>
              <a:custGeom>
                <a:rect b="b" l="l" r="r" t="t"/>
                <a:pathLst>
                  <a:path extrusionOk="0" h="44247" w="16078">
                    <a:moveTo>
                      <a:pt x="13004" y="0"/>
                    </a:moveTo>
                    <a:lnTo>
                      <a:pt x="1" y="23239"/>
                    </a:lnTo>
                    <a:lnTo>
                      <a:pt x="11444" y="44246"/>
                    </a:lnTo>
                    <a:lnTo>
                      <a:pt x="14541" y="44246"/>
                    </a:lnTo>
                    <a:lnTo>
                      <a:pt x="3088" y="23225"/>
                    </a:lnTo>
                    <a:lnTo>
                      <a:pt x="1607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1"/>
              <p:cNvSpPr/>
              <p:nvPr/>
            </p:nvSpPr>
            <p:spPr>
              <a:xfrm>
                <a:off x="6587784" y="2014225"/>
                <a:ext cx="402075" cy="1106175"/>
              </a:xfrm>
              <a:custGeom>
                <a:rect b="b" l="l" r="r" t="t"/>
                <a:pathLst>
                  <a:path extrusionOk="0" h="44247" w="16083">
                    <a:moveTo>
                      <a:pt x="13009" y="0"/>
                    </a:moveTo>
                    <a:lnTo>
                      <a:pt x="1" y="23239"/>
                    </a:lnTo>
                    <a:lnTo>
                      <a:pt x="11449" y="44246"/>
                    </a:lnTo>
                    <a:lnTo>
                      <a:pt x="14546" y="44246"/>
                    </a:lnTo>
                    <a:lnTo>
                      <a:pt x="3088" y="23225"/>
                    </a:lnTo>
                    <a:lnTo>
                      <a:pt x="1608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7" name="Google Shape;557;p41"/>
          <p:cNvSpPr txBox="1"/>
          <p:nvPr>
            <p:ph type="title"/>
          </p:nvPr>
        </p:nvSpPr>
        <p:spPr>
          <a:xfrm>
            <a:off x="726225" y="365150"/>
            <a:ext cx="273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Treatment</a:t>
            </a:r>
            <a:endParaRPr/>
          </a:p>
        </p:txBody>
      </p:sp>
      <p:sp>
        <p:nvSpPr>
          <p:cNvPr id="558" name="Google Shape;558;p41"/>
          <p:cNvSpPr txBox="1"/>
          <p:nvPr>
            <p:ph idx="1" type="subTitle"/>
          </p:nvPr>
        </p:nvSpPr>
        <p:spPr>
          <a:xfrm>
            <a:off x="726225" y="1663325"/>
            <a:ext cx="2734800" cy="254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30200" lvl="0" marL="457200" rtl="0" algn="l">
              <a:spcBef>
                <a:spcPts val="1600"/>
              </a:spcBef>
              <a:spcAft>
                <a:spcPts val="0"/>
              </a:spcAft>
              <a:buClr>
                <a:schemeClr val="accent1"/>
              </a:buClr>
              <a:buSzPts val="1600"/>
              <a:buChar char="❖"/>
            </a:pPr>
            <a:r>
              <a:rPr lang="en"/>
              <a:t>They’re simple</a:t>
            </a:r>
            <a:endParaRPr/>
          </a:p>
          <a:p>
            <a:pPr indent="-330200" lvl="0" marL="457200" rtl="0" algn="l">
              <a:spcBef>
                <a:spcPts val="0"/>
              </a:spcBef>
              <a:spcAft>
                <a:spcPts val="0"/>
              </a:spcAft>
              <a:buClr>
                <a:schemeClr val="accent1"/>
              </a:buClr>
              <a:buSzPts val="1600"/>
              <a:buChar char="❖"/>
            </a:pPr>
            <a:r>
              <a:rPr lang="en"/>
              <a:t>You can organize your ideas clearly</a:t>
            </a:r>
            <a:endParaRPr/>
          </a:p>
          <a:p>
            <a:pPr indent="-330200" lvl="0" marL="457200" rtl="0" algn="l">
              <a:spcBef>
                <a:spcPts val="0"/>
              </a:spcBef>
              <a:spcAft>
                <a:spcPts val="0"/>
              </a:spcAft>
              <a:buClr>
                <a:schemeClr val="accent1"/>
              </a:buClr>
              <a:buSzPts val="1600"/>
              <a:buChar char="❖"/>
            </a:pPr>
            <a:r>
              <a:rPr lang="en"/>
              <a:t>You’ll never forget to buy milk again!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 name="Shape 562"/>
        <p:cNvGrpSpPr/>
        <p:nvPr/>
      </p:nvGrpSpPr>
      <p:grpSpPr>
        <a:xfrm>
          <a:off x="0" y="0"/>
          <a:ext cx="0" cy="0"/>
          <a:chOff x="0" y="0"/>
          <a:chExt cx="0" cy="0"/>
        </a:xfrm>
      </p:grpSpPr>
      <p:grpSp>
        <p:nvGrpSpPr>
          <p:cNvPr id="563" name="Google Shape;563;p42"/>
          <p:cNvGrpSpPr/>
          <p:nvPr/>
        </p:nvGrpSpPr>
        <p:grpSpPr>
          <a:xfrm>
            <a:off x="6229653" y="1245725"/>
            <a:ext cx="1171883" cy="1171196"/>
            <a:chOff x="4049800" y="640400"/>
            <a:chExt cx="858900" cy="858900"/>
          </a:xfrm>
        </p:grpSpPr>
        <p:sp>
          <p:nvSpPr>
            <p:cNvPr id="564" name="Google Shape;564;p42"/>
            <p:cNvSpPr/>
            <p:nvPr/>
          </p:nvSpPr>
          <p:spPr>
            <a:xfrm>
              <a:off x="4049800" y="640400"/>
              <a:ext cx="858900" cy="858900"/>
            </a:xfrm>
            <a:prstGeom prst="donut">
              <a:avLst>
                <a:gd fmla="val 960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2"/>
            <p:cNvSpPr/>
            <p:nvPr/>
          </p:nvSpPr>
          <p:spPr>
            <a:xfrm>
              <a:off x="4049800" y="640400"/>
              <a:ext cx="858900" cy="858900"/>
            </a:xfrm>
            <a:prstGeom prst="blockArc">
              <a:avLst>
                <a:gd fmla="val 10675449" name="adj1"/>
                <a:gd fmla="val 11812" name="adj2"/>
                <a:gd fmla="val 9572"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 name="Google Shape;566;p42"/>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Findings</a:t>
            </a:r>
            <a:endParaRPr/>
          </a:p>
        </p:txBody>
      </p:sp>
      <p:sp>
        <p:nvSpPr>
          <p:cNvPr id="567" name="Google Shape;567;p42"/>
          <p:cNvSpPr txBox="1"/>
          <p:nvPr/>
        </p:nvSpPr>
        <p:spPr>
          <a:xfrm>
            <a:off x="6084045" y="4272714"/>
            <a:ext cx="1463100" cy="39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latin typeface="Roboto Condensed"/>
                <a:ea typeface="Roboto Condensed"/>
                <a:cs typeface="Roboto Condensed"/>
                <a:sym typeface="Roboto Condensed"/>
              </a:rPr>
              <a:t>Jupiter</a:t>
            </a:r>
            <a:endParaRPr sz="1600">
              <a:latin typeface="Roboto Condensed"/>
              <a:ea typeface="Roboto Condensed"/>
              <a:cs typeface="Roboto Condensed"/>
              <a:sym typeface="Roboto Condensed"/>
            </a:endParaRPr>
          </a:p>
        </p:txBody>
      </p:sp>
      <p:sp>
        <p:nvSpPr>
          <p:cNvPr id="568" name="Google Shape;568;p42"/>
          <p:cNvSpPr txBox="1"/>
          <p:nvPr/>
        </p:nvSpPr>
        <p:spPr>
          <a:xfrm>
            <a:off x="1605125" y="4159950"/>
            <a:ext cx="4075800" cy="52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Roboto Condensed"/>
                <a:ea typeface="Roboto Condensed"/>
                <a:cs typeface="Roboto Condensed"/>
                <a:sym typeface="Roboto Condensed"/>
              </a:rPr>
              <a:t>T</a:t>
            </a:r>
            <a:r>
              <a:rPr lang="en" sz="1200">
                <a:latin typeface="Roboto Condensed"/>
                <a:ea typeface="Roboto Condensed"/>
                <a:cs typeface="Roboto Condensed"/>
                <a:sym typeface="Roboto Condensed"/>
              </a:rPr>
              <a:t>o modify this graph, click on it, follow the link, change the data and paste the resulting graph here, replacing this one</a:t>
            </a:r>
            <a:endParaRPr sz="1200">
              <a:latin typeface="Roboto Condensed"/>
              <a:ea typeface="Roboto Condensed"/>
              <a:cs typeface="Roboto Condensed"/>
              <a:sym typeface="Roboto Condensed"/>
            </a:endParaRPr>
          </a:p>
        </p:txBody>
      </p:sp>
      <p:sp>
        <p:nvSpPr>
          <p:cNvPr id="569" name="Google Shape;569;p42"/>
          <p:cNvSpPr txBox="1"/>
          <p:nvPr/>
        </p:nvSpPr>
        <p:spPr>
          <a:xfrm>
            <a:off x="6263595" y="1497714"/>
            <a:ext cx="1104000" cy="667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latin typeface="Roboto Condensed"/>
                <a:ea typeface="Roboto Condensed"/>
                <a:cs typeface="Roboto Condensed"/>
                <a:sym typeface="Roboto Condensed"/>
              </a:rPr>
              <a:t>50%</a:t>
            </a:r>
            <a:endParaRPr b="1" sz="3000">
              <a:latin typeface="Roboto Condensed"/>
              <a:ea typeface="Roboto Condensed"/>
              <a:cs typeface="Roboto Condensed"/>
              <a:sym typeface="Roboto Condensed"/>
            </a:endParaRPr>
          </a:p>
        </p:txBody>
      </p:sp>
      <p:sp>
        <p:nvSpPr>
          <p:cNvPr id="570" name="Google Shape;570;p42"/>
          <p:cNvSpPr txBox="1"/>
          <p:nvPr/>
        </p:nvSpPr>
        <p:spPr>
          <a:xfrm>
            <a:off x="6084045" y="2419470"/>
            <a:ext cx="1463100" cy="39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latin typeface="Roboto Condensed"/>
                <a:ea typeface="Roboto Condensed"/>
                <a:cs typeface="Roboto Condensed"/>
                <a:sym typeface="Roboto Condensed"/>
              </a:rPr>
              <a:t>Mercury</a:t>
            </a:r>
            <a:endParaRPr sz="1600">
              <a:latin typeface="Roboto Condensed"/>
              <a:ea typeface="Roboto Condensed"/>
              <a:cs typeface="Roboto Condensed"/>
              <a:sym typeface="Roboto Condensed"/>
            </a:endParaRPr>
          </a:p>
        </p:txBody>
      </p:sp>
      <p:sp>
        <p:nvSpPr>
          <p:cNvPr id="571" name="Google Shape;571;p42"/>
          <p:cNvSpPr txBox="1"/>
          <p:nvPr/>
        </p:nvSpPr>
        <p:spPr>
          <a:xfrm>
            <a:off x="1605349" y="1091175"/>
            <a:ext cx="4075800" cy="39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Roboto Condensed"/>
                <a:ea typeface="Roboto Condensed"/>
                <a:cs typeface="Roboto Condensed"/>
                <a:sym typeface="Roboto Condensed"/>
              </a:rPr>
              <a:t>Evolution</a:t>
            </a:r>
            <a:endParaRPr b="1" sz="1800">
              <a:solidFill>
                <a:schemeClr val="accent1"/>
              </a:solidFill>
              <a:latin typeface="Roboto Condensed"/>
              <a:ea typeface="Roboto Condensed"/>
              <a:cs typeface="Roboto Condensed"/>
              <a:sym typeface="Roboto Condensed"/>
            </a:endParaRPr>
          </a:p>
        </p:txBody>
      </p:sp>
      <p:pic>
        <p:nvPicPr>
          <p:cNvPr id="572" name="Google Shape;572;p42" title="Points scored">
            <a:hlinkClick r:id="rId3"/>
          </p:cNvPr>
          <p:cNvPicPr preferRelativeResize="0"/>
          <p:nvPr/>
        </p:nvPicPr>
        <p:blipFill>
          <a:blip r:embed="rId4">
            <a:alphaModFix/>
          </a:blip>
          <a:stretch>
            <a:fillRect/>
          </a:stretch>
        </p:blipFill>
        <p:spPr>
          <a:xfrm>
            <a:off x="1605348" y="1562101"/>
            <a:ext cx="4075683" cy="2520125"/>
          </a:xfrm>
          <a:prstGeom prst="rect">
            <a:avLst/>
          </a:prstGeom>
          <a:noFill/>
          <a:ln>
            <a:noFill/>
          </a:ln>
        </p:spPr>
      </p:pic>
      <p:grpSp>
        <p:nvGrpSpPr>
          <p:cNvPr id="573" name="Google Shape;573;p42"/>
          <p:cNvGrpSpPr/>
          <p:nvPr/>
        </p:nvGrpSpPr>
        <p:grpSpPr>
          <a:xfrm>
            <a:off x="6229653" y="3099347"/>
            <a:ext cx="1171883" cy="1171196"/>
            <a:chOff x="4049800" y="640400"/>
            <a:chExt cx="858900" cy="858900"/>
          </a:xfrm>
        </p:grpSpPr>
        <p:sp>
          <p:nvSpPr>
            <p:cNvPr id="574" name="Google Shape;574;p42"/>
            <p:cNvSpPr/>
            <p:nvPr/>
          </p:nvSpPr>
          <p:spPr>
            <a:xfrm>
              <a:off x="4049800" y="640400"/>
              <a:ext cx="858900" cy="858900"/>
            </a:xfrm>
            <a:prstGeom prst="donut">
              <a:avLst>
                <a:gd fmla="val 960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2"/>
            <p:cNvSpPr/>
            <p:nvPr/>
          </p:nvSpPr>
          <p:spPr>
            <a:xfrm>
              <a:off x="4049800" y="640400"/>
              <a:ext cx="858900" cy="858900"/>
            </a:xfrm>
            <a:prstGeom prst="blockArc">
              <a:avLst>
                <a:gd fmla="val 2879170" name="adj1"/>
                <a:gd fmla="val 11812" name="adj2"/>
                <a:gd fmla="val 9572" name="adj3"/>
              </a:avLst>
            </a:prstGeom>
            <a:solidFill>
              <a:srgbClr val="C9EA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 name="Google Shape;576;p42"/>
          <p:cNvSpPr txBox="1"/>
          <p:nvPr/>
        </p:nvSpPr>
        <p:spPr>
          <a:xfrm>
            <a:off x="6262695" y="3402899"/>
            <a:ext cx="1105800" cy="66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latin typeface="Roboto Condensed"/>
                <a:ea typeface="Roboto Condensed"/>
                <a:cs typeface="Roboto Condensed"/>
                <a:sym typeface="Roboto Condensed"/>
              </a:rPr>
              <a:t>85%</a:t>
            </a:r>
            <a:endParaRPr b="1" sz="3000">
              <a:latin typeface="Roboto Condensed"/>
              <a:ea typeface="Roboto Condensed"/>
              <a:cs typeface="Roboto Condensed"/>
              <a:sym typeface="Roboto Condensed"/>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80" name="Shape 580"/>
        <p:cNvGrpSpPr/>
        <p:nvPr/>
      </p:nvGrpSpPr>
      <p:grpSpPr>
        <a:xfrm>
          <a:off x="0" y="0"/>
          <a:ext cx="0" cy="0"/>
          <a:chOff x="0" y="0"/>
          <a:chExt cx="0" cy="0"/>
        </a:xfrm>
      </p:grpSpPr>
      <p:sp>
        <p:nvSpPr>
          <p:cNvPr id="581" name="Google Shape;581;p43"/>
          <p:cNvSpPr txBox="1"/>
          <p:nvPr>
            <p:ph type="title"/>
          </p:nvPr>
        </p:nvSpPr>
        <p:spPr>
          <a:xfrm>
            <a:off x="726225" y="365150"/>
            <a:ext cx="3961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582" name="Google Shape;582;p43"/>
          <p:cNvSpPr txBox="1"/>
          <p:nvPr>
            <p:ph idx="1" type="subTitle"/>
          </p:nvPr>
        </p:nvSpPr>
        <p:spPr>
          <a:xfrm>
            <a:off x="879635" y="1485900"/>
            <a:ext cx="15597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Dr. Jenna Doe</a:t>
            </a:r>
            <a:endParaRPr/>
          </a:p>
        </p:txBody>
      </p:sp>
      <p:sp>
        <p:nvSpPr>
          <p:cNvPr id="583" name="Google Shape;583;p43"/>
          <p:cNvSpPr txBox="1"/>
          <p:nvPr>
            <p:ph idx="2" type="subTitle"/>
          </p:nvPr>
        </p:nvSpPr>
        <p:spPr>
          <a:xfrm>
            <a:off x="879635" y="1802990"/>
            <a:ext cx="1559700" cy="94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t>
            </a:r>
            <a:r>
              <a:rPr lang="en"/>
              <a:t>Mercury is the closest planet to the Sun”</a:t>
            </a:r>
            <a:endParaRPr/>
          </a:p>
        </p:txBody>
      </p:sp>
      <p:sp>
        <p:nvSpPr>
          <p:cNvPr id="584" name="Google Shape;584;p43"/>
          <p:cNvSpPr txBox="1"/>
          <p:nvPr>
            <p:ph idx="3" type="subTitle"/>
          </p:nvPr>
        </p:nvSpPr>
        <p:spPr>
          <a:xfrm>
            <a:off x="879635" y="3245325"/>
            <a:ext cx="15597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Dr. Paul Brown</a:t>
            </a:r>
            <a:endParaRPr/>
          </a:p>
        </p:txBody>
      </p:sp>
      <p:sp>
        <p:nvSpPr>
          <p:cNvPr id="585" name="Google Shape;585;p43"/>
          <p:cNvSpPr txBox="1"/>
          <p:nvPr>
            <p:ph idx="4" type="subTitle"/>
          </p:nvPr>
        </p:nvSpPr>
        <p:spPr>
          <a:xfrm>
            <a:off x="879638" y="3563408"/>
            <a:ext cx="1559700" cy="89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t>
            </a:r>
            <a:r>
              <a:rPr lang="en"/>
              <a:t>Jupiter is the biggest planet of them all”</a:t>
            </a:r>
            <a:endParaRPr/>
          </a:p>
        </p:txBody>
      </p:sp>
      <p:sp>
        <p:nvSpPr>
          <p:cNvPr id="586" name="Google Shape;586;p43"/>
          <p:cNvSpPr txBox="1"/>
          <p:nvPr>
            <p:ph idx="5" type="subTitle"/>
          </p:nvPr>
        </p:nvSpPr>
        <p:spPr>
          <a:xfrm>
            <a:off x="3052775" y="1485900"/>
            <a:ext cx="16347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Dr. John James</a:t>
            </a:r>
            <a:endParaRPr/>
          </a:p>
        </p:txBody>
      </p:sp>
      <p:sp>
        <p:nvSpPr>
          <p:cNvPr id="587" name="Google Shape;587;p43"/>
          <p:cNvSpPr txBox="1"/>
          <p:nvPr>
            <p:ph idx="6" type="subTitle"/>
          </p:nvPr>
        </p:nvSpPr>
        <p:spPr>
          <a:xfrm>
            <a:off x="3052775" y="1802990"/>
            <a:ext cx="1634700" cy="94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t>
            </a:r>
            <a:r>
              <a:rPr lang="en"/>
              <a:t>Venus is the second planet from the Sun“</a:t>
            </a:r>
            <a:endParaRPr/>
          </a:p>
        </p:txBody>
      </p:sp>
      <p:sp>
        <p:nvSpPr>
          <p:cNvPr id="588" name="Google Shape;588;p43"/>
          <p:cNvSpPr txBox="1"/>
          <p:nvPr>
            <p:ph idx="7" type="subTitle"/>
          </p:nvPr>
        </p:nvSpPr>
        <p:spPr>
          <a:xfrm>
            <a:off x="3052775" y="3245325"/>
            <a:ext cx="17013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Dr. Emma Smith</a:t>
            </a:r>
            <a:endParaRPr/>
          </a:p>
        </p:txBody>
      </p:sp>
      <p:sp>
        <p:nvSpPr>
          <p:cNvPr id="589" name="Google Shape;589;p43"/>
          <p:cNvSpPr txBox="1"/>
          <p:nvPr>
            <p:ph idx="8" type="subTitle"/>
          </p:nvPr>
        </p:nvSpPr>
        <p:spPr>
          <a:xfrm>
            <a:off x="3052775" y="3563400"/>
            <a:ext cx="1701300" cy="94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t>
            </a:r>
            <a:r>
              <a:rPr lang="en"/>
              <a:t>Despite being red, Mars is actually a cold place“</a:t>
            </a:r>
            <a:endParaRPr/>
          </a:p>
        </p:txBody>
      </p:sp>
      <p:grpSp>
        <p:nvGrpSpPr>
          <p:cNvPr id="590" name="Google Shape;590;p43"/>
          <p:cNvGrpSpPr/>
          <p:nvPr/>
        </p:nvGrpSpPr>
        <p:grpSpPr>
          <a:xfrm>
            <a:off x="786385" y="1654110"/>
            <a:ext cx="93000" cy="3489390"/>
            <a:chOff x="786385" y="1654110"/>
            <a:chExt cx="93000" cy="3489390"/>
          </a:xfrm>
        </p:grpSpPr>
        <p:cxnSp>
          <p:nvCxnSpPr>
            <p:cNvPr id="591" name="Google Shape;591;p43"/>
            <p:cNvCxnSpPr/>
            <p:nvPr/>
          </p:nvCxnSpPr>
          <p:spPr>
            <a:xfrm rot="10800000">
              <a:off x="832875" y="1714500"/>
              <a:ext cx="0" cy="3429000"/>
            </a:xfrm>
            <a:prstGeom prst="straightConnector1">
              <a:avLst/>
            </a:prstGeom>
            <a:noFill/>
            <a:ln cap="flat" cmpd="sng" w="9525">
              <a:solidFill>
                <a:schemeClr val="dk2"/>
              </a:solidFill>
              <a:prstDash val="solid"/>
              <a:round/>
              <a:headEnd len="med" w="med" type="none"/>
              <a:tailEnd len="med" w="med" type="none"/>
            </a:ln>
          </p:spPr>
        </p:cxnSp>
        <p:sp>
          <p:nvSpPr>
            <p:cNvPr id="592" name="Google Shape;592;p43"/>
            <p:cNvSpPr/>
            <p:nvPr/>
          </p:nvSpPr>
          <p:spPr>
            <a:xfrm rot="-2700000">
              <a:off x="800005" y="1667729"/>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3"/>
            <p:cNvSpPr/>
            <p:nvPr/>
          </p:nvSpPr>
          <p:spPr>
            <a:xfrm rot="-2700000">
              <a:off x="800005" y="3451532"/>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43"/>
          <p:cNvGrpSpPr/>
          <p:nvPr/>
        </p:nvGrpSpPr>
        <p:grpSpPr>
          <a:xfrm>
            <a:off x="2955935" y="1654110"/>
            <a:ext cx="93000" cy="3489390"/>
            <a:chOff x="2955935" y="1654110"/>
            <a:chExt cx="93000" cy="3489390"/>
          </a:xfrm>
        </p:grpSpPr>
        <p:cxnSp>
          <p:nvCxnSpPr>
            <p:cNvPr id="595" name="Google Shape;595;p43"/>
            <p:cNvCxnSpPr/>
            <p:nvPr/>
          </p:nvCxnSpPr>
          <p:spPr>
            <a:xfrm rot="10800000">
              <a:off x="3002425" y="1714500"/>
              <a:ext cx="0" cy="3429000"/>
            </a:xfrm>
            <a:prstGeom prst="straightConnector1">
              <a:avLst/>
            </a:prstGeom>
            <a:noFill/>
            <a:ln cap="flat" cmpd="sng" w="9525">
              <a:solidFill>
                <a:schemeClr val="dk2"/>
              </a:solidFill>
              <a:prstDash val="solid"/>
              <a:round/>
              <a:headEnd len="med" w="med" type="none"/>
              <a:tailEnd len="med" w="med" type="none"/>
            </a:ln>
          </p:spPr>
        </p:cxnSp>
        <p:sp>
          <p:nvSpPr>
            <p:cNvPr id="596" name="Google Shape;596;p43"/>
            <p:cNvSpPr/>
            <p:nvPr/>
          </p:nvSpPr>
          <p:spPr>
            <a:xfrm rot="-2700000">
              <a:off x="2969555" y="1667729"/>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3"/>
            <p:cNvSpPr/>
            <p:nvPr/>
          </p:nvSpPr>
          <p:spPr>
            <a:xfrm rot="-2700000">
              <a:off x="2969555" y="3451532"/>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 name="Google Shape;598;p43"/>
          <p:cNvGrpSpPr/>
          <p:nvPr/>
        </p:nvGrpSpPr>
        <p:grpSpPr>
          <a:xfrm rot="10800000">
            <a:off x="7719786" y="2590918"/>
            <a:ext cx="1432955" cy="2560711"/>
            <a:chOff x="4540" y="4"/>
            <a:chExt cx="1432955" cy="2560711"/>
          </a:xfrm>
        </p:grpSpPr>
        <p:sp>
          <p:nvSpPr>
            <p:cNvPr id="599" name="Google Shape;599;p43"/>
            <p:cNvSpPr/>
            <p:nvPr/>
          </p:nvSpPr>
          <p:spPr>
            <a:xfrm>
              <a:off x="4540" y="4"/>
              <a:ext cx="1117711" cy="1997492"/>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3"/>
            <p:cNvSpPr/>
            <p:nvPr/>
          </p:nvSpPr>
          <p:spPr>
            <a:xfrm>
              <a:off x="4540" y="4"/>
              <a:ext cx="811193" cy="1449189"/>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3"/>
            <p:cNvSpPr/>
            <p:nvPr/>
          </p:nvSpPr>
          <p:spPr>
            <a:xfrm>
              <a:off x="4540" y="4"/>
              <a:ext cx="1432955" cy="2560711"/>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 name="Shape 605"/>
        <p:cNvGrpSpPr/>
        <p:nvPr/>
      </p:nvGrpSpPr>
      <p:grpSpPr>
        <a:xfrm>
          <a:off x="0" y="0"/>
          <a:ext cx="0" cy="0"/>
          <a:chOff x="0" y="0"/>
          <a:chExt cx="0" cy="0"/>
        </a:xfrm>
      </p:grpSpPr>
      <p:pic>
        <p:nvPicPr>
          <p:cNvPr id="606" name="Google Shape;606;p44"/>
          <p:cNvPicPr preferRelativeResize="0"/>
          <p:nvPr/>
        </p:nvPicPr>
        <p:blipFill rotWithShape="1">
          <a:blip r:embed="rId3">
            <a:alphaModFix/>
          </a:blip>
          <a:srcRect b="0" l="48162" r="0" t="0"/>
          <a:stretch/>
        </p:blipFill>
        <p:spPr>
          <a:xfrm>
            <a:off x="0" y="0"/>
            <a:ext cx="4740254" cy="5143500"/>
          </a:xfrm>
          <a:prstGeom prst="rect">
            <a:avLst/>
          </a:prstGeom>
          <a:noFill/>
          <a:ln>
            <a:noFill/>
          </a:ln>
        </p:spPr>
      </p:pic>
      <p:grpSp>
        <p:nvGrpSpPr>
          <p:cNvPr id="607" name="Google Shape;607;p44"/>
          <p:cNvGrpSpPr/>
          <p:nvPr/>
        </p:nvGrpSpPr>
        <p:grpSpPr>
          <a:xfrm>
            <a:off x="2923169" y="-3097"/>
            <a:ext cx="6220832" cy="5146922"/>
            <a:chOff x="2923157" y="-3097"/>
            <a:chExt cx="6220832" cy="5146922"/>
          </a:xfrm>
        </p:grpSpPr>
        <p:sp>
          <p:nvSpPr>
            <p:cNvPr id="608" name="Google Shape;608;p44"/>
            <p:cNvSpPr/>
            <p:nvPr/>
          </p:nvSpPr>
          <p:spPr>
            <a:xfrm flipH="1">
              <a:off x="3533151" y="-125"/>
              <a:ext cx="5610837" cy="5143425"/>
            </a:xfrm>
            <a:custGeom>
              <a:rect b="b" l="l" r="r" t="t"/>
              <a:pathLst>
                <a:path extrusionOk="0" h="73391" w="97601">
                  <a:moveTo>
                    <a:pt x="0" y="0"/>
                  </a:moveTo>
                  <a:lnTo>
                    <a:pt x="0" y="73391"/>
                  </a:lnTo>
                  <a:lnTo>
                    <a:pt x="94741" y="73391"/>
                  </a:lnTo>
                  <a:lnTo>
                    <a:pt x="75889" y="38800"/>
                  </a:lnTo>
                  <a:lnTo>
                    <a:pt x="976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 name="Google Shape;609;p44"/>
            <p:cNvGrpSpPr/>
            <p:nvPr/>
          </p:nvGrpSpPr>
          <p:grpSpPr>
            <a:xfrm rot="10800000">
              <a:off x="2923157" y="-3097"/>
              <a:ext cx="2818529" cy="5146922"/>
              <a:chOff x="6587784" y="2014225"/>
              <a:chExt cx="550580" cy="1106175"/>
            </a:xfrm>
          </p:grpSpPr>
          <p:sp>
            <p:nvSpPr>
              <p:cNvPr id="610" name="Google Shape;610;p44"/>
              <p:cNvSpPr/>
              <p:nvPr/>
            </p:nvSpPr>
            <p:spPr>
              <a:xfrm>
                <a:off x="6660764" y="2014225"/>
                <a:ext cx="402050" cy="1106175"/>
              </a:xfrm>
              <a:custGeom>
                <a:rect b="b" l="l" r="r" t="t"/>
                <a:pathLst>
                  <a:path extrusionOk="0" h="44247" w="16082">
                    <a:moveTo>
                      <a:pt x="13004" y="0"/>
                    </a:moveTo>
                    <a:lnTo>
                      <a:pt x="0" y="23239"/>
                    </a:lnTo>
                    <a:lnTo>
                      <a:pt x="11443" y="44246"/>
                    </a:lnTo>
                    <a:lnTo>
                      <a:pt x="14545" y="44246"/>
                    </a:lnTo>
                    <a:lnTo>
                      <a:pt x="3088" y="23225"/>
                    </a:lnTo>
                    <a:lnTo>
                      <a:pt x="16082"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4"/>
              <p:cNvSpPr/>
              <p:nvPr/>
            </p:nvSpPr>
            <p:spPr>
              <a:xfrm>
                <a:off x="6736414" y="2014225"/>
                <a:ext cx="401950" cy="1106175"/>
              </a:xfrm>
              <a:custGeom>
                <a:rect b="b" l="l" r="r" t="t"/>
                <a:pathLst>
                  <a:path extrusionOk="0" h="44247" w="16078">
                    <a:moveTo>
                      <a:pt x="13004" y="0"/>
                    </a:moveTo>
                    <a:lnTo>
                      <a:pt x="1" y="23239"/>
                    </a:lnTo>
                    <a:lnTo>
                      <a:pt x="11444" y="44246"/>
                    </a:lnTo>
                    <a:lnTo>
                      <a:pt x="14541" y="44246"/>
                    </a:lnTo>
                    <a:lnTo>
                      <a:pt x="3088" y="23225"/>
                    </a:lnTo>
                    <a:lnTo>
                      <a:pt x="1607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4"/>
              <p:cNvSpPr/>
              <p:nvPr/>
            </p:nvSpPr>
            <p:spPr>
              <a:xfrm>
                <a:off x="6587784" y="2014225"/>
                <a:ext cx="402075" cy="1106175"/>
              </a:xfrm>
              <a:custGeom>
                <a:rect b="b" l="l" r="r" t="t"/>
                <a:pathLst>
                  <a:path extrusionOk="0" h="44247" w="16083">
                    <a:moveTo>
                      <a:pt x="13009" y="0"/>
                    </a:moveTo>
                    <a:lnTo>
                      <a:pt x="1" y="23239"/>
                    </a:lnTo>
                    <a:lnTo>
                      <a:pt x="11449" y="44246"/>
                    </a:lnTo>
                    <a:lnTo>
                      <a:pt x="14546" y="44246"/>
                    </a:lnTo>
                    <a:lnTo>
                      <a:pt x="3088" y="23225"/>
                    </a:lnTo>
                    <a:lnTo>
                      <a:pt x="1608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3" name="Google Shape;613;p44"/>
          <p:cNvSpPr txBox="1"/>
          <p:nvPr>
            <p:ph type="title"/>
          </p:nvPr>
        </p:nvSpPr>
        <p:spPr>
          <a:xfrm>
            <a:off x="5873125" y="365150"/>
            <a:ext cx="2468400" cy="111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 Summary</a:t>
            </a:r>
            <a:endParaRPr/>
          </a:p>
        </p:txBody>
      </p:sp>
      <p:sp>
        <p:nvSpPr>
          <p:cNvPr id="614" name="Google Shape;614;p44"/>
          <p:cNvSpPr txBox="1"/>
          <p:nvPr>
            <p:ph idx="1" type="subTitle"/>
          </p:nvPr>
        </p:nvSpPr>
        <p:spPr>
          <a:xfrm>
            <a:off x="5873125" y="1613605"/>
            <a:ext cx="2468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615" name="Google Shape;615;p44"/>
          <p:cNvSpPr txBox="1"/>
          <p:nvPr>
            <p:ph idx="2" type="subTitle"/>
          </p:nvPr>
        </p:nvSpPr>
        <p:spPr>
          <a:xfrm>
            <a:off x="5873125" y="2013995"/>
            <a:ext cx="2468400" cy="1515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 name="Shape 619"/>
        <p:cNvGrpSpPr/>
        <p:nvPr/>
      </p:nvGrpSpPr>
      <p:grpSpPr>
        <a:xfrm>
          <a:off x="0" y="0"/>
          <a:ext cx="0" cy="0"/>
          <a:chOff x="0" y="0"/>
          <a:chExt cx="0" cy="0"/>
        </a:xfrm>
      </p:grpSpPr>
      <p:sp>
        <p:nvSpPr>
          <p:cNvPr id="620" name="Google Shape;620;p45"/>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Comparison</a:t>
            </a:r>
            <a:endParaRPr/>
          </a:p>
        </p:txBody>
      </p:sp>
      <p:graphicFrame>
        <p:nvGraphicFramePr>
          <p:cNvPr id="621" name="Google Shape;621;p45"/>
          <p:cNvGraphicFramePr/>
          <p:nvPr/>
        </p:nvGraphicFramePr>
        <p:xfrm>
          <a:off x="1190188" y="1290150"/>
          <a:ext cx="3000000" cy="3000000"/>
        </p:xfrm>
        <a:graphic>
          <a:graphicData uri="http://schemas.openxmlformats.org/drawingml/2006/table">
            <a:tbl>
              <a:tblPr>
                <a:noFill/>
                <a:tableStyleId>{1514A766-7055-4C7B-BC1B-41EC4691D155}</a:tableStyleId>
              </a:tblPr>
              <a:tblGrid>
                <a:gridCol w="1352725"/>
                <a:gridCol w="1352725"/>
                <a:gridCol w="1352725"/>
                <a:gridCol w="1352725"/>
                <a:gridCol w="1352725"/>
              </a:tblGrid>
              <a:tr h="629650">
                <a:tc>
                  <a:txBody>
                    <a:bodyPr/>
                    <a:lstStyle/>
                    <a:p>
                      <a:pPr indent="0" lvl="0" marL="0" rtl="0" algn="ctr">
                        <a:spcBef>
                          <a:spcPts val="0"/>
                        </a:spcBef>
                        <a:spcAft>
                          <a:spcPts val="0"/>
                        </a:spcAft>
                        <a:buNone/>
                      </a:pPr>
                      <a:r>
                        <a:t/>
                      </a:r>
                      <a:endParaRPr b="1" sz="1800">
                        <a:solidFill>
                          <a:srgbClr val="FFFFFF"/>
                        </a:solidFill>
                        <a:latin typeface="Roboto Condensed"/>
                        <a:ea typeface="Roboto Condensed"/>
                        <a:cs typeface="Roboto Condensed"/>
                        <a:sym typeface="Roboto Condensed"/>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solidFill>
                            <a:srgbClr val="FFFFFF"/>
                          </a:solidFill>
                          <a:latin typeface="Roboto Condensed"/>
                          <a:ea typeface="Roboto Condensed"/>
                          <a:cs typeface="Roboto Condensed"/>
                          <a:sym typeface="Roboto Condensed"/>
                        </a:rPr>
                        <a:t>Jupiter</a:t>
                      </a:r>
                      <a:endParaRPr b="1" sz="1800">
                        <a:solidFill>
                          <a:srgbClr val="FFFFFF"/>
                        </a:solidFill>
                        <a:latin typeface="Roboto Condensed"/>
                        <a:ea typeface="Roboto Condensed"/>
                        <a:cs typeface="Roboto Condensed"/>
                        <a:sym typeface="Roboto Condensed"/>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solidFill>
                            <a:srgbClr val="FFFFFF"/>
                          </a:solidFill>
                          <a:latin typeface="Roboto Condensed"/>
                          <a:ea typeface="Roboto Condensed"/>
                          <a:cs typeface="Roboto Condensed"/>
                          <a:sym typeface="Roboto Condensed"/>
                        </a:rPr>
                        <a:t>Mercury</a:t>
                      </a:r>
                      <a:endParaRPr b="1" sz="1800">
                        <a:solidFill>
                          <a:srgbClr val="FFFFFF"/>
                        </a:solidFill>
                        <a:latin typeface="Roboto Condensed"/>
                        <a:ea typeface="Roboto Condensed"/>
                        <a:cs typeface="Roboto Condensed"/>
                        <a:sym typeface="Roboto Condensed"/>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solidFill>
                            <a:srgbClr val="FFFFFF"/>
                          </a:solidFill>
                          <a:latin typeface="Roboto Condensed"/>
                          <a:ea typeface="Roboto Condensed"/>
                          <a:cs typeface="Roboto Condensed"/>
                          <a:sym typeface="Roboto Condensed"/>
                        </a:rPr>
                        <a:t>Venus</a:t>
                      </a:r>
                      <a:endParaRPr b="1" sz="1800">
                        <a:solidFill>
                          <a:srgbClr val="FFFFFF"/>
                        </a:solidFill>
                        <a:latin typeface="Roboto Condensed"/>
                        <a:ea typeface="Roboto Condensed"/>
                        <a:cs typeface="Roboto Condensed"/>
                        <a:sym typeface="Roboto Condensed"/>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solidFill>
                            <a:srgbClr val="FFFFFF"/>
                          </a:solidFill>
                          <a:latin typeface="Roboto Condensed"/>
                          <a:ea typeface="Roboto Condensed"/>
                          <a:cs typeface="Roboto Condensed"/>
                          <a:sym typeface="Roboto Condensed"/>
                        </a:rPr>
                        <a:t>Mars</a:t>
                      </a:r>
                      <a:endParaRPr b="1" sz="1800">
                        <a:solidFill>
                          <a:srgbClr val="FFFFFF"/>
                        </a:solidFill>
                        <a:latin typeface="Roboto Condensed"/>
                        <a:ea typeface="Roboto Condensed"/>
                        <a:cs typeface="Roboto Condensed"/>
                        <a:sym typeface="Roboto Condensed"/>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chemeClr val="accent1"/>
                    </a:solidFill>
                  </a:tcPr>
                </a:tc>
              </a:tr>
              <a:tr h="629650">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r>
              <a:tr h="629650">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r>
              <a:tr h="629650">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tcPr>
                </a:tc>
              </a:tr>
              <a:tr h="629650">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c>
                  <a:txBody>
                    <a:bodyPr/>
                    <a:lstStyle/>
                    <a:p>
                      <a:pPr indent="0" lvl="0" marL="0" rtl="0" algn="ctr">
                        <a:spcBef>
                          <a:spcPts val="0"/>
                        </a:spcBef>
                        <a:spcAft>
                          <a:spcPts val="0"/>
                        </a:spcAft>
                        <a:buNone/>
                      </a:pPr>
                      <a:r>
                        <a:t/>
                      </a:r>
                      <a:endParaRPr>
                        <a:solidFill>
                          <a:srgbClr val="FFFFFF"/>
                        </a:solidFill>
                        <a:latin typeface="Roboto Condensed Light"/>
                        <a:ea typeface="Roboto Condensed Light"/>
                        <a:cs typeface="Roboto Condensed Light"/>
                        <a:sym typeface="Roboto Condensed Light"/>
                      </a:endParaRPr>
                    </a:p>
                  </a:txBody>
                  <a:tcPr marT="91425" marB="91425" marR="91425" marL="91425" anchor="ctr">
                    <a:lnL cap="flat" cmpd="sng" w="38100">
                      <a:solidFill>
                        <a:srgbClr val="FFFFFF">
                          <a:alpha val="0"/>
                        </a:srgbClr>
                      </a:solidFill>
                      <a:prstDash val="solid"/>
                      <a:round/>
                      <a:headEnd len="sm" w="sm" type="none"/>
                      <a:tailEnd len="sm" w="sm" type="none"/>
                    </a:lnL>
                    <a:lnR cap="flat" cmpd="sng" w="38100">
                      <a:solidFill>
                        <a:srgbClr val="FFFFFF">
                          <a:alpha val="0"/>
                        </a:srgbClr>
                      </a:solidFill>
                      <a:prstDash val="solid"/>
                      <a:round/>
                      <a:headEnd len="sm" w="sm" type="none"/>
                      <a:tailEnd len="sm" w="sm" type="none"/>
                    </a:lnR>
                    <a:lnT cap="flat" cmpd="sng" w="38100">
                      <a:solidFill>
                        <a:srgbClr val="FFFFFF">
                          <a:alpha val="0"/>
                        </a:srgbClr>
                      </a:solidFill>
                      <a:prstDash val="solid"/>
                      <a:round/>
                      <a:headEnd len="sm" w="sm" type="none"/>
                      <a:tailEnd len="sm" w="sm" type="none"/>
                    </a:lnT>
                    <a:lnB cap="flat" cmpd="sng" w="38100">
                      <a:solidFill>
                        <a:srgbClr val="FFFFFF">
                          <a:alpha val="0"/>
                        </a:srgbClr>
                      </a:solidFill>
                      <a:prstDash val="solid"/>
                      <a:round/>
                      <a:headEnd len="sm" w="sm" type="none"/>
                      <a:tailEnd len="sm" w="sm" type="none"/>
                    </a:lnB>
                    <a:solidFill>
                      <a:srgbClr val="5FC2AB">
                        <a:alpha val="22350"/>
                      </a:srgbClr>
                    </a:solidFill>
                  </a:tcPr>
                </a:tc>
              </a:tr>
            </a:tbl>
          </a:graphicData>
        </a:graphic>
      </p:graphicFrame>
      <p:sp>
        <p:nvSpPr>
          <p:cNvPr id="622" name="Google Shape;622;p45"/>
          <p:cNvSpPr/>
          <p:nvPr/>
        </p:nvSpPr>
        <p:spPr>
          <a:xfrm>
            <a:off x="3118007" y="2157610"/>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 name="Google Shape;623;p45"/>
          <p:cNvSpPr/>
          <p:nvPr/>
        </p:nvSpPr>
        <p:spPr>
          <a:xfrm>
            <a:off x="3127188" y="2776754"/>
            <a:ext cx="184310" cy="17763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 name="Google Shape;624;p45"/>
          <p:cNvSpPr/>
          <p:nvPr/>
        </p:nvSpPr>
        <p:spPr>
          <a:xfrm>
            <a:off x="3127188" y="4033994"/>
            <a:ext cx="184310" cy="17763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 name="Google Shape;625;p45"/>
          <p:cNvSpPr/>
          <p:nvPr/>
        </p:nvSpPr>
        <p:spPr>
          <a:xfrm>
            <a:off x="3117207" y="3420360"/>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 name="Google Shape;626;p45"/>
          <p:cNvSpPr/>
          <p:nvPr/>
        </p:nvSpPr>
        <p:spPr>
          <a:xfrm>
            <a:off x="5829665" y="2157610"/>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 name="Google Shape;627;p45"/>
          <p:cNvSpPr/>
          <p:nvPr/>
        </p:nvSpPr>
        <p:spPr>
          <a:xfrm>
            <a:off x="5829665" y="2791593"/>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 name="Google Shape;628;p45"/>
          <p:cNvSpPr/>
          <p:nvPr/>
        </p:nvSpPr>
        <p:spPr>
          <a:xfrm>
            <a:off x="5839646" y="4033994"/>
            <a:ext cx="184310" cy="17763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 name="Google Shape;629;p45"/>
          <p:cNvSpPr/>
          <p:nvPr/>
        </p:nvSpPr>
        <p:spPr>
          <a:xfrm>
            <a:off x="5829665" y="3420360"/>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 name="Google Shape;630;p45"/>
          <p:cNvSpPr/>
          <p:nvPr/>
        </p:nvSpPr>
        <p:spPr>
          <a:xfrm>
            <a:off x="7183608" y="2142771"/>
            <a:ext cx="184310" cy="17763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 name="Google Shape;631;p45"/>
          <p:cNvSpPr/>
          <p:nvPr/>
        </p:nvSpPr>
        <p:spPr>
          <a:xfrm>
            <a:off x="7173627" y="2791593"/>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 name="Google Shape;632;p45"/>
          <p:cNvSpPr/>
          <p:nvPr/>
        </p:nvSpPr>
        <p:spPr>
          <a:xfrm>
            <a:off x="7176445" y="4033994"/>
            <a:ext cx="184310" cy="17763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 name="Google Shape;633;p45"/>
          <p:cNvSpPr/>
          <p:nvPr/>
        </p:nvSpPr>
        <p:spPr>
          <a:xfrm>
            <a:off x="7173627" y="3420360"/>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 name="Google Shape;634;p45"/>
          <p:cNvSpPr/>
          <p:nvPr/>
        </p:nvSpPr>
        <p:spPr>
          <a:xfrm>
            <a:off x="4474756" y="2157610"/>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 name="Google Shape;635;p45"/>
          <p:cNvSpPr/>
          <p:nvPr/>
        </p:nvSpPr>
        <p:spPr>
          <a:xfrm>
            <a:off x="4484737" y="2776754"/>
            <a:ext cx="184310" cy="17763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 name="Google Shape;636;p45"/>
          <p:cNvSpPr/>
          <p:nvPr/>
        </p:nvSpPr>
        <p:spPr>
          <a:xfrm>
            <a:off x="4474756" y="4048834"/>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 name="Google Shape;637;p45"/>
          <p:cNvSpPr/>
          <p:nvPr/>
        </p:nvSpPr>
        <p:spPr>
          <a:xfrm>
            <a:off x="4474756" y="3420360"/>
            <a:ext cx="202733" cy="147971"/>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 name="Google Shape;638;p45"/>
          <p:cNvSpPr/>
          <p:nvPr/>
        </p:nvSpPr>
        <p:spPr>
          <a:xfrm>
            <a:off x="1668249" y="2098427"/>
            <a:ext cx="299038" cy="266336"/>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 name="Google Shape;639;p45"/>
          <p:cNvGrpSpPr/>
          <p:nvPr/>
        </p:nvGrpSpPr>
        <p:grpSpPr>
          <a:xfrm>
            <a:off x="1666898" y="2737983"/>
            <a:ext cx="301740" cy="196493"/>
            <a:chOff x="-27728850" y="2382950"/>
            <a:chExt cx="297750" cy="193000"/>
          </a:xfrm>
        </p:grpSpPr>
        <p:sp>
          <p:nvSpPr>
            <p:cNvPr id="640" name="Google Shape;640;p45"/>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5"/>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5"/>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 name="Google Shape;643;p45"/>
          <p:cNvSpPr/>
          <p:nvPr/>
        </p:nvSpPr>
        <p:spPr>
          <a:xfrm>
            <a:off x="1666890" y="3971931"/>
            <a:ext cx="301755" cy="30176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 name="Google Shape;644;p45"/>
          <p:cNvGrpSpPr/>
          <p:nvPr/>
        </p:nvGrpSpPr>
        <p:grpSpPr>
          <a:xfrm>
            <a:off x="1699892" y="3343457"/>
            <a:ext cx="235751" cy="301761"/>
            <a:chOff x="-23177950" y="2340425"/>
            <a:chExt cx="226075" cy="296950"/>
          </a:xfrm>
        </p:grpSpPr>
        <p:sp>
          <p:nvSpPr>
            <p:cNvPr id="645" name="Google Shape;645;p45"/>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5"/>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 name="Shape 650"/>
        <p:cNvGrpSpPr/>
        <p:nvPr/>
      </p:nvGrpSpPr>
      <p:grpSpPr>
        <a:xfrm>
          <a:off x="0" y="0"/>
          <a:ext cx="0" cy="0"/>
          <a:chOff x="0" y="0"/>
          <a:chExt cx="0" cy="0"/>
        </a:xfrm>
      </p:grpSpPr>
      <p:sp>
        <p:nvSpPr>
          <p:cNvPr id="651" name="Google Shape;651;p46"/>
          <p:cNvSpPr txBox="1"/>
          <p:nvPr>
            <p:ph type="title"/>
          </p:nvPr>
        </p:nvSpPr>
        <p:spPr>
          <a:xfrm>
            <a:off x="2288600" y="1379825"/>
            <a:ext cx="4561500" cy="156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652" name="Google Shape;652;p46"/>
          <p:cNvSpPr txBox="1"/>
          <p:nvPr>
            <p:ph idx="1" type="subTitle"/>
          </p:nvPr>
        </p:nvSpPr>
        <p:spPr>
          <a:xfrm>
            <a:off x="2293900" y="3069888"/>
            <a:ext cx="4561500" cy="8166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This </a:t>
            </a:r>
            <a:r>
              <a:rPr lang="en"/>
              <a:t>could be the part of the presentation where you can introduce yourself, write your email…</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 name="Shape 656"/>
        <p:cNvGrpSpPr/>
        <p:nvPr/>
      </p:nvGrpSpPr>
      <p:grpSpPr>
        <a:xfrm>
          <a:off x="0" y="0"/>
          <a:ext cx="0" cy="0"/>
          <a:chOff x="0" y="0"/>
          <a:chExt cx="0" cy="0"/>
        </a:xfrm>
      </p:grpSpPr>
      <p:sp>
        <p:nvSpPr>
          <p:cNvPr id="657" name="Google Shape;657;p47"/>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grpSp>
        <p:nvGrpSpPr>
          <p:cNvPr id="658" name="Google Shape;658;p47"/>
          <p:cNvGrpSpPr/>
          <p:nvPr/>
        </p:nvGrpSpPr>
        <p:grpSpPr>
          <a:xfrm>
            <a:off x="2705046" y="1207716"/>
            <a:ext cx="3733909" cy="3396724"/>
            <a:chOff x="926675" y="238125"/>
            <a:chExt cx="5755100" cy="5232975"/>
          </a:xfrm>
        </p:grpSpPr>
        <p:sp>
          <p:nvSpPr>
            <p:cNvPr id="659" name="Google Shape;659;p4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C9EA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 name="Google Shape;663;p47"/>
          <p:cNvSpPr txBox="1"/>
          <p:nvPr/>
        </p:nvSpPr>
        <p:spPr>
          <a:xfrm>
            <a:off x="3905100" y="3266267"/>
            <a:ext cx="1333800" cy="39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Mercury</a:t>
            </a:r>
            <a:endParaRPr b="1" sz="1800">
              <a:latin typeface="Roboto Condensed"/>
              <a:ea typeface="Roboto Condensed"/>
              <a:cs typeface="Roboto Condensed"/>
              <a:sym typeface="Roboto Condensed"/>
            </a:endParaRPr>
          </a:p>
        </p:txBody>
      </p:sp>
      <p:sp>
        <p:nvSpPr>
          <p:cNvPr id="664" name="Google Shape;664;p47"/>
          <p:cNvSpPr txBox="1"/>
          <p:nvPr/>
        </p:nvSpPr>
        <p:spPr>
          <a:xfrm>
            <a:off x="5993359" y="3155417"/>
            <a:ext cx="1333800" cy="61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000000"/>
                </a:solidFill>
                <a:latin typeface="Roboto Condensed"/>
                <a:ea typeface="Roboto Condensed"/>
                <a:cs typeface="Roboto Condensed"/>
                <a:sym typeface="Roboto Condensed"/>
              </a:rPr>
              <a:t>Mercury is the </a:t>
            </a:r>
            <a:r>
              <a:rPr lang="en" sz="1600">
                <a:latin typeface="Roboto Condensed"/>
                <a:ea typeface="Roboto Condensed"/>
                <a:cs typeface="Roboto Condensed"/>
                <a:sym typeface="Roboto Condensed"/>
              </a:rPr>
              <a:t>smallest</a:t>
            </a:r>
            <a:endParaRPr sz="1600">
              <a:solidFill>
                <a:srgbClr val="000000"/>
              </a:solidFill>
              <a:latin typeface="Roboto Condensed"/>
              <a:ea typeface="Roboto Condensed"/>
              <a:cs typeface="Roboto Condensed"/>
              <a:sym typeface="Roboto Condensed"/>
            </a:endParaRPr>
          </a:p>
        </p:txBody>
      </p:sp>
      <p:sp>
        <p:nvSpPr>
          <p:cNvPr id="665" name="Google Shape;665;p47"/>
          <p:cNvSpPr txBox="1"/>
          <p:nvPr/>
        </p:nvSpPr>
        <p:spPr>
          <a:xfrm>
            <a:off x="3947250" y="2554102"/>
            <a:ext cx="1249500" cy="39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Jupiter</a:t>
            </a:r>
            <a:endParaRPr b="1" sz="1800">
              <a:latin typeface="Roboto Condensed"/>
              <a:ea typeface="Roboto Condensed"/>
              <a:cs typeface="Roboto Condensed"/>
              <a:sym typeface="Roboto Condensed"/>
            </a:endParaRPr>
          </a:p>
        </p:txBody>
      </p:sp>
      <p:sp>
        <p:nvSpPr>
          <p:cNvPr id="666" name="Google Shape;666;p47"/>
          <p:cNvSpPr txBox="1"/>
          <p:nvPr/>
        </p:nvSpPr>
        <p:spPr>
          <a:xfrm>
            <a:off x="2211167" y="2443252"/>
            <a:ext cx="1333800" cy="61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000000"/>
                </a:solidFill>
                <a:latin typeface="Roboto Condensed"/>
                <a:ea typeface="Roboto Condensed"/>
                <a:cs typeface="Roboto Condensed"/>
                <a:sym typeface="Roboto Condensed"/>
              </a:rPr>
              <a:t>Jupiter is the biggest planet</a:t>
            </a:r>
            <a:endParaRPr sz="1600">
              <a:solidFill>
                <a:srgbClr val="000000"/>
              </a:solidFill>
              <a:latin typeface="Roboto Condensed"/>
              <a:ea typeface="Roboto Condensed"/>
              <a:cs typeface="Roboto Condensed"/>
              <a:sym typeface="Roboto Condensed"/>
            </a:endParaRPr>
          </a:p>
        </p:txBody>
      </p:sp>
      <p:sp>
        <p:nvSpPr>
          <p:cNvPr id="667" name="Google Shape;667;p47"/>
          <p:cNvSpPr txBox="1"/>
          <p:nvPr/>
        </p:nvSpPr>
        <p:spPr>
          <a:xfrm>
            <a:off x="4023925" y="1847196"/>
            <a:ext cx="1096200" cy="39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Venus</a:t>
            </a:r>
            <a:endParaRPr b="1" sz="1800">
              <a:latin typeface="Roboto Condensed"/>
              <a:ea typeface="Roboto Condensed"/>
              <a:cs typeface="Roboto Condensed"/>
              <a:sym typeface="Roboto Condensed"/>
            </a:endParaRPr>
          </a:p>
        </p:txBody>
      </p:sp>
      <p:sp>
        <p:nvSpPr>
          <p:cNvPr id="668" name="Google Shape;668;p47"/>
          <p:cNvSpPr txBox="1"/>
          <p:nvPr/>
        </p:nvSpPr>
        <p:spPr>
          <a:xfrm>
            <a:off x="5216642" y="1736346"/>
            <a:ext cx="1333800" cy="61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000000"/>
                </a:solidFill>
                <a:latin typeface="Roboto Condensed"/>
                <a:ea typeface="Roboto Condensed"/>
                <a:cs typeface="Roboto Condensed"/>
                <a:sym typeface="Roboto Condensed"/>
              </a:rPr>
              <a:t>Venus is the second plane</a:t>
            </a:r>
            <a:r>
              <a:rPr lang="en" sz="1600">
                <a:latin typeface="Roboto Condensed"/>
                <a:ea typeface="Roboto Condensed"/>
                <a:cs typeface="Roboto Condensed"/>
                <a:sym typeface="Roboto Condensed"/>
              </a:rPr>
              <a:t>t</a:t>
            </a:r>
            <a:endParaRPr sz="1600">
              <a:solidFill>
                <a:srgbClr val="000000"/>
              </a:solidFill>
              <a:latin typeface="Roboto Condensed"/>
              <a:ea typeface="Roboto Condensed"/>
              <a:cs typeface="Roboto Condensed"/>
              <a:sym typeface="Roboto Condensed"/>
            </a:endParaRPr>
          </a:p>
        </p:txBody>
      </p:sp>
      <p:sp>
        <p:nvSpPr>
          <p:cNvPr id="669" name="Google Shape;669;p47"/>
          <p:cNvSpPr txBox="1"/>
          <p:nvPr/>
        </p:nvSpPr>
        <p:spPr>
          <a:xfrm>
            <a:off x="3947250" y="4013970"/>
            <a:ext cx="1249500" cy="39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Mars</a:t>
            </a:r>
            <a:endParaRPr b="1" sz="1800">
              <a:latin typeface="Roboto Condensed"/>
              <a:ea typeface="Roboto Condensed"/>
              <a:cs typeface="Roboto Condensed"/>
              <a:sym typeface="Roboto Condensed"/>
            </a:endParaRPr>
          </a:p>
        </p:txBody>
      </p:sp>
      <p:sp>
        <p:nvSpPr>
          <p:cNvPr id="670" name="Google Shape;670;p47"/>
          <p:cNvSpPr txBox="1"/>
          <p:nvPr/>
        </p:nvSpPr>
        <p:spPr>
          <a:xfrm>
            <a:off x="1455551" y="3903120"/>
            <a:ext cx="1249500" cy="61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000000"/>
                </a:solidFill>
                <a:latin typeface="Roboto Condensed"/>
                <a:ea typeface="Roboto Condensed"/>
                <a:cs typeface="Roboto Condensed"/>
                <a:sym typeface="Roboto Condensed"/>
              </a:rPr>
              <a:t>Mars is a cold place</a:t>
            </a:r>
            <a:endParaRPr sz="1600">
              <a:solidFill>
                <a:srgbClr val="000000"/>
              </a:solidFill>
              <a:latin typeface="Roboto Condensed"/>
              <a:ea typeface="Roboto Condensed"/>
              <a:cs typeface="Roboto Condensed"/>
              <a:sym typeface="Roboto Condensed"/>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 name="Shape 674"/>
        <p:cNvGrpSpPr/>
        <p:nvPr/>
      </p:nvGrpSpPr>
      <p:grpSpPr>
        <a:xfrm>
          <a:off x="0" y="0"/>
          <a:ext cx="0" cy="0"/>
          <a:chOff x="0" y="0"/>
          <a:chExt cx="0" cy="0"/>
        </a:xfrm>
      </p:grpSpPr>
      <p:sp>
        <p:nvSpPr>
          <p:cNvPr id="675" name="Google Shape;675;p48"/>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pic>
        <p:nvPicPr>
          <p:cNvPr id="676" name="Google Shape;676;p48" title="Chart">
            <a:hlinkClick r:id="rId3"/>
          </p:cNvPr>
          <p:cNvPicPr preferRelativeResize="0"/>
          <p:nvPr/>
        </p:nvPicPr>
        <p:blipFill>
          <a:blip r:embed="rId4">
            <a:alphaModFix/>
          </a:blip>
          <a:stretch>
            <a:fillRect/>
          </a:stretch>
        </p:blipFill>
        <p:spPr>
          <a:xfrm>
            <a:off x="1049701" y="1420900"/>
            <a:ext cx="4206000" cy="2600701"/>
          </a:xfrm>
          <a:prstGeom prst="rect">
            <a:avLst/>
          </a:prstGeom>
          <a:noFill/>
          <a:ln>
            <a:noFill/>
          </a:ln>
        </p:spPr>
      </p:pic>
      <p:sp>
        <p:nvSpPr>
          <p:cNvPr id="677" name="Google Shape;677;p48"/>
          <p:cNvSpPr txBox="1"/>
          <p:nvPr/>
        </p:nvSpPr>
        <p:spPr>
          <a:xfrm>
            <a:off x="1049700" y="4083750"/>
            <a:ext cx="4206000" cy="52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595959"/>
                </a:solidFill>
                <a:latin typeface="Roboto Condensed"/>
                <a:ea typeface="Roboto Condensed"/>
                <a:cs typeface="Roboto Condensed"/>
                <a:sym typeface="Roboto Condensed"/>
              </a:rPr>
              <a:t>T</a:t>
            </a:r>
            <a:r>
              <a:rPr lang="en" sz="1200">
                <a:solidFill>
                  <a:srgbClr val="595959"/>
                </a:solidFill>
                <a:latin typeface="Roboto Condensed"/>
                <a:ea typeface="Roboto Condensed"/>
                <a:cs typeface="Roboto Condensed"/>
                <a:sym typeface="Roboto Condensed"/>
              </a:rPr>
              <a:t>o modify this graph, click on it, follow the link, change the data and paste the resulting graph here, replacing this one</a:t>
            </a:r>
            <a:endParaRPr sz="1200">
              <a:solidFill>
                <a:srgbClr val="595959"/>
              </a:solidFill>
              <a:latin typeface="Roboto Condensed"/>
              <a:ea typeface="Roboto Condensed"/>
              <a:cs typeface="Roboto Condensed"/>
              <a:sym typeface="Roboto Condensed"/>
            </a:endParaRPr>
          </a:p>
        </p:txBody>
      </p:sp>
      <p:sp>
        <p:nvSpPr>
          <p:cNvPr id="678" name="Google Shape;678;p48"/>
          <p:cNvSpPr txBox="1"/>
          <p:nvPr/>
        </p:nvSpPr>
        <p:spPr>
          <a:xfrm>
            <a:off x="5328408" y="2664075"/>
            <a:ext cx="13338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600">
                <a:solidFill>
                  <a:schemeClr val="accent1"/>
                </a:solidFill>
                <a:latin typeface="Roboto Condensed"/>
                <a:ea typeface="Roboto Condensed"/>
                <a:cs typeface="Roboto Condensed"/>
                <a:sym typeface="Roboto Condensed"/>
              </a:rPr>
              <a:t>Week 1</a:t>
            </a:r>
            <a:endParaRPr b="1" sz="1600">
              <a:solidFill>
                <a:schemeClr val="accent1"/>
              </a:solidFill>
              <a:latin typeface="Roboto Condensed"/>
              <a:ea typeface="Roboto Condensed"/>
              <a:cs typeface="Roboto Condensed"/>
              <a:sym typeface="Roboto Condensed"/>
            </a:endParaRPr>
          </a:p>
        </p:txBody>
      </p:sp>
      <p:sp>
        <p:nvSpPr>
          <p:cNvPr id="679" name="Google Shape;679;p48"/>
          <p:cNvSpPr txBox="1"/>
          <p:nvPr/>
        </p:nvSpPr>
        <p:spPr>
          <a:xfrm>
            <a:off x="6702708" y="2664075"/>
            <a:ext cx="13338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600">
                <a:solidFill>
                  <a:schemeClr val="accent1"/>
                </a:solidFill>
                <a:latin typeface="Roboto Condensed"/>
                <a:ea typeface="Roboto Condensed"/>
                <a:cs typeface="Roboto Condensed"/>
                <a:sym typeface="Roboto Condensed"/>
              </a:rPr>
              <a:t>Week 2</a:t>
            </a:r>
            <a:endParaRPr b="1" sz="1600">
              <a:solidFill>
                <a:schemeClr val="accent1"/>
              </a:solidFill>
              <a:latin typeface="Roboto Condensed"/>
              <a:ea typeface="Roboto Condensed"/>
              <a:cs typeface="Roboto Condensed"/>
              <a:sym typeface="Roboto Condensed"/>
            </a:endParaRPr>
          </a:p>
        </p:txBody>
      </p:sp>
      <p:sp>
        <p:nvSpPr>
          <p:cNvPr id="680" name="Google Shape;680;p48"/>
          <p:cNvSpPr txBox="1"/>
          <p:nvPr/>
        </p:nvSpPr>
        <p:spPr>
          <a:xfrm>
            <a:off x="5328408" y="4209793"/>
            <a:ext cx="13338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600">
                <a:solidFill>
                  <a:schemeClr val="accent1"/>
                </a:solidFill>
                <a:latin typeface="Roboto Condensed"/>
                <a:ea typeface="Roboto Condensed"/>
                <a:cs typeface="Roboto Condensed"/>
                <a:sym typeface="Roboto Condensed"/>
              </a:rPr>
              <a:t>Week 3</a:t>
            </a:r>
            <a:endParaRPr b="1" sz="1600">
              <a:solidFill>
                <a:schemeClr val="accent1"/>
              </a:solidFill>
              <a:latin typeface="Roboto Condensed"/>
              <a:ea typeface="Roboto Condensed"/>
              <a:cs typeface="Roboto Condensed"/>
              <a:sym typeface="Roboto Condensed"/>
            </a:endParaRPr>
          </a:p>
        </p:txBody>
      </p:sp>
      <p:sp>
        <p:nvSpPr>
          <p:cNvPr id="681" name="Google Shape;681;p48"/>
          <p:cNvSpPr txBox="1"/>
          <p:nvPr/>
        </p:nvSpPr>
        <p:spPr>
          <a:xfrm>
            <a:off x="6702708" y="4209793"/>
            <a:ext cx="13338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600">
                <a:solidFill>
                  <a:schemeClr val="accent1"/>
                </a:solidFill>
                <a:latin typeface="Roboto Condensed"/>
                <a:ea typeface="Roboto Condensed"/>
                <a:cs typeface="Roboto Condensed"/>
                <a:sym typeface="Roboto Condensed"/>
              </a:rPr>
              <a:t>Week 4</a:t>
            </a:r>
            <a:endParaRPr b="1" sz="1600">
              <a:solidFill>
                <a:schemeClr val="accent1"/>
              </a:solidFill>
              <a:latin typeface="Roboto Condensed"/>
              <a:ea typeface="Roboto Condensed"/>
              <a:cs typeface="Roboto Condensed"/>
              <a:sym typeface="Roboto Condensed"/>
            </a:endParaRPr>
          </a:p>
        </p:txBody>
      </p:sp>
      <p:sp>
        <p:nvSpPr>
          <p:cNvPr id="682" name="Google Shape;682;p48"/>
          <p:cNvSpPr txBox="1"/>
          <p:nvPr/>
        </p:nvSpPr>
        <p:spPr>
          <a:xfrm>
            <a:off x="5657358" y="1924332"/>
            <a:ext cx="6759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latin typeface="Roboto Condensed"/>
                <a:ea typeface="Roboto Condensed"/>
                <a:cs typeface="Roboto Condensed"/>
                <a:sym typeface="Roboto Condensed"/>
              </a:rPr>
              <a:t>30%</a:t>
            </a:r>
            <a:endParaRPr b="1" sz="1700">
              <a:solidFill>
                <a:srgbClr val="000000"/>
              </a:solidFill>
              <a:latin typeface="Roboto Condensed"/>
              <a:ea typeface="Roboto Condensed"/>
              <a:cs typeface="Roboto Condensed"/>
              <a:sym typeface="Roboto Condensed"/>
            </a:endParaRPr>
          </a:p>
        </p:txBody>
      </p:sp>
      <p:sp>
        <p:nvSpPr>
          <p:cNvPr id="683" name="Google Shape;683;p48"/>
          <p:cNvSpPr txBox="1"/>
          <p:nvPr/>
        </p:nvSpPr>
        <p:spPr>
          <a:xfrm>
            <a:off x="7031658" y="1924332"/>
            <a:ext cx="6759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latin typeface="Roboto Condensed"/>
                <a:ea typeface="Roboto Condensed"/>
                <a:cs typeface="Roboto Condensed"/>
                <a:sym typeface="Roboto Condensed"/>
              </a:rPr>
              <a:t>25%</a:t>
            </a:r>
            <a:endParaRPr b="1" sz="1700">
              <a:solidFill>
                <a:srgbClr val="000000"/>
              </a:solidFill>
              <a:latin typeface="Roboto Condensed"/>
              <a:ea typeface="Roboto Condensed"/>
              <a:cs typeface="Roboto Condensed"/>
              <a:sym typeface="Roboto Condensed"/>
            </a:endParaRPr>
          </a:p>
        </p:txBody>
      </p:sp>
      <p:sp>
        <p:nvSpPr>
          <p:cNvPr id="684" name="Google Shape;684;p48"/>
          <p:cNvSpPr txBox="1"/>
          <p:nvPr/>
        </p:nvSpPr>
        <p:spPr>
          <a:xfrm>
            <a:off x="5657358" y="3471215"/>
            <a:ext cx="6759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latin typeface="Roboto Condensed"/>
                <a:ea typeface="Roboto Condensed"/>
                <a:cs typeface="Roboto Condensed"/>
                <a:sym typeface="Roboto Condensed"/>
              </a:rPr>
              <a:t>27%</a:t>
            </a:r>
            <a:endParaRPr b="1" sz="1700">
              <a:solidFill>
                <a:srgbClr val="000000"/>
              </a:solidFill>
              <a:latin typeface="Roboto Condensed"/>
              <a:ea typeface="Roboto Condensed"/>
              <a:cs typeface="Roboto Condensed"/>
              <a:sym typeface="Roboto Condensed"/>
            </a:endParaRPr>
          </a:p>
        </p:txBody>
      </p:sp>
      <p:sp>
        <p:nvSpPr>
          <p:cNvPr id="685" name="Google Shape;685;p48"/>
          <p:cNvSpPr txBox="1"/>
          <p:nvPr/>
        </p:nvSpPr>
        <p:spPr>
          <a:xfrm>
            <a:off x="7031658" y="3471215"/>
            <a:ext cx="675900" cy="34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latin typeface="Roboto Condensed"/>
                <a:ea typeface="Roboto Condensed"/>
                <a:cs typeface="Roboto Condensed"/>
                <a:sym typeface="Roboto Condensed"/>
              </a:rPr>
              <a:t>20%</a:t>
            </a:r>
            <a:endParaRPr b="1" sz="1700">
              <a:solidFill>
                <a:srgbClr val="000000"/>
              </a:solidFill>
              <a:latin typeface="Roboto Condensed"/>
              <a:ea typeface="Roboto Condensed"/>
              <a:cs typeface="Roboto Condensed"/>
              <a:sym typeface="Roboto Condensed"/>
            </a:endParaRPr>
          </a:p>
        </p:txBody>
      </p:sp>
      <p:sp>
        <p:nvSpPr>
          <p:cNvPr id="686" name="Google Shape;686;p48"/>
          <p:cNvSpPr/>
          <p:nvPr/>
        </p:nvSpPr>
        <p:spPr>
          <a:xfrm rot="2700000">
            <a:off x="5587582" y="1744458"/>
            <a:ext cx="815436" cy="815436"/>
          </a:xfrm>
          <a:prstGeom prst="frame">
            <a:avLst>
              <a:gd fmla="val 20713" name="adj1"/>
            </a:avLst>
          </a:prstGeom>
          <a:solidFill>
            <a:srgbClr val="5FC2AB">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8"/>
          <p:cNvSpPr/>
          <p:nvPr/>
        </p:nvSpPr>
        <p:spPr>
          <a:xfrm rot="2700000">
            <a:off x="6961882" y="1744458"/>
            <a:ext cx="815436" cy="815436"/>
          </a:xfrm>
          <a:prstGeom prst="frame">
            <a:avLst>
              <a:gd fmla="val 13490" name="adj1"/>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8"/>
          <p:cNvSpPr/>
          <p:nvPr/>
        </p:nvSpPr>
        <p:spPr>
          <a:xfrm rot="2700000">
            <a:off x="5587582" y="3290508"/>
            <a:ext cx="815436" cy="815436"/>
          </a:xfrm>
          <a:prstGeom prst="frame">
            <a:avLst>
              <a:gd fmla="val 13490" name="adj1"/>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8"/>
          <p:cNvSpPr/>
          <p:nvPr/>
        </p:nvSpPr>
        <p:spPr>
          <a:xfrm rot="2700000">
            <a:off x="6961882" y="3290508"/>
            <a:ext cx="815436" cy="815436"/>
          </a:xfrm>
          <a:prstGeom prst="frame">
            <a:avLst>
              <a:gd fmla="val 9930" name="adj1"/>
            </a:avLst>
          </a:prstGeom>
          <a:solidFill>
            <a:srgbClr val="9E9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3" name="Shape 693"/>
        <p:cNvGrpSpPr/>
        <p:nvPr/>
      </p:nvGrpSpPr>
      <p:grpSpPr>
        <a:xfrm>
          <a:off x="0" y="0"/>
          <a:ext cx="0" cy="0"/>
          <a:chOff x="0" y="0"/>
          <a:chExt cx="0" cy="0"/>
        </a:xfrm>
      </p:grpSpPr>
      <p:sp>
        <p:nvSpPr>
          <p:cNvPr id="694" name="Google Shape;694;p49"/>
          <p:cNvSpPr txBox="1"/>
          <p:nvPr>
            <p:ph type="title"/>
          </p:nvPr>
        </p:nvSpPr>
        <p:spPr>
          <a:xfrm>
            <a:off x="1206313" y="1688275"/>
            <a:ext cx="6733200" cy="104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695" name="Google Shape;695;p49"/>
          <p:cNvSpPr txBox="1"/>
          <p:nvPr>
            <p:ph idx="1" type="subTitle"/>
          </p:nvPr>
        </p:nvSpPr>
        <p:spPr>
          <a:xfrm>
            <a:off x="1204488" y="2830325"/>
            <a:ext cx="67332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50"/>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Contraindications &amp; Indications</a:t>
            </a:r>
            <a:endParaRPr/>
          </a:p>
        </p:txBody>
      </p:sp>
      <p:sp>
        <p:nvSpPr>
          <p:cNvPr id="701" name="Google Shape;701;p50"/>
          <p:cNvSpPr txBox="1"/>
          <p:nvPr>
            <p:ph idx="1" type="subTitle"/>
          </p:nvPr>
        </p:nvSpPr>
        <p:spPr>
          <a:xfrm>
            <a:off x="1145250" y="1614892"/>
            <a:ext cx="30435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Contraindications</a:t>
            </a:r>
            <a:endParaRPr/>
          </a:p>
        </p:txBody>
      </p:sp>
      <p:sp>
        <p:nvSpPr>
          <p:cNvPr id="702" name="Google Shape;702;p50"/>
          <p:cNvSpPr txBox="1"/>
          <p:nvPr>
            <p:ph idx="2" type="subTitle"/>
          </p:nvPr>
        </p:nvSpPr>
        <p:spPr>
          <a:xfrm>
            <a:off x="1145250" y="2135175"/>
            <a:ext cx="3043500" cy="21795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accent1"/>
              </a:buClr>
              <a:buSzPts val="1600"/>
              <a:buChar char="❖"/>
            </a:pPr>
            <a:r>
              <a:rPr lang="en"/>
              <a:t>Here you can describe the reason to stop the treatment</a:t>
            </a:r>
            <a:endParaRPr/>
          </a:p>
          <a:p>
            <a:pPr indent="-330200" lvl="0" marL="457200" rtl="0" algn="l">
              <a:spcBef>
                <a:spcPts val="0"/>
              </a:spcBef>
              <a:spcAft>
                <a:spcPts val="0"/>
              </a:spcAft>
              <a:buClr>
                <a:schemeClr val="accent1"/>
              </a:buClr>
              <a:buSzPts val="1600"/>
              <a:buChar char="❖"/>
            </a:pPr>
            <a:r>
              <a:rPr lang="en"/>
              <a:t>Here you can describe the reason to stop the treatment</a:t>
            </a:r>
            <a:endParaRPr/>
          </a:p>
          <a:p>
            <a:pPr indent="-330200" lvl="0" marL="457200" rtl="0" algn="l">
              <a:spcBef>
                <a:spcPts val="0"/>
              </a:spcBef>
              <a:spcAft>
                <a:spcPts val="0"/>
              </a:spcAft>
              <a:buClr>
                <a:schemeClr val="accent1"/>
              </a:buClr>
              <a:buSzPts val="1600"/>
              <a:buChar char="❖"/>
            </a:pPr>
            <a:r>
              <a:rPr lang="en"/>
              <a:t>Here you can describe the reason to stop the treatment</a:t>
            </a:r>
            <a:endParaRPr/>
          </a:p>
          <a:p>
            <a:pPr indent="-330200" lvl="0" marL="457200" rtl="0" algn="l">
              <a:spcBef>
                <a:spcPts val="0"/>
              </a:spcBef>
              <a:spcAft>
                <a:spcPts val="0"/>
              </a:spcAft>
              <a:buClr>
                <a:schemeClr val="accent1"/>
              </a:buClr>
              <a:buSzPts val="1600"/>
              <a:buChar char="❖"/>
            </a:pPr>
            <a:r>
              <a:rPr lang="en"/>
              <a:t>Here you can describe the reason to stop the treatment</a:t>
            </a:r>
            <a:endParaRPr/>
          </a:p>
        </p:txBody>
      </p:sp>
      <p:sp>
        <p:nvSpPr>
          <p:cNvPr id="703" name="Google Shape;703;p50"/>
          <p:cNvSpPr txBox="1"/>
          <p:nvPr>
            <p:ph idx="3" type="subTitle"/>
          </p:nvPr>
        </p:nvSpPr>
        <p:spPr>
          <a:xfrm>
            <a:off x="4955250" y="1614892"/>
            <a:ext cx="30435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Indications</a:t>
            </a:r>
            <a:endParaRPr/>
          </a:p>
        </p:txBody>
      </p:sp>
      <p:sp>
        <p:nvSpPr>
          <p:cNvPr id="704" name="Google Shape;704;p50"/>
          <p:cNvSpPr txBox="1"/>
          <p:nvPr>
            <p:ph idx="4" type="subTitle"/>
          </p:nvPr>
        </p:nvSpPr>
        <p:spPr>
          <a:xfrm>
            <a:off x="4955250" y="2135176"/>
            <a:ext cx="3043500" cy="21795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accent1"/>
              </a:buClr>
              <a:buSzPts val="1600"/>
              <a:buChar char="❖"/>
            </a:pPr>
            <a:r>
              <a:rPr lang="en"/>
              <a:t>Here you can describe the </a:t>
            </a:r>
            <a:r>
              <a:rPr lang="en"/>
              <a:t>r</a:t>
            </a:r>
            <a:r>
              <a:rPr lang="en"/>
              <a:t>eason to start the treatment</a:t>
            </a:r>
            <a:endParaRPr/>
          </a:p>
          <a:p>
            <a:pPr indent="-330200" lvl="0" marL="457200" rtl="0" algn="l">
              <a:spcBef>
                <a:spcPts val="0"/>
              </a:spcBef>
              <a:spcAft>
                <a:spcPts val="0"/>
              </a:spcAft>
              <a:buClr>
                <a:schemeClr val="accent1"/>
              </a:buClr>
              <a:buSzPts val="1600"/>
              <a:buChar char="❖"/>
            </a:pPr>
            <a:r>
              <a:rPr lang="en"/>
              <a:t>Here you can describe the reason to start the treatment</a:t>
            </a:r>
            <a:endParaRPr/>
          </a:p>
          <a:p>
            <a:pPr indent="-330200" lvl="0" marL="457200" rtl="0" algn="l">
              <a:spcBef>
                <a:spcPts val="0"/>
              </a:spcBef>
              <a:spcAft>
                <a:spcPts val="0"/>
              </a:spcAft>
              <a:buClr>
                <a:schemeClr val="accent1"/>
              </a:buClr>
              <a:buSzPts val="1600"/>
              <a:buChar char="❖"/>
            </a:pPr>
            <a:r>
              <a:rPr lang="en"/>
              <a:t>Here you can describe the reason to start the treatment</a:t>
            </a:r>
            <a:endParaRPr/>
          </a:p>
          <a:p>
            <a:pPr indent="-330200" lvl="0" marL="457200" rtl="0" algn="l">
              <a:spcBef>
                <a:spcPts val="0"/>
              </a:spcBef>
              <a:spcAft>
                <a:spcPts val="0"/>
              </a:spcAft>
              <a:buClr>
                <a:schemeClr val="accent1"/>
              </a:buClr>
              <a:buSzPts val="1600"/>
              <a:buChar char="❖"/>
            </a:pPr>
            <a:r>
              <a:rPr lang="en"/>
              <a:t>Here you can describe the reason to start the treatment</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51"/>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Post-Prevention</a:t>
            </a:r>
            <a:endParaRPr/>
          </a:p>
        </p:txBody>
      </p:sp>
      <p:grpSp>
        <p:nvGrpSpPr>
          <p:cNvPr id="710" name="Google Shape;710;p51"/>
          <p:cNvGrpSpPr/>
          <p:nvPr/>
        </p:nvGrpSpPr>
        <p:grpSpPr>
          <a:xfrm>
            <a:off x="3380760" y="1541892"/>
            <a:ext cx="2473875" cy="3371406"/>
            <a:chOff x="3380760" y="1541892"/>
            <a:chExt cx="2473875" cy="3371406"/>
          </a:xfrm>
        </p:grpSpPr>
        <p:grpSp>
          <p:nvGrpSpPr>
            <p:cNvPr id="711" name="Google Shape;711;p51"/>
            <p:cNvGrpSpPr/>
            <p:nvPr/>
          </p:nvGrpSpPr>
          <p:grpSpPr>
            <a:xfrm>
              <a:off x="3797030" y="1541892"/>
              <a:ext cx="1549939" cy="3371406"/>
              <a:chOff x="3797030" y="1233119"/>
              <a:chExt cx="1549939" cy="3371406"/>
            </a:xfrm>
          </p:grpSpPr>
          <p:grpSp>
            <p:nvGrpSpPr>
              <p:cNvPr id="712" name="Google Shape;712;p51"/>
              <p:cNvGrpSpPr/>
              <p:nvPr/>
            </p:nvGrpSpPr>
            <p:grpSpPr>
              <a:xfrm>
                <a:off x="3797030" y="1233119"/>
                <a:ext cx="1549939" cy="2543806"/>
                <a:chOff x="7491348" y="2805793"/>
                <a:chExt cx="728252" cy="1195061"/>
              </a:xfrm>
            </p:grpSpPr>
            <p:sp>
              <p:nvSpPr>
                <p:cNvPr id="713" name="Google Shape;713;p51"/>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1"/>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1"/>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7EC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1"/>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1"/>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1"/>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B2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1"/>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5FC2AB">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 name="Google Shape;720;p51"/>
              <p:cNvSpPr/>
              <p:nvPr/>
            </p:nvSpPr>
            <p:spPr>
              <a:xfrm>
                <a:off x="4510050" y="3780425"/>
                <a:ext cx="123900" cy="824100"/>
              </a:xfrm>
              <a:prstGeom prst="rect">
                <a:avLst/>
              </a:pr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51"/>
            <p:cNvGrpSpPr/>
            <p:nvPr/>
          </p:nvGrpSpPr>
          <p:grpSpPr>
            <a:xfrm>
              <a:off x="4735225" y="2041782"/>
              <a:ext cx="1119410" cy="93000"/>
              <a:chOff x="4773400" y="1733010"/>
              <a:chExt cx="1119410" cy="93000"/>
            </a:xfrm>
          </p:grpSpPr>
          <p:cxnSp>
            <p:nvCxnSpPr>
              <p:cNvPr id="722" name="Google Shape;722;p51"/>
              <p:cNvCxnSpPr/>
              <p:nvPr/>
            </p:nvCxnSpPr>
            <p:spPr>
              <a:xfrm>
                <a:off x="4773400" y="1779500"/>
                <a:ext cx="1093200" cy="0"/>
              </a:xfrm>
              <a:prstGeom prst="straightConnector1">
                <a:avLst/>
              </a:prstGeom>
              <a:noFill/>
              <a:ln cap="flat" cmpd="sng" w="9525">
                <a:solidFill>
                  <a:srgbClr val="000000"/>
                </a:solidFill>
                <a:prstDash val="solid"/>
                <a:round/>
                <a:headEnd len="med" w="med" type="none"/>
                <a:tailEnd len="med" w="med" type="none"/>
              </a:ln>
            </p:spPr>
          </p:cxnSp>
          <p:sp>
            <p:nvSpPr>
              <p:cNvPr id="723" name="Google Shape;723;p51"/>
              <p:cNvSpPr/>
              <p:nvPr/>
            </p:nvSpPr>
            <p:spPr>
              <a:xfrm rot="-2700000">
                <a:off x="5813430" y="1746629"/>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51"/>
            <p:cNvGrpSpPr/>
            <p:nvPr/>
          </p:nvGrpSpPr>
          <p:grpSpPr>
            <a:xfrm>
              <a:off x="4731575" y="3137254"/>
              <a:ext cx="1123060" cy="93000"/>
              <a:chOff x="4769750" y="2876847"/>
              <a:chExt cx="1123060" cy="93000"/>
            </a:xfrm>
          </p:grpSpPr>
          <p:cxnSp>
            <p:nvCxnSpPr>
              <p:cNvPr id="725" name="Google Shape;725;p51"/>
              <p:cNvCxnSpPr/>
              <p:nvPr/>
            </p:nvCxnSpPr>
            <p:spPr>
              <a:xfrm>
                <a:off x="4769750" y="2923325"/>
                <a:ext cx="1060500" cy="0"/>
              </a:xfrm>
              <a:prstGeom prst="straightConnector1">
                <a:avLst/>
              </a:prstGeom>
              <a:noFill/>
              <a:ln cap="flat" cmpd="sng" w="9525">
                <a:solidFill>
                  <a:srgbClr val="000000"/>
                </a:solidFill>
                <a:prstDash val="solid"/>
                <a:round/>
                <a:headEnd len="med" w="med" type="none"/>
                <a:tailEnd len="med" w="med" type="none"/>
              </a:ln>
            </p:spPr>
          </p:cxnSp>
          <p:sp>
            <p:nvSpPr>
              <p:cNvPr id="726" name="Google Shape;726;p51"/>
              <p:cNvSpPr/>
              <p:nvPr/>
            </p:nvSpPr>
            <p:spPr>
              <a:xfrm rot="-2700000">
                <a:off x="5813430" y="2890467"/>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 name="Google Shape;727;p51"/>
            <p:cNvGrpSpPr/>
            <p:nvPr/>
          </p:nvGrpSpPr>
          <p:grpSpPr>
            <a:xfrm>
              <a:off x="3380760" y="3414995"/>
              <a:ext cx="1046024" cy="93000"/>
              <a:chOff x="3772485" y="2586197"/>
              <a:chExt cx="1046024" cy="93000"/>
            </a:xfrm>
          </p:grpSpPr>
          <p:cxnSp>
            <p:nvCxnSpPr>
              <p:cNvPr id="728" name="Google Shape;728;p51"/>
              <p:cNvCxnSpPr/>
              <p:nvPr/>
            </p:nvCxnSpPr>
            <p:spPr>
              <a:xfrm>
                <a:off x="3793109" y="2632700"/>
                <a:ext cx="1025400" cy="0"/>
              </a:xfrm>
              <a:prstGeom prst="straightConnector1">
                <a:avLst/>
              </a:prstGeom>
              <a:noFill/>
              <a:ln cap="flat" cmpd="sng" w="9525">
                <a:solidFill>
                  <a:srgbClr val="000000"/>
                </a:solidFill>
                <a:prstDash val="solid"/>
                <a:round/>
                <a:headEnd len="med" w="med" type="none"/>
                <a:tailEnd len="med" w="med" type="none"/>
              </a:ln>
            </p:spPr>
          </p:cxnSp>
          <p:sp>
            <p:nvSpPr>
              <p:cNvPr id="729" name="Google Shape;729;p51"/>
              <p:cNvSpPr/>
              <p:nvPr/>
            </p:nvSpPr>
            <p:spPr>
              <a:xfrm rot="-2700000">
                <a:off x="3786105" y="2599817"/>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51"/>
            <p:cNvGrpSpPr/>
            <p:nvPr/>
          </p:nvGrpSpPr>
          <p:grpSpPr>
            <a:xfrm>
              <a:off x="3380760" y="2318045"/>
              <a:ext cx="1049794" cy="93000"/>
              <a:chOff x="3772485" y="2009272"/>
              <a:chExt cx="1049794" cy="93000"/>
            </a:xfrm>
          </p:grpSpPr>
          <p:cxnSp>
            <p:nvCxnSpPr>
              <p:cNvPr id="731" name="Google Shape;731;p51"/>
              <p:cNvCxnSpPr/>
              <p:nvPr/>
            </p:nvCxnSpPr>
            <p:spPr>
              <a:xfrm>
                <a:off x="3822980" y="2055775"/>
                <a:ext cx="999300" cy="0"/>
              </a:xfrm>
              <a:prstGeom prst="straightConnector1">
                <a:avLst/>
              </a:prstGeom>
              <a:noFill/>
              <a:ln cap="flat" cmpd="sng" w="9525">
                <a:solidFill>
                  <a:srgbClr val="000000"/>
                </a:solidFill>
                <a:prstDash val="solid"/>
                <a:round/>
                <a:headEnd len="med" w="med" type="none"/>
                <a:tailEnd len="med" w="med" type="none"/>
              </a:ln>
            </p:spPr>
          </p:cxnSp>
          <p:sp>
            <p:nvSpPr>
              <p:cNvPr id="732" name="Google Shape;732;p51"/>
              <p:cNvSpPr/>
              <p:nvPr/>
            </p:nvSpPr>
            <p:spPr>
              <a:xfrm rot="-2700000">
                <a:off x="3786105" y="2022892"/>
                <a:ext cx="65761" cy="65761"/>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3" name="Google Shape;733;p51"/>
          <p:cNvSpPr txBox="1"/>
          <p:nvPr/>
        </p:nvSpPr>
        <p:spPr>
          <a:xfrm>
            <a:off x="1852201" y="2092622"/>
            <a:ext cx="1460100" cy="39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800">
                <a:solidFill>
                  <a:srgbClr val="5FC2AB"/>
                </a:solidFill>
                <a:latin typeface="Roboto Condensed"/>
                <a:ea typeface="Roboto Condensed"/>
                <a:cs typeface="Roboto Condensed"/>
                <a:sym typeface="Roboto Condensed"/>
              </a:rPr>
              <a:t>Mercury</a:t>
            </a:r>
            <a:endParaRPr b="1" sz="1800">
              <a:solidFill>
                <a:srgbClr val="5FC2AB"/>
              </a:solidFill>
              <a:latin typeface="Roboto Condensed"/>
              <a:ea typeface="Roboto Condensed"/>
              <a:cs typeface="Roboto Condensed"/>
              <a:sym typeface="Roboto Condensed"/>
            </a:endParaRPr>
          </a:p>
        </p:txBody>
      </p:sp>
      <p:sp>
        <p:nvSpPr>
          <p:cNvPr id="734" name="Google Shape;734;p51"/>
          <p:cNvSpPr txBox="1"/>
          <p:nvPr/>
        </p:nvSpPr>
        <p:spPr>
          <a:xfrm>
            <a:off x="1852176" y="2403947"/>
            <a:ext cx="1460100" cy="651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0000"/>
                </a:solidFill>
                <a:latin typeface="Roboto Condensed"/>
                <a:ea typeface="Roboto Condensed"/>
                <a:cs typeface="Roboto Condensed"/>
                <a:sym typeface="Roboto Condensed"/>
              </a:rPr>
              <a:t>Mercury is the </a:t>
            </a:r>
            <a:r>
              <a:rPr lang="en" sz="1600">
                <a:latin typeface="Roboto Condensed"/>
                <a:ea typeface="Roboto Condensed"/>
                <a:cs typeface="Roboto Condensed"/>
                <a:sym typeface="Roboto Condensed"/>
              </a:rPr>
              <a:t>smallest </a:t>
            </a:r>
            <a:r>
              <a:rPr lang="en" sz="1600">
                <a:solidFill>
                  <a:srgbClr val="000000"/>
                </a:solidFill>
                <a:latin typeface="Roboto Condensed"/>
                <a:ea typeface="Roboto Condensed"/>
                <a:cs typeface="Roboto Condensed"/>
                <a:sym typeface="Roboto Condensed"/>
              </a:rPr>
              <a:t>planet</a:t>
            </a:r>
            <a:endParaRPr sz="1600">
              <a:solidFill>
                <a:srgbClr val="000000"/>
              </a:solidFill>
              <a:latin typeface="Roboto Condensed"/>
              <a:ea typeface="Roboto Condensed"/>
              <a:cs typeface="Roboto Condensed"/>
              <a:sym typeface="Roboto Condensed"/>
            </a:endParaRPr>
          </a:p>
        </p:txBody>
      </p:sp>
      <p:sp>
        <p:nvSpPr>
          <p:cNvPr id="735" name="Google Shape;735;p51"/>
          <p:cNvSpPr txBox="1"/>
          <p:nvPr/>
        </p:nvSpPr>
        <p:spPr>
          <a:xfrm>
            <a:off x="5917722" y="1814422"/>
            <a:ext cx="1460100" cy="39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rgbClr val="5FC2AB"/>
                </a:solidFill>
                <a:latin typeface="Roboto Condensed"/>
                <a:ea typeface="Roboto Condensed"/>
                <a:cs typeface="Roboto Condensed"/>
                <a:sym typeface="Roboto Condensed"/>
              </a:rPr>
              <a:t>Jupiter</a:t>
            </a:r>
            <a:endParaRPr b="1" sz="1800">
              <a:solidFill>
                <a:srgbClr val="5FC2AB"/>
              </a:solidFill>
              <a:latin typeface="Roboto Condensed"/>
              <a:ea typeface="Roboto Condensed"/>
              <a:cs typeface="Roboto Condensed"/>
              <a:sym typeface="Roboto Condensed"/>
            </a:endParaRPr>
          </a:p>
        </p:txBody>
      </p:sp>
      <p:sp>
        <p:nvSpPr>
          <p:cNvPr id="736" name="Google Shape;736;p51"/>
          <p:cNvSpPr txBox="1"/>
          <p:nvPr/>
        </p:nvSpPr>
        <p:spPr>
          <a:xfrm>
            <a:off x="5917722" y="2125747"/>
            <a:ext cx="1460100" cy="65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0000"/>
                </a:solidFill>
                <a:latin typeface="Roboto Condensed"/>
                <a:ea typeface="Roboto Condensed"/>
                <a:cs typeface="Roboto Condensed"/>
                <a:sym typeface="Roboto Condensed"/>
              </a:rPr>
              <a:t>Jupiter is the biggest planet</a:t>
            </a:r>
            <a:endParaRPr sz="1600">
              <a:solidFill>
                <a:srgbClr val="000000"/>
              </a:solidFill>
              <a:latin typeface="Roboto Condensed"/>
              <a:ea typeface="Roboto Condensed"/>
              <a:cs typeface="Roboto Condensed"/>
              <a:sym typeface="Roboto Condensed"/>
            </a:endParaRPr>
          </a:p>
        </p:txBody>
      </p:sp>
      <p:sp>
        <p:nvSpPr>
          <p:cNvPr id="737" name="Google Shape;737;p51"/>
          <p:cNvSpPr txBox="1"/>
          <p:nvPr/>
        </p:nvSpPr>
        <p:spPr>
          <a:xfrm>
            <a:off x="1852201" y="3191401"/>
            <a:ext cx="1460100" cy="39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800">
                <a:solidFill>
                  <a:srgbClr val="5FC2AB"/>
                </a:solidFill>
                <a:latin typeface="Roboto Condensed"/>
                <a:ea typeface="Roboto Condensed"/>
                <a:cs typeface="Roboto Condensed"/>
                <a:sym typeface="Roboto Condensed"/>
              </a:rPr>
              <a:t>Mars</a:t>
            </a:r>
            <a:endParaRPr b="1" sz="1800">
              <a:solidFill>
                <a:srgbClr val="5FC2AB"/>
              </a:solidFill>
              <a:latin typeface="Roboto Condensed"/>
              <a:ea typeface="Roboto Condensed"/>
              <a:cs typeface="Roboto Condensed"/>
              <a:sym typeface="Roboto Condensed"/>
            </a:endParaRPr>
          </a:p>
        </p:txBody>
      </p:sp>
      <p:sp>
        <p:nvSpPr>
          <p:cNvPr id="738" name="Google Shape;738;p51"/>
          <p:cNvSpPr txBox="1"/>
          <p:nvPr/>
        </p:nvSpPr>
        <p:spPr>
          <a:xfrm>
            <a:off x="1852176" y="3500992"/>
            <a:ext cx="1460100" cy="651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rgbClr val="000000"/>
                </a:solidFill>
                <a:latin typeface="Roboto Condensed"/>
                <a:ea typeface="Roboto Condensed"/>
                <a:cs typeface="Roboto Condensed"/>
                <a:sym typeface="Roboto Condensed"/>
              </a:rPr>
              <a:t>Mars is actually a cold place</a:t>
            </a:r>
            <a:endParaRPr sz="1600">
              <a:solidFill>
                <a:srgbClr val="000000"/>
              </a:solidFill>
              <a:latin typeface="Roboto Condensed"/>
              <a:ea typeface="Roboto Condensed"/>
              <a:cs typeface="Roboto Condensed"/>
              <a:sym typeface="Roboto Condensed"/>
            </a:endParaRPr>
          </a:p>
          <a:p>
            <a:pPr indent="0" lvl="0" marL="0" rtl="0" algn="r">
              <a:spcBef>
                <a:spcPts val="1600"/>
              </a:spcBef>
              <a:spcAft>
                <a:spcPts val="0"/>
              </a:spcAft>
              <a:buNone/>
            </a:pPr>
            <a:r>
              <a:t/>
            </a:r>
            <a:endParaRPr sz="1600">
              <a:solidFill>
                <a:srgbClr val="000000"/>
              </a:solidFill>
              <a:latin typeface="Roboto Condensed"/>
              <a:ea typeface="Roboto Condensed"/>
              <a:cs typeface="Roboto Condensed"/>
              <a:sym typeface="Roboto Condensed"/>
            </a:endParaRPr>
          </a:p>
          <a:p>
            <a:pPr indent="0" lvl="0" marL="0" rtl="0" algn="r">
              <a:spcBef>
                <a:spcPts val="1600"/>
              </a:spcBef>
              <a:spcAft>
                <a:spcPts val="1600"/>
              </a:spcAft>
              <a:buNone/>
            </a:pPr>
            <a:r>
              <a:t/>
            </a:r>
            <a:endParaRPr sz="1600">
              <a:solidFill>
                <a:srgbClr val="000000"/>
              </a:solidFill>
              <a:latin typeface="Roboto Condensed"/>
              <a:ea typeface="Roboto Condensed"/>
              <a:cs typeface="Roboto Condensed"/>
              <a:sym typeface="Roboto Condensed"/>
            </a:endParaRPr>
          </a:p>
        </p:txBody>
      </p:sp>
      <p:sp>
        <p:nvSpPr>
          <p:cNvPr id="739" name="Google Shape;739;p51"/>
          <p:cNvSpPr txBox="1"/>
          <p:nvPr/>
        </p:nvSpPr>
        <p:spPr>
          <a:xfrm>
            <a:off x="5917722" y="2927325"/>
            <a:ext cx="1460100" cy="39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rgbClr val="5FC2AB"/>
                </a:solidFill>
                <a:latin typeface="Roboto Condensed"/>
                <a:ea typeface="Roboto Condensed"/>
                <a:cs typeface="Roboto Condensed"/>
                <a:sym typeface="Roboto Condensed"/>
              </a:rPr>
              <a:t>Saturn</a:t>
            </a:r>
            <a:endParaRPr b="1" sz="1800">
              <a:solidFill>
                <a:srgbClr val="5FC2AB"/>
              </a:solidFill>
              <a:latin typeface="Roboto Condensed"/>
              <a:ea typeface="Roboto Condensed"/>
              <a:cs typeface="Roboto Condensed"/>
              <a:sym typeface="Roboto Condensed"/>
            </a:endParaRPr>
          </a:p>
        </p:txBody>
      </p:sp>
      <p:sp>
        <p:nvSpPr>
          <p:cNvPr id="740" name="Google Shape;740;p51"/>
          <p:cNvSpPr txBox="1"/>
          <p:nvPr/>
        </p:nvSpPr>
        <p:spPr>
          <a:xfrm>
            <a:off x="5917722" y="3236920"/>
            <a:ext cx="1460100" cy="65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0000"/>
                </a:solidFill>
                <a:latin typeface="Roboto Condensed"/>
                <a:ea typeface="Roboto Condensed"/>
                <a:cs typeface="Roboto Condensed"/>
                <a:sym typeface="Roboto Condensed"/>
              </a:rPr>
              <a:t>Saturn is the ringed one</a:t>
            </a:r>
            <a:endParaRPr sz="1600">
              <a:solidFill>
                <a:srgbClr val="000000"/>
              </a:solidFill>
              <a:latin typeface="Roboto Condensed"/>
              <a:ea typeface="Roboto Condensed"/>
              <a:cs typeface="Roboto Condensed"/>
              <a:sym typeface="Roboto Condense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 name="Shape 744"/>
        <p:cNvGrpSpPr/>
        <p:nvPr/>
      </p:nvGrpSpPr>
      <p:grpSpPr>
        <a:xfrm>
          <a:off x="0" y="0"/>
          <a:ext cx="0" cy="0"/>
          <a:chOff x="0" y="0"/>
          <a:chExt cx="0" cy="0"/>
        </a:xfrm>
      </p:grpSpPr>
      <p:grpSp>
        <p:nvGrpSpPr>
          <p:cNvPr id="745" name="Google Shape;745;p52"/>
          <p:cNvGrpSpPr/>
          <p:nvPr/>
        </p:nvGrpSpPr>
        <p:grpSpPr>
          <a:xfrm>
            <a:off x="1447875" y="2168287"/>
            <a:ext cx="6248250" cy="1394925"/>
            <a:chOff x="1447875" y="2168287"/>
            <a:chExt cx="6248250" cy="1394925"/>
          </a:xfrm>
        </p:grpSpPr>
        <p:cxnSp>
          <p:nvCxnSpPr>
            <p:cNvPr id="746" name="Google Shape;746;p52"/>
            <p:cNvCxnSpPr/>
            <p:nvPr/>
          </p:nvCxnSpPr>
          <p:spPr>
            <a:xfrm flipH="1">
              <a:off x="1796960" y="2655149"/>
              <a:ext cx="2100" cy="834900"/>
            </a:xfrm>
            <a:prstGeom prst="straightConnector1">
              <a:avLst/>
            </a:prstGeom>
            <a:noFill/>
            <a:ln cap="flat" cmpd="sng" w="9525">
              <a:solidFill>
                <a:srgbClr val="000000"/>
              </a:solidFill>
              <a:prstDash val="solid"/>
              <a:round/>
              <a:headEnd len="med" w="med" type="none"/>
              <a:tailEnd len="med" w="med" type="none"/>
            </a:ln>
          </p:spPr>
        </p:cxnSp>
        <p:sp>
          <p:nvSpPr>
            <p:cNvPr id="747" name="Google Shape;747;p52"/>
            <p:cNvSpPr/>
            <p:nvPr/>
          </p:nvSpPr>
          <p:spPr>
            <a:xfrm rot="-2700000">
              <a:off x="1766952" y="3490489"/>
              <a:ext cx="60245" cy="60245"/>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8" name="Google Shape;748;p52"/>
            <p:cNvCxnSpPr>
              <a:endCxn id="749" idx="2"/>
            </p:cNvCxnSpPr>
            <p:nvPr/>
          </p:nvCxnSpPr>
          <p:spPr>
            <a:xfrm>
              <a:off x="7346925" y="2245649"/>
              <a:ext cx="0" cy="816300"/>
            </a:xfrm>
            <a:prstGeom prst="straightConnector1">
              <a:avLst/>
            </a:prstGeom>
            <a:noFill/>
            <a:ln cap="flat" cmpd="sng" w="9525">
              <a:solidFill>
                <a:srgbClr val="000000"/>
              </a:solidFill>
              <a:prstDash val="solid"/>
              <a:round/>
              <a:headEnd len="med" w="med" type="none"/>
              <a:tailEnd len="med" w="med" type="none"/>
            </a:ln>
          </p:spPr>
        </p:cxnSp>
        <p:cxnSp>
          <p:nvCxnSpPr>
            <p:cNvPr id="750" name="Google Shape;750;p52"/>
            <p:cNvCxnSpPr>
              <a:stCxn id="751" idx="0"/>
            </p:cNvCxnSpPr>
            <p:nvPr/>
          </p:nvCxnSpPr>
          <p:spPr>
            <a:xfrm>
              <a:off x="5496975" y="2655149"/>
              <a:ext cx="0" cy="834900"/>
            </a:xfrm>
            <a:prstGeom prst="straightConnector1">
              <a:avLst/>
            </a:prstGeom>
            <a:noFill/>
            <a:ln cap="flat" cmpd="sng" w="9525">
              <a:solidFill>
                <a:srgbClr val="000000"/>
              </a:solidFill>
              <a:prstDash val="solid"/>
              <a:round/>
              <a:headEnd len="med" w="med" type="none"/>
              <a:tailEnd len="med" w="med" type="none"/>
            </a:ln>
          </p:spPr>
        </p:cxnSp>
        <p:cxnSp>
          <p:nvCxnSpPr>
            <p:cNvPr id="752" name="Google Shape;752;p52"/>
            <p:cNvCxnSpPr/>
            <p:nvPr/>
          </p:nvCxnSpPr>
          <p:spPr>
            <a:xfrm>
              <a:off x="3647025" y="2245649"/>
              <a:ext cx="0" cy="816300"/>
            </a:xfrm>
            <a:prstGeom prst="straightConnector1">
              <a:avLst/>
            </a:prstGeom>
            <a:noFill/>
            <a:ln cap="flat" cmpd="sng" w="9525">
              <a:solidFill>
                <a:srgbClr val="000000"/>
              </a:solidFill>
              <a:prstDash val="solid"/>
              <a:round/>
              <a:headEnd len="med" w="med" type="none"/>
              <a:tailEnd len="med" w="med" type="none"/>
            </a:ln>
          </p:spPr>
        </p:cxnSp>
        <p:cxnSp>
          <p:nvCxnSpPr>
            <p:cNvPr id="753" name="Google Shape;753;p52"/>
            <p:cNvCxnSpPr/>
            <p:nvPr/>
          </p:nvCxnSpPr>
          <p:spPr>
            <a:xfrm>
              <a:off x="1806225" y="2864899"/>
              <a:ext cx="5538600" cy="7200"/>
            </a:xfrm>
            <a:prstGeom prst="straightConnector1">
              <a:avLst/>
            </a:prstGeom>
            <a:noFill/>
            <a:ln cap="flat" cmpd="sng" w="9525">
              <a:solidFill>
                <a:srgbClr val="000000"/>
              </a:solidFill>
              <a:prstDash val="solid"/>
              <a:round/>
              <a:headEnd len="med" w="med" type="none"/>
              <a:tailEnd len="med" w="med" type="none"/>
            </a:ln>
          </p:spPr>
        </p:cxnSp>
        <p:sp>
          <p:nvSpPr>
            <p:cNvPr id="754" name="Google Shape;754;p52"/>
            <p:cNvSpPr/>
            <p:nvPr/>
          </p:nvSpPr>
          <p:spPr>
            <a:xfrm>
              <a:off x="1447875" y="2509347"/>
              <a:ext cx="698400" cy="698400"/>
            </a:xfrm>
            <a:prstGeom prst="diamond">
              <a:avLst/>
            </a:prstGeom>
            <a:solidFill>
              <a:schemeClr val="lt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2"/>
            <p:cNvSpPr/>
            <p:nvPr/>
          </p:nvSpPr>
          <p:spPr>
            <a:xfrm>
              <a:off x="3297825" y="2509347"/>
              <a:ext cx="698400" cy="698400"/>
            </a:xfrm>
            <a:prstGeom prst="diamond">
              <a:avLst/>
            </a:prstGeom>
            <a:solidFill>
              <a:schemeClr val="lt1"/>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2"/>
            <p:cNvSpPr/>
            <p:nvPr/>
          </p:nvSpPr>
          <p:spPr>
            <a:xfrm>
              <a:off x="5147775" y="2509347"/>
              <a:ext cx="698400" cy="698400"/>
            </a:xfrm>
            <a:prstGeom prst="diamond">
              <a:avLst/>
            </a:prstGeom>
            <a:solidFill>
              <a:schemeClr val="lt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2"/>
            <p:cNvSpPr/>
            <p:nvPr/>
          </p:nvSpPr>
          <p:spPr>
            <a:xfrm>
              <a:off x="6997725" y="2509347"/>
              <a:ext cx="698400" cy="698400"/>
            </a:xfrm>
            <a:prstGeom prst="diamond">
              <a:avLst/>
            </a:prstGeom>
            <a:solidFill>
              <a:schemeClr val="lt1"/>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2"/>
            <p:cNvSpPr/>
            <p:nvPr/>
          </p:nvSpPr>
          <p:spPr>
            <a:xfrm rot="-2700000">
              <a:off x="3616902" y="2180764"/>
              <a:ext cx="60245" cy="60245"/>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2"/>
            <p:cNvSpPr/>
            <p:nvPr/>
          </p:nvSpPr>
          <p:spPr>
            <a:xfrm rot="-2700000">
              <a:off x="5466852" y="3490489"/>
              <a:ext cx="60245" cy="60245"/>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2"/>
            <p:cNvSpPr/>
            <p:nvPr/>
          </p:nvSpPr>
          <p:spPr>
            <a:xfrm rot="-2700000">
              <a:off x="7316802" y="2180764"/>
              <a:ext cx="60245" cy="60245"/>
            </a:xfrm>
            <a:prstGeom prst="rect">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52"/>
          <p:cNvSpPr txBox="1"/>
          <p:nvPr/>
        </p:nvSpPr>
        <p:spPr>
          <a:xfrm>
            <a:off x="3028175" y="1182253"/>
            <a:ext cx="1237800" cy="26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Roboto Condensed"/>
                <a:ea typeface="Roboto Condensed"/>
                <a:cs typeface="Roboto Condensed"/>
                <a:sym typeface="Roboto Condensed"/>
              </a:rPr>
              <a:t>Mercury</a:t>
            </a:r>
            <a:endParaRPr b="1" sz="1800">
              <a:solidFill>
                <a:schemeClr val="accent1"/>
              </a:solidFill>
              <a:latin typeface="Roboto Condensed"/>
              <a:ea typeface="Roboto Condensed"/>
              <a:cs typeface="Roboto Condensed"/>
              <a:sym typeface="Roboto Condensed"/>
            </a:endParaRPr>
          </a:p>
        </p:txBody>
      </p:sp>
      <p:sp>
        <p:nvSpPr>
          <p:cNvPr id="762" name="Google Shape;762;p52"/>
          <p:cNvSpPr txBox="1"/>
          <p:nvPr/>
        </p:nvSpPr>
        <p:spPr>
          <a:xfrm>
            <a:off x="2655825" y="1403111"/>
            <a:ext cx="1982400" cy="61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latin typeface="Roboto Condensed"/>
                <a:ea typeface="Roboto Condensed"/>
                <a:cs typeface="Roboto Condensed"/>
                <a:sym typeface="Roboto Condensed"/>
              </a:rPr>
              <a:t>Mercury is the closest planet to the Sun</a:t>
            </a:r>
            <a:endParaRPr sz="1600">
              <a:latin typeface="Roboto Condensed"/>
              <a:ea typeface="Roboto Condensed"/>
              <a:cs typeface="Roboto Condensed"/>
              <a:sym typeface="Roboto Condensed"/>
            </a:endParaRPr>
          </a:p>
        </p:txBody>
      </p:sp>
      <p:sp>
        <p:nvSpPr>
          <p:cNvPr id="763" name="Google Shape;763;p52"/>
          <p:cNvSpPr txBox="1"/>
          <p:nvPr/>
        </p:nvSpPr>
        <p:spPr>
          <a:xfrm>
            <a:off x="6810550" y="1194403"/>
            <a:ext cx="1072800" cy="243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Roboto Condensed"/>
                <a:ea typeface="Roboto Condensed"/>
                <a:cs typeface="Roboto Condensed"/>
                <a:sym typeface="Roboto Condensed"/>
              </a:rPr>
              <a:t>Jupiter</a:t>
            </a:r>
            <a:endParaRPr b="1" sz="1800">
              <a:solidFill>
                <a:schemeClr val="accent1"/>
              </a:solidFill>
              <a:latin typeface="Roboto Condensed"/>
              <a:ea typeface="Roboto Condensed"/>
              <a:cs typeface="Roboto Condensed"/>
              <a:sym typeface="Roboto Condensed"/>
            </a:endParaRPr>
          </a:p>
        </p:txBody>
      </p:sp>
      <p:sp>
        <p:nvSpPr>
          <p:cNvPr id="764" name="Google Shape;764;p52"/>
          <p:cNvSpPr txBox="1"/>
          <p:nvPr/>
        </p:nvSpPr>
        <p:spPr>
          <a:xfrm>
            <a:off x="6355725" y="1403111"/>
            <a:ext cx="1982400" cy="61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latin typeface="Roboto Condensed"/>
                <a:ea typeface="Roboto Condensed"/>
                <a:cs typeface="Roboto Condensed"/>
                <a:sym typeface="Roboto Condensed"/>
              </a:rPr>
              <a:t>Jupiter is the biggest planet of them all</a:t>
            </a:r>
            <a:endParaRPr sz="1600">
              <a:latin typeface="Roboto Condensed"/>
              <a:ea typeface="Roboto Condensed"/>
              <a:cs typeface="Roboto Condensed"/>
              <a:sym typeface="Roboto Condensed"/>
            </a:endParaRPr>
          </a:p>
        </p:txBody>
      </p:sp>
      <p:sp>
        <p:nvSpPr>
          <p:cNvPr id="765" name="Google Shape;765;p52"/>
          <p:cNvSpPr txBox="1"/>
          <p:nvPr/>
        </p:nvSpPr>
        <p:spPr>
          <a:xfrm>
            <a:off x="1327100" y="3701604"/>
            <a:ext cx="939900" cy="26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Roboto Condensed"/>
                <a:ea typeface="Roboto Condensed"/>
                <a:cs typeface="Roboto Condensed"/>
                <a:sym typeface="Roboto Condensed"/>
              </a:rPr>
              <a:t>Mars</a:t>
            </a:r>
            <a:endParaRPr b="1" sz="1800">
              <a:solidFill>
                <a:schemeClr val="accent1"/>
              </a:solidFill>
              <a:latin typeface="Roboto Condensed"/>
              <a:ea typeface="Roboto Condensed"/>
              <a:cs typeface="Roboto Condensed"/>
              <a:sym typeface="Roboto Condensed"/>
            </a:endParaRPr>
          </a:p>
        </p:txBody>
      </p:sp>
      <p:sp>
        <p:nvSpPr>
          <p:cNvPr id="766" name="Google Shape;766;p52"/>
          <p:cNvSpPr txBox="1"/>
          <p:nvPr/>
        </p:nvSpPr>
        <p:spPr>
          <a:xfrm>
            <a:off x="805875" y="3920518"/>
            <a:ext cx="1982400" cy="61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latin typeface="Roboto Condensed"/>
                <a:ea typeface="Roboto Condensed"/>
                <a:cs typeface="Roboto Condensed"/>
                <a:sym typeface="Roboto Condensed"/>
              </a:rPr>
              <a:t>Despite being red, Mars is a cold place</a:t>
            </a:r>
            <a:endParaRPr sz="1600">
              <a:latin typeface="Roboto Condensed"/>
              <a:ea typeface="Roboto Condensed"/>
              <a:cs typeface="Roboto Condensed"/>
              <a:sym typeface="Roboto Condensed"/>
            </a:endParaRPr>
          </a:p>
        </p:txBody>
      </p:sp>
      <p:sp>
        <p:nvSpPr>
          <p:cNvPr id="767" name="Google Shape;767;p52"/>
          <p:cNvSpPr txBox="1"/>
          <p:nvPr/>
        </p:nvSpPr>
        <p:spPr>
          <a:xfrm>
            <a:off x="4505775" y="3916457"/>
            <a:ext cx="1982400" cy="61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latin typeface="Roboto Condensed"/>
                <a:ea typeface="Roboto Condensed"/>
                <a:cs typeface="Roboto Condensed"/>
                <a:sym typeface="Roboto Condensed"/>
              </a:rPr>
              <a:t>Venus is the second planet from the Sun</a:t>
            </a:r>
            <a:endParaRPr sz="1600">
              <a:latin typeface="Roboto Condensed"/>
              <a:ea typeface="Roboto Condensed"/>
              <a:cs typeface="Roboto Condensed"/>
              <a:sym typeface="Roboto Condensed"/>
            </a:endParaRPr>
          </a:p>
        </p:txBody>
      </p:sp>
      <p:sp>
        <p:nvSpPr>
          <p:cNvPr id="768" name="Google Shape;768;p52"/>
          <p:cNvSpPr txBox="1"/>
          <p:nvPr/>
        </p:nvSpPr>
        <p:spPr>
          <a:xfrm>
            <a:off x="1555725" y="2655149"/>
            <a:ext cx="482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01</a:t>
            </a:r>
            <a:endParaRPr b="1" sz="1800">
              <a:latin typeface="Roboto Condensed"/>
              <a:ea typeface="Roboto Condensed"/>
              <a:cs typeface="Roboto Condensed"/>
              <a:sym typeface="Roboto Condensed"/>
            </a:endParaRPr>
          </a:p>
        </p:txBody>
      </p:sp>
      <p:sp>
        <p:nvSpPr>
          <p:cNvPr id="769" name="Google Shape;769;p52"/>
          <p:cNvSpPr txBox="1"/>
          <p:nvPr/>
        </p:nvSpPr>
        <p:spPr>
          <a:xfrm>
            <a:off x="3405675" y="2655149"/>
            <a:ext cx="482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02</a:t>
            </a:r>
            <a:endParaRPr b="1" sz="1800">
              <a:latin typeface="Roboto Condensed"/>
              <a:ea typeface="Roboto Condensed"/>
              <a:cs typeface="Roboto Condensed"/>
              <a:sym typeface="Roboto Condensed"/>
            </a:endParaRPr>
          </a:p>
        </p:txBody>
      </p:sp>
      <p:sp>
        <p:nvSpPr>
          <p:cNvPr id="751" name="Google Shape;751;p52"/>
          <p:cNvSpPr txBox="1"/>
          <p:nvPr/>
        </p:nvSpPr>
        <p:spPr>
          <a:xfrm>
            <a:off x="5255625" y="2655149"/>
            <a:ext cx="482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03</a:t>
            </a:r>
            <a:endParaRPr b="1" sz="1800">
              <a:latin typeface="Roboto Condensed"/>
              <a:ea typeface="Roboto Condensed"/>
              <a:cs typeface="Roboto Condensed"/>
              <a:sym typeface="Roboto Condensed"/>
            </a:endParaRPr>
          </a:p>
        </p:txBody>
      </p:sp>
      <p:sp>
        <p:nvSpPr>
          <p:cNvPr id="749" name="Google Shape;749;p52"/>
          <p:cNvSpPr txBox="1"/>
          <p:nvPr/>
        </p:nvSpPr>
        <p:spPr>
          <a:xfrm>
            <a:off x="7105575" y="2655149"/>
            <a:ext cx="482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Condensed"/>
                <a:ea typeface="Roboto Condensed"/>
                <a:cs typeface="Roboto Condensed"/>
                <a:sym typeface="Roboto Condensed"/>
              </a:rPr>
              <a:t>04</a:t>
            </a:r>
            <a:endParaRPr b="1" sz="1800">
              <a:latin typeface="Roboto Condensed"/>
              <a:ea typeface="Roboto Condensed"/>
              <a:cs typeface="Roboto Condensed"/>
              <a:sym typeface="Roboto Condensed"/>
            </a:endParaRPr>
          </a:p>
        </p:txBody>
      </p:sp>
      <p:sp>
        <p:nvSpPr>
          <p:cNvPr id="770" name="Google Shape;770;p52"/>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771" name="Google Shape;771;p52"/>
          <p:cNvSpPr txBox="1"/>
          <p:nvPr/>
        </p:nvSpPr>
        <p:spPr>
          <a:xfrm>
            <a:off x="4981000" y="3711404"/>
            <a:ext cx="1032000" cy="243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Roboto Condensed"/>
                <a:ea typeface="Roboto Condensed"/>
                <a:cs typeface="Roboto Condensed"/>
                <a:sym typeface="Roboto Condensed"/>
              </a:rPr>
              <a:t>Venus</a:t>
            </a:r>
            <a:endParaRPr b="1" sz="1800">
              <a:solidFill>
                <a:schemeClr val="accent1"/>
              </a:solidFill>
              <a:latin typeface="Roboto Condensed"/>
              <a:ea typeface="Roboto Condensed"/>
              <a:cs typeface="Roboto Condensed"/>
              <a:sym typeface="Roboto Condensed"/>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 name="Shape 775"/>
        <p:cNvGrpSpPr/>
        <p:nvPr/>
      </p:nvGrpSpPr>
      <p:grpSpPr>
        <a:xfrm>
          <a:off x="0" y="0"/>
          <a:ext cx="0" cy="0"/>
          <a:chOff x="0" y="0"/>
          <a:chExt cx="0" cy="0"/>
        </a:xfrm>
      </p:grpSpPr>
      <p:pic>
        <p:nvPicPr>
          <p:cNvPr id="776" name="Google Shape;776;p53"/>
          <p:cNvPicPr preferRelativeResize="0"/>
          <p:nvPr/>
        </p:nvPicPr>
        <p:blipFill rotWithShape="1">
          <a:blip r:embed="rId3">
            <a:alphaModFix/>
          </a:blip>
          <a:srcRect b="0" l="50414" r="0" t="0"/>
          <a:stretch/>
        </p:blipFill>
        <p:spPr>
          <a:xfrm flipH="1">
            <a:off x="5" y="-1375"/>
            <a:ext cx="4534070" cy="5143500"/>
          </a:xfrm>
          <a:prstGeom prst="rect">
            <a:avLst/>
          </a:prstGeom>
          <a:noFill/>
          <a:ln>
            <a:noFill/>
          </a:ln>
        </p:spPr>
      </p:pic>
      <p:grpSp>
        <p:nvGrpSpPr>
          <p:cNvPr id="777" name="Google Shape;777;p53"/>
          <p:cNvGrpSpPr/>
          <p:nvPr/>
        </p:nvGrpSpPr>
        <p:grpSpPr>
          <a:xfrm>
            <a:off x="2530585" y="-3097"/>
            <a:ext cx="6613412" cy="5146922"/>
            <a:chOff x="2530585" y="-3097"/>
            <a:chExt cx="6613412" cy="5146922"/>
          </a:xfrm>
        </p:grpSpPr>
        <p:sp>
          <p:nvSpPr>
            <p:cNvPr id="778" name="Google Shape;778;p53"/>
            <p:cNvSpPr/>
            <p:nvPr/>
          </p:nvSpPr>
          <p:spPr>
            <a:xfrm flipH="1">
              <a:off x="2965366" y="-118"/>
              <a:ext cx="6178631" cy="5143425"/>
            </a:xfrm>
            <a:custGeom>
              <a:rect b="b" l="l" r="r" t="t"/>
              <a:pathLst>
                <a:path extrusionOk="0" h="73391" w="97601">
                  <a:moveTo>
                    <a:pt x="0" y="0"/>
                  </a:moveTo>
                  <a:lnTo>
                    <a:pt x="0" y="73391"/>
                  </a:lnTo>
                  <a:lnTo>
                    <a:pt x="94741" y="73391"/>
                  </a:lnTo>
                  <a:lnTo>
                    <a:pt x="75889" y="38800"/>
                  </a:lnTo>
                  <a:lnTo>
                    <a:pt x="976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 name="Google Shape;779;p53"/>
            <p:cNvGrpSpPr/>
            <p:nvPr/>
          </p:nvGrpSpPr>
          <p:grpSpPr>
            <a:xfrm rot="10800000">
              <a:off x="2530585" y="-3097"/>
              <a:ext cx="2842564" cy="5146922"/>
              <a:chOff x="6659775" y="2014225"/>
              <a:chExt cx="555275" cy="1106175"/>
            </a:xfrm>
          </p:grpSpPr>
          <p:sp>
            <p:nvSpPr>
              <p:cNvPr id="780" name="Google Shape;780;p53"/>
              <p:cNvSpPr/>
              <p:nvPr/>
            </p:nvSpPr>
            <p:spPr>
              <a:xfrm>
                <a:off x="6737450" y="2014225"/>
                <a:ext cx="402050" cy="1106175"/>
              </a:xfrm>
              <a:custGeom>
                <a:rect b="b" l="l" r="r" t="t"/>
                <a:pathLst>
                  <a:path extrusionOk="0" h="44247" w="16082">
                    <a:moveTo>
                      <a:pt x="13004" y="0"/>
                    </a:moveTo>
                    <a:lnTo>
                      <a:pt x="0" y="23239"/>
                    </a:lnTo>
                    <a:lnTo>
                      <a:pt x="11443" y="44246"/>
                    </a:lnTo>
                    <a:lnTo>
                      <a:pt x="14545" y="44246"/>
                    </a:lnTo>
                    <a:lnTo>
                      <a:pt x="3088" y="23225"/>
                    </a:lnTo>
                    <a:lnTo>
                      <a:pt x="16082"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3"/>
              <p:cNvSpPr/>
              <p:nvPr/>
            </p:nvSpPr>
            <p:spPr>
              <a:xfrm>
                <a:off x="6813100" y="2014225"/>
                <a:ext cx="401950" cy="1106175"/>
              </a:xfrm>
              <a:custGeom>
                <a:rect b="b" l="l" r="r" t="t"/>
                <a:pathLst>
                  <a:path extrusionOk="0" h="44247" w="16078">
                    <a:moveTo>
                      <a:pt x="13004" y="0"/>
                    </a:moveTo>
                    <a:lnTo>
                      <a:pt x="1" y="23239"/>
                    </a:lnTo>
                    <a:lnTo>
                      <a:pt x="11444" y="44246"/>
                    </a:lnTo>
                    <a:lnTo>
                      <a:pt x="14541" y="44246"/>
                    </a:lnTo>
                    <a:lnTo>
                      <a:pt x="3088" y="23225"/>
                    </a:lnTo>
                    <a:lnTo>
                      <a:pt x="1607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3"/>
              <p:cNvSpPr/>
              <p:nvPr/>
            </p:nvSpPr>
            <p:spPr>
              <a:xfrm>
                <a:off x="6659775" y="2014225"/>
                <a:ext cx="402075" cy="1106175"/>
              </a:xfrm>
              <a:custGeom>
                <a:rect b="b" l="l" r="r" t="t"/>
                <a:pathLst>
                  <a:path extrusionOk="0" h="44247" w="16083">
                    <a:moveTo>
                      <a:pt x="13009" y="0"/>
                    </a:moveTo>
                    <a:lnTo>
                      <a:pt x="1" y="23239"/>
                    </a:lnTo>
                    <a:lnTo>
                      <a:pt x="11449" y="44246"/>
                    </a:lnTo>
                    <a:lnTo>
                      <a:pt x="14546" y="44246"/>
                    </a:lnTo>
                    <a:lnTo>
                      <a:pt x="3088" y="23225"/>
                    </a:lnTo>
                    <a:lnTo>
                      <a:pt x="1608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3" name="Google Shape;783;p53"/>
          <p:cNvSpPr txBox="1"/>
          <p:nvPr>
            <p:ph type="title"/>
          </p:nvPr>
        </p:nvSpPr>
        <p:spPr>
          <a:xfrm>
            <a:off x="5873125" y="365150"/>
            <a:ext cx="2468400" cy="111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784" name="Google Shape;784;p53"/>
          <p:cNvSpPr txBox="1"/>
          <p:nvPr>
            <p:ph idx="1" type="subTitle"/>
          </p:nvPr>
        </p:nvSpPr>
        <p:spPr>
          <a:xfrm>
            <a:off x="5873125" y="1613605"/>
            <a:ext cx="2468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785" name="Google Shape;785;p53"/>
          <p:cNvSpPr txBox="1"/>
          <p:nvPr>
            <p:ph idx="2" type="subTitle"/>
          </p:nvPr>
        </p:nvSpPr>
        <p:spPr>
          <a:xfrm>
            <a:off x="5873125" y="2013995"/>
            <a:ext cx="2468400" cy="1515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9" name="Shape 789"/>
        <p:cNvGrpSpPr/>
        <p:nvPr/>
      </p:nvGrpSpPr>
      <p:grpSpPr>
        <a:xfrm>
          <a:off x="0" y="0"/>
          <a:ext cx="0" cy="0"/>
          <a:chOff x="0" y="0"/>
          <a:chExt cx="0" cy="0"/>
        </a:xfrm>
      </p:grpSpPr>
      <p:sp>
        <p:nvSpPr>
          <p:cNvPr id="790" name="Google Shape;790;p54"/>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791" name="Google Shape;791;p54"/>
          <p:cNvSpPr txBox="1"/>
          <p:nvPr>
            <p:ph idx="1" type="body"/>
          </p:nvPr>
        </p:nvSpPr>
        <p:spPr>
          <a:xfrm>
            <a:off x="2068800" y="1918450"/>
            <a:ext cx="5006400" cy="16428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b="1" lang="en">
                <a:solidFill>
                  <a:schemeClr val="accent1"/>
                </a:solidFill>
                <a:latin typeface="Roboto Condensed"/>
                <a:ea typeface="Roboto Condensed"/>
                <a:cs typeface="Roboto Condensed"/>
                <a:sym typeface="Roboto Condensed"/>
              </a:rPr>
              <a:t>Author (year)</a:t>
            </a:r>
            <a:r>
              <a:rPr lang="en"/>
              <a:t>. Title of the publication. Publisher</a:t>
            </a:r>
            <a:endParaRPr/>
          </a:p>
          <a:p>
            <a:pPr indent="-342900" lvl="0" marL="457200" rtl="0" algn="l">
              <a:spcBef>
                <a:spcPts val="0"/>
              </a:spcBef>
              <a:spcAft>
                <a:spcPts val="0"/>
              </a:spcAft>
              <a:buSzPts val="1800"/>
              <a:buChar char="❖"/>
            </a:pPr>
            <a:r>
              <a:rPr b="1" lang="en">
                <a:solidFill>
                  <a:schemeClr val="accent1"/>
                </a:solidFill>
                <a:latin typeface="Roboto Condensed"/>
                <a:ea typeface="Roboto Condensed"/>
                <a:cs typeface="Roboto Condensed"/>
                <a:sym typeface="Roboto Condensed"/>
              </a:rPr>
              <a:t>Author (year)</a:t>
            </a:r>
            <a:r>
              <a:rPr lang="en"/>
              <a:t>. Title of the publication. Publisher</a:t>
            </a:r>
            <a:endParaRPr/>
          </a:p>
          <a:p>
            <a:pPr indent="-342900" lvl="0" marL="457200" rtl="0" algn="l">
              <a:spcBef>
                <a:spcPts val="0"/>
              </a:spcBef>
              <a:spcAft>
                <a:spcPts val="0"/>
              </a:spcAft>
              <a:buSzPts val="1800"/>
              <a:buChar char="❖"/>
            </a:pPr>
            <a:r>
              <a:rPr b="1" lang="en">
                <a:solidFill>
                  <a:schemeClr val="accent1"/>
                </a:solidFill>
                <a:latin typeface="Roboto Condensed"/>
                <a:ea typeface="Roboto Condensed"/>
                <a:cs typeface="Roboto Condensed"/>
                <a:sym typeface="Roboto Condensed"/>
              </a:rPr>
              <a:t>Author (year)</a:t>
            </a:r>
            <a:r>
              <a:rPr lang="en"/>
              <a:t>. Title of the publication. Publisher</a:t>
            </a:r>
            <a:endParaRPr/>
          </a:p>
          <a:p>
            <a:pPr indent="-342900" lvl="0" marL="457200" rtl="0" algn="l">
              <a:spcBef>
                <a:spcPts val="0"/>
              </a:spcBef>
              <a:spcAft>
                <a:spcPts val="0"/>
              </a:spcAft>
              <a:buSzPts val="1800"/>
              <a:buChar char="❖"/>
            </a:pPr>
            <a:r>
              <a:rPr b="1" lang="en">
                <a:solidFill>
                  <a:schemeClr val="accent1"/>
                </a:solidFill>
                <a:latin typeface="Roboto Condensed"/>
                <a:ea typeface="Roboto Condensed"/>
                <a:cs typeface="Roboto Condensed"/>
                <a:sym typeface="Roboto Condensed"/>
              </a:rPr>
              <a:t>Author (year)</a:t>
            </a:r>
            <a:r>
              <a:rPr lang="en"/>
              <a:t>. Title of the publication. Publisher</a:t>
            </a:r>
            <a:endParaRPr/>
          </a:p>
          <a:p>
            <a:pPr indent="-342900" lvl="0" marL="457200" rtl="0" algn="l">
              <a:spcBef>
                <a:spcPts val="0"/>
              </a:spcBef>
              <a:spcAft>
                <a:spcPts val="0"/>
              </a:spcAft>
              <a:buSzPts val="1800"/>
              <a:buChar char="❖"/>
            </a:pPr>
            <a:r>
              <a:rPr b="1" lang="en">
                <a:solidFill>
                  <a:schemeClr val="accent1"/>
                </a:solidFill>
                <a:latin typeface="Roboto Condensed"/>
                <a:ea typeface="Roboto Condensed"/>
                <a:cs typeface="Roboto Condensed"/>
                <a:sym typeface="Roboto Condensed"/>
              </a:rPr>
              <a:t>Author (year)</a:t>
            </a:r>
            <a:r>
              <a:rPr lang="en"/>
              <a:t>. Title of the publication. Publisher</a:t>
            </a:r>
            <a:endParaRPr/>
          </a:p>
          <a:p>
            <a:pPr indent="0" lvl="0" marL="0" rtl="0" algn="l">
              <a:spcBef>
                <a:spcPts val="1600"/>
              </a:spcBef>
              <a:spcAft>
                <a:spcPts val="160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55"/>
          <p:cNvSpPr/>
          <p:nvPr/>
        </p:nvSpPr>
        <p:spPr>
          <a:xfrm>
            <a:off x="1695850" y="1465727"/>
            <a:ext cx="1638000" cy="1638000"/>
          </a:xfrm>
          <a:prstGeom prst="diamond">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5"/>
          <p:cNvSpPr/>
          <p:nvPr/>
        </p:nvSpPr>
        <p:spPr>
          <a:xfrm>
            <a:off x="3753001" y="1465727"/>
            <a:ext cx="1638000" cy="1638000"/>
          </a:xfrm>
          <a:prstGeom prst="diamond">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5"/>
          <p:cNvSpPr/>
          <p:nvPr/>
        </p:nvSpPr>
        <p:spPr>
          <a:xfrm>
            <a:off x="5810150" y="1465727"/>
            <a:ext cx="1638000" cy="1638000"/>
          </a:xfrm>
          <a:prstGeom prst="diamond">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5"/>
          <p:cNvSpPr txBox="1"/>
          <p:nvPr>
            <p:ph type="title"/>
          </p:nvPr>
        </p:nvSpPr>
        <p:spPr>
          <a:xfrm>
            <a:off x="726225" y="365150"/>
            <a:ext cx="769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800" name="Google Shape;800;p55"/>
          <p:cNvSpPr txBox="1"/>
          <p:nvPr>
            <p:ph idx="1" type="subTitle"/>
          </p:nvPr>
        </p:nvSpPr>
        <p:spPr>
          <a:xfrm>
            <a:off x="1696016" y="3244620"/>
            <a:ext cx="16380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John James</a:t>
            </a:r>
            <a:endParaRPr/>
          </a:p>
        </p:txBody>
      </p:sp>
      <p:sp>
        <p:nvSpPr>
          <p:cNvPr id="801" name="Google Shape;801;p55"/>
          <p:cNvSpPr txBox="1"/>
          <p:nvPr>
            <p:ph idx="2" type="subTitle"/>
          </p:nvPr>
        </p:nvSpPr>
        <p:spPr>
          <a:xfrm>
            <a:off x="1696016" y="3598572"/>
            <a:ext cx="1638000" cy="893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802" name="Google Shape;802;p55"/>
          <p:cNvSpPr txBox="1"/>
          <p:nvPr>
            <p:ph idx="3" type="subTitle"/>
          </p:nvPr>
        </p:nvSpPr>
        <p:spPr>
          <a:xfrm>
            <a:off x="3752999" y="3244620"/>
            <a:ext cx="16380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Peter</a:t>
            </a:r>
            <a:r>
              <a:rPr lang="en"/>
              <a:t> Doe</a:t>
            </a:r>
            <a:endParaRPr/>
          </a:p>
        </p:txBody>
      </p:sp>
      <p:sp>
        <p:nvSpPr>
          <p:cNvPr id="803" name="Google Shape;803;p55"/>
          <p:cNvSpPr txBox="1"/>
          <p:nvPr>
            <p:ph idx="4" type="subTitle"/>
          </p:nvPr>
        </p:nvSpPr>
        <p:spPr>
          <a:xfrm>
            <a:off x="3752999" y="3598572"/>
            <a:ext cx="1638000" cy="893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804" name="Google Shape;804;p55"/>
          <p:cNvSpPr txBox="1"/>
          <p:nvPr>
            <p:ph idx="5" type="subTitle"/>
          </p:nvPr>
        </p:nvSpPr>
        <p:spPr>
          <a:xfrm>
            <a:off x="5809984" y="3244620"/>
            <a:ext cx="16380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Jane Patterson</a:t>
            </a:r>
            <a:endParaRPr/>
          </a:p>
        </p:txBody>
      </p:sp>
      <p:sp>
        <p:nvSpPr>
          <p:cNvPr id="805" name="Google Shape;805;p55"/>
          <p:cNvSpPr txBox="1"/>
          <p:nvPr>
            <p:ph idx="6" type="subTitle"/>
          </p:nvPr>
        </p:nvSpPr>
        <p:spPr>
          <a:xfrm>
            <a:off x="5809984" y="3598572"/>
            <a:ext cx="1638000" cy="893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pic>
        <p:nvPicPr>
          <p:cNvPr id="806" name="Google Shape;806;p55"/>
          <p:cNvPicPr preferRelativeResize="0"/>
          <p:nvPr/>
        </p:nvPicPr>
        <p:blipFill rotWithShape="1">
          <a:blip r:embed="rId3">
            <a:alphaModFix/>
          </a:blip>
          <a:srcRect b="33333" l="0" r="0" t="0"/>
          <a:stretch/>
        </p:blipFill>
        <p:spPr>
          <a:xfrm>
            <a:off x="1736816" y="1507427"/>
            <a:ext cx="1556400" cy="1554600"/>
          </a:xfrm>
          <a:prstGeom prst="diamond">
            <a:avLst/>
          </a:prstGeom>
          <a:noFill/>
          <a:ln>
            <a:noFill/>
          </a:ln>
        </p:spPr>
      </p:pic>
      <p:pic>
        <p:nvPicPr>
          <p:cNvPr id="807" name="Google Shape;807;p55"/>
          <p:cNvPicPr preferRelativeResize="0"/>
          <p:nvPr/>
        </p:nvPicPr>
        <p:blipFill rotWithShape="1">
          <a:blip r:embed="rId4">
            <a:alphaModFix/>
          </a:blip>
          <a:srcRect b="34116" l="16955" r="2839" t="1719"/>
          <a:stretch/>
        </p:blipFill>
        <p:spPr>
          <a:xfrm>
            <a:off x="5850767" y="1506227"/>
            <a:ext cx="1554600" cy="1554600"/>
          </a:xfrm>
          <a:prstGeom prst="diamond">
            <a:avLst/>
          </a:prstGeom>
          <a:noFill/>
          <a:ln>
            <a:noFill/>
          </a:ln>
        </p:spPr>
      </p:pic>
      <p:pic>
        <p:nvPicPr>
          <p:cNvPr id="808" name="Google Shape;808;p55"/>
          <p:cNvPicPr preferRelativeResize="0"/>
          <p:nvPr/>
        </p:nvPicPr>
        <p:blipFill rotWithShape="1">
          <a:blip r:embed="rId5">
            <a:alphaModFix/>
          </a:blip>
          <a:srcRect b="25656" l="49466" r="8721" t="0"/>
          <a:stretch/>
        </p:blipFill>
        <p:spPr>
          <a:xfrm>
            <a:off x="3794696" y="1507427"/>
            <a:ext cx="1554600" cy="1554600"/>
          </a:xfrm>
          <a:prstGeom prst="diamond">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56"/>
          <p:cNvSpPr txBox="1"/>
          <p:nvPr>
            <p:ph idx="8" type="title"/>
          </p:nvPr>
        </p:nvSpPr>
        <p:spPr>
          <a:xfrm>
            <a:off x="622625" y="365160"/>
            <a:ext cx="769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Highlighted Numbers</a:t>
            </a:r>
            <a:endParaRPr/>
          </a:p>
        </p:txBody>
      </p:sp>
      <p:sp>
        <p:nvSpPr>
          <p:cNvPr id="814" name="Google Shape;814;p56"/>
          <p:cNvSpPr/>
          <p:nvPr/>
        </p:nvSpPr>
        <p:spPr>
          <a:xfrm>
            <a:off x="1486544" y="1398900"/>
            <a:ext cx="2687400" cy="1255200"/>
          </a:xfrm>
          <a:prstGeom prst="rect">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4970056" y="1398900"/>
            <a:ext cx="2687400" cy="1255200"/>
          </a:xfrm>
          <a:prstGeom prst="rect">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1486544" y="3163475"/>
            <a:ext cx="2687400" cy="1255200"/>
          </a:xfrm>
          <a:prstGeom prst="rect">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4970056" y="3163475"/>
            <a:ext cx="2687400" cy="1255200"/>
          </a:xfrm>
          <a:prstGeom prst="rect">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txBox="1"/>
          <p:nvPr>
            <p:ph type="title"/>
          </p:nvPr>
        </p:nvSpPr>
        <p:spPr>
          <a:xfrm>
            <a:off x="1545194" y="1639839"/>
            <a:ext cx="2570100" cy="58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819" name="Google Shape;819;p56"/>
          <p:cNvSpPr txBox="1"/>
          <p:nvPr>
            <p:ph idx="1" type="subTitle"/>
          </p:nvPr>
        </p:nvSpPr>
        <p:spPr>
          <a:xfrm>
            <a:off x="1545194" y="2072985"/>
            <a:ext cx="25701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earths is the Sun’s mass</a:t>
            </a:r>
            <a:endParaRPr/>
          </a:p>
        </p:txBody>
      </p:sp>
      <p:sp>
        <p:nvSpPr>
          <p:cNvPr id="820" name="Google Shape;820;p56"/>
          <p:cNvSpPr txBox="1"/>
          <p:nvPr>
            <p:ph idx="2" type="title"/>
          </p:nvPr>
        </p:nvSpPr>
        <p:spPr>
          <a:xfrm>
            <a:off x="5028706" y="1641645"/>
            <a:ext cx="2570100" cy="58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821" name="Google Shape;821;p56"/>
          <p:cNvSpPr txBox="1"/>
          <p:nvPr>
            <p:ph idx="3" type="subTitle"/>
          </p:nvPr>
        </p:nvSpPr>
        <p:spPr>
          <a:xfrm>
            <a:off x="5028706" y="2072985"/>
            <a:ext cx="25701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Jupiter’s rotation period</a:t>
            </a:r>
            <a:endParaRPr/>
          </a:p>
        </p:txBody>
      </p:sp>
      <p:sp>
        <p:nvSpPr>
          <p:cNvPr id="822" name="Google Shape;822;p56"/>
          <p:cNvSpPr txBox="1"/>
          <p:nvPr>
            <p:ph idx="4" type="title"/>
          </p:nvPr>
        </p:nvSpPr>
        <p:spPr>
          <a:xfrm>
            <a:off x="1545200" y="3405025"/>
            <a:ext cx="2570100" cy="58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6,371 km</a:t>
            </a:r>
            <a:endParaRPr/>
          </a:p>
        </p:txBody>
      </p:sp>
      <p:sp>
        <p:nvSpPr>
          <p:cNvPr id="823" name="Google Shape;823;p56"/>
          <p:cNvSpPr txBox="1"/>
          <p:nvPr>
            <p:ph idx="5" type="subTitle"/>
          </p:nvPr>
        </p:nvSpPr>
        <p:spPr>
          <a:xfrm>
            <a:off x="1545200" y="3837575"/>
            <a:ext cx="25701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a:t>
            </a:r>
            <a:r>
              <a:rPr lang="en"/>
              <a:t>Earth’s radius</a:t>
            </a:r>
            <a:endParaRPr/>
          </a:p>
        </p:txBody>
      </p:sp>
      <p:sp>
        <p:nvSpPr>
          <p:cNvPr id="824" name="Google Shape;824;p56"/>
          <p:cNvSpPr txBox="1"/>
          <p:nvPr>
            <p:ph idx="6" type="title"/>
          </p:nvPr>
        </p:nvSpPr>
        <p:spPr>
          <a:xfrm>
            <a:off x="5028706" y="3405024"/>
            <a:ext cx="2570100" cy="58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243.02 days</a:t>
            </a:r>
            <a:endParaRPr/>
          </a:p>
        </p:txBody>
      </p:sp>
      <p:sp>
        <p:nvSpPr>
          <p:cNvPr id="825" name="Google Shape;825;p56"/>
          <p:cNvSpPr txBox="1"/>
          <p:nvPr>
            <p:ph idx="7" type="subTitle"/>
          </p:nvPr>
        </p:nvSpPr>
        <p:spPr>
          <a:xfrm>
            <a:off x="5028706" y="3837577"/>
            <a:ext cx="2570100" cy="39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Venus’s rotation period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29" name="Shape 829"/>
        <p:cNvGrpSpPr/>
        <p:nvPr/>
      </p:nvGrpSpPr>
      <p:grpSpPr>
        <a:xfrm>
          <a:off x="0" y="0"/>
          <a:ext cx="0" cy="0"/>
          <a:chOff x="0" y="0"/>
          <a:chExt cx="0" cy="0"/>
        </a:xfrm>
      </p:grpSpPr>
      <p:sp>
        <p:nvSpPr>
          <p:cNvPr id="830" name="Google Shape;830;p57"/>
          <p:cNvSpPr txBox="1"/>
          <p:nvPr>
            <p:ph idx="1" type="body"/>
          </p:nvPr>
        </p:nvSpPr>
        <p:spPr>
          <a:xfrm>
            <a:off x="982475" y="1672050"/>
            <a:ext cx="3270600" cy="143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“This is a quote, words full of wisdom that someone</a:t>
            </a:r>
            <a:endParaRPr/>
          </a:p>
          <a:p>
            <a:pPr indent="0" lvl="0" marL="0" rtl="0" algn="l">
              <a:spcBef>
                <a:spcPts val="0"/>
              </a:spcBef>
              <a:spcAft>
                <a:spcPts val="0"/>
              </a:spcAft>
              <a:buClr>
                <a:schemeClr val="dk1"/>
              </a:buClr>
              <a:buSzPts val="1100"/>
              <a:buFont typeface="Arial"/>
              <a:buNone/>
            </a:pPr>
            <a:r>
              <a:rPr lang="en"/>
              <a:t>important said and can make the reader get inspired.”</a:t>
            </a:r>
            <a:endParaRPr/>
          </a:p>
        </p:txBody>
      </p:sp>
      <p:grpSp>
        <p:nvGrpSpPr>
          <p:cNvPr id="831" name="Google Shape;831;p57"/>
          <p:cNvGrpSpPr/>
          <p:nvPr/>
        </p:nvGrpSpPr>
        <p:grpSpPr>
          <a:xfrm>
            <a:off x="4540" y="4"/>
            <a:ext cx="1432955" cy="5153923"/>
            <a:chOff x="4540" y="4"/>
            <a:chExt cx="1432955" cy="5153923"/>
          </a:xfrm>
        </p:grpSpPr>
        <p:sp>
          <p:nvSpPr>
            <p:cNvPr id="832" name="Google Shape;832;p57"/>
            <p:cNvSpPr/>
            <p:nvPr/>
          </p:nvSpPr>
          <p:spPr>
            <a:xfrm>
              <a:off x="4540" y="4"/>
              <a:ext cx="1117711" cy="1997492"/>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7"/>
            <p:cNvSpPr/>
            <p:nvPr/>
          </p:nvSpPr>
          <p:spPr>
            <a:xfrm>
              <a:off x="4540" y="4"/>
              <a:ext cx="811193" cy="1449189"/>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7"/>
            <p:cNvSpPr/>
            <p:nvPr/>
          </p:nvSpPr>
          <p:spPr>
            <a:xfrm>
              <a:off x="4540" y="4"/>
              <a:ext cx="1432955" cy="2560711"/>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7"/>
            <p:cNvSpPr/>
            <p:nvPr/>
          </p:nvSpPr>
          <p:spPr>
            <a:xfrm flipH="1" rot="10800000">
              <a:off x="4540" y="3156435"/>
              <a:ext cx="1117711" cy="1997492"/>
            </a:xfrm>
            <a:custGeom>
              <a:rect b="b" l="l" r="r" t="t"/>
              <a:pathLst>
                <a:path extrusionOk="0" h="19687" w="11016">
                  <a:moveTo>
                    <a:pt x="7942" y="1"/>
                  </a:moveTo>
                  <a:lnTo>
                    <a:pt x="0" y="14189"/>
                  </a:lnTo>
                  <a:lnTo>
                    <a:pt x="0" y="19687"/>
                  </a:lnTo>
                  <a:lnTo>
                    <a:pt x="11016" y="1"/>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7"/>
            <p:cNvSpPr/>
            <p:nvPr/>
          </p:nvSpPr>
          <p:spPr>
            <a:xfrm flipH="1" rot="10800000">
              <a:off x="4540" y="3704739"/>
              <a:ext cx="811193" cy="1449189"/>
            </a:xfrm>
            <a:custGeom>
              <a:rect b="b" l="l" r="r" t="t"/>
              <a:pathLst>
                <a:path extrusionOk="0" h="14283" w="7995">
                  <a:moveTo>
                    <a:pt x="4916" y="1"/>
                  </a:moveTo>
                  <a:lnTo>
                    <a:pt x="0" y="8784"/>
                  </a:lnTo>
                  <a:lnTo>
                    <a:pt x="0" y="14283"/>
                  </a:lnTo>
                  <a:lnTo>
                    <a:pt x="799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7"/>
            <p:cNvSpPr/>
            <p:nvPr/>
          </p:nvSpPr>
          <p:spPr>
            <a:xfrm flipH="1" rot="10800000">
              <a:off x="4540" y="2593217"/>
              <a:ext cx="1432955" cy="2560711"/>
            </a:xfrm>
            <a:custGeom>
              <a:rect b="b" l="l" r="r" t="t"/>
              <a:pathLst>
                <a:path extrusionOk="0" h="25238" w="14123">
                  <a:moveTo>
                    <a:pt x="11044" y="1"/>
                  </a:moveTo>
                  <a:lnTo>
                    <a:pt x="0" y="19739"/>
                  </a:lnTo>
                  <a:lnTo>
                    <a:pt x="0" y="25237"/>
                  </a:lnTo>
                  <a:lnTo>
                    <a:pt x="141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57"/>
          <p:cNvSpPr txBox="1"/>
          <p:nvPr>
            <p:ph type="title"/>
          </p:nvPr>
        </p:nvSpPr>
        <p:spPr>
          <a:xfrm>
            <a:off x="982475" y="3109650"/>
            <a:ext cx="3270600" cy="361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—Someone Famous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 name="Shape 842"/>
        <p:cNvGrpSpPr/>
        <p:nvPr/>
      </p:nvGrpSpPr>
      <p:grpSpPr>
        <a:xfrm>
          <a:off x="0" y="0"/>
          <a:ext cx="0" cy="0"/>
          <a:chOff x="0" y="0"/>
          <a:chExt cx="0" cy="0"/>
        </a:xfrm>
      </p:grpSpPr>
      <p:sp>
        <p:nvSpPr>
          <p:cNvPr id="843" name="Google Shape;843;p58"/>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844" name="Google Shape;844;p58"/>
          <p:cNvSpPr txBox="1"/>
          <p:nvPr/>
        </p:nvSpPr>
        <p:spPr>
          <a:xfrm>
            <a:off x="6347925" y="2164476"/>
            <a:ext cx="2069700" cy="6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0000"/>
                </a:solidFill>
                <a:latin typeface="Roboto Condensed"/>
                <a:ea typeface="Roboto Condensed"/>
                <a:cs typeface="Roboto Condensed"/>
                <a:sym typeface="Roboto Condensed"/>
              </a:rPr>
              <a:t>Mercury is the closest planet to the Sun</a:t>
            </a:r>
            <a:endParaRPr sz="1600">
              <a:solidFill>
                <a:srgbClr val="000000"/>
              </a:solidFill>
              <a:latin typeface="Roboto Condensed"/>
              <a:ea typeface="Roboto Condensed"/>
              <a:cs typeface="Roboto Condensed"/>
              <a:sym typeface="Roboto Condensed"/>
            </a:endParaRPr>
          </a:p>
        </p:txBody>
      </p:sp>
      <p:sp>
        <p:nvSpPr>
          <p:cNvPr id="845" name="Google Shape;845;p58"/>
          <p:cNvSpPr txBox="1"/>
          <p:nvPr/>
        </p:nvSpPr>
        <p:spPr>
          <a:xfrm>
            <a:off x="6347925" y="1856375"/>
            <a:ext cx="2069700" cy="39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rgbClr val="5FC2AB"/>
                </a:solidFill>
                <a:latin typeface="Roboto Condensed"/>
                <a:ea typeface="Roboto Condensed"/>
                <a:cs typeface="Roboto Condensed"/>
                <a:sym typeface="Roboto Condensed"/>
              </a:rPr>
              <a:t>Mercury</a:t>
            </a:r>
            <a:endParaRPr b="1" sz="1800">
              <a:solidFill>
                <a:srgbClr val="5FC2AB"/>
              </a:solidFill>
              <a:latin typeface="Roboto Condensed"/>
              <a:ea typeface="Roboto Condensed"/>
              <a:cs typeface="Roboto Condensed"/>
              <a:sym typeface="Roboto Condensed"/>
            </a:endParaRPr>
          </a:p>
        </p:txBody>
      </p:sp>
      <p:sp>
        <p:nvSpPr>
          <p:cNvPr id="846" name="Google Shape;846;p58"/>
          <p:cNvSpPr txBox="1"/>
          <p:nvPr/>
        </p:nvSpPr>
        <p:spPr>
          <a:xfrm>
            <a:off x="6347925" y="3183349"/>
            <a:ext cx="2069700" cy="39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rgbClr val="5FC2AB"/>
                </a:solidFill>
                <a:latin typeface="Roboto Condensed"/>
                <a:ea typeface="Roboto Condensed"/>
                <a:cs typeface="Roboto Condensed"/>
                <a:sym typeface="Roboto Condensed"/>
              </a:rPr>
              <a:t>Venus</a:t>
            </a:r>
            <a:endParaRPr b="1" sz="1800">
              <a:solidFill>
                <a:srgbClr val="5FC2AB"/>
              </a:solidFill>
              <a:latin typeface="Roboto Condensed"/>
              <a:ea typeface="Roboto Condensed"/>
              <a:cs typeface="Roboto Condensed"/>
              <a:sym typeface="Roboto Condensed"/>
            </a:endParaRPr>
          </a:p>
        </p:txBody>
      </p:sp>
      <p:sp>
        <p:nvSpPr>
          <p:cNvPr id="847" name="Google Shape;847;p58"/>
          <p:cNvSpPr txBox="1"/>
          <p:nvPr/>
        </p:nvSpPr>
        <p:spPr>
          <a:xfrm>
            <a:off x="6347925" y="3492432"/>
            <a:ext cx="2069700" cy="6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0000"/>
                </a:solidFill>
                <a:latin typeface="Roboto Condensed"/>
                <a:ea typeface="Roboto Condensed"/>
                <a:cs typeface="Roboto Condensed"/>
                <a:sym typeface="Roboto Condensed"/>
              </a:rPr>
              <a:t>Venus is the second planet from the Sun</a:t>
            </a:r>
            <a:endParaRPr sz="1600">
              <a:solidFill>
                <a:srgbClr val="000000"/>
              </a:solidFill>
              <a:latin typeface="Roboto Condensed"/>
              <a:ea typeface="Roboto Condensed"/>
              <a:cs typeface="Roboto Condensed"/>
              <a:sym typeface="Roboto Condensed"/>
            </a:endParaRPr>
          </a:p>
        </p:txBody>
      </p:sp>
      <p:grpSp>
        <p:nvGrpSpPr>
          <p:cNvPr id="848" name="Google Shape;848;p58"/>
          <p:cNvGrpSpPr/>
          <p:nvPr/>
        </p:nvGrpSpPr>
        <p:grpSpPr>
          <a:xfrm>
            <a:off x="977394" y="1663545"/>
            <a:ext cx="4983000" cy="2758237"/>
            <a:chOff x="2654821" y="2311071"/>
            <a:chExt cx="2279715" cy="1262120"/>
          </a:xfrm>
        </p:grpSpPr>
        <p:grpSp>
          <p:nvGrpSpPr>
            <p:cNvPr id="849" name="Google Shape;849;p58"/>
            <p:cNvGrpSpPr/>
            <p:nvPr/>
          </p:nvGrpSpPr>
          <p:grpSpPr>
            <a:xfrm>
              <a:off x="4034269" y="2840745"/>
              <a:ext cx="40212" cy="36437"/>
              <a:chOff x="4293400" y="2574725"/>
              <a:chExt cx="84425" cy="80100"/>
            </a:xfrm>
          </p:grpSpPr>
          <p:sp>
            <p:nvSpPr>
              <p:cNvPr id="850" name="Google Shape;850;p5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D9D9D9"/>
              </a:solidFill>
              <a:ln>
                <a:noFill/>
              </a:ln>
            </p:spPr>
          </p:sp>
          <p:sp>
            <p:nvSpPr>
              <p:cNvPr id="851" name="Google Shape;851;p5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58"/>
            <p:cNvGrpSpPr/>
            <p:nvPr/>
          </p:nvGrpSpPr>
          <p:grpSpPr>
            <a:xfrm>
              <a:off x="3894606" y="2334874"/>
              <a:ext cx="913198" cy="518984"/>
              <a:chOff x="4000175" y="1462675"/>
              <a:chExt cx="1917275" cy="1140875"/>
            </a:xfrm>
          </p:grpSpPr>
          <p:sp>
            <p:nvSpPr>
              <p:cNvPr id="853" name="Google Shape;853;p5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D9D9D9"/>
              </a:solidFill>
              <a:ln>
                <a:noFill/>
              </a:ln>
            </p:spPr>
          </p:sp>
          <p:grpSp>
            <p:nvGrpSpPr>
              <p:cNvPr id="854" name="Google Shape;854;p58"/>
              <p:cNvGrpSpPr/>
              <p:nvPr/>
            </p:nvGrpSpPr>
            <p:grpSpPr>
              <a:xfrm>
                <a:off x="4000175" y="1462675"/>
                <a:ext cx="1917275" cy="1140875"/>
                <a:chOff x="4000175" y="1462675"/>
                <a:chExt cx="1917275" cy="1140875"/>
              </a:xfrm>
            </p:grpSpPr>
            <p:sp>
              <p:nvSpPr>
                <p:cNvPr id="855" name="Google Shape;855;p5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D9D9D9"/>
                </a:solidFill>
                <a:ln>
                  <a:noFill/>
                </a:ln>
              </p:spPr>
            </p:sp>
            <p:sp>
              <p:nvSpPr>
                <p:cNvPr id="856" name="Google Shape;856;p5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60" name="Google Shape;860;p5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 name="Google Shape;861;p58"/>
            <p:cNvGrpSpPr/>
            <p:nvPr/>
          </p:nvGrpSpPr>
          <p:grpSpPr>
            <a:xfrm>
              <a:off x="3875768" y="2846704"/>
              <a:ext cx="44796" cy="47366"/>
              <a:chOff x="3960625" y="2587825"/>
              <a:chExt cx="94050" cy="104125"/>
            </a:xfrm>
          </p:grpSpPr>
          <p:sp>
            <p:nvSpPr>
              <p:cNvPr id="862" name="Google Shape;862;p5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D9D9D9"/>
              </a:solidFill>
              <a:ln>
                <a:noFill/>
              </a:ln>
            </p:spPr>
          </p:sp>
          <p:sp>
            <p:nvSpPr>
              <p:cNvPr id="863" name="Google Shape;863;p5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58"/>
            <p:cNvGrpSpPr/>
            <p:nvPr/>
          </p:nvGrpSpPr>
          <p:grpSpPr>
            <a:xfrm>
              <a:off x="3782759" y="2807162"/>
              <a:ext cx="82686" cy="85487"/>
              <a:chOff x="3765350" y="2500900"/>
              <a:chExt cx="173600" cy="187925"/>
            </a:xfrm>
          </p:grpSpPr>
          <p:sp>
            <p:nvSpPr>
              <p:cNvPr id="865" name="Google Shape;865;p5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D9D9D9"/>
              </a:solidFill>
              <a:ln>
                <a:noFill/>
              </a:ln>
            </p:spPr>
          </p:sp>
          <p:sp>
            <p:nvSpPr>
              <p:cNvPr id="866" name="Google Shape;866;p5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58"/>
            <p:cNvGrpSpPr/>
            <p:nvPr/>
          </p:nvGrpSpPr>
          <p:grpSpPr>
            <a:xfrm>
              <a:off x="3775674" y="2798496"/>
              <a:ext cx="40545" cy="23564"/>
              <a:chOff x="3750475" y="2481850"/>
              <a:chExt cx="85125" cy="51800"/>
            </a:xfrm>
          </p:grpSpPr>
          <p:sp>
            <p:nvSpPr>
              <p:cNvPr id="872" name="Google Shape;872;p5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D9D9D9"/>
              </a:solidFill>
              <a:ln>
                <a:noFill/>
              </a:ln>
            </p:spPr>
          </p:sp>
        </p:grpSp>
        <p:grpSp>
          <p:nvGrpSpPr>
            <p:cNvPr id="874" name="Google Shape;874;p58"/>
            <p:cNvGrpSpPr/>
            <p:nvPr/>
          </p:nvGrpSpPr>
          <p:grpSpPr>
            <a:xfrm>
              <a:off x="3716946" y="2776024"/>
              <a:ext cx="81971" cy="76912"/>
              <a:chOff x="3627175" y="2432450"/>
              <a:chExt cx="172100" cy="169075"/>
            </a:xfrm>
          </p:grpSpPr>
          <p:sp>
            <p:nvSpPr>
              <p:cNvPr id="875" name="Google Shape;875;p5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D9D9D9"/>
              </a:solidFill>
              <a:ln>
                <a:noFill/>
              </a:ln>
            </p:spPr>
          </p:sp>
          <p:sp>
            <p:nvSpPr>
              <p:cNvPr id="877" name="Google Shape;877;p5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1"/>
              </a:solidFill>
              <a:ln>
                <a:noFill/>
              </a:ln>
            </p:spPr>
          </p:sp>
        </p:grpSp>
        <p:grpSp>
          <p:nvGrpSpPr>
            <p:cNvPr id="878" name="Google Shape;878;p58"/>
            <p:cNvGrpSpPr/>
            <p:nvPr/>
          </p:nvGrpSpPr>
          <p:grpSpPr>
            <a:xfrm>
              <a:off x="3685682" y="2845624"/>
              <a:ext cx="29311" cy="45055"/>
              <a:chOff x="3561536" y="2585450"/>
              <a:chExt cx="61539" cy="99045"/>
            </a:xfrm>
          </p:grpSpPr>
          <p:sp>
            <p:nvSpPr>
              <p:cNvPr id="879" name="Google Shape;879;p5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D9D9D9"/>
              </a:solidFill>
              <a:ln>
                <a:noFill/>
              </a:ln>
            </p:spPr>
          </p:sp>
        </p:grpSp>
        <p:grpSp>
          <p:nvGrpSpPr>
            <p:cNvPr id="881" name="Google Shape;881;p58"/>
            <p:cNvGrpSpPr/>
            <p:nvPr/>
          </p:nvGrpSpPr>
          <p:grpSpPr>
            <a:xfrm>
              <a:off x="3849905" y="2572252"/>
              <a:ext cx="74339" cy="119559"/>
              <a:chOff x="3906325" y="1984500"/>
              <a:chExt cx="156075" cy="262825"/>
            </a:xfrm>
          </p:grpSpPr>
          <p:sp>
            <p:nvSpPr>
              <p:cNvPr id="882" name="Google Shape;882;p5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D9D9D9"/>
              </a:solidFill>
              <a:ln>
                <a:noFill/>
              </a:ln>
            </p:spPr>
          </p:sp>
          <p:sp>
            <p:nvSpPr>
              <p:cNvPr id="883" name="Google Shape;883;p5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58"/>
            <p:cNvGrpSpPr/>
            <p:nvPr/>
          </p:nvGrpSpPr>
          <p:grpSpPr>
            <a:xfrm>
              <a:off x="2654821" y="2414345"/>
              <a:ext cx="667570" cy="558731"/>
              <a:chOff x="1397225" y="1637375"/>
              <a:chExt cx="1401575" cy="1228250"/>
            </a:xfrm>
          </p:grpSpPr>
          <p:sp>
            <p:nvSpPr>
              <p:cNvPr id="885" name="Google Shape;885;p5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D9D9D9"/>
              </a:solidFill>
              <a:ln>
                <a:noFill/>
              </a:ln>
            </p:spPr>
          </p:sp>
          <p:grpSp>
            <p:nvGrpSpPr>
              <p:cNvPr id="886" name="Google Shape;886;p58"/>
              <p:cNvGrpSpPr/>
              <p:nvPr/>
            </p:nvGrpSpPr>
            <p:grpSpPr>
              <a:xfrm>
                <a:off x="1397225" y="1637375"/>
                <a:ext cx="1398775" cy="1228250"/>
                <a:chOff x="1397225" y="1637375"/>
                <a:chExt cx="1398775" cy="1228250"/>
              </a:xfrm>
            </p:grpSpPr>
            <p:sp>
              <p:nvSpPr>
                <p:cNvPr id="887" name="Google Shape;887;p5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 name="Google Shape;889;p58"/>
            <p:cNvGrpSpPr/>
            <p:nvPr/>
          </p:nvGrpSpPr>
          <p:grpSpPr>
            <a:xfrm>
              <a:off x="3230417" y="3103734"/>
              <a:ext cx="282982" cy="280332"/>
              <a:chOff x="2605700" y="3152850"/>
              <a:chExt cx="594125" cy="616250"/>
            </a:xfrm>
          </p:grpSpPr>
          <p:sp>
            <p:nvSpPr>
              <p:cNvPr id="890" name="Google Shape;890;p5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D9D9D9"/>
              </a:solidFill>
              <a:ln>
                <a:noFill/>
              </a:ln>
            </p:spPr>
          </p:sp>
          <p:sp>
            <p:nvSpPr>
              <p:cNvPr id="891" name="Google Shape;891;p5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92" name="Google Shape;892;p58"/>
            <p:cNvGrpSpPr/>
            <p:nvPr/>
          </p:nvGrpSpPr>
          <p:grpSpPr>
            <a:xfrm>
              <a:off x="3265985" y="3226989"/>
              <a:ext cx="87151" cy="346202"/>
              <a:chOff x="2680375" y="3423800"/>
              <a:chExt cx="182975" cy="761050"/>
            </a:xfrm>
          </p:grpSpPr>
          <p:sp>
            <p:nvSpPr>
              <p:cNvPr id="893" name="Google Shape;893;p5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D9D9D9"/>
              </a:solidFill>
              <a:ln>
                <a:noFill/>
              </a:ln>
            </p:spPr>
          </p:sp>
          <p:sp>
            <p:nvSpPr>
              <p:cNvPr id="894" name="Google Shape;894;p5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8"/>
            <p:cNvGrpSpPr/>
            <p:nvPr/>
          </p:nvGrpSpPr>
          <p:grpSpPr>
            <a:xfrm>
              <a:off x="3855466" y="3289811"/>
              <a:ext cx="112514" cy="94210"/>
              <a:chOff x="3918000" y="3561900"/>
              <a:chExt cx="236225" cy="207100"/>
            </a:xfrm>
          </p:grpSpPr>
          <p:sp>
            <p:nvSpPr>
              <p:cNvPr id="896" name="Google Shape;896;p5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D9D9D9"/>
              </a:solidFill>
              <a:ln>
                <a:noFill/>
              </a:ln>
            </p:spPr>
          </p:sp>
          <p:sp>
            <p:nvSpPr>
              <p:cNvPr id="897" name="Google Shape;897;p5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 name="Google Shape;898;p5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901" name="Google Shape;901;p58"/>
            <p:cNvGrpSpPr/>
            <p:nvPr/>
          </p:nvGrpSpPr>
          <p:grpSpPr>
            <a:xfrm>
              <a:off x="2905224" y="2311071"/>
              <a:ext cx="596721" cy="528992"/>
              <a:chOff x="1922950" y="1410350"/>
              <a:chExt cx="1252825" cy="1162875"/>
            </a:xfrm>
          </p:grpSpPr>
          <p:sp>
            <p:nvSpPr>
              <p:cNvPr id="902" name="Google Shape;902;p5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918" name="Google Shape;918;p5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38" name="Google Shape;938;p5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39" name="Google Shape;939;p5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58"/>
            <p:cNvGrpSpPr/>
            <p:nvPr/>
          </p:nvGrpSpPr>
          <p:grpSpPr>
            <a:xfrm>
              <a:off x="3280929" y="3294542"/>
              <a:ext cx="109894" cy="272224"/>
              <a:chOff x="2711750" y="3572300"/>
              <a:chExt cx="230725" cy="598425"/>
            </a:xfrm>
          </p:grpSpPr>
          <p:sp>
            <p:nvSpPr>
              <p:cNvPr id="941" name="Google Shape;941;p5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 name="Google Shape;943;p5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58"/>
            <p:cNvGrpSpPr/>
            <p:nvPr/>
          </p:nvGrpSpPr>
          <p:grpSpPr>
            <a:xfrm>
              <a:off x="3790439" y="2408636"/>
              <a:ext cx="73017" cy="75684"/>
              <a:chOff x="3781475" y="1624825"/>
              <a:chExt cx="153300" cy="166375"/>
            </a:xfrm>
          </p:grpSpPr>
          <p:sp>
            <p:nvSpPr>
              <p:cNvPr id="945" name="Google Shape;945;p5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5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58"/>
            <p:cNvGrpSpPr/>
            <p:nvPr/>
          </p:nvGrpSpPr>
          <p:grpSpPr>
            <a:xfrm>
              <a:off x="4403342" y="3107749"/>
              <a:ext cx="316680" cy="101374"/>
              <a:chOff x="5068275" y="3161675"/>
              <a:chExt cx="664875" cy="222850"/>
            </a:xfrm>
          </p:grpSpPr>
          <p:sp>
            <p:nvSpPr>
              <p:cNvPr id="957" name="Google Shape;957;p5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 name="Google Shape;961;p5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 name="Google Shape;990;p58"/>
            <p:cNvGrpSpPr/>
            <p:nvPr/>
          </p:nvGrpSpPr>
          <p:grpSpPr>
            <a:xfrm>
              <a:off x="3697513" y="2707266"/>
              <a:ext cx="59549" cy="79733"/>
              <a:chOff x="3586375" y="2281300"/>
              <a:chExt cx="125025" cy="175275"/>
            </a:xfrm>
          </p:grpSpPr>
          <p:sp>
            <p:nvSpPr>
              <p:cNvPr id="991" name="Google Shape;991;p5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 name="Google Shape;993;p5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58"/>
            <p:cNvGrpSpPr/>
            <p:nvPr/>
          </p:nvGrpSpPr>
          <p:grpSpPr>
            <a:xfrm>
              <a:off x="4513224" y="3221724"/>
              <a:ext cx="274563" cy="280321"/>
              <a:chOff x="5298975" y="3412225"/>
              <a:chExt cx="576450" cy="616225"/>
            </a:xfrm>
          </p:grpSpPr>
          <p:sp>
            <p:nvSpPr>
              <p:cNvPr id="995" name="Google Shape;995;p5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96" name="Google Shape;996;p5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58"/>
            <p:cNvGrpSpPr/>
            <p:nvPr/>
          </p:nvGrpSpPr>
          <p:grpSpPr>
            <a:xfrm>
              <a:off x="4824403" y="3421846"/>
              <a:ext cx="110132" cy="130647"/>
              <a:chOff x="5952300" y="3852150"/>
              <a:chExt cx="231225" cy="287200"/>
            </a:xfrm>
          </p:grpSpPr>
          <p:sp>
            <p:nvSpPr>
              <p:cNvPr id="998" name="Google Shape;998;p5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5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8"/>
            <p:cNvSpPr/>
            <p:nvPr/>
          </p:nvSpPr>
          <p:spPr>
            <a:xfrm>
              <a:off x="4442708" y="2990191"/>
              <a:ext cx="762" cy="967"/>
            </a:xfrm>
            <a:custGeom>
              <a:rect b="b" l="l" r="r" t="t"/>
              <a:pathLst>
                <a:path extrusionOk="0" h="85" w="64">
                  <a:moveTo>
                    <a:pt x="63" y="85"/>
                  </a:moveTo>
                  <a:lnTo>
                    <a:pt x="1" y="1"/>
                  </a:lnTo>
                  <a:lnTo>
                    <a:pt x="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 name="Google Shape;1008;p58"/>
            <p:cNvGrpSpPr/>
            <p:nvPr/>
          </p:nvGrpSpPr>
          <p:grpSpPr>
            <a:xfrm>
              <a:off x="4295710" y="3079670"/>
              <a:ext cx="14968" cy="27135"/>
              <a:chOff x="4842300" y="3099950"/>
              <a:chExt cx="31425" cy="59650"/>
            </a:xfrm>
          </p:grpSpPr>
          <p:sp>
            <p:nvSpPr>
              <p:cNvPr id="1009" name="Google Shape;1009;p5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 name="Google Shape;1013;p5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58"/>
            <p:cNvGrpSpPr/>
            <p:nvPr/>
          </p:nvGrpSpPr>
          <p:grpSpPr>
            <a:xfrm>
              <a:off x="3831056" y="2816010"/>
              <a:ext cx="37378" cy="27612"/>
              <a:chOff x="3866750" y="2520350"/>
              <a:chExt cx="78475" cy="60700"/>
            </a:xfrm>
          </p:grpSpPr>
          <p:sp>
            <p:nvSpPr>
              <p:cNvPr id="1022" name="Google Shape;1022;p5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 name="Google Shape;1026;p5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43" name="Google Shape;1043;p5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55" name="Google Shape;1055;p5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 name="Google Shape;1068;p58"/>
            <p:cNvGrpSpPr/>
            <p:nvPr/>
          </p:nvGrpSpPr>
          <p:grpSpPr>
            <a:xfrm>
              <a:off x="3632736" y="3051591"/>
              <a:ext cx="63288" cy="45217"/>
              <a:chOff x="3450375" y="3038225"/>
              <a:chExt cx="132875" cy="99400"/>
            </a:xfrm>
          </p:grpSpPr>
          <p:sp>
            <p:nvSpPr>
              <p:cNvPr id="1069" name="Google Shape;1069;p5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 name="Google Shape;1071;p5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80" name="Google Shape;1080;p5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90" name="Google Shape;1090;p5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96" name="Google Shape;1096;p5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8"/>
            <p:cNvSpPr/>
            <p:nvPr/>
          </p:nvSpPr>
          <p:spPr>
            <a:xfrm>
              <a:off x="4036853" y="2853608"/>
              <a:ext cx="1250" cy="1205"/>
            </a:xfrm>
            <a:custGeom>
              <a:rect b="b" l="l" r="r" t="t"/>
              <a:pathLst>
                <a:path extrusionOk="0" fill="none" h="106" w="105">
                  <a:moveTo>
                    <a:pt x="105" y="105"/>
                  </a:moveTo>
                  <a:lnTo>
                    <a:pt x="0" y="1"/>
                  </a:lnTo>
                </a:path>
              </a:pathLst>
            </a:custGeom>
            <a:solidFill>
              <a:srgbClr val="D9D9D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 name="Google Shape;1106;p58"/>
          <p:cNvSpPr/>
          <p:nvPr/>
        </p:nvSpPr>
        <p:spPr>
          <a:xfrm>
            <a:off x="6072770" y="1970297"/>
            <a:ext cx="257100" cy="2571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8"/>
          <p:cNvSpPr/>
          <p:nvPr/>
        </p:nvSpPr>
        <p:spPr>
          <a:xfrm>
            <a:off x="6072770" y="3303813"/>
            <a:ext cx="257100" cy="257100"/>
          </a:xfrm>
          <a:prstGeom prst="diamond">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sp>
        <p:nvSpPr>
          <p:cNvPr id="1112" name="Google Shape;1112;p59"/>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1113" name="Google Shape;1113;p59"/>
          <p:cNvSpPr/>
          <p:nvPr/>
        </p:nvSpPr>
        <p:spPr>
          <a:xfrm>
            <a:off x="1619688" y="1800260"/>
            <a:ext cx="3079047" cy="1800125"/>
          </a:xfrm>
          <a:custGeom>
            <a:rect b="b" l="l" r="r" t="t"/>
            <a:pathLst>
              <a:path extrusionOk="0" h="92078" w="157496">
                <a:moveTo>
                  <a:pt x="46" y="1"/>
                </a:moveTo>
                <a:cubicBezTo>
                  <a:pt x="23" y="1"/>
                  <a:pt x="1" y="23"/>
                  <a:pt x="1" y="23"/>
                </a:cubicBezTo>
                <a:lnTo>
                  <a:pt x="1" y="92055"/>
                </a:lnTo>
                <a:cubicBezTo>
                  <a:pt x="1" y="92055"/>
                  <a:pt x="23" y="92078"/>
                  <a:pt x="46" y="92078"/>
                </a:cubicBezTo>
                <a:lnTo>
                  <a:pt x="157472" y="92078"/>
                </a:lnTo>
                <a:cubicBezTo>
                  <a:pt x="157495" y="92078"/>
                  <a:pt x="157495" y="92055"/>
                  <a:pt x="157495" y="92055"/>
                </a:cubicBezTo>
                <a:lnTo>
                  <a:pt x="157495" y="23"/>
                </a:lnTo>
                <a:cubicBezTo>
                  <a:pt x="157495" y="23"/>
                  <a:pt x="157495" y="1"/>
                  <a:pt x="1574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 name="Google Shape;1114;p59"/>
          <p:cNvGrpSpPr/>
          <p:nvPr/>
        </p:nvGrpSpPr>
        <p:grpSpPr>
          <a:xfrm>
            <a:off x="1479962" y="1610251"/>
            <a:ext cx="3367807" cy="2756151"/>
            <a:chOff x="1363600" y="1514925"/>
            <a:chExt cx="3600777" cy="2946495"/>
          </a:xfrm>
        </p:grpSpPr>
        <p:sp>
          <p:nvSpPr>
            <p:cNvPr id="1115" name="Google Shape;1115;p59"/>
            <p:cNvSpPr/>
            <p:nvPr/>
          </p:nvSpPr>
          <p:spPr>
            <a:xfrm>
              <a:off x="1363600" y="1514925"/>
              <a:ext cx="3600777" cy="2491635"/>
            </a:xfrm>
            <a:custGeom>
              <a:rect b="b" l="l" r="r" t="t"/>
              <a:pathLst>
                <a:path extrusionOk="0" h="119217" w="172286">
                  <a:moveTo>
                    <a:pt x="1940" y="0"/>
                  </a:moveTo>
                  <a:cubicBezTo>
                    <a:pt x="868" y="0"/>
                    <a:pt x="0" y="867"/>
                    <a:pt x="0" y="1940"/>
                  </a:cubicBezTo>
                  <a:lnTo>
                    <a:pt x="0" y="117253"/>
                  </a:lnTo>
                  <a:cubicBezTo>
                    <a:pt x="0" y="118349"/>
                    <a:pt x="868" y="119216"/>
                    <a:pt x="1940" y="119216"/>
                  </a:cubicBezTo>
                  <a:lnTo>
                    <a:pt x="170323" y="119216"/>
                  </a:lnTo>
                  <a:cubicBezTo>
                    <a:pt x="171396" y="119216"/>
                    <a:pt x="172286" y="118349"/>
                    <a:pt x="172286" y="117253"/>
                  </a:cubicBezTo>
                  <a:lnTo>
                    <a:pt x="172286" y="1940"/>
                  </a:lnTo>
                  <a:cubicBezTo>
                    <a:pt x="172286" y="867"/>
                    <a:pt x="171396" y="0"/>
                    <a:pt x="170323"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9"/>
            <p:cNvSpPr/>
            <p:nvPr/>
          </p:nvSpPr>
          <p:spPr>
            <a:xfrm>
              <a:off x="2742379" y="3900361"/>
              <a:ext cx="843440" cy="493763"/>
            </a:xfrm>
            <a:custGeom>
              <a:rect b="b" l="l" r="r" t="t"/>
              <a:pathLst>
                <a:path extrusionOk="0" h="23625" w="40356">
                  <a:moveTo>
                    <a:pt x="1849" y="0"/>
                  </a:moveTo>
                  <a:cubicBezTo>
                    <a:pt x="822" y="0"/>
                    <a:pt x="0" y="822"/>
                    <a:pt x="0" y="1849"/>
                  </a:cubicBezTo>
                  <a:lnTo>
                    <a:pt x="0" y="21776"/>
                  </a:lnTo>
                  <a:cubicBezTo>
                    <a:pt x="0" y="22803"/>
                    <a:pt x="822" y="23624"/>
                    <a:pt x="1849" y="23624"/>
                  </a:cubicBezTo>
                  <a:lnTo>
                    <a:pt x="38507" y="23624"/>
                  </a:lnTo>
                  <a:cubicBezTo>
                    <a:pt x="39511" y="23624"/>
                    <a:pt x="40356" y="22803"/>
                    <a:pt x="40356" y="21776"/>
                  </a:cubicBezTo>
                  <a:lnTo>
                    <a:pt x="40356" y="1849"/>
                  </a:lnTo>
                  <a:cubicBezTo>
                    <a:pt x="40356" y="822"/>
                    <a:pt x="39511" y="0"/>
                    <a:pt x="385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9"/>
            <p:cNvSpPr/>
            <p:nvPr/>
          </p:nvSpPr>
          <p:spPr>
            <a:xfrm>
              <a:off x="2742379" y="3981941"/>
              <a:ext cx="843440" cy="219931"/>
            </a:xfrm>
            <a:custGeom>
              <a:rect b="b" l="l" r="r" t="t"/>
              <a:pathLst>
                <a:path extrusionOk="0" h="10523" w="40356">
                  <a:moveTo>
                    <a:pt x="0" y="0"/>
                  </a:moveTo>
                  <a:lnTo>
                    <a:pt x="40356" y="10523"/>
                  </a:lnTo>
                  <a:lnTo>
                    <a:pt x="403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9"/>
            <p:cNvSpPr/>
            <p:nvPr/>
          </p:nvSpPr>
          <p:spPr>
            <a:xfrm>
              <a:off x="1363600" y="1514925"/>
              <a:ext cx="3600777" cy="2491635"/>
            </a:xfrm>
            <a:custGeom>
              <a:rect b="b" l="l" r="r" t="t"/>
              <a:pathLst>
                <a:path extrusionOk="0" h="119217" w="172286">
                  <a:moveTo>
                    <a:pt x="1940" y="0"/>
                  </a:moveTo>
                  <a:cubicBezTo>
                    <a:pt x="868" y="0"/>
                    <a:pt x="0" y="867"/>
                    <a:pt x="0" y="1940"/>
                  </a:cubicBezTo>
                  <a:lnTo>
                    <a:pt x="0" y="117253"/>
                  </a:lnTo>
                  <a:cubicBezTo>
                    <a:pt x="0" y="118349"/>
                    <a:pt x="868" y="119216"/>
                    <a:pt x="1940" y="119216"/>
                  </a:cubicBezTo>
                  <a:lnTo>
                    <a:pt x="170323" y="119216"/>
                  </a:lnTo>
                  <a:cubicBezTo>
                    <a:pt x="171396" y="119216"/>
                    <a:pt x="172286" y="118349"/>
                    <a:pt x="172286" y="117253"/>
                  </a:cubicBezTo>
                  <a:lnTo>
                    <a:pt x="172286" y="1940"/>
                  </a:lnTo>
                  <a:cubicBezTo>
                    <a:pt x="172286" y="867"/>
                    <a:pt x="171396" y="0"/>
                    <a:pt x="170323"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9"/>
            <p:cNvSpPr/>
            <p:nvPr/>
          </p:nvSpPr>
          <p:spPr>
            <a:xfrm>
              <a:off x="2070161" y="4365990"/>
              <a:ext cx="2228316" cy="95429"/>
            </a:xfrm>
            <a:custGeom>
              <a:rect b="b" l="l" r="r" t="t"/>
              <a:pathLst>
                <a:path extrusionOk="0" h="4566" w="106618">
                  <a:moveTo>
                    <a:pt x="708" y="1"/>
                  </a:moveTo>
                  <a:cubicBezTo>
                    <a:pt x="320" y="1"/>
                    <a:pt x="1" y="343"/>
                    <a:pt x="1" y="731"/>
                  </a:cubicBezTo>
                  <a:lnTo>
                    <a:pt x="1" y="3858"/>
                  </a:lnTo>
                  <a:cubicBezTo>
                    <a:pt x="1" y="4246"/>
                    <a:pt x="320" y="4566"/>
                    <a:pt x="708" y="4566"/>
                  </a:cubicBezTo>
                  <a:lnTo>
                    <a:pt x="105887" y="4566"/>
                  </a:lnTo>
                  <a:cubicBezTo>
                    <a:pt x="106298" y="4566"/>
                    <a:pt x="106618" y="4246"/>
                    <a:pt x="106618" y="3858"/>
                  </a:cubicBezTo>
                  <a:lnTo>
                    <a:pt x="106618" y="731"/>
                  </a:lnTo>
                  <a:cubicBezTo>
                    <a:pt x="106618" y="343"/>
                    <a:pt x="106298" y="1"/>
                    <a:pt x="10588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20" name="Google Shape;1120;p59"/>
          <p:cNvPicPr preferRelativeResize="0"/>
          <p:nvPr/>
        </p:nvPicPr>
        <p:blipFill rotWithShape="1">
          <a:blip r:embed="rId3">
            <a:alphaModFix/>
          </a:blip>
          <a:srcRect b="4879" l="1456" r="1446" t="0"/>
          <a:stretch/>
        </p:blipFill>
        <p:spPr>
          <a:xfrm>
            <a:off x="1619691" y="1796843"/>
            <a:ext cx="3078844" cy="1803419"/>
          </a:xfrm>
          <a:prstGeom prst="rect">
            <a:avLst/>
          </a:prstGeom>
          <a:noFill/>
          <a:ln>
            <a:noFill/>
          </a:ln>
        </p:spPr>
      </p:pic>
      <p:sp>
        <p:nvSpPr>
          <p:cNvPr id="1121" name="Google Shape;1121;p59"/>
          <p:cNvSpPr txBox="1"/>
          <p:nvPr>
            <p:ph idx="1" type="subTitle"/>
          </p:nvPr>
        </p:nvSpPr>
        <p:spPr>
          <a:xfrm>
            <a:off x="5441049" y="1976400"/>
            <a:ext cx="2628000" cy="1568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center it properly</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 name="Shape 1125"/>
        <p:cNvGrpSpPr/>
        <p:nvPr/>
      </p:nvGrpSpPr>
      <p:grpSpPr>
        <a:xfrm>
          <a:off x="0" y="0"/>
          <a:ext cx="0" cy="0"/>
          <a:chOff x="0" y="0"/>
          <a:chExt cx="0" cy="0"/>
        </a:xfrm>
      </p:grpSpPr>
      <p:sp>
        <p:nvSpPr>
          <p:cNvPr id="1126" name="Google Shape;1126;p60"/>
          <p:cNvSpPr txBox="1"/>
          <p:nvPr>
            <p:ph type="title"/>
          </p:nvPr>
        </p:nvSpPr>
        <p:spPr>
          <a:xfrm>
            <a:off x="2445375" y="230900"/>
            <a:ext cx="4251300" cy="13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127" name="Google Shape;1127;p60"/>
          <p:cNvSpPr txBox="1"/>
          <p:nvPr>
            <p:ph idx="1" type="subTitle"/>
          </p:nvPr>
        </p:nvSpPr>
        <p:spPr>
          <a:xfrm>
            <a:off x="2447275" y="1625125"/>
            <a:ext cx="4251300" cy="141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Roboto Condensed"/>
                <a:ea typeface="Roboto Condensed"/>
                <a:cs typeface="Roboto Condensed"/>
                <a:sym typeface="Roboto Condensed"/>
              </a:rPr>
              <a:t>Does anyone have any questions?</a:t>
            </a:r>
            <a:endParaRPr b="1" sz="1800">
              <a:solidFill>
                <a:schemeClr val="accent1"/>
              </a:solidFill>
              <a:latin typeface="Roboto Condensed"/>
              <a:ea typeface="Roboto Condensed"/>
              <a:cs typeface="Roboto Condensed"/>
              <a:sym typeface="Roboto Condensed"/>
            </a:endParaRPr>
          </a:p>
          <a:p>
            <a:pPr indent="0" lvl="0" marL="0" rtl="0" algn="ctr">
              <a:spcBef>
                <a:spcPts val="1600"/>
              </a:spcBef>
              <a:spcAft>
                <a:spcPts val="1600"/>
              </a:spcAft>
              <a:buNone/>
            </a:pPr>
            <a:r>
              <a:rPr lang="en">
                <a:solidFill>
                  <a:srgbClr val="000000"/>
                </a:solidFill>
              </a:rPr>
              <a:t>addyouremail@freepik.com</a:t>
            </a:r>
            <a:br>
              <a:rPr lang="en"/>
            </a:br>
            <a:r>
              <a:rPr lang="en"/>
              <a:t>+91 620 421 838</a:t>
            </a:r>
            <a:br>
              <a:rPr lang="en"/>
            </a:br>
            <a:r>
              <a:rPr lang="en"/>
              <a:t>yourcompany.com</a:t>
            </a:r>
            <a:endParaRPr/>
          </a:p>
        </p:txBody>
      </p:sp>
      <p:sp>
        <p:nvSpPr>
          <p:cNvPr id="1128" name="Google Shape;1128;p60"/>
          <p:cNvSpPr txBox="1"/>
          <p:nvPr>
            <p:ph idx="1" type="subTitle"/>
          </p:nvPr>
        </p:nvSpPr>
        <p:spPr>
          <a:xfrm>
            <a:off x="2447325" y="4335525"/>
            <a:ext cx="4251300" cy="37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rgbClr val="000000"/>
                </a:solidFill>
              </a:rPr>
              <a:t>Please keep this slide for attribution</a:t>
            </a:r>
            <a:endParaRPr sz="1100">
              <a:solidFill>
                <a:srgbClr val="000000"/>
              </a:solidFill>
            </a:endParaRPr>
          </a:p>
        </p:txBody>
      </p:sp>
      <p:grpSp>
        <p:nvGrpSpPr>
          <p:cNvPr id="1129" name="Google Shape;1129;p60"/>
          <p:cNvGrpSpPr/>
          <p:nvPr/>
        </p:nvGrpSpPr>
        <p:grpSpPr>
          <a:xfrm>
            <a:off x="3542327" y="3079306"/>
            <a:ext cx="630271" cy="630272"/>
            <a:chOff x="689850" y="398450"/>
            <a:chExt cx="4346700" cy="4346700"/>
          </a:xfrm>
        </p:grpSpPr>
        <p:sp>
          <p:nvSpPr>
            <p:cNvPr id="1130" name="Google Shape;1130;p60"/>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1131" name="Google Shape;1131;p60"/>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 name="Google Shape;1132;p60"/>
          <p:cNvGrpSpPr/>
          <p:nvPr/>
        </p:nvGrpSpPr>
        <p:grpSpPr>
          <a:xfrm>
            <a:off x="4256971" y="3079306"/>
            <a:ext cx="630271" cy="630272"/>
            <a:chOff x="689850" y="398450"/>
            <a:chExt cx="4346700" cy="4346700"/>
          </a:xfrm>
        </p:grpSpPr>
        <p:sp>
          <p:nvSpPr>
            <p:cNvPr id="1133" name="Google Shape;1133;p60"/>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1134" name="Google Shape;1134;p60"/>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60"/>
          <p:cNvGrpSpPr/>
          <p:nvPr/>
        </p:nvGrpSpPr>
        <p:grpSpPr>
          <a:xfrm>
            <a:off x="4971616" y="3079306"/>
            <a:ext cx="630271" cy="630272"/>
            <a:chOff x="689850" y="398450"/>
            <a:chExt cx="4346700" cy="4346700"/>
          </a:xfrm>
        </p:grpSpPr>
        <p:sp>
          <p:nvSpPr>
            <p:cNvPr id="1136" name="Google Shape;1136;p60"/>
            <p:cNvSpPr/>
            <p:nvPr/>
          </p:nvSpPr>
          <p:spPr>
            <a:xfrm>
              <a:off x="689850" y="398450"/>
              <a:ext cx="4346700" cy="43467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1137" name="Google Shape;1137;p60"/>
            <p:cNvSpPr/>
            <p:nvPr/>
          </p:nvSpPr>
          <p:spPr>
            <a:xfrm>
              <a:off x="1155002" y="863633"/>
              <a:ext cx="3416700" cy="3416700"/>
            </a:xfrm>
            <a:prstGeom prst="diamond">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60"/>
          <p:cNvGrpSpPr/>
          <p:nvPr/>
        </p:nvGrpSpPr>
        <p:grpSpPr>
          <a:xfrm>
            <a:off x="3765885" y="3302832"/>
            <a:ext cx="183117" cy="183107"/>
            <a:chOff x="266768" y="1721375"/>
            <a:chExt cx="397907" cy="397887"/>
          </a:xfrm>
        </p:grpSpPr>
        <p:sp>
          <p:nvSpPr>
            <p:cNvPr id="1139" name="Google Shape;1139;p6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60"/>
          <p:cNvGrpSpPr/>
          <p:nvPr/>
        </p:nvGrpSpPr>
        <p:grpSpPr>
          <a:xfrm>
            <a:off x="4480498" y="3302832"/>
            <a:ext cx="183098" cy="183107"/>
            <a:chOff x="864491" y="1723250"/>
            <a:chExt cx="397866" cy="397887"/>
          </a:xfrm>
        </p:grpSpPr>
        <p:sp>
          <p:nvSpPr>
            <p:cNvPr id="1142" name="Google Shape;1142;p6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60"/>
          <p:cNvGrpSpPr/>
          <p:nvPr/>
        </p:nvGrpSpPr>
        <p:grpSpPr>
          <a:xfrm>
            <a:off x="5195226" y="3303014"/>
            <a:ext cx="183050" cy="182742"/>
            <a:chOff x="2408992" y="1722875"/>
            <a:chExt cx="397761" cy="397093"/>
          </a:xfrm>
        </p:grpSpPr>
        <p:sp>
          <p:nvSpPr>
            <p:cNvPr id="1146" name="Google Shape;1146;p6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1" name="Shape 1151"/>
        <p:cNvGrpSpPr/>
        <p:nvPr/>
      </p:nvGrpSpPr>
      <p:grpSpPr>
        <a:xfrm>
          <a:off x="0" y="0"/>
          <a:ext cx="0" cy="0"/>
          <a:chOff x="0" y="0"/>
          <a:chExt cx="0" cy="0"/>
        </a:xfrm>
      </p:grpSpPr>
      <p:sp>
        <p:nvSpPr>
          <p:cNvPr id="1152" name="Google Shape;1152;p61"/>
          <p:cNvSpPr txBox="1"/>
          <p:nvPr>
            <p:ph idx="1" type="subTitle"/>
          </p:nvPr>
        </p:nvSpPr>
        <p:spPr>
          <a:xfrm>
            <a:off x="2225850" y="1260550"/>
            <a:ext cx="4692300" cy="33471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accent1"/>
              </a:buClr>
              <a:buSzPts val="1600"/>
              <a:buChar char="❖"/>
            </a:pPr>
            <a:r>
              <a:rPr lang="en">
                <a:solidFill>
                  <a:srgbClr val="000000"/>
                </a:solidFill>
                <a:uFill>
                  <a:noFill/>
                </a:uFill>
                <a:hlinkClick r:id="rId3"/>
              </a:rPr>
              <a:t>Doctor holding clipboard looking at camera</a:t>
            </a:r>
            <a:endParaRPr>
              <a:solidFill>
                <a:srgbClr val="000000"/>
              </a:solidFill>
            </a:endParaRPr>
          </a:p>
          <a:p>
            <a:pPr indent="-330200" lvl="0" marL="457200" rtl="0" algn="l">
              <a:spcBef>
                <a:spcPts val="0"/>
              </a:spcBef>
              <a:spcAft>
                <a:spcPts val="0"/>
              </a:spcAft>
              <a:buClr>
                <a:schemeClr val="accent1"/>
              </a:buClr>
              <a:buSzPts val="1600"/>
              <a:buChar char="❖"/>
            </a:pPr>
            <a:r>
              <a:rPr lang="en">
                <a:solidFill>
                  <a:srgbClr val="000000"/>
                </a:solidFill>
                <a:uFill>
                  <a:noFill/>
                </a:uFill>
                <a:hlinkClick r:id="rId4"/>
              </a:rPr>
              <a:t>Front view of doctor holding stethoscope</a:t>
            </a:r>
            <a:endParaRPr>
              <a:solidFill>
                <a:srgbClr val="000000"/>
              </a:solidFill>
            </a:endParaRPr>
          </a:p>
          <a:p>
            <a:pPr indent="-330200" lvl="0" marL="457200" rtl="0" algn="l">
              <a:spcBef>
                <a:spcPts val="0"/>
              </a:spcBef>
              <a:spcAft>
                <a:spcPts val="0"/>
              </a:spcAft>
              <a:buClr>
                <a:schemeClr val="accent1"/>
              </a:buClr>
              <a:buSzPts val="1600"/>
              <a:buChar char="❖"/>
            </a:pPr>
            <a:r>
              <a:rPr lang="en">
                <a:solidFill>
                  <a:srgbClr val="000000"/>
                </a:solidFill>
                <a:uFill>
                  <a:noFill/>
                </a:uFill>
                <a:hlinkClick r:id="rId5"/>
              </a:rPr>
              <a:t>Crop hand examining young patient</a:t>
            </a:r>
            <a:endParaRPr>
              <a:solidFill>
                <a:srgbClr val="000000"/>
              </a:solidFill>
            </a:endParaRPr>
          </a:p>
          <a:p>
            <a:pPr indent="-330200" lvl="0" marL="457200" rtl="0" algn="l">
              <a:spcBef>
                <a:spcPts val="0"/>
              </a:spcBef>
              <a:spcAft>
                <a:spcPts val="0"/>
              </a:spcAft>
              <a:buClr>
                <a:schemeClr val="accent1"/>
              </a:buClr>
              <a:buSzPts val="1600"/>
              <a:buChar char="❖"/>
            </a:pPr>
            <a:r>
              <a:rPr lang="en">
                <a:solidFill>
                  <a:srgbClr val="000000"/>
                </a:solidFill>
                <a:uFill>
                  <a:noFill/>
                </a:uFill>
                <a:hlinkClick r:id="rId6"/>
              </a:rPr>
              <a:t>Man with inhaler</a:t>
            </a:r>
            <a:endParaRPr>
              <a:solidFill>
                <a:srgbClr val="000000"/>
              </a:solidFill>
            </a:endParaRPr>
          </a:p>
          <a:p>
            <a:pPr indent="-317500" lvl="0" marL="457200" rtl="0" algn="l">
              <a:spcBef>
                <a:spcPts val="0"/>
              </a:spcBef>
              <a:spcAft>
                <a:spcPts val="0"/>
              </a:spcAft>
              <a:buClr>
                <a:schemeClr val="accent1"/>
              </a:buClr>
              <a:buSzPts val="1400"/>
              <a:buChar char="❖"/>
            </a:pPr>
            <a:r>
              <a:rPr lang="en">
                <a:solidFill>
                  <a:srgbClr val="000000"/>
                </a:solidFill>
                <a:uFill>
                  <a:noFill/>
                </a:uFill>
                <a:hlinkClick r:id="rId7"/>
              </a:rPr>
              <a:t>Side view of young woman coughing against gray background</a:t>
            </a:r>
            <a:endParaRPr>
              <a:solidFill>
                <a:srgbClr val="000000"/>
              </a:solidFill>
            </a:endParaRPr>
          </a:p>
          <a:p>
            <a:pPr indent="-317500" lvl="0" marL="457200" rtl="0" algn="l">
              <a:spcBef>
                <a:spcPts val="0"/>
              </a:spcBef>
              <a:spcAft>
                <a:spcPts val="0"/>
              </a:spcAft>
              <a:buClr>
                <a:schemeClr val="accent1"/>
              </a:buClr>
              <a:buSzPts val="1400"/>
              <a:buChar char="❖"/>
            </a:pPr>
            <a:r>
              <a:rPr lang="en">
                <a:solidFill>
                  <a:srgbClr val="000000"/>
                </a:solidFill>
                <a:uFill>
                  <a:noFill/>
                </a:uFill>
                <a:hlinkClick r:id="rId8"/>
              </a:rPr>
              <a:t>Medium shot doctor with breathing device</a:t>
            </a:r>
            <a:endParaRPr>
              <a:solidFill>
                <a:srgbClr val="000000"/>
              </a:solidFill>
            </a:endParaRPr>
          </a:p>
          <a:p>
            <a:pPr indent="-317500" lvl="0" marL="457200" rtl="0" algn="l">
              <a:spcBef>
                <a:spcPts val="0"/>
              </a:spcBef>
              <a:spcAft>
                <a:spcPts val="0"/>
              </a:spcAft>
              <a:buClr>
                <a:schemeClr val="accent1"/>
              </a:buClr>
              <a:buSzPts val="1400"/>
              <a:buChar char="❖"/>
            </a:pPr>
            <a:r>
              <a:rPr lang="en">
                <a:solidFill>
                  <a:srgbClr val="000000"/>
                </a:solidFill>
                <a:uFill>
                  <a:noFill/>
                </a:uFill>
                <a:hlinkClick r:id="rId9"/>
              </a:rPr>
              <a:t>Front view of doctor with medical mask posing with crossed arms</a:t>
            </a:r>
            <a:endParaRPr>
              <a:solidFill>
                <a:srgbClr val="000000"/>
              </a:solidFill>
            </a:endParaRPr>
          </a:p>
          <a:p>
            <a:pPr indent="-317500" lvl="0" marL="457200" rtl="0" algn="l">
              <a:spcBef>
                <a:spcPts val="0"/>
              </a:spcBef>
              <a:spcAft>
                <a:spcPts val="0"/>
              </a:spcAft>
              <a:buClr>
                <a:schemeClr val="accent1"/>
              </a:buClr>
              <a:buSzPts val="1400"/>
              <a:buChar char="❖"/>
            </a:pPr>
            <a:r>
              <a:rPr lang="en">
                <a:solidFill>
                  <a:srgbClr val="000000"/>
                </a:solidFill>
                <a:uFill>
                  <a:noFill/>
                </a:uFill>
                <a:hlinkClick r:id="rId10"/>
              </a:rPr>
              <a:t>Front view of doctor pointing at coronavirus test on his notepad</a:t>
            </a:r>
            <a:endParaRPr>
              <a:solidFill>
                <a:srgbClr val="000000"/>
              </a:solidFill>
            </a:endParaRPr>
          </a:p>
          <a:p>
            <a:pPr indent="-330200" lvl="0" marL="457200" rtl="0" algn="l">
              <a:spcBef>
                <a:spcPts val="0"/>
              </a:spcBef>
              <a:spcAft>
                <a:spcPts val="0"/>
              </a:spcAft>
              <a:buClr>
                <a:schemeClr val="accent1"/>
              </a:buClr>
              <a:buSzPts val="1600"/>
              <a:buChar char="❖"/>
            </a:pPr>
            <a:r>
              <a:rPr lang="en">
                <a:solidFill>
                  <a:srgbClr val="000000"/>
                </a:solidFill>
                <a:uFill>
                  <a:noFill/>
                </a:uFill>
                <a:hlinkClick r:id="rId11"/>
              </a:rPr>
              <a:t>Overhead view of medical desk with succulent plant and wireless keyboard on green surface</a:t>
            </a:r>
            <a:endParaRPr>
              <a:solidFill>
                <a:srgbClr val="000000"/>
              </a:solidFill>
            </a:endParaRPr>
          </a:p>
        </p:txBody>
      </p:sp>
      <p:sp>
        <p:nvSpPr>
          <p:cNvPr id="1153" name="Google Shape;1153;p61"/>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lang="en"/>
              <a:t>Resources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62"/>
          <p:cNvSpPr txBox="1"/>
          <p:nvPr>
            <p:ph type="title"/>
          </p:nvPr>
        </p:nvSpPr>
        <p:spPr>
          <a:xfrm>
            <a:off x="311700" y="365160"/>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159" name="Google Shape;1159;p62"/>
          <p:cNvSpPr txBox="1"/>
          <p:nvPr>
            <p:ph idx="4294967295" type="subTitle"/>
          </p:nvPr>
        </p:nvSpPr>
        <p:spPr>
          <a:xfrm>
            <a:off x="4655300" y="2422928"/>
            <a:ext cx="3498300" cy="2032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3"/>
              </a:rPr>
              <a:t>Beautiful doctor holding a folder with copy space</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4"/>
              </a:rPr>
              <a:t>Beautiful female doctor holding pills</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5"/>
              </a:rPr>
              <a:t>Portrait of nurse wearing medical mask and gloves</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6"/>
              </a:rPr>
              <a:t>Doctor woman holding clipboard</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7"/>
              </a:rPr>
              <a:t>Doctor at desk holding out his hand</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8"/>
              </a:rPr>
              <a:t>Doctor holding stethoscope</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9"/>
              </a:rPr>
              <a:t>Doctor in mask examining patient</a:t>
            </a:r>
            <a:endParaRPr sz="1400">
              <a:solidFill>
                <a:srgbClr val="000000"/>
              </a:solidFill>
            </a:endParaRPr>
          </a:p>
        </p:txBody>
      </p:sp>
      <p:sp>
        <p:nvSpPr>
          <p:cNvPr id="1160" name="Google Shape;1160;p62"/>
          <p:cNvSpPr txBox="1"/>
          <p:nvPr>
            <p:ph idx="4294967295" type="subTitle"/>
          </p:nvPr>
        </p:nvSpPr>
        <p:spPr>
          <a:xfrm>
            <a:off x="1134451" y="2772625"/>
            <a:ext cx="3368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a:solidFill>
                  <a:schemeClr val="accent1"/>
                </a:solidFill>
                <a:latin typeface="Roboto Condensed"/>
                <a:ea typeface="Roboto Condensed"/>
                <a:cs typeface="Roboto Condensed"/>
                <a:sym typeface="Roboto Condensed"/>
              </a:rPr>
              <a:t>Photos</a:t>
            </a:r>
            <a:endParaRPr b="1">
              <a:solidFill>
                <a:schemeClr val="accent1"/>
              </a:solidFill>
              <a:latin typeface="Roboto Condensed"/>
              <a:ea typeface="Roboto Condensed"/>
              <a:cs typeface="Roboto Condensed"/>
              <a:sym typeface="Roboto Condensed"/>
            </a:endParaRPr>
          </a:p>
        </p:txBody>
      </p:sp>
      <p:sp>
        <p:nvSpPr>
          <p:cNvPr id="1161" name="Google Shape;1161;p62"/>
          <p:cNvSpPr txBox="1"/>
          <p:nvPr>
            <p:ph idx="4294967295" type="subTitle"/>
          </p:nvPr>
        </p:nvSpPr>
        <p:spPr>
          <a:xfrm>
            <a:off x="1134451" y="1235300"/>
            <a:ext cx="3368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a:solidFill>
                  <a:schemeClr val="accent1"/>
                </a:solidFill>
                <a:latin typeface="Roboto Condensed"/>
                <a:ea typeface="Roboto Condensed"/>
                <a:cs typeface="Roboto Condensed"/>
                <a:sym typeface="Roboto Condensed"/>
              </a:rPr>
              <a:t>Vectors</a:t>
            </a:r>
            <a:endParaRPr b="1">
              <a:solidFill>
                <a:schemeClr val="accent1"/>
              </a:solidFill>
              <a:latin typeface="Roboto Condensed"/>
              <a:ea typeface="Roboto Condensed"/>
              <a:cs typeface="Roboto Condensed"/>
              <a:sym typeface="Roboto Condensed"/>
            </a:endParaRPr>
          </a:p>
        </p:txBody>
      </p:sp>
      <p:sp>
        <p:nvSpPr>
          <p:cNvPr id="1162" name="Google Shape;1162;p62"/>
          <p:cNvSpPr txBox="1"/>
          <p:nvPr>
            <p:ph idx="4294967295" type="subTitle"/>
          </p:nvPr>
        </p:nvSpPr>
        <p:spPr>
          <a:xfrm>
            <a:off x="1062200" y="1755575"/>
            <a:ext cx="3440700" cy="895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10"/>
              </a:rPr>
              <a:t>Business card template</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11"/>
              </a:rPr>
              <a:t>Appointment booking with calendar and desk computer</a:t>
            </a:r>
            <a:endParaRPr sz="1400">
              <a:solidFill>
                <a:srgbClr val="000000"/>
              </a:solidFill>
            </a:endParaRPr>
          </a:p>
        </p:txBody>
      </p:sp>
      <p:sp>
        <p:nvSpPr>
          <p:cNvPr id="1163" name="Google Shape;1163;p62"/>
          <p:cNvSpPr txBox="1"/>
          <p:nvPr>
            <p:ph idx="4294967295" type="subTitle"/>
          </p:nvPr>
        </p:nvSpPr>
        <p:spPr>
          <a:xfrm>
            <a:off x="1062200" y="3294725"/>
            <a:ext cx="3440700" cy="11610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12"/>
              </a:rPr>
              <a:t>Man using asthma inhaler</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13"/>
              </a:rPr>
              <a:t>Close-up of a male hand holding broken cigarette</a:t>
            </a:r>
            <a:endParaRPr sz="1400">
              <a:solidFill>
                <a:srgbClr val="000000"/>
              </a:solidFill>
            </a:endParaRPr>
          </a:p>
          <a:p>
            <a:pPr indent="-317500" lvl="0" marL="457200" rtl="0" algn="l">
              <a:spcBef>
                <a:spcPts val="0"/>
              </a:spcBef>
              <a:spcAft>
                <a:spcPts val="0"/>
              </a:spcAft>
              <a:buClr>
                <a:schemeClr val="accent1"/>
              </a:buClr>
              <a:buSzPts val="1400"/>
              <a:buChar char="❖"/>
            </a:pPr>
            <a:r>
              <a:rPr lang="en" sz="1400">
                <a:solidFill>
                  <a:srgbClr val="000000"/>
                </a:solidFill>
                <a:uFill>
                  <a:noFill/>
                </a:uFill>
                <a:hlinkClick r:id="rId14"/>
              </a:rPr>
              <a:t>Close-up colourful pills spilled from plastic bottle</a:t>
            </a:r>
            <a:endParaRPr sz="1400">
              <a:solidFill>
                <a:srgbClr val="000000"/>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7" name="Shape 1167"/>
        <p:cNvGrpSpPr/>
        <p:nvPr/>
      </p:nvGrpSpPr>
      <p:grpSpPr>
        <a:xfrm>
          <a:off x="0" y="0"/>
          <a:ext cx="0" cy="0"/>
          <a:chOff x="0" y="0"/>
          <a:chExt cx="0" cy="0"/>
        </a:xfrm>
      </p:grpSpPr>
      <p:sp>
        <p:nvSpPr>
          <p:cNvPr id="1168" name="Google Shape;1168;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169" name="Google Shape;1169;p6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70" name="Google Shape;1170;p6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4" name="Shape 1174"/>
        <p:cNvGrpSpPr/>
        <p:nvPr/>
      </p:nvGrpSpPr>
      <p:grpSpPr>
        <a:xfrm>
          <a:off x="0" y="0"/>
          <a:ext cx="0" cy="0"/>
          <a:chOff x="0" y="0"/>
          <a:chExt cx="0" cy="0"/>
        </a:xfrm>
      </p:grpSpPr>
      <p:sp>
        <p:nvSpPr>
          <p:cNvPr id="1175" name="Google Shape;1175;p6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176" name="Google Shape;1176;p6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77" name="Google Shape;1177;p6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Roboto </a:t>
            </a:r>
            <a:r>
              <a:rPr b="1" lang="en">
                <a:solidFill>
                  <a:schemeClr val="lt1"/>
                </a:solidFill>
                <a:latin typeface="Arial"/>
                <a:ea typeface="Arial"/>
                <a:cs typeface="Arial"/>
                <a:sym typeface="Arial"/>
              </a:rPr>
              <a:t>Condensed</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rPr>
              <a:t>https://fonts.google.com/specimen/Roboto+Condensed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178" name="Google Shape;1178;p64"/>
          <p:cNvSpPr/>
          <p:nvPr/>
        </p:nvSpPr>
        <p:spPr>
          <a:xfrm>
            <a:off x="2583563" y="3498875"/>
            <a:ext cx="791400" cy="754200"/>
          </a:xfrm>
          <a:prstGeom prst="roundRect">
            <a:avLst>
              <a:gd fmla="val 16667" name="adj"/>
            </a:avLst>
          </a:prstGeom>
          <a:solidFill>
            <a:srgbClr val="8BCF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4"/>
          <p:cNvSpPr/>
          <p:nvPr/>
        </p:nvSpPr>
        <p:spPr>
          <a:xfrm>
            <a:off x="3645382" y="3498875"/>
            <a:ext cx="791400" cy="754200"/>
          </a:xfrm>
          <a:prstGeom prst="roundRect">
            <a:avLst>
              <a:gd fmla="val 16667" name="adj"/>
            </a:avLst>
          </a:prstGeom>
          <a:solidFill>
            <a:srgbClr val="5FC1A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4"/>
          <p:cNvSpPr/>
          <p:nvPr/>
        </p:nvSpPr>
        <p:spPr>
          <a:xfrm>
            <a:off x="4707202"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4"/>
          <p:cNvSpPr/>
          <p:nvPr/>
        </p:nvSpPr>
        <p:spPr>
          <a:xfrm>
            <a:off x="1521738" y="3498875"/>
            <a:ext cx="791400" cy="754200"/>
          </a:xfrm>
          <a:prstGeom prst="roundRect">
            <a:avLst>
              <a:gd fmla="val 16667" name="adj"/>
            </a:avLst>
          </a:prstGeom>
          <a:solidFill>
            <a:srgbClr val="A5D9D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4"/>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#8bcfc2</a:t>
            </a:r>
            <a:endParaRPr sz="1000">
              <a:solidFill>
                <a:srgbClr val="FFFFFF"/>
              </a:solidFill>
            </a:endParaRPr>
          </a:p>
        </p:txBody>
      </p:sp>
      <p:sp>
        <p:nvSpPr>
          <p:cNvPr id="1183" name="Google Shape;1183;p64"/>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#5fc1aa</a:t>
            </a:r>
            <a:endParaRPr sz="1000">
              <a:solidFill>
                <a:srgbClr val="FFFFFF"/>
              </a:solidFill>
            </a:endParaRPr>
          </a:p>
        </p:txBody>
      </p:sp>
      <p:sp>
        <p:nvSpPr>
          <p:cNvPr id="1184" name="Google Shape;1184;p64"/>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#f3f3f3</a:t>
            </a:r>
            <a:endParaRPr sz="1000">
              <a:solidFill>
                <a:schemeClr val="dk2"/>
              </a:solidFill>
            </a:endParaRPr>
          </a:p>
        </p:txBody>
      </p:sp>
      <p:sp>
        <p:nvSpPr>
          <p:cNvPr id="1185" name="Google Shape;1185;p64"/>
          <p:cNvSpPr txBox="1"/>
          <p:nvPr/>
        </p:nvSpPr>
        <p:spPr>
          <a:xfrm>
            <a:off x="15217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#a5d9d0</a:t>
            </a:r>
            <a:endParaRPr sz="1000">
              <a:solidFill>
                <a:srgbClr val="FFFFFF"/>
              </a:solidFill>
            </a:endParaRPr>
          </a:p>
        </p:txBody>
      </p:sp>
      <p:sp>
        <p:nvSpPr>
          <p:cNvPr id="1186" name="Google Shape;1186;p64"/>
          <p:cNvSpPr/>
          <p:nvPr/>
        </p:nvSpPr>
        <p:spPr>
          <a:xfrm>
            <a:off x="5769027" y="3498875"/>
            <a:ext cx="791400" cy="754200"/>
          </a:xfrm>
          <a:prstGeom prst="roundRect">
            <a:avLst>
              <a:gd fmla="val 16667" name="adj"/>
            </a:avLst>
          </a:prstGeom>
          <a:solidFill>
            <a:srgbClr val="E3E3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4"/>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#e3e3e3</a:t>
            </a:r>
            <a:endParaRPr sz="1000">
              <a:solidFill>
                <a:schemeClr val="dk2"/>
              </a:solidFill>
            </a:endParaRPr>
          </a:p>
        </p:txBody>
      </p:sp>
      <p:sp>
        <p:nvSpPr>
          <p:cNvPr id="1188" name="Google Shape;1188;p64"/>
          <p:cNvSpPr/>
          <p:nvPr/>
        </p:nvSpPr>
        <p:spPr>
          <a:xfrm>
            <a:off x="6830852" y="3498875"/>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4"/>
          <p:cNvSpPr txBox="1"/>
          <p:nvPr/>
        </p:nvSpPr>
        <p:spPr>
          <a:xfrm>
            <a:off x="68308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#d9d9d9</a:t>
            </a:r>
            <a:endParaRPr sz="1000">
              <a:solidFill>
                <a:schemeClr val="dk2"/>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3" name="Shape 1193"/>
        <p:cNvGrpSpPr/>
        <p:nvPr/>
      </p:nvGrpSpPr>
      <p:grpSpPr>
        <a:xfrm>
          <a:off x="0" y="0"/>
          <a:ext cx="0" cy="0"/>
          <a:chOff x="0" y="0"/>
          <a:chExt cx="0" cy="0"/>
        </a:xfrm>
      </p:grpSpPr>
      <p:pic>
        <p:nvPicPr>
          <p:cNvPr id="1194" name="Google Shape;1194;p65"/>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1195" name="Google Shape;1195;p65"/>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196" name="Google Shape;1196;p65"/>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4"/>
              </a:rPr>
              <a:t>How it Works.</a:t>
            </a:r>
            <a:endParaRPr>
              <a:solidFill>
                <a:srgbClr val="869FB2"/>
              </a:solidFill>
              <a:latin typeface="Arial"/>
              <a:ea typeface="Arial"/>
              <a:cs typeface="Arial"/>
              <a:sym typeface="Arial"/>
            </a:endParaRPr>
          </a:p>
        </p:txBody>
      </p:sp>
      <p:sp>
        <p:nvSpPr>
          <p:cNvPr id="1197" name="Google Shape;1197;p65"/>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rPr>
              <a:t>Pana</a:t>
            </a:r>
            <a:endParaRPr sz="1400">
              <a:solidFill>
                <a:srgbClr val="869FB2"/>
              </a:solidFill>
              <a:latin typeface="Arial"/>
              <a:ea typeface="Arial"/>
              <a:cs typeface="Arial"/>
              <a:sym typeface="Arial"/>
            </a:endParaRPr>
          </a:p>
        </p:txBody>
      </p:sp>
      <p:sp>
        <p:nvSpPr>
          <p:cNvPr id="1198" name="Google Shape;1198;p65"/>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rPr>
              <a:t>Amico</a:t>
            </a:r>
            <a:endParaRPr sz="1400">
              <a:solidFill>
                <a:srgbClr val="869FB2"/>
              </a:solidFill>
              <a:latin typeface="Arial"/>
              <a:ea typeface="Arial"/>
              <a:cs typeface="Arial"/>
              <a:sym typeface="Arial"/>
            </a:endParaRPr>
          </a:p>
        </p:txBody>
      </p:sp>
      <p:sp>
        <p:nvSpPr>
          <p:cNvPr id="1199" name="Google Shape;1199;p65"/>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rPr>
              <a:t>Bro</a:t>
            </a:r>
            <a:endParaRPr sz="1400">
              <a:solidFill>
                <a:srgbClr val="869FB2"/>
              </a:solidFill>
              <a:latin typeface="Arial"/>
              <a:ea typeface="Arial"/>
              <a:cs typeface="Arial"/>
              <a:sym typeface="Arial"/>
            </a:endParaRPr>
          </a:p>
        </p:txBody>
      </p:sp>
      <p:sp>
        <p:nvSpPr>
          <p:cNvPr id="1200" name="Google Shape;1200;p65"/>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rPr>
              <a:t>Rafiki</a:t>
            </a:r>
            <a:endParaRPr sz="1400">
              <a:solidFill>
                <a:srgbClr val="869FB2"/>
              </a:solidFill>
              <a:latin typeface="Arial"/>
              <a:ea typeface="Arial"/>
              <a:cs typeface="Arial"/>
              <a:sym typeface="Arial"/>
            </a:endParaRPr>
          </a:p>
        </p:txBody>
      </p:sp>
      <p:pic>
        <p:nvPicPr>
          <p:cNvPr id="1201" name="Google Shape;1201;p65"/>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1202" name="Google Shape;1202;p65"/>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1203" name="Google Shape;1203;p65"/>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7" name="Shape 1207"/>
        <p:cNvGrpSpPr/>
        <p:nvPr/>
      </p:nvGrpSpPr>
      <p:grpSpPr>
        <a:xfrm>
          <a:off x="0" y="0"/>
          <a:ext cx="0" cy="0"/>
          <a:chOff x="0" y="0"/>
          <a:chExt cx="0" cy="0"/>
        </a:xfrm>
      </p:grpSpPr>
      <p:sp>
        <p:nvSpPr>
          <p:cNvPr id="1208" name="Google Shape;1208;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209" name="Google Shape;1209;p6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210" name="Google Shape;1210;p66"/>
          <p:cNvGrpSpPr/>
          <p:nvPr/>
        </p:nvGrpSpPr>
        <p:grpSpPr>
          <a:xfrm>
            <a:off x="5082708" y="3095784"/>
            <a:ext cx="442841" cy="514271"/>
            <a:chOff x="4727025" y="1332775"/>
            <a:chExt cx="59900" cy="69625"/>
          </a:xfrm>
        </p:grpSpPr>
        <p:sp>
          <p:nvSpPr>
            <p:cNvPr id="1211" name="Google Shape;1211;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66"/>
          <p:cNvGrpSpPr/>
          <p:nvPr/>
        </p:nvGrpSpPr>
        <p:grpSpPr>
          <a:xfrm>
            <a:off x="5758025" y="2343272"/>
            <a:ext cx="500909" cy="500899"/>
            <a:chOff x="4820425" y="1329900"/>
            <a:chExt cx="70175" cy="70350"/>
          </a:xfrm>
        </p:grpSpPr>
        <p:sp>
          <p:nvSpPr>
            <p:cNvPr id="1214" name="Google Shape;1214;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66"/>
          <p:cNvGrpSpPr/>
          <p:nvPr/>
        </p:nvGrpSpPr>
        <p:grpSpPr>
          <a:xfrm>
            <a:off x="6410648" y="2355062"/>
            <a:ext cx="538135" cy="493119"/>
            <a:chOff x="4903200" y="1331525"/>
            <a:chExt cx="73575" cy="67425"/>
          </a:xfrm>
        </p:grpSpPr>
        <p:sp>
          <p:nvSpPr>
            <p:cNvPr id="1219" name="Google Shape;1219;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20" name="Google Shape;1220;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66"/>
          <p:cNvGrpSpPr/>
          <p:nvPr/>
        </p:nvGrpSpPr>
        <p:grpSpPr>
          <a:xfrm>
            <a:off x="5670599" y="3097040"/>
            <a:ext cx="544563" cy="511895"/>
            <a:chOff x="4815575" y="1416800"/>
            <a:chExt cx="73750" cy="71400"/>
          </a:xfrm>
        </p:grpSpPr>
        <p:sp>
          <p:nvSpPr>
            <p:cNvPr id="1222" name="Google Shape;1222;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66"/>
          <p:cNvGrpSpPr/>
          <p:nvPr/>
        </p:nvGrpSpPr>
        <p:grpSpPr>
          <a:xfrm>
            <a:off x="6367224" y="3096746"/>
            <a:ext cx="602914" cy="512477"/>
            <a:chOff x="4902475" y="1418875"/>
            <a:chExt cx="74500" cy="63775"/>
          </a:xfrm>
        </p:grpSpPr>
        <p:sp>
          <p:nvSpPr>
            <p:cNvPr id="1226" name="Google Shape;1226;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66"/>
          <p:cNvGrpSpPr/>
          <p:nvPr/>
        </p:nvGrpSpPr>
        <p:grpSpPr>
          <a:xfrm>
            <a:off x="5783096" y="3835985"/>
            <a:ext cx="515391" cy="525699"/>
            <a:chOff x="4818100" y="1507675"/>
            <a:chExt cx="71225" cy="71625"/>
          </a:xfrm>
        </p:grpSpPr>
        <p:sp>
          <p:nvSpPr>
            <p:cNvPr id="1229" name="Google Shape;1229;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66"/>
          <p:cNvGrpSpPr/>
          <p:nvPr/>
        </p:nvGrpSpPr>
        <p:grpSpPr>
          <a:xfrm>
            <a:off x="5121199" y="3857517"/>
            <a:ext cx="522956" cy="489869"/>
            <a:chOff x="4721450" y="1509475"/>
            <a:chExt cx="79350" cy="74325"/>
          </a:xfrm>
        </p:grpSpPr>
        <p:sp>
          <p:nvSpPr>
            <p:cNvPr id="1234" name="Google Shape;1234;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66"/>
          <p:cNvGrpSpPr/>
          <p:nvPr/>
        </p:nvGrpSpPr>
        <p:grpSpPr>
          <a:xfrm>
            <a:off x="6444441" y="3837269"/>
            <a:ext cx="525704" cy="535436"/>
            <a:chOff x="4906800" y="1507500"/>
            <a:chExt cx="70350" cy="71075"/>
          </a:xfrm>
        </p:grpSpPr>
        <p:sp>
          <p:nvSpPr>
            <p:cNvPr id="1239" name="Google Shape;1239;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66"/>
          <p:cNvGrpSpPr/>
          <p:nvPr/>
        </p:nvGrpSpPr>
        <p:grpSpPr>
          <a:xfrm>
            <a:off x="4477263" y="2343250"/>
            <a:ext cx="508054" cy="508095"/>
            <a:chOff x="3736598" y="2170606"/>
            <a:chExt cx="404889" cy="404889"/>
          </a:xfrm>
        </p:grpSpPr>
        <p:sp>
          <p:nvSpPr>
            <p:cNvPr id="1245" name="Google Shape;1245;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66"/>
          <p:cNvGrpSpPr/>
          <p:nvPr/>
        </p:nvGrpSpPr>
        <p:grpSpPr>
          <a:xfrm>
            <a:off x="3765303" y="2343345"/>
            <a:ext cx="575790" cy="507904"/>
            <a:chOff x="3161917" y="2170682"/>
            <a:chExt cx="458870" cy="404737"/>
          </a:xfrm>
        </p:grpSpPr>
        <p:sp>
          <p:nvSpPr>
            <p:cNvPr id="1250" name="Google Shape;1250;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51" name="Google Shape;1251;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66"/>
          <p:cNvGrpSpPr/>
          <p:nvPr/>
        </p:nvGrpSpPr>
        <p:grpSpPr>
          <a:xfrm>
            <a:off x="3792833" y="3103717"/>
            <a:ext cx="520730" cy="498567"/>
            <a:chOff x="3179914" y="2889488"/>
            <a:chExt cx="422876" cy="404911"/>
          </a:xfrm>
        </p:grpSpPr>
        <p:sp>
          <p:nvSpPr>
            <p:cNvPr id="1254" name="Google Shape;1254;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66"/>
          <p:cNvGrpSpPr/>
          <p:nvPr/>
        </p:nvGrpSpPr>
        <p:grpSpPr>
          <a:xfrm>
            <a:off x="4421513" y="3103677"/>
            <a:ext cx="516145" cy="498648"/>
            <a:chOff x="3729467" y="2889422"/>
            <a:chExt cx="419153" cy="404977"/>
          </a:xfrm>
        </p:grpSpPr>
        <p:sp>
          <p:nvSpPr>
            <p:cNvPr id="1261" name="Google Shape;1261;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 name="Google Shape;1268;p6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 name="Google Shape;1272;p66"/>
          <p:cNvGrpSpPr/>
          <p:nvPr/>
        </p:nvGrpSpPr>
        <p:grpSpPr>
          <a:xfrm>
            <a:off x="7141841" y="2550562"/>
            <a:ext cx="166473" cy="141497"/>
            <a:chOff x="4660325" y="1866850"/>
            <a:chExt cx="68350" cy="58100"/>
          </a:xfrm>
        </p:grpSpPr>
        <p:sp>
          <p:nvSpPr>
            <p:cNvPr id="1273" name="Google Shape;1273;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66"/>
          <p:cNvGrpSpPr/>
          <p:nvPr/>
        </p:nvGrpSpPr>
        <p:grpSpPr>
          <a:xfrm>
            <a:off x="7451186" y="2576286"/>
            <a:ext cx="162515" cy="90049"/>
            <a:chOff x="4791775" y="1877500"/>
            <a:chExt cx="66725" cy="36975"/>
          </a:xfrm>
        </p:grpSpPr>
        <p:sp>
          <p:nvSpPr>
            <p:cNvPr id="1276" name="Google Shape;1276;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66"/>
          <p:cNvGrpSpPr/>
          <p:nvPr/>
        </p:nvGrpSpPr>
        <p:grpSpPr>
          <a:xfrm>
            <a:off x="7772899" y="2576286"/>
            <a:ext cx="144979" cy="90049"/>
            <a:chOff x="4923925" y="1877500"/>
            <a:chExt cx="59525" cy="36975"/>
          </a:xfrm>
        </p:grpSpPr>
        <p:sp>
          <p:nvSpPr>
            <p:cNvPr id="1279" name="Google Shape;1279;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66"/>
          <p:cNvGrpSpPr/>
          <p:nvPr/>
        </p:nvGrpSpPr>
        <p:grpSpPr>
          <a:xfrm>
            <a:off x="8067390" y="2558477"/>
            <a:ext cx="141447" cy="125667"/>
            <a:chOff x="5058450" y="1870100"/>
            <a:chExt cx="58075" cy="51600"/>
          </a:xfrm>
        </p:grpSpPr>
        <p:sp>
          <p:nvSpPr>
            <p:cNvPr id="1282" name="Google Shape;1282;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66"/>
          <p:cNvGrpSpPr/>
          <p:nvPr/>
        </p:nvGrpSpPr>
        <p:grpSpPr>
          <a:xfrm>
            <a:off x="7481905" y="2980885"/>
            <a:ext cx="101077" cy="107645"/>
            <a:chOff x="4811425" y="2065025"/>
            <a:chExt cx="41500" cy="44200"/>
          </a:xfrm>
        </p:grpSpPr>
        <p:sp>
          <p:nvSpPr>
            <p:cNvPr id="1285" name="Google Shape;1285;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66"/>
          <p:cNvGrpSpPr/>
          <p:nvPr/>
        </p:nvGrpSpPr>
        <p:grpSpPr>
          <a:xfrm>
            <a:off x="7774342" y="2981098"/>
            <a:ext cx="120867" cy="107218"/>
            <a:chOff x="4929875" y="2065025"/>
            <a:chExt cx="49625" cy="44025"/>
          </a:xfrm>
        </p:grpSpPr>
        <p:sp>
          <p:nvSpPr>
            <p:cNvPr id="1288" name="Google Shape;1288;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66"/>
          <p:cNvGrpSpPr/>
          <p:nvPr/>
        </p:nvGrpSpPr>
        <p:grpSpPr>
          <a:xfrm>
            <a:off x="8103011" y="2984112"/>
            <a:ext cx="70206" cy="101191"/>
            <a:chOff x="5083925" y="2066350"/>
            <a:chExt cx="28825" cy="41550"/>
          </a:xfrm>
        </p:grpSpPr>
        <p:sp>
          <p:nvSpPr>
            <p:cNvPr id="1291" name="Google Shape;1291;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6"/>
          <p:cNvGrpSpPr/>
          <p:nvPr/>
        </p:nvGrpSpPr>
        <p:grpSpPr>
          <a:xfrm>
            <a:off x="7134565" y="2999759"/>
            <a:ext cx="181026" cy="69896"/>
            <a:chOff x="4659775" y="2072775"/>
            <a:chExt cx="74325" cy="28700"/>
          </a:xfrm>
        </p:grpSpPr>
        <p:sp>
          <p:nvSpPr>
            <p:cNvPr id="1294" name="Google Shape;1294;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66"/>
          <p:cNvGrpSpPr/>
          <p:nvPr/>
        </p:nvGrpSpPr>
        <p:grpSpPr>
          <a:xfrm>
            <a:off x="8054421" y="2790324"/>
            <a:ext cx="167387" cy="89197"/>
            <a:chOff x="4662475" y="1976500"/>
            <a:chExt cx="68725" cy="36625"/>
          </a:xfrm>
        </p:grpSpPr>
        <p:sp>
          <p:nvSpPr>
            <p:cNvPr id="1298" name="Google Shape;1298;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66"/>
          <p:cNvGrpSpPr/>
          <p:nvPr/>
        </p:nvGrpSpPr>
        <p:grpSpPr>
          <a:xfrm>
            <a:off x="7751326" y="2793764"/>
            <a:ext cx="166899" cy="82317"/>
            <a:chOff x="4920150" y="1977875"/>
            <a:chExt cx="68525" cy="33800"/>
          </a:xfrm>
        </p:grpSpPr>
        <p:sp>
          <p:nvSpPr>
            <p:cNvPr id="1302" name="Google Shape;1302;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66"/>
          <p:cNvGrpSpPr/>
          <p:nvPr/>
        </p:nvGrpSpPr>
        <p:grpSpPr>
          <a:xfrm>
            <a:off x="7162483" y="3197682"/>
            <a:ext cx="125190" cy="127859"/>
            <a:chOff x="4676550" y="2160575"/>
            <a:chExt cx="51400" cy="52500"/>
          </a:xfrm>
        </p:grpSpPr>
        <p:sp>
          <p:nvSpPr>
            <p:cNvPr id="1306" name="Google Shape;1306;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66"/>
          <p:cNvGrpSpPr/>
          <p:nvPr/>
        </p:nvGrpSpPr>
        <p:grpSpPr>
          <a:xfrm>
            <a:off x="7459741" y="3204714"/>
            <a:ext cx="145405" cy="113794"/>
            <a:chOff x="4768325" y="2163475"/>
            <a:chExt cx="59700" cy="46725"/>
          </a:xfrm>
        </p:grpSpPr>
        <p:sp>
          <p:nvSpPr>
            <p:cNvPr id="1310" name="Google Shape;1310;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 name="Google Shape;1312;p6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66"/>
          <p:cNvGrpSpPr/>
          <p:nvPr/>
        </p:nvGrpSpPr>
        <p:grpSpPr>
          <a:xfrm>
            <a:off x="7476059" y="3459808"/>
            <a:ext cx="112768" cy="106853"/>
            <a:chOff x="4768575" y="2253950"/>
            <a:chExt cx="46300" cy="43875"/>
          </a:xfrm>
        </p:grpSpPr>
        <p:sp>
          <p:nvSpPr>
            <p:cNvPr id="1319" name="Google Shape;1319;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66"/>
          <p:cNvGrpSpPr/>
          <p:nvPr/>
        </p:nvGrpSpPr>
        <p:grpSpPr>
          <a:xfrm>
            <a:off x="7775682" y="3948834"/>
            <a:ext cx="118187" cy="146246"/>
            <a:chOff x="4960900" y="2433225"/>
            <a:chExt cx="48525" cy="60050"/>
          </a:xfrm>
        </p:grpSpPr>
        <p:sp>
          <p:nvSpPr>
            <p:cNvPr id="1322" name="Google Shape;1322;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66"/>
          <p:cNvGrpSpPr/>
          <p:nvPr/>
        </p:nvGrpSpPr>
        <p:grpSpPr>
          <a:xfrm>
            <a:off x="7464247" y="4212895"/>
            <a:ext cx="136394" cy="143810"/>
            <a:chOff x="4854075" y="2527625"/>
            <a:chExt cx="56000" cy="59050"/>
          </a:xfrm>
        </p:grpSpPr>
        <p:sp>
          <p:nvSpPr>
            <p:cNvPr id="1325" name="Google Shape;1325;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 name="Google Shape;1327;p6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 name="Google Shape;1330;p66"/>
          <p:cNvGrpSpPr/>
          <p:nvPr/>
        </p:nvGrpSpPr>
        <p:grpSpPr>
          <a:xfrm>
            <a:off x="8088458" y="3676639"/>
            <a:ext cx="99312" cy="160797"/>
            <a:chOff x="5059700" y="2334775"/>
            <a:chExt cx="40775" cy="66025"/>
          </a:xfrm>
        </p:grpSpPr>
        <p:sp>
          <p:nvSpPr>
            <p:cNvPr id="1331" name="Google Shape;1331;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66"/>
          <p:cNvGrpSpPr/>
          <p:nvPr/>
        </p:nvGrpSpPr>
        <p:grpSpPr>
          <a:xfrm>
            <a:off x="8045622" y="3941771"/>
            <a:ext cx="184984" cy="160371"/>
            <a:chOff x="5037700" y="2430325"/>
            <a:chExt cx="75950" cy="65850"/>
          </a:xfrm>
        </p:grpSpPr>
        <p:sp>
          <p:nvSpPr>
            <p:cNvPr id="1341" name="Google Shape;1341;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66"/>
          <p:cNvGrpSpPr/>
          <p:nvPr/>
        </p:nvGrpSpPr>
        <p:grpSpPr>
          <a:xfrm>
            <a:off x="7465128" y="3708223"/>
            <a:ext cx="173014" cy="97629"/>
            <a:chOff x="4756975" y="2341800"/>
            <a:chExt cx="91975" cy="51925"/>
          </a:xfrm>
        </p:grpSpPr>
        <p:sp>
          <p:nvSpPr>
            <p:cNvPr id="1344" name="Google Shape;1344;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66"/>
          <p:cNvGrpSpPr/>
          <p:nvPr/>
        </p:nvGrpSpPr>
        <p:grpSpPr>
          <a:xfrm>
            <a:off x="7732065" y="4196920"/>
            <a:ext cx="212497" cy="175761"/>
            <a:chOff x="4943575" y="2516350"/>
            <a:chExt cx="98675" cy="81700"/>
          </a:xfrm>
        </p:grpSpPr>
        <p:sp>
          <p:nvSpPr>
            <p:cNvPr id="1365" name="Google Shape;1365;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66"/>
          <p:cNvGrpSpPr/>
          <p:nvPr/>
        </p:nvGrpSpPr>
        <p:grpSpPr>
          <a:xfrm>
            <a:off x="1990126" y="3423163"/>
            <a:ext cx="965351" cy="134611"/>
            <a:chOff x="4411970" y="2962952"/>
            <a:chExt cx="706544" cy="104212"/>
          </a:xfrm>
        </p:grpSpPr>
        <p:sp>
          <p:nvSpPr>
            <p:cNvPr id="1444" name="Google Shape;1444;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 name="Google Shape;1448;p66"/>
          <p:cNvGrpSpPr/>
          <p:nvPr/>
        </p:nvGrpSpPr>
        <p:grpSpPr>
          <a:xfrm>
            <a:off x="1990126" y="3012077"/>
            <a:ext cx="960158" cy="289172"/>
            <a:chOff x="4411970" y="2726085"/>
            <a:chExt cx="643107" cy="193659"/>
          </a:xfrm>
        </p:grpSpPr>
        <p:sp>
          <p:nvSpPr>
            <p:cNvPr id="1449" name="Google Shape;1449;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66"/>
          <p:cNvGrpSpPr/>
          <p:nvPr/>
        </p:nvGrpSpPr>
        <p:grpSpPr>
          <a:xfrm>
            <a:off x="993018" y="3278187"/>
            <a:ext cx="833173" cy="259209"/>
            <a:chOff x="4411970" y="4340222"/>
            <a:chExt cx="779467" cy="242683"/>
          </a:xfrm>
        </p:grpSpPr>
        <p:sp>
          <p:nvSpPr>
            <p:cNvPr id="1453" name="Google Shape;1453;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 name="Google Shape;1456;p66"/>
          <p:cNvGrpSpPr/>
          <p:nvPr/>
        </p:nvGrpSpPr>
        <p:grpSpPr>
          <a:xfrm>
            <a:off x="1990126" y="2673933"/>
            <a:ext cx="965160" cy="216230"/>
            <a:chOff x="4411970" y="2468674"/>
            <a:chExt cx="747317" cy="167425"/>
          </a:xfrm>
        </p:grpSpPr>
        <p:sp>
          <p:nvSpPr>
            <p:cNvPr id="1457" name="Google Shape;1457;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66"/>
          <p:cNvGrpSpPr/>
          <p:nvPr/>
        </p:nvGrpSpPr>
        <p:grpSpPr>
          <a:xfrm>
            <a:off x="988873" y="2578650"/>
            <a:ext cx="810451" cy="319148"/>
            <a:chOff x="4411970" y="3686602"/>
            <a:chExt cx="797845" cy="314215"/>
          </a:xfrm>
        </p:grpSpPr>
        <p:sp>
          <p:nvSpPr>
            <p:cNvPr id="1460" name="Google Shape;1460;p6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 name="Google Shape;1465;p6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 name="Google Shape;1466;p66"/>
          <p:cNvGrpSpPr/>
          <p:nvPr/>
        </p:nvGrpSpPr>
        <p:grpSpPr>
          <a:xfrm>
            <a:off x="988970" y="2333174"/>
            <a:ext cx="1970333" cy="208784"/>
            <a:chOff x="6336019" y="3733725"/>
            <a:chExt cx="2566206" cy="351310"/>
          </a:xfrm>
        </p:grpSpPr>
        <p:sp>
          <p:nvSpPr>
            <p:cNvPr id="1467" name="Google Shape;1467;p6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66"/>
          <p:cNvGrpSpPr/>
          <p:nvPr/>
        </p:nvGrpSpPr>
        <p:grpSpPr>
          <a:xfrm>
            <a:off x="1990126" y="3940729"/>
            <a:ext cx="946551" cy="153200"/>
            <a:chOff x="4404545" y="3301592"/>
            <a:chExt cx="782403" cy="129272"/>
          </a:xfrm>
        </p:grpSpPr>
        <p:sp>
          <p:nvSpPr>
            <p:cNvPr id="1472" name="Google Shape;1472;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66"/>
          <p:cNvGrpSpPr/>
          <p:nvPr/>
        </p:nvGrpSpPr>
        <p:grpSpPr>
          <a:xfrm>
            <a:off x="1990126" y="3679688"/>
            <a:ext cx="962257" cy="139127"/>
            <a:chOff x="4411970" y="3131459"/>
            <a:chExt cx="710520" cy="117397"/>
          </a:xfrm>
        </p:grpSpPr>
        <p:sp>
          <p:nvSpPr>
            <p:cNvPr id="1475" name="Google Shape;1475;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77" name="Google Shape;1477;p6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 name="Google Shape;1478;p66"/>
          <p:cNvGrpSpPr/>
          <p:nvPr/>
        </p:nvGrpSpPr>
        <p:grpSpPr>
          <a:xfrm>
            <a:off x="990271" y="3614482"/>
            <a:ext cx="823838" cy="458988"/>
            <a:chOff x="4411970" y="1801825"/>
            <a:chExt cx="734586" cy="409262"/>
          </a:xfrm>
        </p:grpSpPr>
        <p:sp>
          <p:nvSpPr>
            <p:cNvPr id="1479" name="Google Shape;1479;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66"/>
          <p:cNvGrpSpPr/>
          <p:nvPr/>
        </p:nvGrpSpPr>
        <p:grpSpPr>
          <a:xfrm>
            <a:off x="990271" y="4162908"/>
            <a:ext cx="856348" cy="212039"/>
            <a:chOff x="4411970" y="2233974"/>
            <a:chExt cx="763574" cy="189068"/>
          </a:xfrm>
        </p:grpSpPr>
        <p:sp>
          <p:nvSpPr>
            <p:cNvPr id="1482" name="Google Shape;1482;p6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 name="Google Shape;1484;p66"/>
          <p:cNvGrpSpPr/>
          <p:nvPr/>
        </p:nvGrpSpPr>
        <p:grpSpPr>
          <a:xfrm>
            <a:off x="3100467" y="2338244"/>
            <a:ext cx="511602" cy="511602"/>
            <a:chOff x="5681300" y="2527788"/>
            <a:chExt cx="805800" cy="805800"/>
          </a:xfrm>
        </p:grpSpPr>
        <p:sp>
          <p:nvSpPr>
            <p:cNvPr id="1485" name="Google Shape;1485;p6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66"/>
          <p:cNvGrpSpPr/>
          <p:nvPr/>
        </p:nvGrpSpPr>
        <p:grpSpPr>
          <a:xfrm>
            <a:off x="3097662" y="3104827"/>
            <a:ext cx="513021" cy="512935"/>
            <a:chOff x="4049800" y="640400"/>
            <a:chExt cx="858900" cy="858900"/>
          </a:xfrm>
        </p:grpSpPr>
        <p:sp>
          <p:nvSpPr>
            <p:cNvPr id="1488" name="Google Shape;1488;p6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 name="Google Shape;1490;p66"/>
          <p:cNvGrpSpPr/>
          <p:nvPr/>
        </p:nvGrpSpPr>
        <p:grpSpPr>
          <a:xfrm>
            <a:off x="3014861" y="3756719"/>
            <a:ext cx="686489" cy="686585"/>
            <a:chOff x="5080188" y="927900"/>
            <a:chExt cx="961200" cy="961200"/>
          </a:xfrm>
        </p:grpSpPr>
        <p:sp>
          <p:nvSpPr>
            <p:cNvPr id="1491" name="Google Shape;1491;p6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 name="Google Shape;1499;p66"/>
          <p:cNvGrpSpPr/>
          <p:nvPr/>
        </p:nvGrpSpPr>
        <p:grpSpPr>
          <a:xfrm>
            <a:off x="3798012" y="3849448"/>
            <a:ext cx="510373" cy="510937"/>
            <a:chOff x="7508249" y="1522825"/>
            <a:chExt cx="1326332" cy="1322987"/>
          </a:xfrm>
        </p:grpSpPr>
        <p:sp>
          <p:nvSpPr>
            <p:cNvPr id="1500" name="Google Shape;1500;p6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6"/>
          <p:cNvGrpSpPr/>
          <p:nvPr/>
        </p:nvGrpSpPr>
        <p:grpSpPr>
          <a:xfrm>
            <a:off x="4489605" y="3850853"/>
            <a:ext cx="492652" cy="503348"/>
            <a:chOff x="6039282" y="1042577"/>
            <a:chExt cx="734315" cy="731929"/>
          </a:xfrm>
        </p:grpSpPr>
        <p:sp>
          <p:nvSpPr>
            <p:cNvPr id="1511" name="Google Shape;1511;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66"/>
          <p:cNvGrpSpPr/>
          <p:nvPr/>
        </p:nvGrpSpPr>
        <p:grpSpPr>
          <a:xfrm>
            <a:off x="5130019" y="2346894"/>
            <a:ext cx="483304" cy="504902"/>
            <a:chOff x="1825800" y="1651625"/>
            <a:chExt cx="568125" cy="591775"/>
          </a:xfrm>
        </p:grpSpPr>
        <p:sp>
          <p:nvSpPr>
            <p:cNvPr id="1533" name="Google Shape;1533;p6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 name="Google Shape;1539;p6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6" name="Shape 1546"/>
        <p:cNvGrpSpPr/>
        <p:nvPr/>
      </p:nvGrpSpPr>
      <p:grpSpPr>
        <a:xfrm>
          <a:off x="0" y="0"/>
          <a:ext cx="0" cy="0"/>
          <a:chOff x="0" y="0"/>
          <a:chExt cx="0" cy="0"/>
        </a:xfrm>
      </p:grpSpPr>
      <p:grpSp>
        <p:nvGrpSpPr>
          <p:cNvPr id="1547" name="Google Shape;1547;p67"/>
          <p:cNvGrpSpPr/>
          <p:nvPr/>
        </p:nvGrpSpPr>
        <p:grpSpPr>
          <a:xfrm>
            <a:off x="745571" y="1168666"/>
            <a:ext cx="2492868" cy="1379876"/>
            <a:chOff x="2654821" y="2311071"/>
            <a:chExt cx="2279715" cy="1262120"/>
          </a:xfrm>
        </p:grpSpPr>
        <p:grpSp>
          <p:nvGrpSpPr>
            <p:cNvPr id="1548" name="Google Shape;1548;p67"/>
            <p:cNvGrpSpPr/>
            <p:nvPr/>
          </p:nvGrpSpPr>
          <p:grpSpPr>
            <a:xfrm>
              <a:off x="4034269" y="2840745"/>
              <a:ext cx="40212" cy="36437"/>
              <a:chOff x="4293400" y="2574725"/>
              <a:chExt cx="84425" cy="80100"/>
            </a:xfrm>
          </p:grpSpPr>
          <p:sp>
            <p:nvSpPr>
              <p:cNvPr id="1549" name="Google Shape;1549;p6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550" name="Google Shape;1550;p6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67"/>
            <p:cNvGrpSpPr/>
            <p:nvPr/>
          </p:nvGrpSpPr>
          <p:grpSpPr>
            <a:xfrm>
              <a:off x="3894606" y="2334874"/>
              <a:ext cx="913198" cy="518984"/>
              <a:chOff x="4000175" y="1462675"/>
              <a:chExt cx="1917275" cy="1140875"/>
            </a:xfrm>
          </p:grpSpPr>
          <p:sp>
            <p:nvSpPr>
              <p:cNvPr id="1552" name="Google Shape;1552;p6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553" name="Google Shape;1553;p67"/>
              <p:cNvGrpSpPr/>
              <p:nvPr/>
            </p:nvGrpSpPr>
            <p:grpSpPr>
              <a:xfrm>
                <a:off x="4000175" y="1462675"/>
                <a:ext cx="1917275" cy="1140875"/>
                <a:chOff x="4000175" y="1462675"/>
                <a:chExt cx="1917275" cy="1140875"/>
              </a:xfrm>
            </p:grpSpPr>
            <p:sp>
              <p:nvSpPr>
                <p:cNvPr id="1554" name="Google Shape;1554;p6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55" name="Google Shape;1555;p6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59" name="Google Shape;1559;p6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0" name="Google Shape;1560;p67"/>
            <p:cNvGrpSpPr/>
            <p:nvPr/>
          </p:nvGrpSpPr>
          <p:grpSpPr>
            <a:xfrm>
              <a:off x="3875768" y="2846704"/>
              <a:ext cx="44796" cy="47366"/>
              <a:chOff x="3960625" y="2587825"/>
              <a:chExt cx="94050" cy="104125"/>
            </a:xfrm>
          </p:grpSpPr>
          <p:sp>
            <p:nvSpPr>
              <p:cNvPr id="1561" name="Google Shape;1561;p6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62" name="Google Shape;1562;p6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67"/>
            <p:cNvGrpSpPr/>
            <p:nvPr/>
          </p:nvGrpSpPr>
          <p:grpSpPr>
            <a:xfrm>
              <a:off x="3782759" y="2807162"/>
              <a:ext cx="82686" cy="85487"/>
              <a:chOff x="3765350" y="2500900"/>
              <a:chExt cx="173600" cy="187925"/>
            </a:xfrm>
          </p:grpSpPr>
          <p:sp>
            <p:nvSpPr>
              <p:cNvPr id="1564" name="Google Shape;1564;p6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65" name="Google Shape;1565;p6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67"/>
            <p:cNvGrpSpPr/>
            <p:nvPr/>
          </p:nvGrpSpPr>
          <p:grpSpPr>
            <a:xfrm>
              <a:off x="3775674" y="2798496"/>
              <a:ext cx="40545" cy="23564"/>
              <a:chOff x="3750475" y="2481850"/>
              <a:chExt cx="85125" cy="51800"/>
            </a:xfrm>
          </p:grpSpPr>
          <p:sp>
            <p:nvSpPr>
              <p:cNvPr id="1571" name="Google Shape;1571;p6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73" name="Google Shape;1573;p67"/>
            <p:cNvGrpSpPr/>
            <p:nvPr/>
          </p:nvGrpSpPr>
          <p:grpSpPr>
            <a:xfrm>
              <a:off x="3716946" y="2776024"/>
              <a:ext cx="81971" cy="76912"/>
              <a:chOff x="3627175" y="2432450"/>
              <a:chExt cx="172100" cy="169075"/>
            </a:xfrm>
          </p:grpSpPr>
          <p:sp>
            <p:nvSpPr>
              <p:cNvPr id="1574" name="Google Shape;1574;p6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76" name="Google Shape;1576;p6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77" name="Google Shape;1577;p67"/>
            <p:cNvGrpSpPr/>
            <p:nvPr/>
          </p:nvGrpSpPr>
          <p:grpSpPr>
            <a:xfrm>
              <a:off x="3685682" y="2845624"/>
              <a:ext cx="29311" cy="45055"/>
              <a:chOff x="3561536" y="2585450"/>
              <a:chExt cx="61539" cy="99045"/>
            </a:xfrm>
          </p:grpSpPr>
          <p:sp>
            <p:nvSpPr>
              <p:cNvPr id="1578" name="Google Shape;1578;p6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80" name="Google Shape;1580;p67"/>
            <p:cNvGrpSpPr/>
            <p:nvPr/>
          </p:nvGrpSpPr>
          <p:grpSpPr>
            <a:xfrm>
              <a:off x="3849905" y="2572252"/>
              <a:ext cx="74339" cy="119559"/>
              <a:chOff x="3906325" y="1984500"/>
              <a:chExt cx="156075" cy="262825"/>
            </a:xfrm>
          </p:grpSpPr>
          <p:sp>
            <p:nvSpPr>
              <p:cNvPr id="1581" name="Google Shape;1581;p6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82" name="Google Shape;1582;p6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 name="Google Shape;1583;p67"/>
            <p:cNvGrpSpPr/>
            <p:nvPr/>
          </p:nvGrpSpPr>
          <p:grpSpPr>
            <a:xfrm>
              <a:off x="2654821" y="2414345"/>
              <a:ext cx="667570" cy="558731"/>
              <a:chOff x="1397225" y="1637375"/>
              <a:chExt cx="1401575" cy="1228250"/>
            </a:xfrm>
          </p:grpSpPr>
          <p:sp>
            <p:nvSpPr>
              <p:cNvPr id="1584" name="Google Shape;1584;p6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85" name="Google Shape;1585;p67"/>
              <p:cNvGrpSpPr/>
              <p:nvPr/>
            </p:nvGrpSpPr>
            <p:grpSpPr>
              <a:xfrm>
                <a:off x="1397225" y="1637375"/>
                <a:ext cx="1398775" cy="1228250"/>
                <a:chOff x="1397225" y="1637375"/>
                <a:chExt cx="1398775" cy="1228250"/>
              </a:xfrm>
            </p:grpSpPr>
            <p:sp>
              <p:nvSpPr>
                <p:cNvPr id="1586" name="Google Shape;1586;p6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8" name="Google Shape;1588;p67"/>
            <p:cNvGrpSpPr/>
            <p:nvPr/>
          </p:nvGrpSpPr>
          <p:grpSpPr>
            <a:xfrm>
              <a:off x="3230417" y="3103734"/>
              <a:ext cx="282982" cy="280332"/>
              <a:chOff x="2605700" y="3152850"/>
              <a:chExt cx="594125" cy="616250"/>
            </a:xfrm>
          </p:grpSpPr>
          <p:sp>
            <p:nvSpPr>
              <p:cNvPr id="1589" name="Google Shape;1589;p6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90" name="Google Shape;1590;p6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91" name="Google Shape;1591;p67"/>
            <p:cNvGrpSpPr/>
            <p:nvPr/>
          </p:nvGrpSpPr>
          <p:grpSpPr>
            <a:xfrm>
              <a:off x="3265985" y="3226989"/>
              <a:ext cx="87151" cy="346202"/>
              <a:chOff x="2680375" y="3423800"/>
              <a:chExt cx="182975" cy="761050"/>
            </a:xfrm>
          </p:grpSpPr>
          <p:sp>
            <p:nvSpPr>
              <p:cNvPr id="1592" name="Google Shape;1592;p6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93" name="Google Shape;1593;p6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 name="Google Shape;1594;p67"/>
            <p:cNvGrpSpPr/>
            <p:nvPr/>
          </p:nvGrpSpPr>
          <p:grpSpPr>
            <a:xfrm>
              <a:off x="3855466" y="3289811"/>
              <a:ext cx="112514" cy="94210"/>
              <a:chOff x="3918000" y="3561900"/>
              <a:chExt cx="236225" cy="207100"/>
            </a:xfrm>
          </p:grpSpPr>
          <p:sp>
            <p:nvSpPr>
              <p:cNvPr id="1595" name="Google Shape;1595;p6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96" name="Google Shape;1596;p6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 name="Google Shape;1597;p6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600" name="Google Shape;1600;p67"/>
            <p:cNvGrpSpPr/>
            <p:nvPr/>
          </p:nvGrpSpPr>
          <p:grpSpPr>
            <a:xfrm>
              <a:off x="2905224" y="2311071"/>
              <a:ext cx="596721" cy="528992"/>
              <a:chOff x="1922950" y="1410350"/>
              <a:chExt cx="1252825" cy="1162875"/>
            </a:xfrm>
          </p:grpSpPr>
          <p:sp>
            <p:nvSpPr>
              <p:cNvPr id="1601" name="Google Shape;1601;p6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617" name="Google Shape;1617;p6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37" name="Google Shape;1637;p6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38" name="Google Shape;1638;p6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9" name="Google Shape;1639;p67"/>
            <p:cNvGrpSpPr/>
            <p:nvPr/>
          </p:nvGrpSpPr>
          <p:grpSpPr>
            <a:xfrm>
              <a:off x="3280929" y="3294542"/>
              <a:ext cx="109894" cy="272224"/>
              <a:chOff x="2711750" y="3572300"/>
              <a:chExt cx="230725" cy="598425"/>
            </a:xfrm>
          </p:grpSpPr>
          <p:sp>
            <p:nvSpPr>
              <p:cNvPr id="1640" name="Google Shape;1640;p6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2" name="Google Shape;1642;p6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 name="Google Shape;1643;p67"/>
            <p:cNvGrpSpPr/>
            <p:nvPr/>
          </p:nvGrpSpPr>
          <p:grpSpPr>
            <a:xfrm>
              <a:off x="3790439" y="2408636"/>
              <a:ext cx="73017" cy="75684"/>
              <a:chOff x="3781475" y="1624825"/>
              <a:chExt cx="153300" cy="166375"/>
            </a:xfrm>
          </p:grpSpPr>
          <p:sp>
            <p:nvSpPr>
              <p:cNvPr id="1644" name="Google Shape;1644;p6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 name="Google Shape;1648;p6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 name="Google Shape;1655;p67"/>
            <p:cNvGrpSpPr/>
            <p:nvPr/>
          </p:nvGrpSpPr>
          <p:grpSpPr>
            <a:xfrm>
              <a:off x="4403342" y="3107749"/>
              <a:ext cx="316680" cy="101374"/>
              <a:chOff x="5068275" y="3161675"/>
              <a:chExt cx="664875" cy="222850"/>
            </a:xfrm>
          </p:grpSpPr>
          <p:sp>
            <p:nvSpPr>
              <p:cNvPr id="1656" name="Google Shape;1656;p6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0" name="Google Shape;1660;p6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 name="Google Shape;1689;p67"/>
            <p:cNvGrpSpPr/>
            <p:nvPr/>
          </p:nvGrpSpPr>
          <p:grpSpPr>
            <a:xfrm>
              <a:off x="3697513" y="2707266"/>
              <a:ext cx="59549" cy="79733"/>
              <a:chOff x="3586375" y="2281300"/>
              <a:chExt cx="125025" cy="175275"/>
            </a:xfrm>
          </p:grpSpPr>
          <p:sp>
            <p:nvSpPr>
              <p:cNvPr id="1690" name="Google Shape;1690;p6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2" name="Google Shape;1692;p6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3" name="Google Shape;1693;p67"/>
            <p:cNvGrpSpPr/>
            <p:nvPr/>
          </p:nvGrpSpPr>
          <p:grpSpPr>
            <a:xfrm>
              <a:off x="4513224" y="3221724"/>
              <a:ext cx="274563" cy="280321"/>
              <a:chOff x="5298975" y="3412225"/>
              <a:chExt cx="576450" cy="616225"/>
            </a:xfrm>
          </p:grpSpPr>
          <p:sp>
            <p:nvSpPr>
              <p:cNvPr id="1694" name="Google Shape;1694;p6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95" name="Google Shape;1695;p6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67"/>
            <p:cNvGrpSpPr/>
            <p:nvPr/>
          </p:nvGrpSpPr>
          <p:grpSpPr>
            <a:xfrm>
              <a:off x="4824403" y="3421846"/>
              <a:ext cx="110132" cy="130647"/>
              <a:chOff x="5952300" y="3852150"/>
              <a:chExt cx="231225" cy="287200"/>
            </a:xfrm>
          </p:grpSpPr>
          <p:sp>
            <p:nvSpPr>
              <p:cNvPr id="1697" name="Google Shape;1697;p6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9" name="Google Shape;1699;p6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 name="Google Shape;1707;p67"/>
            <p:cNvGrpSpPr/>
            <p:nvPr/>
          </p:nvGrpSpPr>
          <p:grpSpPr>
            <a:xfrm>
              <a:off x="4295710" y="3079670"/>
              <a:ext cx="14968" cy="27135"/>
              <a:chOff x="4842300" y="3099950"/>
              <a:chExt cx="31425" cy="59650"/>
            </a:xfrm>
          </p:grpSpPr>
          <p:sp>
            <p:nvSpPr>
              <p:cNvPr id="1708" name="Google Shape;1708;p6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 name="Google Shape;1712;p6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0" name="Google Shape;1720;p67"/>
            <p:cNvGrpSpPr/>
            <p:nvPr/>
          </p:nvGrpSpPr>
          <p:grpSpPr>
            <a:xfrm>
              <a:off x="3831056" y="2816010"/>
              <a:ext cx="37378" cy="27612"/>
              <a:chOff x="3866750" y="2520350"/>
              <a:chExt cx="78475" cy="60700"/>
            </a:xfrm>
          </p:grpSpPr>
          <p:sp>
            <p:nvSpPr>
              <p:cNvPr id="1721" name="Google Shape;1721;p6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5" name="Google Shape;1725;p6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42" name="Google Shape;1742;p6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54" name="Google Shape;1754;p6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 name="Google Shape;1767;p67"/>
            <p:cNvGrpSpPr/>
            <p:nvPr/>
          </p:nvGrpSpPr>
          <p:grpSpPr>
            <a:xfrm>
              <a:off x="3632736" y="3051591"/>
              <a:ext cx="63288" cy="45217"/>
              <a:chOff x="3450375" y="3038225"/>
              <a:chExt cx="132875" cy="99400"/>
            </a:xfrm>
          </p:grpSpPr>
          <p:sp>
            <p:nvSpPr>
              <p:cNvPr id="1768" name="Google Shape;1768;p6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0" name="Google Shape;1770;p6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79" name="Google Shape;1779;p6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89" name="Google Shape;1789;p6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95" name="Google Shape;1795;p6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67"/>
          <p:cNvGrpSpPr/>
          <p:nvPr/>
        </p:nvGrpSpPr>
        <p:grpSpPr>
          <a:xfrm>
            <a:off x="3554131" y="1233340"/>
            <a:ext cx="2078182" cy="1366558"/>
            <a:chOff x="235800" y="830650"/>
            <a:chExt cx="6978450" cy="4588844"/>
          </a:xfrm>
        </p:grpSpPr>
        <p:sp>
          <p:nvSpPr>
            <p:cNvPr id="1806" name="Google Shape;1806;p6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7"/>
          <p:cNvGrpSpPr/>
          <p:nvPr/>
        </p:nvGrpSpPr>
        <p:grpSpPr>
          <a:xfrm>
            <a:off x="742628" y="3064442"/>
            <a:ext cx="2622876" cy="1333540"/>
            <a:chOff x="238125" y="1038125"/>
            <a:chExt cx="7146800" cy="3633625"/>
          </a:xfrm>
        </p:grpSpPr>
        <p:sp>
          <p:nvSpPr>
            <p:cNvPr id="1813" name="Google Shape;1813;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67"/>
          <p:cNvGrpSpPr/>
          <p:nvPr/>
        </p:nvGrpSpPr>
        <p:grpSpPr>
          <a:xfrm>
            <a:off x="5857556" y="1206552"/>
            <a:ext cx="2590840" cy="1380235"/>
            <a:chOff x="233350" y="949250"/>
            <a:chExt cx="7137300" cy="3802300"/>
          </a:xfrm>
        </p:grpSpPr>
        <p:sp>
          <p:nvSpPr>
            <p:cNvPr id="3386" name="Google Shape;3386;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67"/>
          <p:cNvGrpSpPr/>
          <p:nvPr/>
        </p:nvGrpSpPr>
        <p:grpSpPr>
          <a:xfrm>
            <a:off x="7671985" y="3251325"/>
            <a:ext cx="104231" cy="320340"/>
            <a:chOff x="7564426" y="3224343"/>
            <a:chExt cx="119985" cy="368801"/>
          </a:xfrm>
        </p:grpSpPr>
        <p:sp>
          <p:nvSpPr>
            <p:cNvPr id="3438" name="Google Shape;3438;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67"/>
          <p:cNvGrpSpPr/>
          <p:nvPr/>
        </p:nvGrpSpPr>
        <p:grpSpPr>
          <a:xfrm>
            <a:off x="7371473" y="3245427"/>
            <a:ext cx="189489" cy="332132"/>
            <a:chOff x="8370831" y="3202002"/>
            <a:chExt cx="218129" cy="382376"/>
          </a:xfrm>
        </p:grpSpPr>
        <p:sp>
          <p:nvSpPr>
            <p:cNvPr id="3441" name="Google Shape;3441;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67"/>
          <p:cNvGrpSpPr/>
          <p:nvPr/>
        </p:nvGrpSpPr>
        <p:grpSpPr>
          <a:xfrm>
            <a:off x="8094863" y="3656559"/>
            <a:ext cx="309429" cy="267000"/>
            <a:chOff x="6742064" y="3750480"/>
            <a:chExt cx="399315" cy="344560"/>
          </a:xfrm>
        </p:grpSpPr>
        <p:sp>
          <p:nvSpPr>
            <p:cNvPr id="3444" name="Google Shape;3444;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6" name="Google Shape;3446;p67"/>
          <p:cNvGrpSpPr/>
          <p:nvPr/>
        </p:nvGrpSpPr>
        <p:grpSpPr>
          <a:xfrm>
            <a:off x="7633882" y="4007606"/>
            <a:ext cx="180437" cy="281608"/>
            <a:chOff x="7248525" y="3739696"/>
            <a:chExt cx="230531" cy="359790"/>
          </a:xfrm>
        </p:grpSpPr>
        <p:sp>
          <p:nvSpPr>
            <p:cNvPr id="3447" name="Google Shape;3447;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67"/>
          <p:cNvGrpSpPr/>
          <p:nvPr/>
        </p:nvGrpSpPr>
        <p:grpSpPr>
          <a:xfrm>
            <a:off x="7879801" y="3650830"/>
            <a:ext cx="162896" cy="278710"/>
            <a:chOff x="7601242" y="3729267"/>
            <a:chExt cx="222566" cy="380803"/>
          </a:xfrm>
        </p:grpSpPr>
        <p:sp>
          <p:nvSpPr>
            <p:cNvPr id="3450" name="Google Shape;3450;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2" name="Google Shape;3452;p6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3" name="Google Shape;3453;p67"/>
          <p:cNvGrpSpPr/>
          <p:nvPr/>
        </p:nvGrpSpPr>
        <p:grpSpPr>
          <a:xfrm>
            <a:off x="7369446" y="3651971"/>
            <a:ext cx="193543" cy="275990"/>
            <a:chOff x="8304647" y="3738687"/>
            <a:chExt cx="225076" cy="320956"/>
          </a:xfrm>
        </p:grpSpPr>
        <p:sp>
          <p:nvSpPr>
            <p:cNvPr id="3454" name="Google Shape;3454;p6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67"/>
          <p:cNvGrpSpPr/>
          <p:nvPr/>
        </p:nvGrpSpPr>
        <p:grpSpPr>
          <a:xfrm>
            <a:off x="7641939" y="3651971"/>
            <a:ext cx="178492" cy="275990"/>
            <a:chOff x="8615101" y="3738687"/>
            <a:chExt cx="207573" cy="320956"/>
          </a:xfrm>
        </p:grpSpPr>
        <p:sp>
          <p:nvSpPr>
            <p:cNvPr id="3458" name="Google Shape;3458;p6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1" name="Google Shape;3461;p6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2" name="Google Shape;3462;p67"/>
          <p:cNvGrpSpPr/>
          <p:nvPr/>
        </p:nvGrpSpPr>
        <p:grpSpPr>
          <a:xfrm>
            <a:off x="6036644" y="3773459"/>
            <a:ext cx="557670" cy="511283"/>
            <a:chOff x="6015419" y="3716859"/>
            <a:chExt cx="557671" cy="511283"/>
          </a:xfrm>
        </p:grpSpPr>
        <p:sp>
          <p:nvSpPr>
            <p:cNvPr id="3463" name="Google Shape;3463;p6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4" name="Google Shape;3464;p67"/>
            <p:cNvGrpSpPr/>
            <p:nvPr/>
          </p:nvGrpSpPr>
          <p:grpSpPr>
            <a:xfrm>
              <a:off x="6036094" y="3716980"/>
              <a:ext cx="529860" cy="510468"/>
              <a:chOff x="6036094" y="3716980"/>
              <a:chExt cx="529860" cy="510468"/>
            </a:xfrm>
          </p:grpSpPr>
          <p:sp>
            <p:nvSpPr>
              <p:cNvPr id="3465" name="Google Shape;3465;p6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5" name="Google Shape;3475;p67"/>
          <p:cNvGrpSpPr/>
          <p:nvPr/>
        </p:nvGrpSpPr>
        <p:grpSpPr>
          <a:xfrm>
            <a:off x="6665529" y="3130228"/>
            <a:ext cx="576302" cy="511871"/>
            <a:chOff x="6644304" y="3073628"/>
            <a:chExt cx="576302" cy="511871"/>
          </a:xfrm>
        </p:grpSpPr>
        <p:sp>
          <p:nvSpPr>
            <p:cNvPr id="3476" name="Google Shape;3476;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7" name="Google Shape;3477;p67"/>
            <p:cNvGrpSpPr/>
            <p:nvPr/>
          </p:nvGrpSpPr>
          <p:grpSpPr>
            <a:xfrm>
              <a:off x="6712169" y="3085440"/>
              <a:ext cx="481622" cy="494913"/>
              <a:chOff x="6712169" y="3085440"/>
              <a:chExt cx="481622" cy="494913"/>
            </a:xfrm>
          </p:grpSpPr>
          <p:sp>
            <p:nvSpPr>
              <p:cNvPr id="3478" name="Google Shape;3478;p6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3" name="Google Shape;3483;p6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6" name="Google Shape;3486;p6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7" name="Google Shape;3487;p67"/>
          <p:cNvGrpSpPr/>
          <p:nvPr/>
        </p:nvGrpSpPr>
        <p:grpSpPr>
          <a:xfrm>
            <a:off x="6673379" y="3773223"/>
            <a:ext cx="560631" cy="511352"/>
            <a:chOff x="6652154" y="3716623"/>
            <a:chExt cx="560631" cy="511352"/>
          </a:xfrm>
        </p:grpSpPr>
        <p:sp>
          <p:nvSpPr>
            <p:cNvPr id="3488" name="Google Shape;3488;p6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9" name="Google Shape;3489;p67"/>
            <p:cNvGrpSpPr/>
            <p:nvPr/>
          </p:nvGrpSpPr>
          <p:grpSpPr>
            <a:xfrm>
              <a:off x="6669657" y="3716715"/>
              <a:ext cx="466779" cy="464290"/>
              <a:chOff x="6669657" y="3716715"/>
              <a:chExt cx="466779" cy="464290"/>
            </a:xfrm>
          </p:grpSpPr>
          <p:sp>
            <p:nvSpPr>
              <p:cNvPr id="3490" name="Google Shape;3490;p6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3" name="Google Shape;3503;p67"/>
          <p:cNvGrpSpPr/>
          <p:nvPr/>
        </p:nvGrpSpPr>
        <p:grpSpPr>
          <a:xfrm>
            <a:off x="7867470" y="4054631"/>
            <a:ext cx="187557" cy="187557"/>
            <a:chOff x="8565775" y="671075"/>
            <a:chExt cx="441000" cy="441000"/>
          </a:xfrm>
        </p:grpSpPr>
        <p:sp>
          <p:nvSpPr>
            <p:cNvPr id="3504" name="Google Shape;3504;p6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6" name="Google Shape;3506;p6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8" name="Google Shape;3508;p67"/>
          <p:cNvGrpSpPr/>
          <p:nvPr/>
        </p:nvGrpSpPr>
        <p:grpSpPr>
          <a:xfrm>
            <a:off x="6021325" y="3132850"/>
            <a:ext cx="587871" cy="512373"/>
            <a:chOff x="6000100" y="3076250"/>
            <a:chExt cx="587871" cy="512373"/>
          </a:xfrm>
        </p:grpSpPr>
        <p:sp>
          <p:nvSpPr>
            <p:cNvPr id="3509" name="Google Shape;3509;p6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0" name="Google Shape;3510;p67"/>
            <p:cNvGrpSpPr/>
            <p:nvPr/>
          </p:nvGrpSpPr>
          <p:grpSpPr>
            <a:xfrm>
              <a:off x="6031360" y="3076713"/>
              <a:ext cx="539107" cy="480965"/>
              <a:chOff x="6031360" y="3076713"/>
              <a:chExt cx="539107" cy="480965"/>
            </a:xfrm>
          </p:grpSpPr>
          <p:sp>
            <p:nvSpPr>
              <p:cNvPr id="3511" name="Google Shape;3511;p6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8" name="Google Shape;3518;p67"/>
          <p:cNvGrpSpPr/>
          <p:nvPr/>
        </p:nvGrpSpPr>
        <p:grpSpPr>
          <a:xfrm>
            <a:off x="3597785" y="3065882"/>
            <a:ext cx="2241344" cy="1330656"/>
            <a:chOff x="3597785" y="3065882"/>
            <a:chExt cx="2241344" cy="1330656"/>
          </a:xfrm>
        </p:grpSpPr>
        <p:grpSp>
          <p:nvGrpSpPr>
            <p:cNvPr id="3519" name="Google Shape;3519;p67"/>
            <p:cNvGrpSpPr/>
            <p:nvPr/>
          </p:nvGrpSpPr>
          <p:grpSpPr>
            <a:xfrm>
              <a:off x="5296908" y="3937355"/>
              <a:ext cx="143198" cy="32380"/>
              <a:chOff x="5296908" y="3937355"/>
              <a:chExt cx="143198" cy="32380"/>
            </a:xfrm>
          </p:grpSpPr>
          <p:sp>
            <p:nvSpPr>
              <p:cNvPr id="3520" name="Google Shape;3520;p6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1" name="Google Shape;3521;p67"/>
              <p:cNvGrpSpPr/>
              <p:nvPr/>
            </p:nvGrpSpPr>
            <p:grpSpPr>
              <a:xfrm>
                <a:off x="5402331" y="3937355"/>
                <a:ext cx="37776" cy="32380"/>
                <a:chOff x="5402331" y="3937355"/>
                <a:chExt cx="37776" cy="32380"/>
              </a:xfrm>
            </p:grpSpPr>
            <p:sp>
              <p:nvSpPr>
                <p:cNvPr id="3522" name="Google Shape;3522;p6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4" name="Google Shape;3524;p67"/>
              <p:cNvGrpSpPr/>
              <p:nvPr/>
            </p:nvGrpSpPr>
            <p:grpSpPr>
              <a:xfrm>
                <a:off x="5296908" y="3937355"/>
                <a:ext cx="37783" cy="32380"/>
                <a:chOff x="5296908" y="3937355"/>
                <a:chExt cx="37783" cy="32380"/>
              </a:xfrm>
            </p:grpSpPr>
            <p:sp>
              <p:nvSpPr>
                <p:cNvPr id="3525" name="Google Shape;3525;p6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7" name="Google Shape;3527;p67"/>
            <p:cNvGrpSpPr/>
            <p:nvPr/>
          </p:nvGrpSpPr>
          <p:grpSpPr>
            <a:xfrm>
              <a:off x="4724163" y="3119631"/>
              <a:ext cx="120838" cy="84218"/>
              <a:chOff x="4724163" y="3119631"/>
              <a:chExt cx="120838" cy="84218"/>
            </a:xfrm>
          </p:grpSpPr>
          <p:grpSp>
            <p:nvGrpSpPr>
              <p:cNvPr id="3528" name="Google Shape;3528;p67"/>
              <p:cNvGrpSpPr/>
              <p:nvPr/>
            </p:nvGrpSpPr>
            <p:grpSpPr>
              <a:xfrm>
                <a:off x="4746712" y="3132773"/>
                <a:ext cx="86869" cy="56424"/>
                <a:chOff x="4746712" y="3132773"/>
                <a:chExt cx="86869" cy="56424"/>
              </a:xfrm>
            </p:grpSpPr>
            <p:sp>
              <p:nvSpPr>
                <p:cNvPr id="3529" name="Google Shape;3529;p6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67"/>
              <p:cNvGrpSpPr/>
              <p:nvPr/>
            </p:nvGrpSpPr>
            <p:grpSpPr>
              <a:xfrm>
                <a:off x="4773634" y="3143336"/>
                <a:ext cx="37776" cy="32451"/>
                <a:chOff x="4773634" y="3143336"/>
                <a:chExt cx="37776" cy="32451"/>
              </a:xfrm>
            </p:grpSpPr>
            <p:sp>
              <p:nvSpPr>
                <p:cNvPr id="3532" name="Google Shape;3532;p6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4" name="Google Shape;3534;p67"/>
              <p:cNvGrpSpPr/>
              <p:nvPr/>
            </p:nvGrpSpPr>
            <p:grpSpPr>
              <a:xfrm>
                <a:off x="4724163" y="3131248"/>
                <a:ext cx="37776" cy="32459"/>
                <a:chOff x="4724163" y="3131248"/>
                <a:chExt cx="37776" cy="32459"/>
              </a:xfrm>
            </p:grpSpPr>
            <p:sp>
              <p:nvSpPr>
                <p:cNvPr id="3535" name="Google Shape;3535;p6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7" name="Google Shape;3537;p67"/>
              <p:cNvGrpSpPr/>
              <p:nvPr/>
            </p:nvGrpSpPr>
            <p:grpSpPr>
              <a:xfrm>
                <a:off x="4755081" y="3176054"/>
                <a:ext cx="32357" cy="27795"/>
                <a:chOff x="4755081" y="3176054"/>
                <a:chExt cx="32357" cy="27795"/>
              </a:xfrm>
            </p:grpSpPr>
            <p:sp>
              <p:nvSpPr>
                <p:cNvPr id="3538" name="Google Shape;3538;p6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67"/>
              <p:cNvGrpSpPr/>
              <p:nvPr/>
            </p:nvGrpSpPr>
            <p:grpSpPr>
              <a:xfrm>
                <a:off x="4812550" y="3119631"/>
                <a:ext cx="32451" cy="27803"/>
                <a:chOff x="4812550" y="3119631"/>
                <a:chExt cx="32451" cy="27803"/>
              </a:xfrm>
            </p:grpSpPr>
            <p:sp>
              <p:nvSpPr>
                <p:cNvPr id="3541" name="Google Shape;3541;p6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43" name="Google Shape;3543;p67"/>
            <p:cNvGrpSpPr/>
            <p:nvPr/>
          </p:nvGrpSpPr>
          <p:grpSpPr>
            <a:xfrm>
              <a:off x="5382826" y="4027197"/>
              <a:ext cx="268967" cy="250422"/>
              <a:chOff x="5382826" y="4027197"/>
              <a:chExt cx="268967" cy="250422"/>
            </a:xfrm>
          </p:grpSpPr>
          <p:grpSp>
            <p:nvGrpSpPr>
              <p:cNvPr id="3544" name="Google Shape;3544;p67"/>
              <p:cNvGrpSpPr/>
              <p:nvPr/>
            </p:nvGrpSpPr>
            <p:grpSpPr>
              <a:xfrm>
                <a:off x="5405280" y="4042510"/>
                <a:ext cx="237570" cy="218647"/>
                <a:chOff x="5405280" y="4042510"/>
                <a:chExt cx="237570" cy="218647"/>
              </a:xfrm>
            </p:grpSpPr>
            <p:sp>
              <p:nvSpPr>
                <p:cNvPr id="3545" name="Google Shape;3545;p6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67"/>
              <p:cNvGrpSpPr/>
              <p:nvPr/>
            </p:nvGrpSpPr>
            <p:grpSpPr>
              <a:xfrm>
                <a:off x="5382826" y="4125549"/>
                <a:ext cx="37776" cy="32380"/>
                <a:chOff x="5382826" y="4125549"/>
                <a:chExt cx="37776" cy="32380"/>
              </a:xfrm>
            </p:grpSpPr>
            <p:sp>
              <p:nvSpPr>
                <p:cNvPr id="3552" name="Google Shape;3552;p6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67"/>
              <p:cNvGrpSpPr/>
              <p:nvPr/>
            </p:nvGrpSpPr>
            <p:grpSpPr>
              <a:xfrm>
                <a:off x="5475680" y="4195587"/>
                <a:ext cx="37783" cy="32364"/>
                <a:chOff x="5475680" y="4195587"/>
                <a:chExt cx="37783" cy="32364"/>
              </a:xfrm>
            </p:grpSpPr>
            <p:sp>
              <p:nvSpPr>
                <p:cNvPr id="3555" name="Google Shape;3555;p6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7" name="Google Shape;3557;p67"/>
              <p:cNvGrpSpPr/>
              <p:nvPr/>
            </p:nvGrpSpPr>
            <p:grpSpPr>
              <a:xfrm>
                <a:off x="5532575" y="4027197"/>
                <a:ext cx="33308" cy="32262"/>
                <a:chOff x="5532575" y="4027197"/>
                <a:chExt cx="33308" cy="32262"/>
              </a:xfrm>
            </p:grpSpPr>
            <p:sp>
              <p:nvSpPr>
                <p:cNvPr id="3558" name="Google Shape;3558;p6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67"/>
              <p:cNvGrpSpPr/>
              <p:nvPr/>
            </p:nvGrpSpPr>
            <p:grpSpPr>
              <a:xfrm>
                <a:off x="5590706" y="4245348"/>
                <a:ext cx="33497" cy="32270"/>
                <a:chOff x="5590706" y="4245348"/>
                <a:chExt cx="33497" cy="32270"/>
              </a:xfrm>
            </p:grpSpPr>
            <p:sp>
              <p:nvSpPr>
                <p:cNvPr id="3561" name="Google Shape;3561;p6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67"/>
              <p:cNvGrpSpPr/>
              <p:nvPr/>
            </p:nvGrpSpPr>
            <p:grpSpPr>
              <a:xfrm>
                <a:off x="5618681" y="4109677"/>
                <a:ext cx="33112" cy="32357"/>
                <a:chOff x="5618681" y="4109677"/>
                <a:chExt cx="33112" cy="32357"/>
              </a:xfrm>
            </p:grpSpPr>
            <p:sp>
              <p:nvSpPr>
                <p:cNvPr id="3564" name="Google Shape;3564;p6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67"/>
              <p:cNvGrpSpPr/>
              <p:nvPr/>
            </p:nvGrpSpPr>
            <p:grpSpPr>
              <a:xfrm>
                <a:off x="5479298" y="4128262"/>
                <a:ext cx="31405" cy="26906"/>
                <a:chOff x="5479298" y="4128262"/>
                <a:chExt cx="31405" cy="26906"/>
              </a:xfrm>
            </p:grpSpPr>
            <p:sp>
              <p:nvSpPr>
                <p:cNvPr id="3567" name="Google Shape;3567;p6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67"/>
              <p:cNvGrpSpPr/>
              <p:nvPr/>
            </p:nvGrpSpPr>
            <p:grpSpPr>
              <a:xfrm>
                <a:off x="5582903" y="4180116"/>
                <a:ext cx="31499" cy="26898"/>
                <a:chOff x="5582903" y="4180116"/>
                <a:chExt cx="31499" cy="26898"/>
              </a:xfrm>
            </p:grpSpPr>
            <p:sp>
              <p:nvSpPr>
                <p:cNvPr id="3570" name="Google Shape;3570;p6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2" name="Google Shape;3572;p67"/>
            <p:cNvGrpSpPr/>
            <p:nvPr/>
          </p:nvGrpSpPr>
          <p:grpSpPr>
            <a:xfrm>
              <a:off x="3977681" y="3230323"/>
              <a:ext cx="94584" cy="84085"/>
              <a:chOff x="3977681" y="3230323"/>
              <a:chExt cx="94584" cy="84085"/>
            </a:xfrm>
          </p:grpSpPr>
          <p:grpSp>
            <p:nvGrpSpPr>
              <p:cNvPr id="3573" name="Google Shape;3573;p67"/>
              <p:cNvGrpSpPr/>
              <p:nvPr/>
            </p:nvGrpSpPr>
            <p:grpSpPr>
              <a:xfrm>
                <a:off x="4000135" y="3243041"/>
                <a:ext cx="59570" cy="57186"/>
                <a:chOff x="4000135" y="3243041"/>
                <a:chExt cx="59570" cy="57186"/>
              </a:xfrm>
            </p:grpSpPr>
            <p:sp>
              <p:nvSpPr>
                <p:cNvPr id="3574" name="Google Shape;3574;p6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67"/>
              <p:cNvGrpSpPr/>
              <p:nvPr/>
            </p:nvGrpSpPr>
            <p:grpSpPr>
              <a:xfrm>
                <a:off x="3977681" y="3245872"/>
                <a:ext cx="37783" cy="32380"/>
                <a:chOff x="3977681" y="3245872"/>
                <a:chExt cx="37783" cy="32380"/>
              </a:xfrm>
            </p:grpSpPr>
            <p:sp>
              <p:nvSpPr>
                <p:cNvPr id="3578" name="Google Shape;3578;p6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67"/>
              <p:cNvGrpSpPr/>
              <p:nvPr/>
            </p:nvGrpSpPr>
            <p:grpSpPr>
              <a:xfrm>
                <a:off x="4040860" y="3262672"/>
                <a:ext cx="31405" cy="27001"/>
                <a:chOff x="4040860" y="3262672"/>
                <a:chExt cx="31405" cy="27001"/>
              </a:xfrm>
            </p:grpSpPr>
            <p:sp>
              <p:nvSpPr>
                <p:cNvPr id="3581" name="Google Shape;3581;p6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67"/>
              <p:cNvGrpSpPr/>
              <p:nvPr/>
            </p:nvGrpSpPr>
            <p:grpSpPr>
              <a:xfrm>
                <a:off x="4021072" y="3230323"/>
                <a:ext cx="31397" cy="26906"/>
                <a:chOff x="4021072" y="3230323"/>
                <a:chExt cx="31397" cy="26906"/>
              </a:xfrm>
            </p:grpSpPr>
            <p:sp>
              <p:nvSpPr>
                <p:cNvPr id="3584" name="Google Shape;3584;p6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67"/>
              <p:cNvGrpSpPr/>
              <p:nvPr/>
            </p:nvGrpSpPr>
            <p:grpSpPr>
              <a:xfrm>
                <a:off x="4001472" y="3287462"/>
                <a:ext cx="31499" cy="26945"/>
                <a:chOff x="4001472" y="3287462"/>
                <a:chExt cx="31499" cy="26945"/>
              </a:xfrm>
            </p:grpSpPr>
            <p:sp>
              <p:nvSpPr>
                <p:cNvPr id="3587" name="Google Shape;3587;p6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9" name="Google Shape;3589;p67"/>
            <p:cNvGrpSpPr/>
            <p:nvPr/>
          </p:nvGrpSpPr>
          <p:grpSpPr>
            <a:xfrm>
              <a:off x="4084715" y="3258865"/>
              <a:ext cx="184961" cy="137268"/>
              <a:chOff x="4084715" y="3258865"/>
              <a:chExt cx="184961" cy="137268"/>
            </a:xfrm>
          </p:grpSpPr>
          <p:grpSp>
            <p:nvGrpSpPr>
              <p:cNvPr id="3590" name="Google Shape;3590;p67"/>
              <p:cNvGrpSpPr/>
              <p:nvPr/>
            </p:nvGrpSpPr>
            <p:grpSpPr>
              <a:xfrm>
                <a:off x="4107453" y="3271583"/>
                <a:ext cx="153470" cy="110275"/>
                <a:chOff x="4107453" y="3271583"/>
                <a:chExt cx="153470" cy="110275"/>
              </a:xfrm>
            </p:grpSpPr>
            <p:sp>
              <p:nvSpPr>
                <p:cNvPr id="3591" name="Google Shape;3591;p6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5" name="Google Shape;3595;p67"/>
              <p:cNvGrpSpPr/>
              <p:nvPr/>
            </p:nvGrpSpPr>
            <p:grpSpPr>
              <a:xfrm>
                <a:off x="4136947" y="3258865"/>
                <a:ext cx="31499" cy="27001"/>
                <a:chOff x="4136947" y="3258865"/>
                <a:chExt cx="31499" cy="27001"/>
              </a:xfrm>
            </p:grpSpPr>
            <p:sp>
              <p:nvSpPr>
                <p:cNvPr id="3596" name="Google Shape;3596;p6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67"/>
              <p:cNvGrpSpPr/>
              <p:nvPr/>
            </p:nvGrpSpPr>
            <p:grpSpPr>
              <a:xfrm>
                <a:off x="4084715" y="3266478"/>
                <a:ext cx="31468" cy="26898"/>
                <a:chOff x="4084715" y="3266478"/>
                <a:chExt cx="31468" cy="26898"/>
              </a:xfrm>
            </p:grpSpPr>
            <p:sp>
              <p:nvSpPr>
                <p:cNvPr id="3599" name="Google Shape;3599;p6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67"/>
              <p:cNvGrpSpPr/>
              <p:nvPr/>
            </p:nvGrpSpPr>
            <p:grpSpPr>
              <a:xfrm>
                <a:off x="4159213" y="3279849"/>
                <a:ext cx="31405" cy="26945"/>
                <a:chOff x="4159213" y="3279849"/>
                <a:chExt cx="31405" cy="26945"/>
              </a:xfrm>
            </p:grpSpPr>
            <p:sp>
              <p:nvSpPr>
                <p:cNvPr id="3602" name="Google Shape;3602;p6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67"/>
              <p:cNvGrpSpPr/>
              <p:nvPr/>
            </p:nvGrpSpPr>
            <p:grpSpPr>
              <a:xfrm>
                <a:off x="4201550" y="3266502"/>
                <a:ext cx="31405" cy="26883"/>
                <a:chOff x="4201550" y="3266502"/>
                <a:chExt cx="31405" cy="26883"/>
              </a:xfrm>
            </p:grpSpPr>
            <p:sp>
              <p:nvSpPr>
                <p:cNvPr id="3605" name="Google Shape;3605;p6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67"/>
              <p:cNvGrpSpPr/>
              <p:nvPr/>
            </p:nvGrpSpPr>
            <p:grpSpPr>
              <a:xfrm>
                <a:off x="4201550" y="3338278"/>
                <a:ext cx="31405" cy="26930"/>
                <a:chOff x="4201550" y="3338278"/>
                <a:chExt cx="31405" cy="26930"/>
              </a:xfrm>
            </p:grpSpPr>
            <p:sp>
              <p:nvSpPr>
                <p:cNvPr id="3608" name="Google Shape;3608;p6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67"/>
              <p:cNvGrpSpPr/>
              <p:nvPr/>
            </p:nvGrpSpPr>
            <p:grpSpPr>
              <a:xfrm>
                <a:off x="4238272" y="3369132"/>
                <a:ext cx="31405" cy="27001"/>
                <a:chOff x="4238272" y="3369132"/>
                <a:chExt cx="31405" cy="27001"/>
              </a:xfrm>
            </p:grpSpPr>
            <p:sp>
              <p:nvSpPr>
                <p:cNvPr id="3611" name="Google Shape;3611;p6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3" name="Google Shape;3613;p67"/>
            <p:cNvGrpSpPr/>
            <p:nvPr/>
          </p:nvGrpSpPr>
          <p:grpSpPr>
            <a:xfrm>
              <a:off x="4068639" y="3200169"/>
              <a:ext cx="77643" cy="37272"/>
              <a:chOff x="4068639" y="3200169"/>
              <a:chExt cx="77643" cy="37272"/>
            </a:xfrm>
          </p:grpSpPr>
          <p:sp>
            <p:nvSpPr>
              <p:cNvPr id="3614" name="Google Shape;3614;p6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5" name="Google Shape;3615;p67"/>
              <p:cNvGrpSpPr/>
              <p:nvPr/>
            </p:nvGrpSpPr>
            <p:grpSpPr>
              <a:xfrm>
                <a:off x="4114878" y="3200169"/>
                <a:ext cx="31405" cy="26993"/>
                <a:chOff x="4114878" y="3200169"/>
                <a:chExt cx="31405" cy="26993"/>
              </a:xfrm>
            </p:grpSpPr>
            <p:sp>
              <p:nvSpPr>
                <p:cNvPr id="3616" name="Google Shape;3616;p6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67"/>
              <p:cNvGrpSpPr/>
              <p:nvPr/>
            </p:nvGrpSpPr>
            <p:grpSpPr>
              <a:xfrm>
                <a:off x="4068639" y="3210535"/>
                <a:ext cx="31499" cy="26906"/>
                <a:chOff x="4068639" y="3210535"/>
                <a:chExt cx="31499" cy="26906"/>
              </a:xfrm>
            </p:grpSpPr>
            <p:sp>
              <p:nvSpPr>
                <p:cNvPr id="3619" name="Google Shape;3619;p6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1" name="Google Shape;3621;p67"/>
            <p:cNvGrpSpPr/>
            <p:nvPr/>
          </p:nvGrpSpPr>
          <p:grpSpPr>
            <a:xfrm>
              <a:off x="3869702" y="3066935"/>
              <a:ext cx="382664" cy="190294"/>
              <a:chOff x="3869702" y="3066935"/>
              <a:chExt cx="382664" cy="190294"/>
            </a:xfrm>
          </p:grpSpPr>
          <p:grpSp>
            <p:nvGrpSpPr>
              <p:cNvPr id="3622" name="Google Shape;3622;p67"/>
              <p:cNvGrpSpPr/>
              <p:nvPr/>
            </p:nvGrpSpPr>
            <p:grpSpPr>
              <a:xfrm>
                <a:off x="3888633" y="3082351"/>
                <a:ext cx="351172" cy="160698"/>
                <a:chOff x="3888633" y="3082351"/>
                <a:chExt cx="351172" cy="160698"/>
              </a:xfrm>
            </p:grpSpPr>
            <p:sp>
              <p:nvSpPr>
                <p:cNvPr id="3623" name="Google Shape;3623;p6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67"/>
              <p:cNvGrpSpPr/>
              <p:nvPr/>
            </p:nvGrpSpPr>
            <p:grpSpPr>
              <a:xfrm>
                <a:off x="4143703" y="3066935"/>
                <a:ext cx="37783" cy="32357"/>
                <a:chOff x="4143703" y="3066935"/>
                <a:chExt cx="37783" cy="32357"/>
              </a:xfrm>
            </p:grpSpPr>
            <p:sp>
              <p:nvSpPr>
                <p:cNvPr id="3630" name="Google Shape;3630;p6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67"/>
              <p:cNvGrpSpPr/>
              <p:nvPr/>
            </p:nvGrpSpPr>
            <p:grpSpPr>
              <a:xfrm>
                <a:off x="4044565" y="3103563"/>
                <a:ext cx="37783" cy="32451"/>
                <a:chOff x="4044565" y="3103563"/>
                <a:chExt cx="37783" cy="32451"/>
              </a:xfrm>
            </p:grpSpPr>
            <p:sp>
              <p:nvSpPr>
                <p:cNvPr id="3633" name="Google Shape;3633;p6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5" name="Google Shape;3635;p67"/>
              <p:cNvGrpSpPr/>
              <p:nvPr/>
            </p:nvGrpSpPr>
            <p:grpSpPr>
              <a:xfrm>
                <a:off x="4017454" y="3188237"/>
                <a:ext cx="37776" cy="32357"/>
                <a:chOff x="4017454" y="3188237"/>
                <a:chExt cx="37776" cy="32357"/>
              </a:xfrm>
            </p:grpSpPr>
            <p:sp>
              <p:nvSpPr>
                <p:cNvPr id="3636" name="Google Shape;3636;p6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67"/>
              <p:cNvGrpSpPr/>
              <p:nvPr/>
            </p:nvGrpSpPr>
            <p:grpSpPr>
              <a:xfrm>
                <a:off x="3921548" y="3157509"/>
                <a:ext cx="37783" cy="32357"/>
                <a:chOff x="3921548" y="3157509"/>
                <a:chExt cx="37783" cy="32357"/>
              </a:xfrm>
            </p:grpSpPr>
            <p:sp>
              <p:nvSpPr>
                <p:cNvPr id="3639" name="Google Shape;3639;p6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1" name="Google Shape;3641;p67"/>
              <p:cNvGrpSpPr/>
              <p:nvPr/>
            </p:nvGrpSpPr>
            <p:grpSpPr>
              <a:xfrm>
                <a:off x="3939056" y="3211620"/>
                <a:ext cx="37783" cy="32380"/>
                <a:chOff x="3939056" y="3211620"/>
                <a:chExt cx="37783" cy="32380"/>
              </a:xfrm>
            </p:grpSpPr>
            <p:sp>
              <p:nvSpPr>
                <p:cNvPr id="3642" name="Google Shape;3642;p6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4" name="Google Shape;3644;p67"/>
              <p:cNvGrpSpPr/>
              <p:nvPr/>
            </p:nvGrpSpPr>
            <p:grpSpPr>
              <a:xfrm>
                <a:off x="4176240" y="3136965"/>
                <a:ext cx="31405" cy="26930"/>
                <a:chOff x="4176240" y="3136965"/>
                <a:chExt cx="31405" cy="26930"/>
              </a:xfrm>
            </p:grpSpPr>
            <p:sp>
              <p:nvSpPr>
                <p:cNvPr id="3645" name="Google Shape;3645;p6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7" name="Google Shape;3647;p67"/>
              <p:cNvGrpSpPr/>
              <p:nvPr/>
            </p:nvGrpSpPr>
            <p:grpSpPr>
              <a:xfrm>
                <a:off x="4133148" y="3152593"/>
                <a:ext cx="31499" cy="27001"/>
                <a:chOff x="4133148" y="3152593"/>
                <a:chExt cx="31499" cy="27001"/>
              </a:xfrm>
            </p:grpSpPr>
            <p:sp>
              <p:nvSpPr>
                <p:cNvPr id="3648" name="Google Shape;3648;p6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0" name="Google Shape;3650;p67"/>
              <p:cNvGrpSpPr/>
              <p:nvPr/>
            </p:nvGrpSpPr>
            <p:grpSpPr>
              <a:xfrm>
                <a:off x="4220866" y="3073534"/>
                <a:ext cx="31499" cy="26898"/>
                <a:chOff x="4220866" y="3073534"/>
                <a:chExt cx="31499" cy="26898"/>
              </a:xfrm>
            </p:grpSpPr>
            <p:sp>
              <p:nvSpPr>
                <p:cNvPr id="3651" name="Google Shape;3651;p6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3" name="Google Shape;3653;p67"/>
              <p:cNvGrpSpPr/>
              <p:nvPr/>
            </p:nvGrpSpPr>
            <p:grpSpPr>
              <a:xfrm>
                <a:off x="3869702" y="3230323"/>
                <a:ext cx="31499" cy="26906"/>
                <a:chOff x="3869702" y="3230323"/>
                <a:chExt cx="31499" cy="26906"/>
              </a:xfrm>
            </p:grpSpPr>
            <p:sp>
              <p:nvSpPr>
                <p:cNvPr id="3654" name="Google Shape;3654;p6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56" name="Google Shape;3656;p67"/>
            <p:cNvGrpSpPr/>
            <p:nvPr/>
          </p:nvGrpSpPr>
          <p:grpSpPr>
            <a:xfrm>
              <a:off x="4271383" y="3065882"/>
              <a:ext cx="304556" cy="341663"/>
              <a:chOff x="4271383" y="3065882"/>
              <a:chExt cx="304556" cy="341663"/>
            </a:xfrm>
          </p:grpSpPr>
          <p:grpSp>
            <p:nvGrpSpPr>
              <p:cNvPr id="3657" name="Google Shape;3657;p67"/>
              <p:cNvGrpSpPr/>
              <p:nvPr/>
            </p:nvGrpSpPr>
            <p:grpSpPr>
              <a:xfrm>
                <a:off x="4293838" y="3078639"/>
                <a:ext cx="269353" cy="311973"/>
                <a:chOff x="4293838" y="3078639"/>
                <a:chExt cx="269353" cy="311973"/>
              </a:xfrm>
            </p:grpSpPr>
            <p:sp>
              <p:nvSpPr>
                <p:cNvPr id="3658" name="Google Shape;3658;p6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5" name="Google Shape;3675;p67"/>
              <p:cNvGrpSpPr/>
              <p:nvPr/>
            </p:nvGrpSpPr>
            <p:grpSpPr>
              <a:xfrm>
                <a:off x="4538164" y="3342061"/>
                <a:ext cx="37776" cy="32380"/>
                <a:chOff x="4538164" y="3342061"/>
                <a:chExt cx="37776" cy="32380"/>
              </a:xfrm>
            </p:grpSpPr>
            <p:sp>
              <p:nvSpPr>
                <p:cNvPr id="3676" name="Google Shape;3676;p6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67"/>
              <p:cNvGrpSpPr/>
              <p:nvPr/>
            </p:nvGrpSpPr>
            <p:grpSpPr>
              <a:xfrm>
                <a:off x="4271383" y="3194742"/>
                <a:ext cx="37783" cy="32420"/>
                <a:chOff x="4271383" y="3194742"/>
                <a:chExt cx="37783" cy="32420"/>
              </a:xfrm>
            </p:grpSpPr>
            <p:sp>
              <p:nvSpPr>
                <p:cNvPr id="3679" name="Google Shape;3679;p6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1" name="Google Shape;3681;p67"/>
              <p:cNvGrpSpPr/>
              <p:nvPr/>
            </p:nvGrpSpPr>
            <p:grpSpPr>
              <a:xfrm>
                <a:off x="4284416" y="3084058"/>
                <a:ext cx="37783" cy="32357"/>
                <a:chOff x="4284416" y="3084058"/>
                <a:chExt cx="37783" cy="32357"/>
              </a:xfrm>
            </p:grpSpPr>
            <p:sp>
              <p:nvSpPr>
                <p:cNvPr id="3682" name="Google Shape;3682;p6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4" name="Google Shape;3684;p67"/>
              <p:cNvGrpSpPr/>
              <p:nvPr/>
            </p:nvGrpSpPr>
            <p:grpSpPr>
              <a:xfrm>
                <a:off x="4478697" y="3297561"/>
                <a:ext cx="37776" cy="32451"/>
                <a:chOff x="4478697" y="3297561"/>
                <a:chExt cx="37776" cy="32451"/>
              </a:xfrm>
            </p:grpSpPr>
            <p:sp>
              <p:nvSpPr>
                <p:cNvPr id="3685" name="Google Shape;3685;p6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7" name="Google Shape;3687;p67"/>
              <p:cNvGrpSpPr/>
              <p:nvPr/>
            </p:nvGrpSpPr>
            <p:grpSpPr>
              <a:xfrm>
                <a:off x="4411813" y="3331711"/>
                <a:ext cx="37776" cy="32451"/>
                <a:chOff x="4411813" y="3331711"/>
                <a:chExt cx="37776" cy="32451"/>
              </a:xfrm>
            </p:grpSpPr>
            <p:sp>
              <p:nvSpPr>
                <p:cNvPr id="3688" name="Google Shape;3688;p6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67"/>
              <p:cNvGrpSpPr/>
              <p:nvPr/>
            </p:nvGrpSpPr>
            <p:grpSpPr>
              <a:xfrm>
                <a:off x="4337984" y="3375188"/>
                <a:ext cx="37776" cy="32357"/>
                <a:chOff x="4337984" y="3375188"/>
                <a:chExt cx="37776" cy="32357"/>
              </a:xfrm>
            </p:grpSpPr>
            <p:sp>
              <p:nvSpPr>
                <p:cNvPr id="3691" name="Google Shape;3691;p6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67"/>
              <p:cNvGrpSpPr/>
              <p:nvPr/>
            </p:nvGrpSpPr>
            <p:grpSpPr>
              <a:xfrm>
                <a:off x="4494867" y="3090530"/>
                <a:ext cx="37878" cy="32451"/>
                <a:chOff x="4494867" y="3090530"/>
                <a:chExt cx="37878" cy="32451"/>
              </a:xfrm>
            </p:grpSpPr>
            <p:sp>
              <p:nvSpPr>
                <p:cNvPr id="3694" name="Google Shape;3694;p6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6" name="Google Shape;3696;p67"/>
              <p:cNvGrpSpPr/>
              <p:nvPr/>
            </p:nvGrpSpPr>
            <p:grpSpPr>
              <a:xfrm>
                <a:off x="4525124" y="3207774"/>
                <a:ext cx="37783" cy="32420"/>
                <a:chOff x="4525124" y="3207774"/>
                <a:chExt cx="37783" cy="32420"/>
              </a:xfrm>
            </p:grpSpPr>
            <p:sp>
              <p:nvSpPr>
                <p:cNvPr id="3697" name="Google Shape;3697;p6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67"/>
              <p:cNvGrpSpPr/>
              <p:nvPr/>
            </p:nvGrpSpPr>
            <p:grpSpPr>
              <a:xfrm>
                <a:off x="4440544" y="3176479"/>
                <a:ext cx="31499" cy="26898"/>
                <a:chOff x="4440544" y="3176479"/>
                <a:chExt cx="31499" cy="26898"/>
              </a:xfrm>
            </p:grpSpPr>
            <p:sp>
              <p:nvSpPr>
                <p:cNvPr id="3700" name="Google Shape;3700;p6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67"/>
              <p:cNvGrpSpPr/>
              <p:nvPr/>
            </p:nvGrpSpPr>
            <p:grpSpPr>
              <a:xfrm>
                <a:off x="4350545" y="3156400"/>
                <a:ext cx="31405" cy="27001"/>
                <a:chOff x="4350545" y="3156400"/>
                <a:chExt cx="31405" cy="27001"/>
              </a:xfrm>
            </p:grpSpPr>
            <p:sp>
              <p:nvSpPr>
                <p:cNvPr id="3703" name="Google Shape;3703;p6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67"/>
              <p:cNvGrpSpPr/>
              <p:nvPr/>
            </p:nvGrpSpPr>
            <p:grpSpPr>
              <a:xfrm>
                <a:off x="4376703" y="3255058"/>
                <a:ext cx="31405" cy="27001"/>
                <a:chOff x="4376703" y="3255058"/>
                <a:chExt cx="31405" cy="27001"/>
              </a:xfrm>
            </p:grpSpPr>
            <p:sp>
              <p:nvSpPr>
                <p:cNvPr id="3706" name="Google Shape;3706;p6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67"/>
              <p:cNvGrpSpPr/>
              <p:nvPr/>
            </p:nvGrpSpPr>
            <p:grpSpPr>
              <a:xfrm>
                <a:off x="4331322" y="3283656"/>
                <a:ext cx="31405" cy="26945"/>
                <a:chOff x="4331322" y="3283656"/>
                <a:chExt cx="31405" cy="26945"/>
              </a:xfrm>
            </p:grpSpPr>
            <p:sp>
              <p:nvSpPr>
                <p:cNvPr id="3709" name="Google Shape;3709;p6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1" name="Google Shape;3711;p67"/>
              <p:cNvGrpSpPr/>
              <p:nvPr/>
            </p:nvGrpSpPr>
            <p:grpSpPr>
              <a:xfrm>
                <a:off x="4380510" y="3065882"/>
                <a:ext cx="31405" cy="26938"/>
                <a:chOff x="4380510" y="3065882"/>
                <a:chExt cx="31405" cy="26938"/>
              </a:xfrm>
            </p:grpSpPr>
            <p:sp>
              <p:nvSpPr>
                <p:cNvPr id="3712" name="Google Shape;3712;p6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4" name="Google Shape;3714;p67"/>
            <p:cNvGrpSpPr/>
            <p:nvPr/>
          </p:nvGrpSpPr>
          <p:grpSpPr>
            <a:xfrm>
              <a:off x="4558998" y="3188237"/>
              <a:ext cx="1280131" cy="1052746"/>
              <a:chOff x="4558998" y="3188237"/>
              <a:chExt cx="1280131" cy="1052746"/>
            </a:xfrm>
          </p:grpSpPr>
          <p:sp>
            <p:nvSpPr>
              <p:cNvPr id="3715" name="Google Shape;3715;p6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6" name="Google Shape;3716;p67"/>
              <p:cNvGrpSpPr/>
              <p:nvPr/>
            </p:nvGrpSpPr>
            <p:grpSpPr>
              <a:xfrm>
                <a:off x="4579164" y="3203653"/>
                <a:ext cx="1244833" cy="1020397"/>
                <a:chOff x="4579164" y="3203653"/>
                <a:chExt cx="1244833" cy="1020397"/>
              </a:xfrm>
            </p:grpSpPr>
            <p:sp>
              <p:nvSpPr>
                <p:cNvPr id="3717" name="Google Shape;3717;p6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9" name="Google Shape;3719;p67"/>
                <p:cNvGrpSpPr/>
                <p:nvPr/>
              </p:nvGrpSpPr>
              <p:grpSpPr>
                <a:xfrm>
                  <a:off x="4579164" y="3203653"/>
                  <a:ext cx="1244833" cy="1020397"/>
                  <a:chOff x="4579164" y="3203653"/>
                  <a:chExt cx="1244833" cy="1020397"/>
                </a:xfrm>
              </p:grpSpPr>
              <p:sp>
                <p:nvSpPr>
                  <p:cNvPr id="3720" name="Google Shape;3720;p6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2" name="Google Shape;3722;p67"/>
                  <p:cNvGrpSpPr/>
                  <p:nvPr/>
                </p:nvGrpSpPr>
                <p:grpSpPr>
                  <a:xfrm>
                    <a:off x="4579164" y="3203653"/>
                    <a:ext cx="1244833" cy="1020397"/>
                    <a:chOff x="4579164" y="3203653"/>
                    <a:chExt cx="1244833" cy="1020397"/>
                  </a:xfrm>
                </p:grpSpPr>
                <p:sp>
                  <p:nvSpPr>
                    <p:cNvPr id="3723" name="Google Shape;3723;p6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1" name="Google Shape;3731;p67"/>
                    <p:cNvGrpSpPr/>
                    <p:nvPr/>
                  </p:nvGrpSpPr>
                  <p:grpSpPr>
                    <a:xfrm>
                      <a:off x="4579164" y="3203653"/>
                      <a:ext cx="1244833" cy="1020397"/>
                      <a:chOff x="4579164" y="3203653"/>
                      <a:chExt cx="1244833" cy="1020397"/>
                    </a:xfrm>
                  </p:grpSpPr>
                  <p:sp>
                    <p:nvSpPr>
                      <p:cNvPr id="3732" name="Google Shape;3732;p6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6" name="Google Shape;3746;p67"/>
                      <p:cNvGrpSpPr/>
                      <p:nvPr/>
                    </p:nvGrpSpPr>
                    <p:grpSpPr>
                      <a:xfrm>
                        <a:off x="4579164" y="3203653"/>
                        <a:ext cx="1244833" cy="1020397"/>
                        <a:chOff x="4579164" y="3203653"/>
                        <a:chExt cx="1244833" cy="1020397"/>
                      </a:xfrm>
                    </p:grpSpPr>
                    <p:sp>
                      <p:nvSpPr>
                        <p:cNvPr id="3747" name="Google Shape;3747;p6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1" name="Google Shape;3771;p67"/>
                        <p:cNvGrpSpPr/>
                        <p:nvPr/>
                      </p:nvGrpSpPr>
                      <p:grpSpPr>
                        <a:xfrm>
                          <a:off x="4579164" y="3203653"/>
                          <a:ext cx="1244833" cy="1020397"/>
                          <a:chOff x="4579164" y="3203653"/>
                          <a:chExt cx="1244833" cy="1020397"/>
                        </a:xfrm>
                      </p:grpSpPr>
                      <p:sp>
                        <p:nvSpPr>
                          <p:cNvPr id="3772" name="Google Shape;3772;p6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3" name="Google Shape;3773;p67"/>
                          <p:cNvGrpSpPr/>
                          <p:nvPr/>
                        </p:nvGrpSpPr>
                        <p:grpSpPr>
                          <a:xfrm>
                            <a:off x="4579164" y="3203653"/>
                            <a:ext cx="1244833" cy="1020397"/>
                            <a:chOff x="4579164" y="3203653"/>
                            <a:chExt cx="1244833" cy="1020397"/>
                          </a:xfrm>
                        </p:grpSpPr>
                        <p:sp>
                          <p:nvSpPr>
                            <p:cNvPr id="3774" name="Google Shape;3774;p6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1" name="Google Shape;3781;p67"/>
                            <p:cNvGrpSpPr/>
                            <p:nvPr/>
                          </p:nvGrpSpPr>
                          <p:grpSpPr>
                            <a:xfrm>
                              <a:off x="4579164" y="3203653"/>
                              <a:ext cx="1244833" cy="1020397"/>
                              <a:chOff x="4579164" y="3203653"/>
                              <a:chExt cx="1244833" cy="1020397"/>
                            </a:xfrm>
                          </p:grpSpPr>
                          <p:sp>
                            <p:nvSpPr>
                              <p:cNvPr id="3782" name="Google Shape;3782;p6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5" name="Google Shape;3795;p67"/>
                              <p:cNvGrpSpPr/>
                              <p:nvPr/>
                            </p:nvGrpSpPr>
                            <p:grpSpPr>
                              <a:xfrm>
                                <a:off x="4579164" y="3203653"/>
                                <a:ext cx="1244833" cy="1020397"/>
                                <a:chOff x="4579164" y="3203653"/>
                                <a:chExt cx="1244833" cy="1020397"/>
                              </a:xfrm>
                            </p:grpSpPr>
                            <p:sp>
                              <p:nvSpPr>
                                <p:cNvPr id="3796" name="Google Shape;3796;p6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3" name="Google Shape;3803;p67"/>
                                <p:cNvGrpSpPr/>
                                <p:nvPr/>
                              </p:nvGrpSpPr>
                              <p:grpSpPr>
                                <a:xfrm>
                                  <a:off x="4579164" y="3203653"/>
                                  <a:ext cx="1244833" cy="1020397"/>
                                  <a:chOff x="4579164" y="3203653"/>
                                  <a:chExt cx="1244833" cy="1020397"/>
                                </a:xfrm>
                              </p:grpSpPr>
                              <p:sp>
                                <p:nvSpPr>
                                  <p:cNvPr id="3804" name="Google Shape;3804;p6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9" name="Google Shape;3809;p67"/>
                                  <p:cNvGrpSpPr/>
                                  <p:nvPr/>
                                </p:nvGrpSpPr>
                                <p:grpSpPr>
                                  <a:xfrm>
                                    <a:off x="4579164" y="3203653"/>
                                    <a:ext cx="1244833" cy="1020397"/>
                                    <a:chOff x="4579164" y="3203653"/>
                                    <a:chExt cx="1244833" cy="1020397"/>
                                  </a:xfrm>
                                </p:grpSpPr>
                                <p:sp>
                                  <p:nvSpPr>
                                    <p:cNvPr id="3810" name="Google Shape;3810;p6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814" name="Google Shape;3814;p6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17" name="Google Shape;3817;p6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18" name="Google Shape;3818;p67"/>
              <p:cNvGrpSpPr/>
              <p:nvPr/>
            </p:nvGrpSpPr>
            <p:grpSpPr>
              <a:xfrm>
                <a:off x="4595437" y="3598775"/>
                <a:ext cx="37776" cy="32451"/>
                <a:chOff x="4595437" y="3598775"/>
                <a:chExt cx="37776" cy="32451"/>
              </a:xfrm>
            </p:grpSpPr>
            <p:sp>
              <p:nvSpPr>
                <p:cNvPr id="3819" name="Google Shape;3819;p6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67"/>
              <p:cNvGrpSpPr/>
              <p:nvPr/>
            </p:nvGrpSpPr>
            <p:grpSpPr>
              <a:xfrm>
                <a:off x="4641864" y="3524443"/>
                <a:ext cx="37776" cy="32380"/>
                <a:chOff x="4641864" y="3524443"/>
                <a:chExt cx="37776" cy="32380"/>
              </a:xfrm>
            </p:grpSpPr>
            <p:sp>
              <p:nvSpPr>
                <p:cNvPr id="3822" name="Google Shape;3822;p6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67"/>
              <p:cNvGrpSpPr/>
              <p:nvPr/>
            </p:nvGrpSpPr>
            <p:grpSpPr>
              <a:xfrm>
                <a:off x="4648431" y="3893901"/>
                <a:ext cx="37776" cy="32357"/>
                <a:chOff x="4648431" y="3893901"/>
                <a:chExt cx="37776" cy="32357"/>
              </a:xfrm>
            </p:grpSpPr>
            <p:sp>
              <p:nvSpPr>
                <p:cNvPr id="3825" name="Google Shape;3825;p6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67"/>
              <p:cNvGrpSpPr/>
              <p:nvPr/>
            </p:nvGrpSpPr>
            <p:grpSpPr>
              <a:xfrm>
                <a:off x="4567752" y="3722908"/>
                <a:ext cx="37870" cy="32380"/>
                <a:chOff x="4567752" y="3722908"/>
                <a:chExt cx="37870" cy="32380"/>
              </a:xfrm>
            </p:grpSpPr>
            <p:sp>
              <p:nvSpPr>
                <p:cNvPr id="3828" name="Google Shape;3828;p6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0" name="Google Shape;3830;p67"/>
              <p:cNvGrpSpPr/>
              <p:nvPr/>
            </p:nvGrpSpPr>
            <p:grpSpPr>
              <a:xfrm>
                <a:off x="4617506" y="3652052"/>
                <a:ext cx="37783" cy="32357"/>
                <a:chOff x="4617506" y="3652052"/>
                <a:chExt cx="37783" cy="32357"/>
              </a:xfrm>
            </p:grpSpPr>
            <p:sp>
              <p:nvSpPr>
                <p:cNvPr id="3831" name="Google Shape;3831;p6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3" name="Google Shape;3833;p67"/>
              <p:cNvGrpSpPr/>
              <p:nvPr/>
            </p:nvGrpSpPr>
            <p:grpSpPr>
              <a:xfrm>
                <a:off x="4739005" y="3554149"/>
                <a:ext cx="37870" cy="32357"/>
                <a:chOff x="4739005" y="3554149"/>
                <a:chExt cx="37870" cy="32357"/>
              </a:xfrm>
            </p:grpSpPr>
            <p:sp>
              <p:nvSpPr>
                <p:cNvPr id="3834" name="Google Shape;3834;p6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6" name="Google Shape;3836;p67"/>
              <p:cNvGrpSpPr/>
              <p:nvPr/>
            </p:nvGrpSpPr>
            <p:grpSpPr>
              <a:xfrm>
                <a:off x="4806557" y="3630258"/>
                <a:ext cx="37776" cy="32364"/>
                <a:chOff x="4806557" y="3630258"/>
                <a:chExt cx="37776" cy="32364"/>
              </a:xfrm>
            </p:grpSpPr>
            <p:sp>
              <p:nvSpPr>
                <p:cNvPr id="3837" name="Google Shape;3837;p6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9" name="Google Shape;3839;p67"/>
              <p:cNvGrpSpPr/>
              <p:nvPr/>
            </p:nvGrpSpPr>
            <p:grpSpPr>
              <a:xfrm>
                <a:off x="4737007" y="4004357"/>
                <a:ext cx="37870" cy="32357"/>
                <a:chOff x="4737007" y="4004357"/>
                <a:chExt cx="37870" cy="32357"/>
              </a:xfrm>
            </p:grpSpPr>
            <p:sp>
              <p:nvSpPr>
                <p:cNvPr id="3840" name="Google Shape;3840;p6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2" name="Google Shape;3842;p67"/>
              <p:cNvGrpSpPr/>
              <p:nvPr/>
            </p:nvGrpSpPr>
            <p:grpSpPr>
              <a:xfrm>
                <a:off x="4773634" y="4208627"/>
                <a:ext cx="37776" cy="32357"/>
                <a:chOff x="4773634" y="4208627"/>
                <a:chExt cx="37776" cy="32357"/>
              </a:xfrm>
            </p:grpSpPr>
            <p:sp>
              <p:nvSpPr>
                <p:cNvPr id="3843" name="Google Shape;3843;p6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5" name="Google Shape;3845;p67"/>
              <p:cNvGrpSpPr/>
              <p:nvPr/>
            </p:nvGrpSpPr>
            <p:grpSpPr>
              <a:xfrm>
                <a:off x="4888282" y="4074764"/>
                <a:ext cx="37776" cy="32451"/>
                <a:chOff x="4888282" y="4074764"/>
                <a:chExt cx="37776" cy="32451"/>
              </a:xfrm>
            </p:grpSpPr>
            <p:sp>
              <p:nvSpPr>
                <p:cNvPr id="3846" name="Google Shape;3846;p6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8" name="Google Shape;3848;p67"/>
              <p:cNvGrpSpPr/>
              <p:nvPr/>
            </p:nvGrpSpPr>
            <p:grpSpPr>
              <a:xfrm>
                <a:off x="4901315" y="3804271"/>
                <a:ext cx="37776" cy="32364"/>
                <a:chOff x="4901315" y="3804271"/>
                <a:chExt cx="37776" cy="32364"/>
              </a:xfrm>
            </p:grpSpPr>
            <p:sp>
              <p:nvSpPr>
                <p:cNvPr id="3849" name="Google Shape;3849;p6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67"/>
              <p:cNvGrpSpPr/>
              <p:nvPr/>
            </p:nvGrpSpPr>
            <p:grpSpPr>
              <a:xfrm>
                <a:off x="4866394" y="3715035"/>
                <a:ext cx="37846" cy="32357"/>
                <a:chOff x="4866394" y="3715035"/>
                <a:chExt cx="37846" cy="32357"/>
              </a:xfrm>
            </p:grpSpPr>
            <p:sp>
              <p:nvSpPr>
                <p:cNvPr id="3852" name="Google Shape;3852;p6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67"/>
              <p:cNvGrpSpPr/>
              <p:nvPr/>
            </p:nvGrpSpPr>
            <p:grpSpPr>
              <a:xfrm>
                <a:off x="4979233" y="3839798"/>
                <a:ext cx="37878" cy="32420"/>
                <a:chOff x="4979233" y="3839798"/>
                <a:chExt cx="37878" cy="32420"/>
              </a:xfrm>
            </p:grpSpPr>
            <p:sp>
              <p:nvSpPr>
                <p:cNvPr id="3855" name="Google Shape;3855;p6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67"/>
              <p:cNvGrpSpPr/>
              <p:nvPr/>
            </p:nvGrpSpPr>
            <p:grpSpPr>
              <a:xfrm>
                <a:off x="4790662" y="3679147"/>
                <a:ext cx="37783" cy="32380"/>
                <a:chOff x="4790662" y="3679147"/>
                <a:chExt cx="37783" cy="32380"/>
              </a:xfrm>
            </p:grpSpPr>
            <p:sp>
              <p:nvSpPr>
                <p:cNvPr id="3858" name="Google Shape;3858;p6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67"/>
              <p:cNvGrpSpPr/>
              <p:nvPr/>
            </p:nvGrpSpPr>
            <p:grpSpPr>
              <a:xfrm>
                <a:off x="4857263" y="3557861"/>
                <a:ext cx="37776" cy="32357"/>
                <a:chOff x="4857263" y="3557861"/>
                <a:chExt cx="37776" cy="32357"/>
              </a:xfrm>
            </p:grpSpPr>
            <p:sp>
              <p:nvSpPr>
                <p:cNvPr id="3861" name="Google Shape;3861;p6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67"/>
              <p:cNvGrpSpPr/>
              <p:nvPr/>
            </p:nvGrpSpPr>
            <p:grpSpPr>
              <a:xfrm>
                <a:off x="4883902" y="3648033"/>
                <a:ext cx="37783" cy="32380"/>
                <a:chOff x="4883902" y="3648033"/>
                <a:chExt cx="37783" cy="32380"/>
              </a:xfrm>
            </p:grpSpPr>
            <p:sp>
              <p:nvSpPr>
                <p:cNvPr id="3864" name="Google Shape;3864;p6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67"/>
              <p:cNvGrpSpPr/>
              <p:nvPr/>
            </p:nvGrpSpPr>
            <p:grpSpPr>
              <a:xfrm>
                <a:off x="4907780" y="3347220"/>
                <a:ext cx="37878" cy="32357"/>
                <a:chOff x="4907780" y="3347220"/>
                <a:chExt cx="37878" cy="32357"/>
              </a:xfrm>
            </p:grpSpPr>
            <p:sp>
              <p:nvSpPr>
                <p:cNvPr id="3867" name="Google Shape;3867;p6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67"/>
              <p:cNvGrpSpPr/>
              <p:nvPr/>
            </p:nvGrpSpPr>
            <p:grpSpPr>
              <a:xfrm>
                <a:off x="5065048" y="3738150"/>
                <a:ext cx="37783" cy="32364"/>
                <a:chOff x="5065048" y="3738150"/>
                <a:chExt cx="37783" cy="32364"/>
              </a:xfrm>
            </p:grpSpPr>
            <p:sp>
              <p:nvSpPr>
                <p:cNvPr id="3870" name="Google Shape;3870;p6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67"/>
              <p:cNvGrpSpPr/>
              <p:nvPr/>
            </p:nvGrpSpPr>
            <p:grpSpPr>
              <a:xfrm>
                <a:off x="5071616" y="3284615"/>
                <a:ext cx="37783" cy="32357"/>
                <a:chOff x="5071616" y="3284615"/>
                <a:chExt cx="37783" cy="32357"/>
              </a:xfrm>
            </p:grpSpPr>
            <p:sp>
              <p:nvSpPr>
                <p:cNvPr id="3873" name="Google Shape;3873;p6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67"/>
              <p:cNvGrpSpPr/>
              <p:nvPr/>
            </p:nvGrpSpPr>
            <p:grpSpPr>
              <a:xfrm>
                <a:off x="5389291" y="3759921"/>
                <a:ext cx="37783" cy="32380"/>
                <a:chOff x="5389291" y="3759921"/>
                <a:chExt cx="37783" cy="32380"/>
              </a:xfrm>
            </p:grpSpPr>
            <p:sp>
              <p:nvSpPr>
                <p:cNvPr id="3876" name="Google Shape;3876;p6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7"/>
              <p:cNvGrpSpPr/>
              <p:nvPr/>
            </p:nvGrpSpPr>
            <p:grpSpPr>
              <a:xfrm>
                <a:off x="5431534" y="3632932"/>
                <a:ext cx="37878" cy="32451"/>
                <a:chOff x="5431534" y="3632932"/>
                <a:chExt cx="37878" cy="32451"/>
              </a:xfrm>
            </p:grpSpPr>
            <p:sp>
              <p:nvSpPr>
                <p:cNvPr id="3879" name="Google Shape;3879;p6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67"/>
              <p:cNvGrpSpPr/>
              <p:nvPr/>
            </p:nvGrpSpPr>
            <p:grpSpPr>
              <a:xfrm>
                <a:off x="5540755" y="3544829"/>
                <a:ext cx="37783" cy="32357"/>
                <a:chOff x="5540755" y="3544829"/>
                <a:chExt cx="37783" cy="32357"/>
              </a:xfrm>
            </p:grpSpPr>
            <p:sp>
              <p:nvSpPr>
                <p:cNvPr id="3882" name="Google Shape;3882;p6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67"/>
              <p:cNvGrpSpPr/>
              <p:nvPr/>
            </p:nvGrpSpPr>
            <p:grpSpPr>
              <a:xfrm>
                <a:off x="5579293" y="3412107"/>
                <a:ext cx="37776" cy="32357"/>
                <a:chOff x="5579293" y="3412107"/>
                <a:chExt cx="37776" cy="32357"/>
              </a:xfrm>
            </p:grpSpPr>
            <p:sp>
              <p:nvSpPr>
                <p:cNvPr id="3885" name="Google Shape;3885;p6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67"/>
              <p:cNvGrpSpPr/>
              <p:nvPr/>
            </p:nvGrpSpPr>
            <p:grpSpPr>
              <a:xfrm>
                <a:off x="5801346" y="3284615"/>
                <a:ext cx="37783" cy="32357"/>
                <a:chOff x="5801346" y="3284615"/>
                <a:chExt cx="37783" cy="32357"/>
              </a:xfrm>
            </p:grpSpPr>
            <p:sp>
              <p:nvSpPr>
                <p:cNvPr id="3888" name="Google Shape;3888;p6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67"/>
              <p:cNvGrpSpPr/>
              <p:nvPr/>
            </p:nvGrpSpPr>
            <p:grpSpPr>
              <a:xfrm>
                <a:off x="5763578" y="3399067"/>
                <a:ext cx="37776" cy="32364"/>
                <a:chOff x="5763578" y="3399067"/>
                <a:chExt cx="37776" cy="32364"/>
              </a:xfrm>
            </p:grpSpPr>
            <p:sp>
              <p:nvSpPr>
                <p:cNvPr id="3891" name="Google Shape;3891;p6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67"/>
              <p:cNvGrpSpPr/>
              <p:nvPr/>
            </p:nvGrpSpPr>
            <p:grpSpPr>
              <a:xfrm>
                <a:off x="5395858" y="3230952"/>
                <a:ext cx="37776" cy="32364"/>
                <a:chOff x="5395858" y="3230952"/>
                <a:chExt cx="37776" cy="32364"/>
              </a:xfrm>
            </p:grpSpPr>
            <p:sp>
              <p:nvSpPr>
                <p:cNvPr id="3894" name="Google Shape;3894;p6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67"/>
              <p:cNvGrpSpPr/>
              <p:nvPr/>
            </p:nvGrpSpPr>
            <p:grpSpPr>
              <a:xfrm>
                <a:off x="5264088" y="3188237"/>
                <a:ext cx="37776" cy="32357"/>
                <a:chOff x="5264088" y="3188237"/>
                <a:chExt cx="37776" cy="32357"/>
              </a:xfrm>
            </p:grpSpPr>
            <p:sp>
              <p:nvSpPr>
                <p:cNvPr id="3897" name="Google Shape;3897;p6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67"/>
              <p:cNvGrpSpPr/>
              <p:nvPr/>
            </p:nvGrpSpPr>
            <p:grpSpPr>
              <a:xfrm>
                <a:off x="5585758" y="3237425"/>
                <a:ext cx="37878" cy="32357"/>
                <a:chOff x="5585758" y="3237425"/>
                <a:chExt cx="37878" cy="32357"/>
              </a:xfrm>
            </p:grpSpPr>
            <p:sp>
              <p:nvSpPr>
                <p:cNvPr id="3900" name="Google Shape;3900;p6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67"/>
              <p:cNvGrpSpPr/>
              <p:nvPr/>
            </p:nvGrpSpPr>
            <p:grpSpPr>
              <a:xfrm>
                <a:off x="4874196" y="3291088"/>
                <a:ext cx="37878" cy="32451"/>
                <a:chOff x="4874196" y="3291088"/>
                <a:chExt cx="37878" cy="32451"/>
              </a:xfrm>
            </p:grpSpPr>
            <p:sp>
              <p:nvSpPr>
                <p:cNvPr id="3903" name="Google Shape;3903;p6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67"/>
              <p:cNvGrpSpPr/>
              <p:nvPr/>
            </p:nvGrpSpPr>
            <p:grpSpPr>
              <a:xfrm>
                <a:off x="5197770" y="3785466"/>
                <a:ext cx="37783" cy="32427"/>
                <a:chOff x="5197770" y="3785466"/>
                <a:chExt cx="37783" cy="32427"/>
              </a:xfrm>
            </p:grpSpPr>
            <p:sp>
              <p:nvSpPr>
                <p:cNvPr id="3906" name="Google Shape;3906;p6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67"/>
              <p:cNvGrpSpPr/>
              <p:nvPr/>
            </p:nvGrpSpPr>
            <p:grpSpPr>
              <a:xfrm>
                <a:off x="5177699" y="3492117"/>
                <a:ext cx="37776" cy="32357"/>
                <a:chOff x="5177699" y="3492117"/>
                <a:chExt cx="37776" cy="32357"/>
              </a:xfrm>
            </p:grpSpPr>
            <p:sp>
              <p:nvSpPr>
                <p:cNvPr id="3909" name="Google Shape;3909;p6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67"/>
              <p:cNvGrpSpPr/>
              <p:nvPr/>
            </p:nvGrpSpPr>
            <p:grpSpPr>
              <a:xfrm>
                <a:off x="5349431" y="3622346"/>
                <a:ext cx="37870" cy="32380"/>
                <a:chOff x="5349431" y="3622346"/>
                <a:chExt cx="37870" cy="32380"/>
              </a:xfrm>
            </p:grpSpPr>
            <p:sp>
              <p:nvSpPr>
                <p:cNvPr id="3912" name="Google Shape;3912;p6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67"/>
              <p:cNvGrpSpPr/>
              <p:nvPr/>
            </p:nvGrpSpPr>
            <p:grpSpPr>
              <a:xfrm>
                <a:off x="5068855" y="3563980"/>
                <a:ext cx="53954" cy="46223"/>
                <a:chOff x="5068855" y="3563980"/>
                <a:chExt cx="53954" cy="46223"/>
              </a:xfrm>
            </p:grpSpPr>
            <p:sp>
              <p:nvSpPr>
                <p:cNvPr id="3915" name="Google Shape;3915;p6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67"/>
              <p:cNvGrpSpPr/>
              <p:nvPr/>
            </p:nvGrpSpPr>
            <p:grpSpPr>
              <a:xfrm>
                <a:off x="5037654" y="3392507"/>
                <a:ext cx="37870" cy="32451"/>
                <a:chOff x="5037654" y="3392507"/>
                <a:chExt cx="37870" cy="32451"/>
              </a:xfrm>
            </p:grpSpPr>
            <p:sp>
              <p:nvSpPr>
                <p:cNvPr id="3918" name="Google Shape;3918;p6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67"/>
              <p:cNvGrpSpPr/>
              <p:nvPr/>
            </p:nvGrpSpPr>
            <p:grpSpPr>
              <a:xfrm>
                <a:off x="5456560" y="3368629"/>
                <a:ext cx="37870" cy="32451"/>
                <a:chOff x="5456560" y="3368629"/>
                <a:chExt cx="37870" cy="32451"/>
              </a:xfrm>
            </p:grpSpPr>
            <p:sp>
              <p:nvSpPr>
                <p:cNvPr id="3921" name="Google Shape;3921;p6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67"/>
              <p:cNvGrpSpPr/>
              <p:nvPr/>
            </p:nvGrpSpPr>
            <p:grpSpPr>
              <a:xfrm>
                <a:off x="4755749" y="3501516"/>
                <a:ext cx="46246" cy="39608"/>
                <a:chOff x="4755749" y="3501516"/>
                <a:chExt cx="46246" cy="39608"/>
              </a:xfrm>
            </p:grpSpPr>
            <p:sp>
              <p:nvSpPr>
                <p:cNvPr id="3924" name="Google Shape;3924;p6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67"/>
              <p:cNvGrpSpPr/>
              <p:nvPr/>
            </p:nvGrpSpPr>
            <p:grpSpPr>
              <a:xfrm>
                <a:off x="4681346" y="3485582"/>
                <a:ext cx="37783" cy="32427"/>
                <a:chOff x="4681346" y="3485582"/>
                <a:chExt cx="37783" cy="32427"/>
              </a:xfrm>
            </p:grpSpPr>
            <p:sp>
              <p:nvSpPr>
                <p:cNvPr id="3927" name="Google Shape;3927;p6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67"/>
              <p:cNvGrpSpPr/>
              <p:nvPr/>
            </p:nvGrpSpPr>
            <p:grpSpPr>
              <a:xfrm>
                <a:off x="4767067" y="3291088"/>
                <a:ext cx="37878" cy="32451"/>
                <a:chOff x="4767067" y="3291088"/>
                <a:chExt cx="37878" cy="32451"/>
              </a:xfrm>
            </p:grpSpPr>
            <p:sp>
              <p:nvSpPr>
                <p:cNvPr id="3930" name="Google Shape;3930;p6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67"/>
              <p:cNvGrpSpPr/>
              <p:nvPr/>
            </p:nvGrpSpPr>
            <p:grpSpPr>
              <a:xfrm>
                <a:off x="4687819" y="3405539"/>
                <a:ext cx="37776" cy="32451"/>
                <a:chOff x="4687819" y="3405539"/>
                <a:chExt cx="37776" cy="32451"/>
              </a:xfrm>
            </p:grpSpPr>
            <p:sp>
              <p:nvSpPr>
                <p:cNvPr id="3933" name="Google Shape;3933;p6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5" name="Google Shape;3935;p67"/>
              <p:cNvGrpSpPr/>
              <p:nvPr/>
            </p:nvGrpSpPr>
            <p:grpSpPr>
              <a:xfrm>
                <a:off x="4923101" y="3444809"/>
                <a:ext cx="52813" cy="45318"/>
                <a:chOff x="4923101" y="3444809"/>
                <a:chExt cx="52813" cy="45318"/>
              </a:xfrm>
            </p:grpSpPr>
            <p:sp>
              <p:nvSpPr>
                <p:cNvPr id="3936" name="Google Shape;3936;p6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67"/>
              <p:cNvGrpSpPr/>
              <p:nvPr/>
            </p:nvGrpSpPr>
            <p:grpSpPr>
              <a:xfrm>
                <a:off x="4846040" y="3654750"/>
                <a:ext cx="31405" cy="26993"/>
                <a:chOff x="4846040" y="3654750"/>
                <a:chExt cx="31405" cy="26993"/>
              </a:xfrm>
            </p:grpSpPr>
            <p:sp>
              <p:nvSpPr>
                <p:cNvPr id="3939" name="Google Shape;3939;p6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67"/>
              <p:cNvGrpSpPr/>
              <p:nvPr/>
            </p:nvGrpSpPr>
            <p:grpSpPr>
              <a:xfrm>
                <a:off x="4925673" y="3691700"/>
                <a:ext cx="40253" cy="34472"/>
                <a:chOff x="4925673" y="3691700"/>
                <a:chExt cx="40253" cy="34472"/>
              </a:xfrm>
            </p:grpSpPr>
            <p:sp>
              <p:nvSpPr>
                <p:cNvPr id="3942" name="Google Shape;3942;p6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67"/>
              <p:cNvGrpSpPr/>
              <p:nvPr/>
            </p:nvGrpSpPr>
            <p:grpSpPr>
              <a:xfrm>
                <a:off x="4894653" y="3740848"/>
                <a:ext cx="31405" cy="26906"/>
                <a:chOff x="4894653" y="3740848"/>
                <a:chExt cx="31405" cy="26906"/>
              </a:xfrm>
            </p:grpSpPr>
            <p:sp>
              <p:nvSpPr>
                <p:cNvPr id="3945" name="Google Shape;3945;p6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67"/>
              <p:cNvGrpSpPr/>
              <p:nvPr/>
            </p:nvGrpSpPr>
            <p:grpSpPr>
              <a:xfrm>
                <a:off x="4962300" y="3696348"/>
                <a:ext cx="38255" cy="32773"/>
                <a:chOff x="4962300" y="3696348"/>
                <a:chExt cx="38255" cy="32773"/>
              </a:xfrm>
            </p:grpSpPr>
            <p:sp>
              <p:nvSpPr>
                <p:cNvPr id="3948" name="Google Shape;3948;p6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67"/>
              <p:cNvGrpSpPr/>
              <p:nvPr/>
            </p:nvGrpSpPr>
            <p:grpSpPr>
              <a:xfrm>
                <a:off x="4980185" y="3743349"/>
                <a:ext cx="31499" cy="26969"/>
                <a:chOff x="4980185" y="3743349"/>
                <a:chExt cx="31499" cy="26969"/>
              </a:xfrm>
            </p:grpSpPr>
            <p:sp>
              <p:nvSpPr>
                <p:cNvPr id="3951" name="Google Shape;3951;p6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67"/>
              <p:cNvGrpSpPr/>
              <p:nvPr/>
            </p:nvGrpSpPr>
            <p:grpSpPr>
              <a:xfrm>
                <a:off x="5013768" y="3734312"/>
                <a:ext cx="31499" cy="26969"/>
                <a:chOff x="5013768" y="3734312"/>
                <a:chExt cx="31499" cy="26969"/>
              </a:xfrm>
            </p:grpSpPr>
            <p:sp>
              <p:nvSpPr>
                <p:cNvPr id="3954" name="Google Shape;3954;p6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6" name="Google Shape;3956;p67"/>
              <p:cNvGrpSpPr/>
              <p:nvPr/>
            </p:nvGrpSpPr>
            <p:grpSpPr>
              <a:xfrm>
                <a:off x="5036703" y="3764545"/>
                <a:ext cx="31499" cy="26898"/>
                <a:chOff x="5036703" y="3764545"/>
                <a:chExt cx="31499" cy="26898"/>
              </a:xfrm>
            </p:grpSpPr>
            <p:sp>
              <p:nvSpPr>
                <p:cNvPr id="3957" name="Google Shape;3957;p6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67"/>
              <p:cNvGrpSpPr/>
              <p:nvPr/>
            </p:nvGrpSpPr>
            <p:grpSpPr>
              <a:xfrm>
                <a:off x="4953546" y="3768352"/>
                <a:ext cx="31405" cy="26898"/>
                <a:chOff x="4953546" y="3768352"/>
                <a:chExt cx="31405" cy="26898"/>
              </a:xfrm>
            </p:grpSpPr>
            <p:sp>
              <p:nvSpPr>
                <p:cNvPr id="3960" name="Google Shape;3960;p6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2" name="Google Shape;3962;p67"/>
              <p:cNvGrpSpPr/>
              <p:nvPr/>
            </p:nvGrpSpPr>
            <p:grpSpPr>
              <a:xfrm>
                <a:off x="4964770" y="3814016"/>
                <a:ext cx="31499" cy="26993"/>
                <a:chOff x="4964770" y="3814016"/>
                <a:chExt cx="31499" cy="26993"/>
              </a:xfrm>
            </p:grpSpPr>
            <p:sp>
              <p:nvSpPr>
                <p:cNvPr id="3963" name="Google Shape;3963;p6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67"/>
              <p:cNvGrpSpPr/>
              <p:nvPr/>
            </p:nvGrpSpPr>
            <p:grpSpPr>
              <a:xfrm>
                <a:off x="4923290" y="3800504"/>
                <a:ext cx="31468" cy="26898"/>
                <a:chOff x="4923290" y="3800504"/>
                <a:chExt cx="31468" cy="26898"/>
              </a:xfrm>
            </p:grpSpPr>
            <p:sp>
              <p:nvSpPr>
                <p:cNvPr id="3966" name="Google Shape;3966;p6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8" name="Google Shape;3968;p67"/>
              <p:cNvGrpSpPr/>
              <p:nvPr/>
            </p:nvGrpSpPr>
            <p:grpSpPr>
              <a:xfrm>
                <a:off x="5108534" y="3650943"/>
                <a:ext cx="31405" cy="26993"/>
                <a:chOff x="5108534" y="3650943"/>
                <a:chExt cx="31405" cy="26993"/>
              </a:xfrm>
            </p:grpSpPr>
            <p:sp>
              <p:nvSpPr>
                <p:cNvPr id="3969" name="Google Shape;3969;p6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1" name="Google Shape;3971;p67"/>
              <p:cNvGrpSpPr/>
              <p:nvPr/>
            </p:nvGrpSpPr>
            <p:grpSpPr>
              <a:xfrm>
                <a:off x="5119380" y="3760739"/>
                <a:ext cx="31499" cy="26993"/>
                <a:chOff x="5119380" y="3760739"/>
                <a:chExt cx="31499" cy="26993"/>
              </a:xfrm>
            </p:grpSpPr>
            <p:sp>
              <p:nvSpPr>
                <p:cNvPr id="3972" name="Google Shape;3972;p6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4" name="Google Shape;3974;p67"/>
              <p:cNvGrpSpPr/>
              <p:nvPr/>
            </p:nvGrpSpPr>
            <p:grpSpPr>
              <a:xfrm>
                <a:off x="5119380" y="3788235"/>
                <a:ext cx="31499" cy="26993"/>
                <a:chOff x="5119380" y="3788235"/>
                <a:chExt cx="31499" cy="26993"/>
              </a:xfrm>
            </p:grpSpPr>
            <p:sp>
              <p:nvSpPr>
                <p:cNvPr id="3975" name="Google Shape;3975;p6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67"/>
              <p:cNvGrpSpPr/>
              <p:nvPr/>
            </p:nvGrpSpPr>
            <p:grpSpPr>
              <a:xfrm>
                <a:off x="5158005" y="3875284"/>
                <a:ext cx="31405" cy="27001"/>
                <a:chOff x="5158005" y="3875284"/>
                <a:chExt cx="31405" cy="27001"/>
              </a:xfrm>
            </p:grpSpPr>
            <p:sp>
              <p:nvSpPr>
                <p:cNvPr id="3978" name="Google Shape;3978;p6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 name="Google Shape;3980;p67"/>
              <p:cNvGrpSpPr/>
              <p:nvPr/>
            </p:nvGrpSpPr>
            <p:grpSpPr>
              <a:xfrm>
                <a:off x="5233163" y="3764545"/>
                <a:ext cx="31499" cy="26898"/>
                <a:chOff x="5233163" y="3764545"/>
                <a:chExt cx="31499" cy="26898"/>
              </a:xfrm>
            </p:grpSpPr>
            <p:sp>
              <p:nvSpPr>
                <p:cNvPr id="3981" name="Google Shape;3981;p6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67"/>
              <p:cNvGrpSpPr/>
              <p:nvPr/>
            </p:nvGrpSpPr>
            <p:grpSpPr>
              <a:xfrm>
                <a:off x="5276168" y="3805545"/>
                <a:ext cx="31499" cy="26906"/>
                <a:chOff x="5276168" y="3805545"/>
                <a:chExt cx="31499" cy="26906"/>
              </a:xfrm>
            </p:grpSpPr>
            <p:sp>
              <p:nvSpPr>
                <p:cNvPr id="3984" name="Google Shape;3984;p6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67"/>
              <p:cNvGrpSpPr/>
              <p:nvPr/>
            </p:nvGrpSpPr>
            <p:grpSpPr>
              <a:xfrm>
                <a:off x="5294053" y="3851933"/>
                <a:ext cx="31405" cy="26945"/>
                <a:chOff x="5294053" y="3851933"/>
                <a:chExt cx="31405" cy="26945"/>
              </a:xfrm>
            </p:grpSpPr>
            <p:sp>
              <p:nvSpPr>
                <p:cNvPr id="3987" name="Google Shape;3987;p6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9" name="Google Shape;3989;p67"/>
              <p:cNvGrpSpPr/>
              <p:nvPr/>
            </p:nvGrpSpPr>
            <p:grpSpPr>
              <a:xfrm>
                <a:off x="5341723" y="3851902"/>
                <a:ext cx="31405" cy="26977"/>
                <a:chOff x="5341723" y="3851902"/>
                <a:chExt cx="31405" cy="26977"/>
              </a:xfrm>
            </p:grpSpPr>
            <p:sp>
              <p:nvSpPr>
                <p:cNvPr id="3990" name="Google Shape;3990;p6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67"/>
              <p:cNvGrpSpPr/>
              <p:nvPr/>
            </p:nvGrpSpPr>
            <p:grpSpPr>
              <a:xfrm>
                <a:off x="5054871" y="3507855"/>
                <a:ext cx="31405" cy="26993"/>
                <a:chOff x="5054871" y="3507855"/>
                <a:chExt cx="31405" cy="26993"/>
              </a:xfrm>
            </p:grpSpPr>
            <p:sp>
              <p:nvSpPr>
                <p:cNvPr id="3993" name="Google Shape;3993;p6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67"/>
              <p:cNvGrpSpPr/>
              <p:nvPr/>
            </p:nvGrpSpPr>
            <p:grpSpPr>
              <a:xfrm>
                <a:off x="4876579" y="3675325"/>
                <a:ext cx="31405" cy="26969"/>
                <a:chOff x="4876579" y="3675325"/>
                <a:chExt cx="31405" cy="26969"/>
              </a:xfrm>
            </p:grpSpPr>
            <p:sp>
              <p:nvSpPr>
                <p:cNvPr id="3996" name="Google Shape;3996;p6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67"/>
              <p:cNvGrpSpPr/>
              <p:nvPr/>
            </p:nvGrpSpPr>
            <p:grpSpPr>
              <a:xfrm>
                <a:off x="4842233" y="3688333"/>
                <a:ext cx="31405" cy="26993"/>
                <a:chOff x="4842233" y="3688333"/>
                <a:chExt cx="31405" cy="26993"/>
              </a:xfrm>
            </p:grpSpPr>
            <p:sp>
              <p:nvSpPr>
                <p:cNvPr id="3999" name="Google Shape;3999;p6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67"/>
              <p:cNvGrpSpPr/>
              <p:nvPr/>
            </p:nvGrpSpPr>
            <p:grpSpPr>
              <a:xfrm>
                <a:off x="5187876" y="3608032"/>
                <a:ext cx="31405" cy="27001"/>
                <a:chOff x="5187876" y="3608032"/>
                <a:chExt cx="31405" cy="27001"/>
              </a:xfrm>
            </p:grpSpPr>
            <p:sp>
              <p:nvSpPr>
                <p:cNvPr id="4002" name="Google Shape;4002;p6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4" name="Google Shape;4004;p6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6" name="Google Shape;4006;p67"/>
              <p:cNvGrpSpPr/>
              <p:nvPr/>
            </p:nvGrpSpPr>
            <p:grpSpPr>
              <a:xfrm>
                <a:off x="5269224" y="3304167"/>
                <a:ext cx="40253" cy="34402"/>
                <a:chOff x="5269224" y="3304167"/>
                <a:chExt cx="40253" cy="34402"/>
              </a:xfrm>
            </p:grpSpPr>
            <p:sp>
              <p:nvSpPr>
                <p:cNvPr id="4007" name="Google Shape;4007;p6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9" name="Google Shape;4009;p67"/>
              <p:cNvGrpSpPr/>
              <p:nvPr/>
            </p:nvGrpSpPr>
            <p:grpSpPr>
              <a:xfrm>
                <a:off x="5327354" y="3476615"/>
                <a:ext cx="49864" cy="42723"/>
                <a:chOff x="5327354" y="3476615"/>
                <a:chExt cx="49864" cy="42723"/>
              </a:xfrm>
            </p:grpSpPr>
            <p:sp>
              <p:nvSpPr>
                <p:cNvPr id="4010" name="Google Shape;4010;p6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2" name="Google Shape;4012;p6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4" name="Google Shape;4014;p67"/>
              <p:cNvGrpSpPr/>
              <p:nvPr/>
            </p:nvGrpSpPr>
            <p:grpSpPr>
              <a:xfrm>
                <a:off x="5341723" y="3775957"/>
                <a:ext cx="31405" cy="26898"/>
                <a:chOff x="5341723" y="3775957"/>
                <a:chExt cx="31405" cy="26898"/>
              </a:xfrm>
            </p:grpSpPr>
            <p:sp>
              <p:nvSpPr>
                <p:cNvPr id="4015" name="Google Shape;4015;p6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7" name="Google Shape;4017;p67"/>
              <p:cNvGrpSpPr/>
              <p:nvPr/>
            </p:nvGrpSpPr>
            <p:grpSpPr>
              <a:xfrm>
                <a:off x="5439053" y="3699274"/>
                <a:ext cx="31405" cy="26898"/>
                <a:chOff x="5439053" y="3699274"/>
                <a:chExt cx="31405" cy="26898"/>
              </a:xfrm>
            </p:grpSpPr>
            <p:sp>
              <p:nvSpPr>
                <p:cNvPr id="4018" name="Google Shape;4018;p6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 name="Google Shape;4020;p67"/>
              <p:cNvGrpSpPr/>
              <p:nvPr/>
            </p:nvGrpSpPr>
            <p:grpSpPr>
              <a:xfrm>
                <a:off x="5412414" y="3622307"/>
                <a:ext cx="31499" cy="26993"/>
                <a:chOff x="5412414" y="3622307"/>
                <a:chExt cx="31499" cy="26993"/>
              </a:xfrm>
            </p:grpSpPr>
            <p:sp>
              <p:nvSpPr>
                <p:cNvPr id="4021" name="Google Shape;4021;p6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 name="Google Shape;4023;p67"/>
              <p:cNvGrpSpPr/>
              <p:nvPr/>
            </p:nvGrpSpPr>
            <p:grpSpPr>
              <a:xfrm>
                <a:off x="5476254" y="3473949"/>
                <a:ext cx="26835" cy="26930"/>
                <a:chOff x="5476254" y="3473949"/>
                <a:chExt cx="26835" cy="26930"/>
              </a:xfrm>
            </p:grpSpPr>
            <p:sp>
              <p:nvSpPr>
                <p:cNvPr id="4024" name="Google Shape;4024;p6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67"/>
              <p:cNvGrpSpPr/>
              <p:nvPr/>
            </p:nvGrpSpPr>
            <p:grpSpPr>
              <a:xfrm>
                <a:off x="5564547" y="3481594"/>
                <a:ext cx="31397" cy="26898"/>
                <a:chOff x="5564547" y="3481594"/>
                <a:chExt cx="31397" cy="26898"/>
              </a:xfrm>
            </p:grpSpPr>
            <p:sp>
              <p:nvSpPr>
                <p:cNvPr id="4027" name="Google Shape;4027;p6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67"/>
              <p:cNvGrpSpPr/>
              <p:nvPr/>
            </p:nvGrpSpPr>
            <p:grpSpPr>
              <a:xfrm>
                <a:off x="5534101" y="3470174"/>
                <a:ext cx="31397" cy="26906"/>
                <a:chOff x="5534101" y="3470174"/>
                <a:chExt cx="31397" cy="26906"/>
              </a:xfrm>
            </p:grpSpPr>
            <p:sp>
              <p:nvSpPr>
                <p:cNvPr id="4030" name="Google Shape;4030;p6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67"/>
              <p:cNvGrpSpPr/>
              <p:nvPr/>
            </p:nvGrpSpPr>
            <p:grpSpPr>
              <a:xfrm>
                <a:off x="5610879" y="3314486"/>
                <a:ext cx="31499" cy="26938"/>
                <a:chOff x="5610879" y="3314486"/>
                <a:chExt cx="31499" cy="26938"/>
              </a:xfrm>
            </p:grpSpPr>
            <p:sp>
              <p:nvSpPr>
                <p:cNvPr id="4033" name="Google Shape;4033;p6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67"/>
              <p:cNvGrpSpPr/>
              <p:nvPr/>
            </p:nvGrpSpPr>
            <p:grpSpPr>
              <a:xfrm>
                <a:off x="4834525" y="3501382"/>
                <a:ext cx="31499" cy="26898"/>
                <a:chOff x="4834525" y="3501382"/>
                <a:chExt cx="31499" cy="26898"/>
              </a:xfrm>
            </p:grpSpPr>
            <p:sp>
              <p:nvSpPr>
                <p:cNvPr id="4036" name="Google Shape;4036;p6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67"/>
              <p:cNvGrpSpPr/>
              <p:nvPr/>
            </p:nvGrpSpPr>
            <p:grpSpPr>
              <a:xfrm>
                <a:off x="4898460" y="3580158"/>
                <a:ext cx="31405" cy="26898"/>
                <a:chOff x="4898460" y="3580158"/>
                <a:chExt cx="31405" cy="26898"/>
              </a:xfrm>
            </p:grpSpPr>
            <p:sp>
              <p:nvSpPr>
                <p:cNvPr id="4039" name="Google Shape;4039;p6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67"/>
              <p:cNvGrpSpPr/>
              <p:nvPr/>
            </p:nvGrpSpPr>
            <p:grpSpPr>
              <a:xfrm>
                <a:off x="4882667" y="3608032"/>
                <a:ext cx="31499" cy="27001"/>
                <a:chOff x="4882667" y="3608032"/>
                <a:chExt cx="31499" cy="27001"/>
              </a:xfrm>
            </p:grpSpPr>
            <p:sp>
              <p:nvSpPr>
                <p:cNvPr id="4042" name="Google Shape;4042;p6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67"/>
              <p:cNvGrpSpPr/>
              <p:nvPr/>
            </p:nvGrpSpPr>
            <p:grpSpPr>
              <a:xfrm>
                <a:off x="4843373" y="3631407"/>
                <a:ext cx="16273" cy="16186"/>
                <a:chOff x="4843373" y="3631407"/>
                <a:chExt cx="16273" cy="16186"/>
              </a:xfrm>
            </p:grpSpPr>
            <p:sp>
              <p:nvSpPr>
                <p:cNvPr id="4045" name="Google Shape;4045;p6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67"/>
              <p:cNvGrpSpPr/>
              <p:nvPr/>
            </p:nvGrpSpPr>
            <p:grpSpPr>
              <a:xfrm>
                <a:off x="4727773" y="3591578"/>
                <a:ext cx="31499" cy="26898"/>
                <a:chOff x="4727773" y="3591578"/>
                <a:chExt cx="31499" cy="26898"/>
              </a:xfrm>
            </p:grpSpPr>
            <p:sp>
              <p:nvSpPr>
                <p:cNvPr id="4048" name="Google Shape;4048;p6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0" name="Google Shape;4050;p6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2" name="Google Shape;4052;p67"/>
              <p:cNvGrpSpPr/>
              <p:nvPr/>
            </p:nvGrpSpPr>
            <p:grpSpPr>
              <a:xfrm>
                <a:off x="4609421" y="3577398"/>
                <a:ext cx="31499" cy="27001"/>
                <a:chOff x="4609421" y="3577398"/>
                <a:chExt cx="31499" cy="27001"/>
              </a:xfrm>
            </p:grpSpPr>
            <p:sp>
              <p:nvSpPr>
                <p:cNvPr id="4053" name="Google Shape;4053;p6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67"/>
              <p:cNvGrpSpPr/>
              <p:nvPr/>
            </p:nvGrpSpPr>
            <p:grpSpPr>
              <a:xfrm>
                <a:off x="4649289" y="3577398"/>
                <a:ext cx="31499" cy="27001"/>
                <a:chOff x="4649289" y="3577398"/>
                <a:chExt cx="31499" cy="27001"/>
              </a:xfrm>
            </p:grpSpPr>
            <p:sp>
              <p:nvSpPr>
                <p:cNvPr id="4056" name="Google Shape;4056;p6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67"/>
              <p:cNvGrpSpPr/>
              <p:nvPr/>
            </p:nvGrpSpPr>
            <p:grpSpPr>
              <a:xfrm>
                <a:off x="4605614" y="3639523"/>
                <a:ext cx="31499" cy="26906"/>
                <a:chOff x="4605614" y="3639523"/>
                <a:chExt cx="31499" cy="26906"/>
              </a:xfrm>
            </p:grpSpPr>
            <p:sp>
              <p:nvSpPr>
                <p:cNvPr id="4059" name="Google Shape;4059;p6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67"/>
              <p:cNvGrpSpPr/>
              <p:nvPr/>
            </p:nvGrpSpPr>
            <p:grpSpPr>
              <a:xfrm>
                <a:off x="4785149" y="3618846"/>
                <a:ext cx="26930" cy="26843"/>
                <a:chOff x="4785149" y="3618846"/>
                <a:chExt cx="26930" cy="26843"/>
              </a:xfrm>
            </p:grpSpPr>
            <p:sp>
              <p:nvSpPr>
                <p:cNvPr id="4062" name="Google Shape;4062;p6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67"/>
              <p:cNvGrpSpPr/>
              <p:nvPr/>
            </p:nvGrpSpPr>
            <p:grpSpPr>
              <a:xfrm>
                <a:off x="4810167" y="3601567"/>
                <a:ext cx="31405" cy="26898"/>
                <a:chOff x="4810167" y="3601567"/>
                <a:chExt cx="31405" cy="26898"/>
              </a:xfrm>
            </p:grpSpPr>
            <p:sp>
              <p:nvSpPr>
                <p:cNvPr id="4065" name="Google Shape;4065;p6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7" name="Google Shape;4067;p67"/>
              <p:cNvGrpSpPr/>
              <p:nvPr/>
            </p:nvGrpSpPr>
            <p:grpSpPr>
              <a:xfrm>
                <a:off x="4831002" y="3373230"/>
                <a:ext cx="31405" cy="26898"/>
                <a:chOff x="4831002" y="3373230"/>
                <a:chExt cx="31405" cy="26898"/>
              </a:xfrm>
            </p:grpSpPr>
            <p:sp>
              <p:nvSpPr>
                <p:cNvPr id="4068" name="Google Shape;4068;p6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0" name="Google Shape;4070;p67"/>
              <p:cNvGrpSpPr/>
              <p:nvPr/>
            </p:nvGrpSpPr>
            <p:grpSpPr>
              <a:xfrm>
                <a:off x="4719311" y="3355054"/>
                <a:ext cx="31499" cy="27001"/>
                <a:chOff x="4719311" y="3355054"/>
                <a:chExt cx="31499" cy="27001"/>
              </a:xfrm>
            </p:grpSpPr>
            <p:sp>
              <p:nvSpPr>
                <p:cNvPr id="4071" name="Google Shape;4071;p6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3" name="Google Shape;4073;p67"/>
              <p:cNvGrpSpPr/>
              <p:nvPr/>
            </p:nvGrpSpPr>
            <p:grpSpPr>
              <a:xfrm>
                <a:off x="4798755" y="3450260"/>
                <a:ext cx="26930" cy="26930"/>
                <a:chOff x="4798755" y="3450260"/>
                <a:chExt cx="26930" cy="26930"/>
              </a:xfrm>
            </p:grpSpPr>
            <p:sp>
              <p:nvSpPr>
                <p:cNvPr id="4074" name="Google Shape;4074;p6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 name="Google Shape;4076;p67"/>
              <p:cNvGrpSpPr/>
              <p:nvPr/>
            </p:nvGrpSpPr>
            <p:grpSpPr>
              <a:xfrm>
                <a:off x="4645576" y="3467555"/>
                <a:ext cx="31405" cy="26953"/>
                <a:chOff x="4645576" y="3467555"/>
                <a:chExt cx="31405" cy="26953"/>
              </a:xfrm>
            </p:grpSpPr>
            <p:sp>
              <p:nvSpPr>
                <p:cNvPr id="4077" name="Google Shape;4077;p6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67"/>
              <p:cNvGrpSpPr/>
              <p:nvPr/>
            </p:nvGrpSpPr>
            <p:grpSpPr>
              <a:xfrm>
                <a:off x="4687631" y="3583965"/>
                <a:ext cx="31499" cy="26898"/>
                <a:chOff x="4687631" y="3583965"/>
                <a:chExt cx="31499" cy="26898"/>
              </a:xfrm>
            </p:grpSpPr>
            <p:sp>
              <p:nvSpPr>
                <p:cNvPr id="4080" name="Google Shape;4080;p6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67"/>
              <p:cNvGrpSpPr/>
              <p:nvPr/>
            </p:nvGrpSpPr>
            <p:grpSpPr>
              <a:xfrm>
                <a:off x="4719311" y="3471314"/>
                <a:ext cx="31499" cy="27001"/>
                <a:chOff x="4719311" y="3471314"/>
                <a:chExt cx="31499" cy="27001"/>
              </a:xfrm>
            </p:grpSpPr>
            <p:sp>
              <p:nvSpPr>
                <p:cNvPr id="4083" name="Google Shape;4083;p6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5" name="Google Shape;4085;p67"/>
              <p:cNvGrpSpPr/>
              <p:nvPr/>
            </p:nvGrpSpPr>
            <p:grpSpPr>
              <a:xfrm>
                <a:off x="4719311" y="3434404"/>
                <a:ext cx="31499" cy="26898"/>
                <a:chOff x="4719311" y="3434404"/>
                <a:chExt cx="31499" cy="26898"/>
              </a:xfrm>
            </p:grpSpPr>
            <p:sp>
              <p:nvSpPr>
                <p:cNvPr id="4086" name="Google Shape;4086;p6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67"/>
              <p:cNvGrpSpPr/>
              <p:nvPr/>
            </p:nvGrpSpPr>
            <p:grpSpPr>
              <a:xfrm>
                <a:off x="4768876" y="3401772"/>
                <a:ext cx="31499" cy="26898"/>
                <a:chOff x="4768876" y="3401772"/>
                <a:chExt cx="31499" cy="26898"/>
              </a:xfrm>
            </p:grpSpPr>
            <p:sp>
              <p:nvSpPr>
                <p:cNvPr id="4089" name="Google Shape;4089;p6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67"/>
              <p:cNvGrpSpPr/>
              <p:nvPr/>
            </p:nvGrpSpPr>
            <p:grpSpPr>
              <a:xfrm>
                <a:off x="4762214" y="3471377"/>
                <a:ext cx="26938" cy="26938"/>
                <a:chOff x="4762214" y="3471377"/>
                <a:chExt cx="26938" cy="26938"/>
              </a:xfrm>
            </p:grpSpPr>
            <p:sp>
              <p:nvSpPr>
                <p:cNvPr id="4092" name="Google Shape;4092;p6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4" name="Google Shape;4094;p67"/>
              <p:cNvGrpSpPr/>
              <p:nvPr/>
            </p:nvGrpSpPr>
            <p:grpSpPr>
              <a:xfrm>
                <a:off x="4790473" y="3344782"/>
                <a:ext cx="31405" cy="26898"/>
                <a:chOff x="4790473" y="3344782"/>
                <a:chExt cx="31405" cy="26898"/>
              </a:xfrm>
            </p:grpSpPr>
            <p:sp>
              <p:nvSpPr>
                <p:cNvPr id="4095" name="Google Shape;4095;p6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67"/>
              <p:cNvGrpSpPr/>
              <p:nvPr/>
            </p:nvGrpSpPr>
            <p:grpSpPr>
              <a:xfrm>
                <a:off x="4823774" y="3950733"/>
                <a:ext cx="37398" cy="32034"/>
                <a:chOff x="4823774" y="3950733"/>
                <a:chExt cx="37398" cy="32034"/>
              </a:xfrm>
            </p:grpSpPr>
            <p:sp>
              <p:nvSpPr>
                <p:cNvPr id="4098" name="Google Shape;4098;p6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0" name="Google Shape;4100;p67"/>
              <p:cNvGrpSpPr/>
              <p:nvPr/>
            </p:nvGrpSpPr>
            <p:grpSpPr>
              <a:xfrm>
                <a:off x="4823396" y="4110566"/>
                <a:ext cx="31405" cy="26906"/>
                <a:chOff x="4823396" y="4110566"/>
                <a:chExt cx="31405" cy="26906"/>
              </a:xfrm>
            </p:grpSpPr>
            <p:sp>
              <p:nvSpPr>
                <p:cNvPr id="4101" name="Google Shape;4101;p6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67"/>
              <p:cNvGrpSpPr/>
              <p:nvPr/>
            </p:nvGrpSpPr>
            <p:grpSpPr>
              <a:xfrm>
                <a:off x="4838332" y="3821150"/>
                <a:ext cx="31499" cy="26898"/>
                <a:chOff x="4838332" y="3821150"/>
                <a:chExt cx="31499" cy="26898"/>
              </a:xfrm>
            </p:grpSpPr>
            <p:sp>
              <p:nvSpPr>
                <p:cNvPr id="4104" name="Google Shape;4104;p6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67"/>
              <p:cNvGrpSpPr/>
              <p:nvPr/>
            </p:nvGrpSpPr>
            <p:grpSpPr>
              <a:xfrm>
                <a:off x="4661275" y="3815007"/>
                <a:ext cx="36824" cy="31523"/>
                <a:chOff x="4661275" y="3815007"/>
                <a:chExt cx="36824" cy="31523"/>
              </a:xfrm>
            </p:grpSpPr>
            <p:sp>
              <p:nvSpPr>
                <p:cNvPr id="4107" name="Google Shape;4107;p6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67"/>
              <p:cNvGrpSpPr/>
              <p:nvPr/>
            </p:nvGrpSpPr>
            <p:grpSpPr>
              <a:xfrm>
                <a:off x="4558998" y="3851037"/>
                <a:ext cx="33591" cy="28699"/>
                <a:chOff x="4558998" y="3851037"/>
                <a:chExt cx="33591" cy="28699"/>
              </a:xfrm>
            </p:grpSpPr>
            <p:sp>
              <p:nvSpPr>
                <p:cNvPr id="4110" name="Google Shape;4110;p6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67"/>
              <p:cNvGrpSpPr/>
              <p:nvPr/>
            </p:nvGrpSpPr>
            <p:grpSpPr>
              <a:xfrm>
                <a:off x="4696762" y="3638587"/>
                <a:ext cx="33591" cy="28794"/>
                <a:chOff x="4696762" y="3638587"/>
                <a:chExt cx="33591" cy="28794"/>
              </a:xfrm>
            </p:grpSpPr>
            <p:sp>
              <p:nvSpPr>
                <p:cNvPr id="4113" name="Google Shape;4113;p6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67"/>
              <p:cNvGrpSpPr/>
              <p:nvPr/>
            </p:nvGrpSpPr>
            <p:grpSpPr>
              <a:xfrm>
                <a:off x="4929479" y="3939140"/>
                <a:ext cx="33497" cy="28692"/>
                <a:chOff x="4929479" y="3939140"/>
                <a:chExt cx="33497" cy="28692"/>
              </a:xfrm>
            </p:grpSpPr>
            <p:sp>
              <p:nvSpPr>
                <p:cNvPr id="4116" name="Google Shape;4116;p6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67"/>
              <p:cNvGrpSpPr/>
              <p:nvPr/>
            </p:nvGrpSpPr>
            <p:grpSpPr>
              <a:xfrm>
                <a:off x="4907119" y="3986039"/>
                <a:ext cx="33497" cy="28699"/>
                <a:chOff x="4907119" y="3986039"/>
                <a:chExt cx="33497" cy="28699"/>
              </a:xfrm>
            </p:grpSpPr>
            <p:sp>
              <p:nvSpPr>
                <p:cNvPr id="4119" name="Google Shape;4119;p6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67"/>
              <p:cNvGrpSpPr/>
              <p:nvPr/>
            </p:nvGrpSpPr>
            <p:grpSpPr>
              <a:xfrm>
                <a:off x="4911783" y="4048102"/>
                <a:ext cx="33591" cy="28762"/>
                <a:chOff x="4911783" y="4048102"/>
                <a:chExt cx="33591" cy="28762"/>
              </a:xfrm>
            </p:grpSpPr>
            <p:sp>
              <p:nvSpPr>
                <p:cNvPr id="4122" name="Google Shape;4122;p6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4" name="Google Shape;4124;p6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6" name="Google Shape;4126;p67"/>
              <p:cNvGrpSpPr/>
              <p:nvPr/>
            </p:nvGrpSpPr>
            <p:grpSpPr>
              <a:xfrm>
                <a:off x="4762623" y="3837847"/>
                <a:ext cx="42416" cy="36273"/>
                <a:chOff x="4762623" y="3837847"/>
                <a:chExt cx="42416" cy="36273"/>
              </a:xfrm>
            </p:grpSpPr>
            <p:sp>
              <p:nvSpPr>
                <p:cNvPr id="4127" name="Google Shape;4127;p6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67"/>
              <p:cNvGrpSpPr/>
              <p:nvPr/>
            </p:nvGrpSpPr>
            <p:grpSpPr>
              <a:xfrm>
                <a:off x="4746044" y="4104966"/>
                <a:ext cx="33497" cy="28699"/>
                <a:chOff x="4746044" y="4104966"/>
                <a:chExt cx="33497" cy="28699"/>
              </a:xfrm>
            </p:grpSpPr>
            <p:sp>
              <p:nvSpPr>
                <p:cNvPr id="4130" name="Google Shape;4130;p6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67"/>
              <p:cNvGrpSpPr/>
              <p:nvPr/>
            </p:nvGrpSpPr>
            <p:grpSpPr>
              <a:xfrm>
                <a:off x="4859646" y="4162554"/>
                <a:ext cx="33591" cy="28762"/>
                <a:chOff x="4859646" y="4162554"/>
                <a:chExt cx="33591" cy="28762"/>
              </a:xfrm>
            </p:grpSpPr>
            <p:sp>
              <p:nvSpPr>
                <p:cNvPr id="4133" name="Google Shape;4133;p6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5" name="Google Shape;4135;p67"/>
            <p:cNvGrpSpPr/>
            <p:nvPr/>
          </p:nvGrpSpPr>
          <p:grpSpPr>
            <a:xfrm>
              <a:off x="3597785" y="3274438"/>
              <a:ext cx="855610" cy="1122100"/>
              <a:chOff x="3597785" y="3274438"/>
              <a:chExt cx="855610" cy="1122100"/>
            </a:xfrm>
          </p:grpSpPr>
          <p:grpSp>
            <p:nvGrpSpPr>
              <p:cNvPr id="4136" name="Google Shape;4136;p67"/>
              <p:cNvGrpSpPr/>
              <p:nvPr/>
            </p:nvGrpSpPr>
            <p:grpSpPr>
              <a:xfrm>
                <a:off x="3617857" y="3284717"/>
                <a:ext cx="826785" cy="1099165"/>
                <a:chOff x="3617857" y="3284717"/>
                <a:chExt cx="826785" cy="1099165"/>
              </a:xfrm>
            </p:grpSpPr>
            <p:sp>
              <p:nvSpPr>
                <p:cNvPr id="4137" name="Google Shape;4137;p6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67"/>
              <p:cNvGrpSpPr/>
              <p:nvPr/>
            </p:nvGrpSpPr>
            <p:grpSpPr>
              <a:xfrm>
                <a:off x="4180904" y="4251758"/>
                <a:ext cx="37783" cy="32420"/>
                <a:chOff x="4180904" y="4251758"/>
                <a:chExt cx="37783" cy="32420"/>
              </a:xfrm>
            </p:grpSpPr>
            <p:sp>
              <p:nvSpPr>
                <p:cNvPr id="4194" name="Google Shape;4194;p6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67"/>
              <p:cNvGrpSpPr/>
              <p:nvPr/>
            </p:nvGrpSpPr>
            <p:grpSpPr>
              <a:xfrm>
                <a:off x="4201644" y="4081324"/>
                <a:ext cx="37783" cy="32364"/>
                <a:chOff x="4201644" y="4081324"/>
                <a:chExt cx="37783" cy="32364"/>
              </a:xfrm>
            </p:grpSpPr>
            <p:sp>
              <p:nvSpPr>
                <p:cNvPr id="4197" name="Google Shape;4197;p6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67"/>
              <p:cNvGrpSpPr/>
              <p:nvPr/>
            </p:nvGrpSpPr>
            <p:grpSpPr>
              <a:xfrm>
                <a:off x="4284416" y="3887428"/>
                <a:ext cx="37783" cy="32451"/>
                <a:chOff x="4284416" y="3887428"/>
                <a:chExt cx="37783" cy="32451"/>
              </a:xfrm>
            </p:grpSpPr>
            <p:sp>
              <p:nvSpPr>
                <p:cNvPr id="4200" name="Google Shape;4200;p6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67"/>
              <p:cNvGrpSpPr/>
              <p:nvPr/>
            </p:nvGrpSpPr>
            <p:grpSpPr>
              <a:xfrm>
                <a:off x="4223721" y="3860404"/>
                <a:ext cx="37870" cy="32364"/>
                <a:chOff x="4223721" y="3860404"/>
                <a:chExt cx="37870" cy="32364"/>
              </a:xfrm>
            </p:grpSpPr>
            <p:sp>
              <p:nvSpPr>
                <p:cNvPr id="4203" name="Google Shape;4203;p6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67"/>
              <p:cNvGrpSpPr/>
              <p:nvPr/>
            </p:nvGrpSpPr>
            <p:grpSpPr>
              <a:xfrm>
                <a:off x="4104889" y="3699242"/>
                <a:ext cx="37776" cy="32357"/>
                <a:chOff x="4104889" y="3699242"/>
                <a:chExt cx="37776" cy="32357"/>
              </a:xfrm>
            </p:grpSpPr>
            <p:sp>
              <p:nvSpPr>
                <p:cNvPr id="4206" name="Google Shape;4206;p6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67"/>
              <p:cNvGrpSpPr/>
              <p:nvPr/>
            </p:nvGrpSpPr>
            <p:grpSpPr>
              <a:xfrm>
                <a:off x="4143608" y="3475121"/>
                <a:ext cx="37878" cy="32420"/>
                <a:chOff x="4143608" y="3475121"/>
                <a:chExt cx="37878" cy="32420"/>
              </a:xfrm>
            </p:grpSpPr>
            <p:sp>
              <p:nvSpPr>
                <p:cNvPr id="4209" name="Google Shape;4209;p6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67"/>
              <p:cNvGrpSpPr/>
              <p:nvPr/>
            </p:nvGrpSpPr>
            <p:grpSpPr>
              <a:xfrm>
                <a:off x="4217248" y="3570893"/>
                <a:ext cx="37776" cy="32364"/>
                <a:chOff x="4217248" y="3570893"/>
                <a:chExt cx="37776" cy="32364"/>
              </a:xfrm>
            </p:grpSpPr>
            <p:sp>
              <p:nvSpPr>
                <p:cNvPr id="4212" name="Google Shape;4212;p6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67"/>
              <p:cNvGrpSpPr/>
              <p:nvPr/>
            </p:nvGrpSpPr>
            <p:grpSpPr>
              <a:xfrm>
                <a:off x="4255307" y="3431612"/>
                <a:ext cx="37776" cy="32451"/>
                <a:chOff x="4255307" y="3431612"/>
                <a:chExt cx="37776" cy="32451"/>
              </a:xfrm>
            </p:grpSpPr>
            <p:sp>
              <p:nvSpPr>
                <p:cNvPr id="4215" name="Google Shape;4215;p6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67"/>
              <p:cNvGrpSpPr/>
              <p:nvPr/>
            </p:nvGrpSpPr>
            <p:grpSpPr>
              <a:xfrm>
                <a:off x="3853052" y="3577398"/>
                <a:ext cx="37776" cy="32420"/>
                <a:chOff x="3853052" y="3577398"/>
                <a:chExt cx="37776" cy="32420"/>
              </a:xfrm>
            </p:grpSpPr>
            <p:sp>
              <p:nvSpPr>
                <p:cNvPr id="4218" name="Google Shape;4218;p6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67"/>
              <p:cNvGrpSpPr/>
              <p:nvPr/>
            </p:nvGrpSpPr>
            <p:grpSpPr>
              <a:xfrm>
                <a:off x="4039908" y="3412107"/>
                <a:ext cx="37776" cy="32357"/>
                <a:chOff x="4039908" y="3412107"/>
                <a:chExt cx="37776" cy="32357"/>
              </a:xfrm>
            </p:grpSpPr>
            <p:sp>
              <p:nvSpPr>
                <p:cNvPr id="4221" name="Google Shape;4221;p6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67"/>
              <p:cNvGrpSpPr/>
              <p:nvPr/>
            </p:nvGrpSpPr>
            <p:grpSpPr>
              <a:xfrm>
                <a:off x="4017360" y="3342061"/>
                <a:ext cx="37870" cy="32380"/>
                <a:chOff x="4017360" y="3342061"/>
                <a:chExt cx="37870" cy="32380"/>
              </a:xfrm>
            </p:grpSpPr>
            <p:sp>
              <p:nvSpPr>
                <p:cNvPr id="4224" name="Google Shape;4224;p6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6" name="Google Shape;4226;p6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8" name="Google Shape;4228;p67"/>
              <p:cNvGrpSpPr/>
              <p:nvPr/>
            </p:nvGrpSpPr>
            <p:grpSpPr>
              <a:xfrm>
                <a:off x="3750870" y="3418650"/>
                <a:ext cx="37776" cy="32380"/>
                <a:chOff x="3750870" y="3418650"/>
                <a:chExt cx="37776" cy="32380"/>
              </a:xfrm>
            </p:grpSpPr>
            <p:sp>
              <p:nvSpPr>
                <p:cNvPr id="4229" name="Google Shape;4229;p6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67"/>
              <p:cNvGrpSpPr/>
              <p:nvPr/>
            </p:nvGrpSpPr>
            <p:grpSpPr>
              <a:xfrm>
                <a:off x="3632509" y="3274438"/>
                <a:ext cx="37783" cy="32357"/>
                <a:chOff x="3632509" y="3274438"/>
                <a:chExt cx="37783" cy="32357"/>
              </a:xfrm>
            </p:grpSpPr>
            <p:sp>
              <p:nvSpPr>
                <p:cNvPr id="4232" name="Google Shape;4232;p6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67"/>
              <p:cNvGrpSpPr/>
              <p:nvPr/>
            </p:nvGrpSpPr>
            <p:grpSpPr>
              <a:xfrm>
                <a:off x="3906424" y="3297561"/>
                <a:ext cx="37776" cy="32451"/>
                <a:chOff x="3906424" y="3297561"/>
                <a:chExt cx="37776" cy="32451"/>
              </a:xfrm>
            </p:grpSpPr>
            <p:sp>
              <p:nvSpPr>
                <p:cNvPr id="4235" name="Google Shape;4235;p6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67"/>
              <p:cNvGrpSpPr/>
              <p:nvPr/>
            </p:nvGrpSpPr>
            <p:grpSpPr>
              <a:xfrm>
                <a:off x="3866084" y="3412107"/>
                <a:ext cx="37776" cy="32357"/>
                <a:chOff x="3866084" y="3412107"/>
                <a:chExt cx="37776" cy="32357"/>
              </a:xfrm>
            </p:grpSpPr>
            <p:sp>
              <p:nvSpPr>
                <p:cNvPr id="4238" name="Google Shape;4238;p6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67"/>
              <p:cNvGrpSpPr/>
              <p:nvPr/>
            </p:nvGrpSpPr>
            <p:grpSpPr>
              <a:xfrm>
                <a:off x="4023919" y="3766409"/>
                <a:ext cx="37783" cy="32357"/>
                <a:chOff x="4023919" y="3766409"/>
                <a:chExt cx="37783" cy="32357"/>
              </a:xfrm>
            </p:grpSpPr>
            <p:sp>
              <p:nvSpPr>
                <p:cNvPr id="4241" name="Google Shape;4241;p6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67"/>
              <p:cNvGrpSpPr/>
              <p:nvPr/>
            </p:nvGrpSpPr>
            <p:grpSpPr>
              <a:xfrm>
                <a:off x="3973882" y="3779449"/>
                <a:ext cx="37776" cy="32357"/>
                <a:chOff x="3973882" y="3779449"/>
                <a:chExt cx="37776" cy="32357"/>
              </a:xfrm>
            </p:grpSpPr>
            <p:sp>
              <p:nvSpPr>
                <p:cNvPr id="4244" name="Google Shape;4244;p6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67"/>
              <p:cNvGrpSpPr/>
              <p:nvPr/>
            </p:nvGrpSpPr>
            <p:grpSpPr>
              <a:xfrm>
                <a:off x="4073398" y="3838028"/>
                <a:ext cx="37776" cy="32380"/>
                <a:chOff x="4073398" y="3838028"/>
                <a:chExt cx="37776" cy="32380"/>
              </a:xfrm>
            </p:grpSpPr>
            <p:sp>
              <p:nvSpPr>
                <p:cNvPr id="4247" name="Google Shape;4247;p6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67"/>
              <p:cNvGrpSpPr/>
              <p:nvPr/>
            </p:nvGrpSpPr>
            <p:grpSpPr>
              <a:xfrm>
                <a:off x="4342672" y="4144496"/>
                <a:ext cx="37752" cy="32364"/>
                <a:chOff x="4342672" y="4144496"/>
                <a:chExt cx="37752" cy="32364"/>
              </a:xfrm>
            </p:grpSpPr>
            <p:sp>
              <p:nvSpPr>
                <p:cNvPr id="4250" name="Google Shape;4250;p6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67"/>
              <p:cNvGrpSpPr/>
              <p:nvPr/>
            </p:nvGrpSpPr>
            <p:grpSpPr>
              <a:xfrm>
                <a:off x="4406386" y="4056872"/>
                <a:ext cx="37783" cy="32364"/>
                <a:chOff x="4406386" y="4056872"/>
                <a:chExt cx="37783" cy="32364"/>
              </a:xfrm>
            </p:grpSpPr>
            <p:sp>
              <p:nvSpPr>
                <p:cNvPr id="4253" name="Google Shape;4253;p6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67"/>
              <p:cNvGrpSpPr/>
              <p:nvPr/>
            </p:nvGrpSpPr>
            <p:grpSpPr>
              <a:xfrm>
                <a:off x="4284416" y="4245254"/>
                <a:ext cx="37783" cy="32357"/>
                <a:chOff x="4284416" y="4245254"/>
                <a:chExt cx="37783" cy="32357"/>
              </a:xfrm>
            </p:grpSpPr>
            <p:sp>
              <p:nvSpPr>
                <p:cNvPr id="4256" name="Google Shape;4256;p6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67"/>
              <p:cNvGrpSpPr/>
              <p:nvPr/>
            </p:nvGrpSpPr>
            <p:grpSpPr>
              <a:xfrm>
                <a:off x="4219057" y="4331258"/>
                <a:ext cx="37776" cy="32364"/>
                <a:chOff x="4219057" y="4331258"/>
                <a:chExt cx="37776" cy="32364"/>
              </a:xfrm>
            </p:grpSpPr>
            <p:sp>
              <p:nvSpPr>
                <p:cNvPr id="4259" name="Google Shape;4259;p6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67"/>
              <p:cNvGrpSpPr/>
              <p:nvPr/>
            </p:nvGrpSpPr>
            <p:grpSpPr>
              <a:xfrm>
                <a:off x="4204122" y="4141688"/>
                <a:ext cx="33497" cy="28699"/>
                <a:chOff x="4204122" y="4141688"/>
                <a:chExt cx="33497" cy="28699"/>
              </a:xfrm>
            </p:grpSpPr>
            <p:sp>
              <p:nvSpPr>
                <p:cNvPr id="4262" name="Google Shape;4262;p6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67"/>
              <p:cNvGrpSpPr/>
              <p:nvPr/>
            </p:nvGrpSpPr>
            <p:grpSpPr>
              <a:xfrm>
                <a:off x="4301546" y="4003869"/>
                <a:ext cx="38916" cy="33324"/>
                <a:chOff x="4301546" y="4003869"/>
                <a:chExt cx="38916" cy="33324"/>
              </a:xfrm>
            </p:grpSpPr>
            <p:sp>
              <p:nvSpPr>
                <p:cNvPr id="4265" name="Google Shape;4265;p6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67"/>
              <p:cNvGrpSpPr/>
              <p:nvPr/>
            </p:nvGrpSpPr>
            <p:grpSpPr>
              <a:xfrm>
                <a:off x="4210681" y="3924669"/>
                <a:ext cx="36549" cy="31366"/>
                <a:chOff x="4210681" y="3924669"/>
                <a:chExt cx="36549" cy="31366"/>
              </a:xfrm>
            </p:grpSpPr>
            <p:sp>
              <p:nvSpPr>
                <p:cNvPr id="4268" name="Google Shape;4268;p6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67"/>
              <p:cNvGrpSpPr/>
              <p:nvPr/>
            </p:nvGrpSpPr>
            <p:grpSpPr>
              <a:xfrm>
                <a:off x="3987771" y="3628874"/>
                <a:ext cx="31499" cy="26993"/>
                <a:chOff x="3987771" y="3628874"/>
                <a:chExt cx="31499" cy="26993"/>
              </a:xfrm>
            </p:grpSpPr>
            <p:sp>
              <p:nvSpPr>
                <p:cNvPr id="4271" name="Google Shape;4271;p6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67"/>
              <p:cNvGrpSpPr/>
              <p:nvPr/>
            </p:nvGrpSpPr>
            <p:grpSpPr>
              <a:xfrm>
                <a:off x="4087382" y="3775674"/>
                <a:ext cx="31405" cy="26898"/>
                <a:chOff x="4087382" y="3775674"/>
                <a:chExt cx="31405" cy="26898"/>
              </a:xfrm>
            </p:grpSpPr>
            <p:sp>
              <p:nvSpPr>
                <p:cNvPr id="4274" name="Google Shape;4274;p6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6" name="Google Shape;4276;p67"/>
              <p:cNvGrpSpPr/>
              <p:nvPr/>
            </p:nvGrpSpPr>
            <p:grpSpPr>
              <a:xfrm>
                <a:off x="4118873" y="3856637"/>
                <a:ext cx="31405" cy="26906"/>
                <a:chOff x="4118873" y="3856637"/>
                <a:chExt cx="31405" cy="26906"/>
              </a:xfrm>
            </p:grpSpPr>
            <p:sp>
              <p:nvSpPr>
                <p:cNvPr id="4277" name="Google Shape;4277;p6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9" name="Google Shape;4279;p67"/>
              <p:cNvGrpSpPr/>
              <p:nvPr/>
            </p:nvGrpSpPr>
            <p:grpSpPr>
              <a:xfrm>
                <a:off x="4168541" y="3639523"/>
                <a:ext cx="31499" cy="26906"/>
                <a:chOff x="4168541" y="3639523"/>
                <a:chExt cx="31499" cy="26906"/>
              </a:xfrm>
            </p:grpSpPr>
            <p:sp>
              <p:nvSpPr>
                <p:cNvPr id="4280" name="Google Shape;4280;p6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67"/>
              <p:cNvGrpSpPr/>
              <p:nvPr/>
            </p:nvGrpSpPr>
            <p:grpSpPr>
              <a:xfrm>
                <a:off x="3965789" y="3393545"/>
                <a:ext cx="31405" cy="26945"/>
                <a:chOff x="3965789" y="3393545"/>
                <a:chExt cx="31405" cy="26945"/>
              </a:xfrm>
            </p:grpSpPr>
            <p:sp>
              <p:nvSpPr>
                <p:cNvPr id="4283" name="Google Shape;4283;p6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67"/>
              <p:cNvGrpSpPr/>
              <p:nvPr/>
            </p:nvGrpSpPr>
            <p:grpSpPr>
              <a:xfrm>
                <a:off x="3925166" y="3491008"/>
                <a:ext cx="31405" cy="27001"/>
                <a:chOff x="3925166" y="3491008"/>
                <a:chExt cx="31405" cy="27001"/>
              </a:xfrm>
            </p:grpSpPr>
            <p:sp>
              <p:nvSpPr>
                <p:cNvPr id="4286" name="Google Shape;4286;p6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67"/>
              <p:cNvGrpSpPr/>
              <p:nvPr/>
            </p:nvGrpSpPr>
            <p:grpSpPr>
              <a:xfrm>
                <a:off x="3682845" y="3340976"/>
                <a:ext cx="31397" cy="26898"/>
                <a:chOff x="3682845" y="3340976"/>
                <a:chExt cx="31397" cy="26898"/>
              </a:xfrm>
            </p:grpSpPr>
            <p:sp>
              <p:nvSpPr>
                <p:cNvPr id="4289" name="Google Shape;4289;p6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67"/>
              <p:cNvGrpSpPr/>
              <p:nvPr/>
            </p:nvGrpSpPr>
            <p:grpSpPr>
              <a:xfrm>
                <a:off x="3795393" y="3353725"/>
                <a:ext cx="31499" cy="26993"/>
                <a:chOff x="3795393" y="3353725"/>
                <a:chExt cx="31499" cy="26993"/>
              </a:xfrm>
            </p:grpSpPr>
            <p:sp>
              <p:nvSpPr>
                <p:cNvPr id="4292" name="Google Shape;4292;p6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67"/>
              <p:cNvGrpSpPr/>
              <p:nvPr/>
            </p:nvGrpSpPr>
            <p:grpSpPr>
              <a:xfrm>
                <a:off x="4176909" y="4363221"/>
                <a:ext cx="38924" cy="33316"/>
                <a:chOff x="4176909" y="4363221"/>
                <a:chExt cx="38924" cy="33316"/>
              </a:xfrm>
            </p:grpSpPr>
            <p:sp>
              <p:nvSpPr>
                <p:cNvPr id="4295" name="Google Shape;4295;p6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67"/>
              <p:cNvGrpSpPr/>
              <p:nvPr/>
            </p:nvGrpSpPr>
            <p:grpSpPr>
              <a:xfrm>
                <a:off x="4226191" y="4007660"/>
                <a:ext cx="33560" cy="28770"/>
                <a:chOff x="4226191" y="4007660"/>
                <a:chExt cx="33560" cy="28770"/>
              </a:xfrm>
            </p:grpSpPr>
            <p:sp>
              <p:nvSpPr>
                <p:cNvPr id="4298" name="Google Shape;4298;p6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67"/>
              <p:cNvGrpSpPr/>
              <p:nvPr/>
            </p:nvGrpSpPr>
            <p:grpSpPr>
              <a:xfrm>
                <a:off x="3597785" y="3377045"/>
                <a:ext cx="33591" cy="28699"/>
                <a:chOff x="3597785" y="3377045"/>
                <a:chExt cx="33591" cy="28699"/>
              </a:xfrm>
            </p:grpSpPr>
            <p:sp>
              <p:nvSpPr>
                <p:cNvPr id="4301" name="Google Shape;4301;p6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67"/>
              <p:cNvGrpSpPr/>
              <p:nvPr/>
            </p:nvGrpSpPr>
            <p:grpSpPr>
              <a:xfrm>
                <a:off x="3887870" y="3669796"/>
                <a:ext cx="33591" cy="28692"/>
                <a:chOff x="3887870" y="3669796"/>
                <a:chExt cx="33591" cy="28692"/>
              </a:xfrm>
            </p:grpSpPr>
            <p:sp>
              <p:nvSpPr>
                <p:cNvPr id="4304" name="Google Shape;4304;p6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67"/>
              <p:cNvGrpSpPr/>
              <p:nvPr/>
            </p:nvGrpSpPr>
            <p:grpSpPr>
              <a:xfrm>
                <a:off x="3818320" y="3481625"/>
                <a:ext cx="33497" cy="28770"/>
                <a:chOff x="3818320" y="3481625"/>
                <a:chExt cx="33497" cy="28770"/>
              </a:xfrm>
            </p:grpSpPr>
            <p:sp>
              <p:nvSpPr>
                <p:cNvPr id="4307" name="Google Shape;4307;p6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67"/>
              <p:cNvGrpSpPr/>
              <p:nvPr/>
            </p:nvGrpSpPr>
            <p:grpSpPr>
              <a:xfrm>
                <a:off x="4278139" y="4120948"/>
                <a:ext cx="37492" cy="32129"/>
                <a:chOff x="4278139" y="4120948"/>
                <a:chExt cx="37492" cy="32129"/>
              </a:xfrm>
            </p:grpSpPr>
            <p:sp>
              <p:nvSpPr>
                <p:cNvPr id="4310" name="Google Shape;4310;p6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67"/>
              <p:cNvGrpSpPr/>
              <p:nvPr/>
            </p:nvGrpSpPr>
            <p:grpSpPr>
              <a:xfrm>
                <a:off x="4419898" y="3977388"/>
                <a:ext cx="33497" cy="28692"/>
                <a:chOff x="4419898" y="3977388"/>
                <a:chExt cx="33497" cy="28692"/>
              </a:xfrm>
            </p:grpSpPr>
            <p:sp>
              <p:nvSpPr>
                <p:cNvPr id="4313" name="Google Shape;4313;p6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67"/>
              <p:cNvGrpSpPr/>
              <p:nvPr/>
            </p:nvGrpSpPr>
            <p:grpSpPr>
              <a:xfrm>
                <a:off x="4158930" y="4034684"/>
                <a:ext cx="33497" cy="28762"/>
                <a:chOff x="4158930" y="4034684"/>
                <a:chExt cx="33497" cy="28762"/>
              </a:xfrm>
            </p:grpSpPr>
            <p:sp>
              <p:nvSpPr>
                <p:cNvPr id="4316" name="Google Shape;4316;p6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67"/>
              <p:cNvGrpSpPr/>
              <p:nvPr/>
            </p:nvGrpSpPr>
            <p:grpSpPr>
              <a:xfrm>
                <a:off x="4134949" y="3957049"/>
                <a:ext cx="33497" cy="28770"/>
                <a:chOff x="4134949" y="3957049"/>
                <a:chExt cx="33497" cy="28770"/>
              </a:xfrm>
            </p:grpSpPr>
            <p:sp>
              <p:nvSpPr>
                <p:cNvPr id="4319" name="Google Shape;4319;p6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67"/>
              <p:cNvGrpSpPr/>
              <p:nvPr/>
            </p:nvGrpSpPr>
            <p:grpSpPr>
              <a:xfrm>
                <a:off x="4193653" y="4184403"/>
                <a:ext cx="43580" cy="37264"/>
                <a:chOff x="4193653" y="4184403"/>
                <a:chExt cx="43580" cy="37264"/>
              </a:xfrm>
            </p:grpSpPr>
            <p:sp>
              <p:nvSpPr>
                <p:cNvPr id="4322" name="Google Shape;4322;p6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67"/>
              <p:cNvGrpSpPr/>
              <p:nvPr/>
            </p:nvGrpSpPr>
            <p:grpSpPr>
              <a:xfrm>
                <a:off x="4343600" y="3943844"/>
                <a:ext cx="43580" cy="37312"/>
                <a:chOff x="4343600" y="3943844"/>
                <a:chExt cx="43580" cy="37312"/>
              </a:xfrm>
            </p:grpSpPr>
            <p:sp>
              <p:nvSpPr>
                <p:cNvPr id="4325" name="Google Shape;4325;p6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67"/>
              <p:cNvGrpSpPr/>
              <p:nvPr/>
            </p:nvGrpSpPr>
            <p:grpSpPr>
              <a:xfrm>
                <a:off x="4172339" y="3381693"/>
                <a:ext cx="31499" cy="27001"/>
                <a:chOff x="4172339" y="3381693"/>
                <a:chExt cx="31499" cy="27001"/>
              </a:xfrm>
            </p:grpSpPr>
            <p:sp>
              <p:nvSpPr>
                <p:cNvPr id="4328" name="Google Shape;4328;p6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3" name="Shape 4333"/>
        <p:cNvGrpSpPr/>
        <p:nvPr/>
      </p:nvGrpSpPr>
      <p:grpSpPr>
        <a:xfrm>
          <a:off x="0" y="0"/>
          <a:ext cx="0" cy="0"/>
          <a:chOff x="0" y="0"/>
          <a:chExt cx="0" cy="0"/>
        </a:xfrm>
      </p:grpSpPr>
      <p:grpSp>
        <p:nvGrpSpPr>
          <p:cNvPr id="4334" name="Google Shape;4334;p68"/>
          <p:cNvGrpSpPr/>
          <p:nvPr/>
        </p:nvGrpSpPr>
        <p:grpSpPr>
          <a:xfrm>
            <a:off x="729274" y="1175734"/>
            <a:ext cx="2507799" cy="206239"/>
            <a:chOff x="106648" y="895722"/>
            <a:chExt cx="4481413" cy="374300"/>
          </a:xfrm>
        </p:grpSpPr>
        <p:grpSp>
          <p:nvGrpSpPr>
            <p:cNvPr id="4335" name="Google Shape;4335;p68"/>
            <p:cNvGrpSpPr/>
            <p:nvPr/>
          </p:nvGrpSpPr>
          <p:grpSpPr>
            <a:xfrm>
              <a:off x="2233276" y="895722"/>
              <a:ext cx="1082667" cy="223591"/>
              <a:chOff x="4808316" y="2800065"/>
              <a:chExt cx="1999386" cy="412910"/>
            </a:xfrm>
          </p:grpSpPr>
          <p:sp>
            <p:nvSpPr>
              <p:cNvPr id="4336" name="Google Shape;4336;p6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7" name="Google Shape;4337;p68"/>
              <p:cNvGrpSpPr/>
              <p:nvPr/>
            </p:nvGrpSpPr>
            <p:grpSpPr>
              <a:xfrm>
                <a:off x="4808316" y="2800065"/>
                <a:ext cx="92400" cy="411825"/>
                <a:chOff x="845575" y="2563700"/>
                <a:chExt cx="92400" cy="411825"/>
              </a:xfrm>
            </p:grpSpPr>
            <p:cxnSp>
              <p:nvCxnSpPr>
                <p:cNvPr id="4338" name="Google Shape;4338;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39" name="Google Shape;4339;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0" name="Google Shape;4340;p68"/>
            <p:cNvGrpSpPr/>
            <p:nvPr/>
          </p:nvGrpSpPr>
          <p:grpSpPr>
            <a:xfrm>
              <a:off x="106648" y="895722"/>
              <a:ext cx="1088401" cy="223591"/>
              <a:chOff x="881025" y="2800065"/>
              <a:chExt cx="2009975" cy="412910"/>
            </a:xfrm>
          </p:grpSpPr>
          <p:sp>
            <p:nvSpPr>
              <p:cNvPr id="4341" name="Google Shape;4341;p6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2" name="Google Shape;4342;p68"/>
              <p:cNvGrpSpPr/>
              <p:nvPr/>
            </p:nvGrpSpPr>
            <p:grpSpPr>
              <a:xfrm>
                <a:off x="881025" y="2800065"/>
                <a:ext cx="92400" cy="411825"/>
                <a:chOff x="845575" y="2563700"/>
                <a:chExt cx="92400" cy="411825"/>
              </a:xfrm>
            </p:grpSpPr>
            <p:cxnSp>
              <p:nvCxnSpPr>
                <p:cNvPr id="4343" name="Google Shape;4343;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44" name="Google Shape;4344;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5" name="Google Shape;4345;p68"/>
            <p:cNvGrpSpPr/>
            <p:nvPr/>
          </p:nvGrpSpPr>
          <p:grpSpPr>
            <a:xfrm>
              <a:off x="1172346" y="1047018"/>
              <a:ext cx="1083151" cy="223003"/>
              <a:chOff x="2849073" y="3079467"/>
              <a:chExt cx="2000279" cy="411825"/>
            </a:xfrm>
          </p:grpSpPr>
          <p:sp>
            <p:nvSpPr>
              <p:cNvPr id="4346" name="Google Shape;4346;p6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7" name="Google Shape;4347;p68"/>
              <p:cNvGrpSpPr/>
              <p:nvPr/>
            </p:nvGrpSpPr>
            <p:grpSpPr>
              <a:xfrm rot="10800000">
                <a:off x="2849073" y="3079467"/>
                <a:ext cx="92400" cy="411825"/>
                <a:chOff x="2070100" y="2563700"/>
                <a:chExt cx="92400" cy="411825"/>
              </a:xfrm>
            </p:grpSpPr>
            <p:cxnSp>
              <p:nvCxnSpPr>
                <p:cNvPr id="4348" name="Google Shape;4348;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49" name="Google Shape;4349;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0" name="Google Shape;4350;p68"/>
            <p:cNvGrpSpPr/>
            <p:nvPr/>
          </p:nvGrpSpPr>
          <p:grpSpPr>
            <a:xfrm>
              <a:off x="3290132" y="1047018"/>
              <a:ext cx="1297929" cy="223003"/>
              <a:chOff x="6760035" y="3079467"/>
              <a:chExt cx="2396914" cy="411825"/>
            </a:xfrm>
          </p:grpSpPr>
          <p:sp>
            <p:nvSpPr>
              <p:cNvPr id="4351" name="Google Shape;4351;p6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2" name="Google Shape;4352;p68"/>
              <p:cNvGrpSpPr/>
              <p:nvPr/>
            </p:nvGrpSpPr>
            <p:grpSpPr>
              <a:xfrm rot="10800000">
                <a:off x="6760035" y="3079467"/>
                <a:ext cx="92400" cy="411825"/>
                <a:chOff x="2070100" y="2563700"/>
                <a:chExt cx="92400" cy="411825"/>
              </a:xfrm>
            </p:grpSpPr>
            <p:cxnSp>
              <p:nvCxnSpPr>
                <p:cNvPr id="4353" name="Google Shape;4353;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54" name="Google Shape;4354;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55" name="Google Shape;4355;p68"/>
          <p:cNvGrpSpPr/>
          <p:nvPr/>
        </p:nvGrpSpPr>
        <p:grpSpPr>
          <a:xfrm>
            <a:off x="2147036" y="3575105"/>
            <a:ext cx="1086701" cy="799429"/>
            <a:chOff x="2183288" y="3555572"/>
            <a:chExt cx="1136241" cy="835873"/>
          </a:xfrm>
        </p:grpSpPr>
        <p:sp>
          <p:nvSpPr>
            <p:cNvPr id="4356" name="Google Shape;4356;p6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7" name="Google Shape;4357;p68"/>
            <p:cNvGrpSpPr/>
            <p:nvPr/>
          </p:nvGrpSpPr>
          <p:grpSpPr>
            <a:xfrm>
              <a:off x="2205895" y="3637269"/>
              <a:ext cx="1089848" cy="724993"/>
              <a:chOff x="2205895" y="3637269"/>
              <a:chExt cx="1089848" cy="724993"/>
            </a:xfrm>
          </p:grpSpPr>
          <p:sp>
            <p:nvSpPr>
              <p:cNvPr id="4358" name="Google Shape;4358;p6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4" name="Google Shape;4364;p6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65" name="Google Shape;4365;p6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366" name="Google Shape;4366;p68"/>
            <p:cNvGrpSpPr/>
            <p:nvPr/>
          </p:nvGrpSpPr>
          <p:grpSpPr>
            <a:xfrm>
              <a:off x="3173850" y="3779426"/>
              <a:ext cx="145679" cy="70048"/>
              <a:chOff x="3173850" y="3779426"/>
              <a:chExt cx="145679" cy="70048"/>
            </a:xfrm>
          </p:grpSpPr>
          <p:cxnSp>
            <p:nvCxnSpPr>
              <p:cNvPr id="4367" name="Google Shape;4367;p6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368" name="Google Shape;4368;p6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8"/>
            <p:cNvGrpSpPr/>
            <p:nvPr/>
          </p:nvGrpSpPr>
          <p:grpSpPr>
            <a:xfrm>
              <a:off x="2183288" y="4139483"/>
              <a:ext cx="145133" cy="70048"/>
              <a:chOff x="2183288" y="4139483"/>
              <a:chExt cx="145133" cy="70048"/>
            </a:xfrm>
          </p:grpSpPr>
          <p:cxnSp>
            <p:nvCxnSpPr>
              <p:cNvPr id="4370" name="Google Shape;4370;p6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371" name="Google Shape;4371;p6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6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73" name="Google Shape;4373;p6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374" name="Google Shape;4374;p68"/>
            <p:cNvGrpSpPr/>
            <p:nvPr/>
          </p:nvGrpSpPr>
          <p:grpSpPr>
            <a:xfrm>
              <a:off x="2943836" y="4268886"/>
              <a:ext cx="60717" cy="122559"/>
              <a:chOff x="2943836" y="4268886"/>
              <a:chExt cx="60717" cy="122559"/>
            </a:xfrm>
          </p:grpSpPr>
          <p:sp>
            <p:nvSpPr>
              <p:cNvPr id="4375" name="Google Shape;4375;p6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76" name="Google Shape;4376;p6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377" name="Google Shape;4377;p68"/>
          <p:cNvGrpSpPr/>
          <p:nvPr/>
        </p:nvGrpSpPr>
        <p:grpSpPr>
          <a:xfrm>
            <a:off x="3409981" y="1496104"/>
            <a:ext cx="1675870" cy="758251"/>
            <a:chOff x="3530532" y="1496185"/>
            <a:chExt cx="1562000" cy="706730"/>
          </a:xfrm>
        </p:grpSpPr>
        <p:cxnSp>
          <p:nvCxnSpPr>
            <p:cNvPr id="4378" name="Google Shape;4378;p6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379" name="Google Shape;4379;p68"/>
            <p:cNvGrpSpPr/>
            <p:nvPr/>
          </p:nvGrpSpPr>
          <p:grpSpPr>
            <a:xfrm>
              <a:off x="3530532" y="1496185"/>
              <a:ext cx="323430" cy="463587"/>
              <a:chOff x="3530532" y="1496185"/>
              <a:chExt cx="323430" cy="463587"/>
            </a:xfrm>
          </p:grpSpPr>
          <p:grpSp>
            <p:nvGrpSpPr>
              <p:cNvPr id="4380" name="Google Shape;4380;p68"/>
              <p:cNvGrpSpPr/>
              <p:nvPr/>
            </p:nvGrpSpPr>
            <p:grpSpPr>
              <a:xfrm>
                <a:off x="3567462" y="1496185"/>
                <a:ext cx="286500" cy="361376"/>
                <a:chOff x="3567462" y="1496185"/>
                <a:chExt cx="286500" cy="361376"/>
              </a:xfrm>
            </p:grpSpPr>
            <p:cxnSp>
              <p:nvCxnSpPr>
                <p:cNvPr id="4381" name="Google Shape;4381;p6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382" name="Google Shape;4382;p6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3" name="Google Shape;4383;p6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68"/>
            <p:cNvGrpSpPr/>
            <p:nvPr/>
          </p:nvGrpSpPr>
          <p:grpSpPr>
            <a:xfrm>
              <a:off x="3891569" y="1779209"/>
              <a:ext cx="323945" cy="423706"/>
              <a:chOff x="3891569" y="1779209"/>
              <a:chExt cx="323945" cy="423706"/>
            </a:xfrm>
          </p:grpSpPr>
          <p:grpSp>
            <p:nvGrpSpPr>
              <p:cNvPr id="4385" name="Google Shape;4385;p68"/>
              <p:cNvGrpSpPr/>
              <p:nvPr/>
            </p:nvGrpSpPr>
            <p:grpSpPr>
              <a:xfrm>
                <a:off x="3929014" y="1881638"/>
                <a:ext cx="286500" cy="321278"/>
                <a:chOff x="3929014" y="1881638"/>
                <a:chExt cx="286500" cy="321278"/>
              </a:xfrm>
            </p:grpSpPr>
            <p:cxnSp>
              <p:nvCxnSpPr>
                <p:cNvPr id="4386" name="Google Shape;4386;p6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387" name="Google Shape;4387;p6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8" name="Google Shape;4388;p6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68"/>
            <p:cNvGrpSpPr/>
            <p:nvPr/>
          </p:nvGrpSpPr>
          <p:grpSpPr>
            <a:xfrm>
              <a:off x="4252606" y="1496185"/>
              <a:ext cx="324721" cy="463587"/>
              <a:chOff x="4252606" y="1496185"/>
              <a:chExt cx="324721" cy="463587"/>
            </a:xfrm>
          </p:grpSpPr>
          <p:grpSp>
            <p:nvGrpSpPr>
              <p:cNvPr id="4390" name="Google Shape;4390;p68"/>
              <p:cNvGrpSpPr/>
              <p:nvPr/>
            </p:nvGrpSpPr>
            <p:grpSpPr>
              <a:xfrm>
                <a:off x="4290828" y="1496185"/>
                <a:ext cx="286500" cy="361376"/>
                <a:chOff x="4290828" y="1496185"/>
                <a:chExt cx="286500" cy="361376"/>
              </a:xfrm>
            </p:grpSpPr>
            <p:cxnSp>
              <p:nvCxnSpPr>
                <p:cNvPr id="4391" name="Google Shape;4391;p6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392" name="Google Shape;4392;p6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6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68"/>
            <p:cNvGrpSpPr/>
            <p:nvPr/>
          </p:nvGrpSpPr>
          <p:grpSpPr>
            <a:xfrm>
              <a:off x="4613643" y="1763716"/>
              <a:ext cx="325308" cy="439200"/>
              <a:chOff x="4613643" y="1763716"/>
              <a:chExt cx="325308" cy="439200"/>
            </a:xfrm>
          </p:grpSpPr>
          <p:grpSp>
            <p:nvGrpSpPr>
              <p:cNvPr id="4395" name="Google Shape;4395;p68"/>
              <p:cNvGrpSpPr/>
              <p:nvPr/>
            </p:nvGrpSpPr>
            <p:grpSpPr>
              <a:xfrm>
                <a:off x="4652451" y="1879538"/>
                <a:ext cx="286500" cy="323378"/>
                <a:chOff x="4652451" y="1879538"/>
                <a:chExt cx="286500" cy="323378"/>
              </a:xfrm>
            </p:grpSpPr>
            <p:cxnSp>
              <p:nvCxnSpPr>
                <p:cNvPr id="4396" name="Google Shape;4396;p6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397" name="Google Shape;4397;p6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8" name="Google Shape;4398;p6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9" name="Google Shape;4399;p68"/>
          <p:cNvGrpSpPr/>
          <p:nvPr/>
        </p:nvGrpSpPr>
        <p:grpSpPr>
          <a:xfrm>
            <a:off x="3421841" y="2349730"/>
            <a:ext cx="1652173" cy="391517"/>
            <a:chOff x="3512551" y="2358270"/>
            <a:chExt cx="1597383" cy="378533"/>
          </a:xfrm>
        </p:grpSpPr>
        <p:cxnSp>
          <p:nvCxnSpPr>
            <p:cNvPr id="4400" name="Google Shape;4400;p68"/>
            <p:cNvCxnSpPr>
              <a:stCxn id="4401" idx="6"/>
              <a:endCxn id="440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403" name="Google Shape;4403;p68"/>
            <p:cNvGrpSpPr/>
            <p:nvPr/>
          </p:nvGrpSpPr>
          <p:grpSpPr>
            <a:xfrm>
              <a:off x="3512551" y="2358270"/>
              <a:ext cx="225647" cy="307714"/>
              <a:chOff x="2182679" y="2004714"/>
              <a:chExt cx="792300" cy="1080458"/>
            </a:xfrm>
          </p:grpSpPr>
          <p:cxnSp>
            <p:nvCxnSpPr>
              <p:cNvPr id="4404" name="Google Shape;4404;p68"/>
              <p:cNvCxnSpPr>
                <a:stCxn id="440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01" name="Google Shape;4401;p6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68"/>
            <p:cNvGrpSpPr/>
            <p:nvPr/>
          </p:nvGrpSpPr>
          <p:grpSpPr>
            <a:xfrm>
              <a:off x="3969644" y="2440153"/>
              <a:ext cx="225853" cy="296651"/>
              <a:chOff x="3775710" y="1729289"/>
              <a:chExt cx="136500" cy="179289"/>
            </a:xfrm>
          </p:grpSpPr>
          <p:cxnSp>
            <p:nvCxnSpPr>
              <p:cNvPr id="4407" name="Google Shape;4407;p6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408" name="Google Shape;4408;p6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68"/>
            <p:cNvGrpSpPr/>
            <p:nvPr/>
          </p:nvGrpSpPr>
          <p:grpSpPr>
            <a:xfrm>
              <a:off x="4427051" y="2358270"/>
              <a:ext cx="225647" cy="307714"/>
              <a:chOff x="5393704" y="2004714"/>
              <a:chExt cx="792300" cy="1080458"/>
            </a:xfrm>
          </p:grpSpPr>
          <p:cxnSp>
            <p:nvCxnSpPr>
              <p:cNvPr id="4411" name="Google Shape;4411;p68"/>
              <p:cNvCxnSpPr>
                <a:stCxn id="441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13" name="Google Shape;4413;p6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68"/>
            <p:cNvGrpSpPr/>
            <p:nvPr/>
          </p:nvGrpSpPr>
          <p:grpSpPr>
            <a:xfrm>
              <a:off x="4884287" y="2440252"/>
              <a:ext cx="225647" cy="296532"/>
              <a:chOff x="6999166" y="2292572"/>
              <a:chExt cx="792300" cy="1041192"/>
            </a:xfrm>
          </p:grpSpPr>
          <p:cxnSp>
            <p:nvCxnSpPr>
              <p:cNvPr id="4415" name="Google Shape;4415;p6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402" name="Google Shape;4402;p6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7" name="Google Shape;4417;p68"/>
          <p:cNvGrpSpPr/>
          <p:nvPr/>
        </p:nvGrpSpPr>
        <p:grpSpPr>
          <a:xfrm>
            <a:off x="6842649" y="1185930"/>
            <a:ext cx="1581844" cy="732818"/>
            <a:chOff x="634175" y="2986275"/>
            <a:chExt cx="3147949" cy="1458344"/>
          </a:xfrm>
        </p:grpSpPr>
        <p:cxnSp>
          <p:nvCxnSpPr>
            <p:cNvPr id="4418" name="Google Shape;4418;p68"/>
            <p:cNvCxnSpPr>
              <a:stCxn id="4419" idx="4"/>
              <a:endCxn id="4420" idx="0"/>
            </p:cNvCxnSpPr>
            <p:nvPr/>
          </p:nvCxnSpPr>
          <p:spPr>
            <a:xfrm>
              <a:off x="929975" y="3577875"/>
              <a:ext cx="591600" cy="275100"/>
            </a:xfrm>
            <a:prstGeom prst="straightConnector1">
              <a:avLst/>
            </a:prstGeom>
            <a:noFill/>
            <a:ln cap="flat" cmpd="sng" w="19050">
              <a:solidFill>
                <a:srgbClr val="435D74"/>
              </a:solidFill>
              <a:prstDash val="solid"/>
              <a:round/>
              <a:headEnd len="med" w="med" type="none"/>
              <a:tailEnd len="med" w="med" type="none"/>
            </a:ln>
          </p:spPr>
        </p:cxnSp>
        <p:cxnSp>
          <p:nvCxnSpPr>
            <p:cNvPr id="4421" name="Google Shape;4421;p68"/>
            <p:cNvCxnSpPr>
              <a:stCxn id="4420" idx="0"/>
              <a:endCxn id="442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23" name="Google Shape;4423;p68"/>
            <p:cNvCxnSpPr>
              <a:stCxn id="4422" idx="4"/>
              <a:endCxn id="442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25" name="Google Shape;4425;p68"/>
            <p:cNvCxnSpPr>
              <a:stCxn id="4424" idx="0"/>
              <a:endCxn id="4426" idx="4"/>
            </p:cNvCxnSpPr>
            <p:nvPr/>
          </p:nvCxnSpPr>
          <p:spPr>
            <a:xfrm flipH="1" rot="10800000">
              <a:off x="2894933" y="3577918"/>
              <a:ext cx="591600" cy="275100"/>
            </a:xfrm>
            <a:prstGeom prst="straightConnector1">
              <a:avLst/>
            </a:prstGeom>
            <a:noFill/>
            <a:ln cap="flat" cmpd="sng" w="19050">
              <a:solidFill>
                <a:srgbClr val="435D74"/>
              </a:solidFill>
              <a:prstDash val="solid"/>
              <a:round/>
              <a:headEnd len="med" w="med" type="none"/>
              <a:tailEnd len="med" w="med" type="none"/>
            </a:ln>
          </p:spPr>
        </p:cxnSp>
        <p:sp>
          <p:nvSpPr>
            <p:cNvPr id="4426" name="Google Shape;4426;p6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22" name="Google Shape;4422;p6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19" name="Google Shape;4419;p6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24" name="Google Shape;4424;p6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20" name="Google Shape;4420;p6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427" name="Google Shape;4427;p68"/>
          <p:cNvGrpSpPr/>
          <p:nvPr/>
        </p:nvGrpSpPr>
        <p:grpSpPr>
          <a:xfrm>
            <a:off x="3410364" y="2880240"/>
            <a:ext cx="1675128" cy="313674"/>
            <a:chOff x="998425" y="1182125"/>
            <a:chExt cx="1065400" cy="199500"/>
          </a:xfrm>
        </p:grpSpPr>
        <p:sp>
          <p:nvSpPr>
            <p:cNvPr id="4428" name="Google Shape;4428;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68"/>
          <p:cNvGrpSpPr/>
          <p:nvPr/>
        </p:nvGrpSpPr>
        <p:grpSpPr>
          <a:xfrm>
            <a:off x="3410363" y="3836206"/>
            <a:ext cx="1675129" cy="525345"/>
            <a:chOff x="5194708" y="3484366"/>
            <a:chExt cx="3148148" cy="987304"/>
          </a:xfrm>
        </p:grpSpPr>
        <p:grpSp>
          <p:nvGrpSpPr>
            <p:cNvPr id="4434" name="Google Shape;4434;p68"/>
            <p:cNvGrpSpPr/>
            <p:nvPr/>
          </p:nvGrpSpPr>
          <p:grpSpPr>
            <a:xfrm>
              <a:off x="7531521" y="3484366"/>
              <a:ext cx="811335" cy="987304"/>
              <a:chOff x="3379425" y="1617275"/>
              <a:chExt cx="1090650" cy="1327200"/>
            </a:xfrm>
          </p:grpSpPr>
          <p:sp>
            <p:nvSpPr>
              <p:cNvPr id="4435" name="Google Shape;4435;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68"/>
            <p:cNvGrpSpPr/>
            <p:nvPr/>
          </p:nvGrpSpPr>
          <p:grpSpPr>
            <a:xfrm>
              <a:off x="6752546" y="3484366"/>
              <a:ext cx="811428" cy="987304"/>
              <a:chOff x="2332275" y="1617275"/>
              <a:chExt cx="1090775" cy="1327200"/>
            </a:xfrm>
          </p:grpSpPr>
          <p:sp>
            <p:nvSpPr>
              <p:cNvPr id="4439" name="Google Shape;4439;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68"/>
            <p:cNvGrpSpPr/>
            <p:nvPr/>
          </p:nvGrpSpPr>
          <p:grpSpPr>
            <a:xfrm>
              <a:off x="5973664" y="3484366"/>
              <a:ext cx="811335" cy="987304"/>
              <a:chOff x="1285250" y="1617275"/>
              <a:chExt cx="1090650" cy="1327200"/>
            </a:xfrm>
          </p:grpSpPr>
          <p:sp>
            <p:nvSpPr>
              <p:cNvPr id="4443" name="Google Shape;4443;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6" name="Google Shape;4446;p68"/>
            <p:cNvGrpSpPr/>
            <p:nvPr/>
          </p:nvGrpSpPr>
          <p:grpSpPr>
            <a:xfrm>
              <a:off x="5194708" y="3484366"/>
              <a:ext cx="811409" cy="987304"/>
              <a:chOff x="238125" y="1617275"/>
              <a:chExt cx="1090750" cy="1327200"/>
            </a:xfrm>
          </p:grpSpPr>
          <p:sp>
            <p:nvSpPr>
              <p:cNvPr id="4447" name="Google Shape;4447;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0" name="Google Shape;4450;p68"/>
          <p:cNvGrpSpPr/>
          <p:nvPr/>
        </p:nvGrpSpPr>
        <p:grpSpPr>
          <a:xfrm>
            <a:off x="6844048" y="2482095"/>
            <a:ext cx="1579046" cy="522230"/>
            <a:chOff x="6853641" y="2534077"/>
            <a:chExt cx="1515545" cy="501229"/>
          </a:xfrm>
        </p:grpSpPr>
        <p:grpSp>
          <p:nvGrpSpPr>
            <p:cNvPr id="4451" name="Google Shape;4451;p68"/>
            <p:cNvGrpSpPr/>
            <p:nvPr/>
          </p:nvGrpSpPr>
          <p:grpSpPr>
            <a:xfrm>
              <a:off x="6853641" y="2618923"/>
              <a:ext cx="1515545" cy="324556"/>
              <a:chOff x="6853641" y="2618923"/>
              <a:chExt cx="1515545" cy="324556"/>
            </a:xfrm>
          </p:grpSpPr>
          <p:sp>
            <p:nvSpPr>
              <p:cNvPr id="4452" name="Google Shape;4452;p6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7" name="Google Shape;4457;p6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68"/>
          <p:cNvGrpSpPr/>
          <p:nvPr/>
        </p:nvGrpSpPr>
        <p:grpSpPr>
          <a:xfrm>
            <a:off x="3438940" y="3357136"/>
            <a:ext cx="1617976" cy="346616"/>
            <a:chOff x="1808063" y="4294338"/>
            <a:chExt cx="3370782" cy="721817"/>
          </a:xfrm>
        </p:grpSpPr>
        <p:sp>
          <p:nvSpPr>
            <p:cNvPr id="4463" name="Google Shape;4463;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68"/>
          <p:cNvGrpSpPr/>
          <p:nvPr/>
        </p:nvGrpSpPr>
        <p:grpSpPr>
          <a:xfrm>
            <a:off x="5264936" y="4023886"/>
            <a:ext cx="1417067" cy="350605"/>
            <a:chOff x="4234950" y="2101012"/>
            <a:chExt cx="4219974" cy="1044090"/>
          </a:xfrm>
        </p:grpSpPr>
        <p:sp>
          <p:nvSpPr>
            <p:cNvPr id="4474" name="Google Shape;4474;p6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68"/>
          <p:cNvGrpSpPr/>
          <p:nvPr/>
        </p:nvGrpSpPr>
        <p:grpSpPr>
          <a:xfrm>
            <a:off x="6840408" y="2014643"/>
            <a:ext cx="1586327" cy="371557"/>
            <a:chOff x="1247650" y="2075423"/>
            <a:chExt cx="6648477" cy="1557238"/>
          </a:xfrm>
        </p:grpSpPr>
        <p:sp>
          <p:nvSpPr>
            <p:cNvPr id="4491" name="Google Shape;4491;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68"/>
          <p:cNvGrpSpPr/>
          <p:nvPr/>
        </p:nvGrpSpPr>
        <p:grpSpPr>
          <a:xfrm>
            <a:off x="5271678" y="1167833"/>
            <a:ext cx="1415601" cy="1648533"/>
            <a:chOff x="1839112" y="2209163"/>
            <a:chExt cx="1918159" cy="2233784"/>
          </a:xfrm>
        </p:grpSpPr>
        <p:sp>
          <p:nvSpPr>
            <p:cNvPr id="4498" name="Google Shape;4498;p6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01" name="Google Shape;4501;p68"/>
            <p:cNvCxnSpPr>
              <a:stCxn id="4498" idx="6"/>
              <a:endCxn id="4499" idx="2"/>
            </p:cNvCxnSpPr>
            <p:nvPr/>
          </p:nvCxnSpPr>
          <p:spPr>
            <a:xfrm>
              <a:off x="2414212" y="2496713"/>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02" name="Google Shape;4502;p68"/>
            <p:cNvCxnSpPr>
              <a:stCxn id="4499" idx="4"/>
              <a:endCxn id="450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504" name="Google Shape;4504;p68"/>
            <p:cNvCxnSpPr>
              <a:stCxn id="4503" idx="6"/>
              <a:endCxn id="4500" idx="2"/>
            </p:cNvCxnSpPr>
            <p:nvPr/>
          </p:nvCxnSpPr>
          <p:spPr>
            <a:xfrm>
              <a:off x="2414212" y="3328316"/>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05" name="Google Shape;4505;p68"/>
            <p:cNvCxnSpPr>
              <a:stCxn id="4500" idx="4"/>
              <a:endCxn id="450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503" name="Google Shape;4503;p6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08" name="Google Shape;4508;p68"/>
            <p:cNvCxnSpPr>
              <a:endCxn id="450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509" name="Google Shape;4509;p68"/>
          <p:cNvGrpSpPr/>
          <p:nvPr/>
        </p:nvGrpSpPr>
        <p:grpSpPr>
          <a:xfrm>
            <a:off x="3428944" y="1185917"/>
            <a:ext cx="1637968" cy="154942"/>
            <a:chOff x="238125" y="2506075"/>
            <a:chExt cx="7115411" cy="673075"/>
          </a:xfrm>
        </p:grpSpPr>
        <p:sp>
          <p:nvSpPr>
            <p:cNvPr id="4510" name="Google Shape;4510;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68"/>
          <p:cNvGrpSpPr/>
          <p:nvPr/>
        </p:nvGrpSpPr>
        <p:grpSpPr>
          <a:xfrm>
            <a:off x="1969680" y="1500635"/>
            <a:ext cx="1262932" cy="785408"/>
            <a:chOff x="548861" y="389676"/>
            <a:chExt cx="3843371" cy="2390163"/>
          </a:xfrm>
        </p:grpSpPr>
        <p:cxnSp>
          <p:nvCxnSpPr>
            <p:cNvPr id="4516" name="Google Shape;4516;p6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17" name="Google Shape;4517;p6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18" name="Google Shape;4518;p6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19" name="Google Shape;4519;p6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520" name="Google Shape;4520;p6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521" name="Google Shape;4521;p6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2" name="Google Shape;4522;p6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523" name="Google Shape;4523;p6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68"/>
          <p:cNvGrpSpPr/>
          <p:nvPr/>
        </p:nvGrpSpPr>
        <p:grpSpPr>
          <a:xfrm>
            <a:off x="757812" y="2607512"/>
            <a:ext cx="1412054" cy="633562"/>
            <a:chOff x="1187400" y="2529299"/>
            <a:chExt cx="6769193" cy="2241903"/>
          </a:xfrm>
        </p:grpSpPr>
        <p:sp>
          <p:nvSpPr>
            <p:cNvPr id="4530" name="Google Shape;4530;p6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531" name="Google Shape;4531;p6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32" name="Google Shape;4532;p6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33" name="Google Shape;4533;p6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34" name="Google Shape;4534;p6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35" name="Google Shape;4535;p6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36" name="Google Shape;4536;p6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537" name="Google Shape;4537;p68"/>
            <p:cNvCxnSpPr>
              <a:stCxn id="4530" idx="2"/>
              <a:endCxn id="4531" idx="0"/>
            </p:cNvCxnSpPr>
            <p:nvPr/>
          </p:nvCxnSpPr>
          <p:spPr>
            <a:xfrm flipH="1" rot="-5400000">
              <a:off x="5228393" y="2315399"/>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38" name="Google Shape;4538;p68"/>
            <p:cNvCxnSpPr>
              <a:stCxn id="4532" idx="0"/>
              <a:endCxn id="4530" idx="2"/>
            </p:cNvCxnSpPr>
            <p:nvPr/>
          </p:nvCxnSpPr>
          <p:spPr>
            <a:xfrm rot="-5400000">
              <a:off x="3458097" y="2315100"/>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39" name="Google Shape;4539;p68"/>
            <p:cNvCxnSpPr>
              <a:stCxn id="4532" idx="2"/>
              <a:endCxn id="4534" idx="0"/>
            </p:cNvCxnSpPr>
            <p:nvPr/>
          </p:nvCxnSpPr>
          <p:spPr>
            <a:xfrm flipH="1" rot="-5400000">
              <a:off x="2995797"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40" name="Google Shape;4540;p68"/>
            <p:cNvCxnSpPr>
              <a:stCxn id="4533" idx="0"/>
              <a:endCxn id="4532" idx="2"/>
            </p:cNvCxnSpPr>
            <p:nvPr/>
          </p:nvCxnSpPr>
          <p:spPr>
            <a:xfrm rot="-5400000">
              <a:off x="21505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41" name="Google Shape;4541;p68"/>
            <p:cNvCxnSpPr>
              <a:stCxn id="4531" idx="2"/>
              <a:endCxn id="4536" idx="0"/>
            </p:cNvCxnSpPr>
            <p:nvPr/>
          </p:nvCxnSpPr>
          <p:spPr>
            <a:xfrm flipH="1" rot="-5400000">
              <a:off x="6536390"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42" name="Google Shape;4542;p68"/>
            <p:cNvCxnSpPr>
              <a:stCxn id="4535" idx="0"/>
              <a:endCxn id="4531" idx="2"/>
            </p:cNvCxnSpPr>
            <p:nvPr/>
          </p:nvCxnSpPr>
          <p:spPr>
            <a:xfrm rot="-5400000">
              <a:off x="56911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543" name="Google Shape;4543;p68"/>
          <p:cNvGrpSpPr/>
          <p:nvPr/>
        </p:nvGrpSpPr>
        <p:grpSpPr>
          <a:xfrm>
            <a:off x="6844058" y="3100221"/>
            <a:ext cx="1579035" cy="540873"/>
            <a:chOff x="6895650" y="3126697"/>
            <a:chExt cx="1436662" cy="492105"/>
          </a:xfrm>
        </p:grpSpPr>
        <p:sp>
          <p:nvSpPr>
            <p:cNvPr id="4544" name="Google Shape;4544;p6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9" name="Google Shape;4549;p68"/>
            <p:cNvGrpSpPr/>
            <p:nvPr/>
          </p:nvGrpSpPr>
          <p:grpSpPr>
            <a:xfrm>
              <a:off x="6995957" y="3335810"/>
              <a:ext cx="1230393" cy="71754"/>
              <a:chOff x="6995957" y="3287964"/>
              <a:chExt cx="1230393" cy="71754"/>
            </a:xfrm>
          </p:grpSpPr>
          <p:sp>
            <p:nvSpPr>
              <p:cNvPr id="4550" name="Google Shape;4550;p6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5" name="Google Shape;4555;p68"/>
          <p:cNvGrpSpPr/>
          <p:nvPr/>
        </p:nvGrpSpPr>
        <p:grpSpPr>
          <a:xfrm>
            <a:off x="6842640" y="3736984"/>
            <a:ext cx="1581862" cy="650625"/>
            <a:chOff x="6777990" y="3710194"/>
            <a:chExt cx="1646915" cy="677382"/>
          </a:xfrm>
        </p:grpSpPr>
        <p:grpSp>
          <p:nvGrpSpPr>
            <p:cNvPr id="4556" name="Google Shape;4556;p68"/>
            <p:cNvGrpSpPr/>
            <p:nvPr/>
          </p:nvGrpSpPr>
          <p:grpSpPr>
            <a:xfrm>
              <a:off x="6777990" y="3874492"/>
              <a:ext cx="411129" cy="513083"/>
              <a:chOff x="6777990" y="3874492"/>
              <a:chExt cx="411129" cy="513083"/>
            </a:xfrm>
          </p:grpSpPr>
          <p:cxnSp>
            <p:nvCxnSpPr>
              <p:cNvPr id="4557" name="Google Shape;4557;p6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58" name="Google Shape;4558;p6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68"/>
            <p:cNvGrpSpPr/>
            <p:nvPr/>
          </p:nvGrpSpPr>
          <p:grpSpPr>
            <a:xfrm>
              <a:off x="7188425" y="3710194"/>
              <a:ext cx="411123" cy="520535"/>
              <a:chOff x="7188425" y="3710194"/>
              <a:chExt cx="411123" cy="520535"/>
            </a:xfrm>
          </p:grpSpPr>
          <p:cxnSp>
            <p:nvCxnSpPr>
              <p:cNvPr id="4560" name="Google Shape;4560;p6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61" name="Google Shape;4561;p6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68"/>
            <p:cNvGrpSpPr/>
            <p:nvPr/>
          </p:nvGrpSpPr>
          <p:grpSpPr>
            <a:xfrm>
              <a:off x="7603341" y="3874492"/>
              <a:ext cx="411474" cy="513083"/>
              <a:chOff x="7603341" y="3874492"/>
              <a:chExt cx="411474" cy="513083"/>
            </a:xfrm>
          </p:grpSpPr>
          <p:cxnSp>
            <p:nvCxnSpPr>
              <p:cNvPr id="4563" name="Google Shape;4563;p6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64" name="Google Shape;4564;p6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68"/>
            <p:cNvGrpSpPr/>
            <p:nvPr/>
          </p:nvGrpSpPr>
          <p:grpSpPr>
            <a:xfrm>
              <a:off x="8013776" y="3722847"/>
              <a:ext cx="411129" cy="507881"/>
              <a:chOff x="8013776" y="3722847"/>
              <a:chExt cx="411129" cy="507881"/>
            </a:xfrm>
          </p:grpSpPr>
          <p:cxnSp>
            <p:nvCxnSpPr>
              <p:cNvPr id="4566" name="Google Shape;4566;p6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567" name="Google Shape;4567;p6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8" name="Google Shape;4568;p68"/>
          <p:cNvGrpSpPr/>
          <p:nvPr/>
        </p:nvGrpSpPr>
        <p:grpSpPr>
          <a:xfrm>
            <a:off x="5262155" y="2909824"/>
            <a:ext cx="1421889" cy="1020603"/>
            <a:chOff x="5190863" y="2824811"/>
            <a:chExt cx="1544860" cy="1108869"/>
          </a:xfrm>
        </p:grpSpPr>
        <p:grpSp>
          <p:nvGrpSpPr>
            <p:cNvPr id="4569" name="Google Shape;4569;p68"/>
            <p:cNvGrpSpPr/>
            <p:nvPr/>
          </p:nvGrpSpPr>
          <p:grpSpPr>
            <a:xfrm>
              <a:off x="5938695" y="3176919"/>
              <a:ext cx="685761" cy="404739"/>
              <a:chOff x="5938695" y="3176919"/>
              <a:chExt cx="685761" cy="404739"/>
            </a:xfrm>
          </p:grpSpPr>
          <p:grpSp>
            <p:nvGrpSpPr>
              <p:cNvPr id="4570" name="Google Shape;4570;p68"/>
              <p:cNvGrpSpPr/>
              <p:nvPr/>
            </p:nvGrpSpPr>
            <p:grpSpPr>
              <a:xfrm>
                <a:off x="5938695" y="3176919"/>
                <a:ext cx="685761" cy="404739"/>
                <a:chOff x="5938695" y="3176919"/>
                <a:chExt cx="685761" cy="404739"/>
              </a:xfrm>
            </p:grpSpPr>
            <p:sp>
              <p:nvSpPr>
                <p:cNvPr id="4571" name="Google Shape;4571;p6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3" name="Google Shape;4573;p6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68"/>
            <p:cNvGrpSpPr/>
            <p:nvPr/>
          </p:nvGrpSpPr>
          <p:grpSpPr>
            <a:xfrm>
              <a:off x="5305233" y="3176835"/>
              <a:ext cx="685971" cy="404655"/>
              <a:chOff x="5305233" y="3176835"/>
              <a:chExt cx="685971" cy="404655"/>
            </a:xfrm>
          </p:grpSpPr>
          <p:grpSp>
            <p:nvGrpSpPr>
              <p:cNvPr id="4575" name="Google Shape;4575;p68"/>
              <p:cNvGrpSpPr/>
              <p:nvPr/>
            </p:nvGrpSpPr>
            <p:grpSpPr>
              <a:xfrm>
                <a:off x="5305233" y="3176835"/>
                <a:ext cx="685971" cy="404655"/>
                <a:chOff x="5305233" y="3176835"/>
                <a:chExt cx="685971" cy="404655"/>
              </a:xfrm>
            </p:grpSpPr>
            <p:sp>
              <p:nvSpPr>
                <p:cNvPr id="4576" name="Google Shape;4576;p6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8" name="Google Shape;4578;p6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9" name="Google Shape;4579;p6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0" name="Google Shape;4580;p68"/>
            <p:cNvGrpSpPr/>
            <p:nvPr/>
          </p:nvGrpSpPr>
          <p:grpSpPr>
            <a:xfrm>
              <a:off x="5657361" y="2824811"/>
              <a:ext cx="1078361" cy="404655"/>
              <a:chOff x="5657361" y="2824811"/>
              <a:chExt cx="1078361" cy="404655"/>
            </a:xfrm>
          </p:grpSpPr>
          <p:grpSp>
            <p:nvGrpSpPr>
              <p:cNvPr id="4581" name="Google Shape;4581;p68"/>
              <p:cNvGrpSpPr/>
              <p:nvPr/>
            </p:nvGrpSpPr>
            <p:grpSpPr>
              <a:xfrm>
                <a:off x="5657361" y="2824811"/>
                <a:ext cx="1078361" cy="404655"/>
                <a:chOff x="5657361" y="2824811"/>
                <a:chExt cx="1078361" cy="404655"/>
              </a:xfrm>
            </p:grpSpPr>
            <p:grpSp>
              <p:nvGrpSpPr>
                <p:cNvPr id="4582" name="Google Shape;4582;p68"/>
                <p:cNvGrpSpPr/>
                <p:nvPr/>
              </p:nvGrpSpPr>
              <p:grpSpPr>
                <a:xfrm>
                  <a:off x="5938485" y="2824811"/>
                  <a:ext cx="797237" cy="404655"/>
                  <a:chOff x="5938485" y="2824811"/>
                  <a:chExt cx="797237" cy="404655"/>
                </a:xfrm>
              </p:grpSpPr>
              <p:sp>
                <p:nvSpPr>
                  <p:cNvPr id="4583" name="Google Shape;4583;p6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5" name="Google Shape;4585;p6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6" name="Google Shape;4586;p6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68"/>
            <p:cNvGrpSpPr/>
            <p:nvPr/>
          </p:nvGrpSpPr>
          <p:grpSpPr>
            <a:xfrm>
              <a:off x="5190863" y="3528942"/>
              <a:ext cx="1078026" cy="404739"/>
              <a:chOff x="5190863" y="3528942"/>
              <a:chExt cx="1078026" cy="404739"/>
            </a:xfrm>
          </p:grpSpPr>
          <p:sp>
            <p:nvSpPr>
              <p:cNvPr id="4588" name="Google Shape;4588;p6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9" name="Google Shape;4589;p68"/>
              <p:cNvGrpSpPr/>
              <p:nvPr/>
            </p:nvGrpSpPr>
            <p:grpSpPr>
              <a:xfrm>
                <a:off x="5190863" y="3528942"/>
                <a:ext cx="1078026" cy="404739"/>
                <a:chOff x="5190863" y="3528942"/>
                <a:chExt cx="1078026" cy="404739"/>
              </a:xfrm>
            </p:grpSpPr>
            <p:sp>
              <p:nvSpPr>
                <p:cNvPr id="4590" name="Google Shape;4590;p6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92" name="Google Shape;4592;p68"/>
          <p:cNvGrpSpPr/>
          <p:nvPr/>
        </p:nvGrpSpPr>
        <p:grpSpPr>
          <a:xfrm>
            <a:off x="728162" y="1474292"/>
            <a:ext cx="1086719" cy="879487"/>
            <a:chOff x="803162" y="1474292"/>
            <a:chExt cx="1086719" cy="879487"/>
          </a:xfrm>
        </p:grpSpPr>
        <p:grpSp>
          <p:nvGrpSpPr>
            <p:cNvPr id="4593" name="Google Shape;4593;p68"/>
            <p:cNvGrpSpPr/>
            <p:nvPr/>
          </p:nvGrpSpPr>
          <p:grpSpPr>
            <a:xfrm>
              <a:off x="803162" y="1625948"/>
              <a:ext cx="445856" cy="576579"/>
              <a:chOff x="803162" y="1625948"/>
              <a:chExt cx="445856" cy="576579"/>
            </a:xfrm>
          </p:grpSpPr>
          <p:sp>
            <p:nvSpPr>
              <p:cNvPr id="4594" name="Google Shape;4594;p6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5" name="Google Shape;4595;p68"/>
              <p:cNvGrpSpPr/>
              <p:nvPr/>
            </p:nvGrpSpPr>
            <p:grpSpPr>
              <a:xfrm>
                <a:off x="1056023" y="1625948"/>
                <a:ext cx="192995" cy="576579"/>
                <a:chOff x="1056023" y="1625948"/>
                <a:chExt cx="192995" cy="576579"/>
              </a:xfrm>
            </p:grpSpPr>
            <p:sp>
              <p:nvSpPr>
                <p:cNvPr id="4596" name="Google Shape;4596;p6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1" name="Google Shape;4601;p68"/>
            <p:cNvGrpSpPr/>
            <p:nvPr/>
          </p:nvGrpSpPr>
          <p:grpSpPr>
            <a:xfrm>
              <a:off x="1371406" y="1474292"/>
              <a:ext cx="518475" cy="879487"/>
              <a:chOff x="1398231" y="1474292"/>
              <a:chExt cx="518475" cy="879487"/>
            </a:xfrm>
          </p:grpSpPr>
          <p:grpSp>
            <p:nvGrpSpPr>
              <p:cNvPr id="4602" name="Google Shape;4602;p68"/>
              <p:cNvGrpSpPr/>
              <p:nvPr/>
            </p:nvGrpSpPr>
            <p:grpSpPr>
              <a:xfrm>
                <a:off x="1398231" y="1474292"/>
                <a:ext cx="518475" cy="341643"/>
                <a:chOff x="1398231" y="1474292"/>
                <a:chExt cx="518475" cy="341643"/>
              </a:xfrm>
            </p:grpSpPr>
            <p:sp>
              <p:nvSpPr>
                <p:cNvPr id="4603" name="Google Shape;4603;p6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4" name="Google Shape;4604;p68"/>
                <p:cNvGrpSpPr/>
                <p:nvPr/>
              </p:nvGrpSpPr>
              <p:grpSpPr>
                <a:xfrm>
                  <a:off x="1616453" y="1474292"/>
                  <a:ext cx="300253" cy="341643"/>
                  <a:chOff x="1616453" y="1475379"/>
                  <a:chExt cx="300253" cy="341643"/>
                </a:xfrm>
              </p:grpSpPr>
              <p:sp>
                <p:nvSpPr>
                  <p:cNvPr id="4605" name="Google Shape;4605;p6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2" name="Google Shape;4612;p68"/>
                  <p:cNvGrpSpPr/>
                  <p:nvPr/>
                </p:nvGrpSpPr>
                <p:grpSpPr>
                  <a:xfrm>
                    <a:off x="1839639" y="1475379"/>
                    <a:ext cx="77067" cy="341643"/>
                    <a:chOff x="1839639" y="1475379"/>
                    <a:chExt cx="77067" cy="341643"/>
                  </a:xfrm>
                </p:grpSpPr>
                <p:sp>
                  <p:nvSpPr>
                    <p:cNvPr id="4613" name="Google Shape;4613;p6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15" name="Google Shape;4615;p68"/>
              <p:cNvGrpSpPr/>
              <p:nvPr/>
            </p:nvGrpSpPr>
            <p:grpSpPr>
              <a:xfrm>
                <a:off x="1398451" y="2012951"/>
                <a:ext cx="518255" cy="340828"/>
                <a:chOff x="1398451" y="2012951"/>
                <a:chExt cx="518255" cy="340828"/>
              </a:xfrm>
            </p:grpSpPr>
            <p:sp>
              <p:nvSpPr>
                <p:cNvPr id="4616" name="Google Shape;4616;p6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7" name="Google Shape;4617;p68"/>
                <p:cNvGrpSpPr/>
                <p:nvPr/>
              </p:nvGrpSpPr>
              <p:grpSpPr>
                <a:xfrm>
                  <a:off x="1616453" y="2012951"/>
                  <a:ext cx="300253" cy="340828"/>
                  <a:chOff x="1616453" y="2013538"/>
                  <a:chExt cx="300253" cy="340828"/>
                </a:xfrm>
              </p:grpSpPr>
              <p:sp>
                <p:nvSpPr>
                  <p:cNvPr id="4618" name="Google Shape;4618;p6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5" name="Google Shape;4625;p68"/>
                  <p:cNvGrpSpPr/>
                  <p:nvPr/>
                </p:nvGrpSpPr>
                <p:grpSpPr>
                  <a:xfrm>
                    <a:off x="1839639" y="2013538"/>
                    <a:ext cx="77067" cy="340828"/>
                    <a:chOff x="1839639" y="2013538"/>
                    <a:chExt cx="77067" cy="340828"/>
                  </a:xfrm>
                </p:grpSpPr>
                <p:sp>
                  <p:nvSpPr>
                    <p:cNvPr id="4626" name="Google Shape;4626;p6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628" name="Google Shape;4628;p68"/>
          <p:cNvGrpSpPr/>
          <p:nvPr/>
        </p:nvGrpSpPr>
        <p:grpSpPr>
          <a:xfrm>
            <a:off x="724986" y="3605478"/>
            <a:ext cx="1368681" cy="682918"/>
            <a:chOff x="724986" y="3605478"/>
            <a:chExt cx="1368681" cy="682918"/>
          </a:xfrm>
        </p:grpSpPr>
        <p:grpSp>
          <p:nvGrpSpPr>
            <p:cNvPr id="4629" name="Google Shape;4629;p68"/>
            <p:cNvGrpSpPr/>
            <p:nvPr/>
          </p:nvGrpSpPr>
          <p:grpSpPr>
            <a:xfrm>
              <a:off x="1289102" y="3823629"/>
              <a:ext cx="240442" cy="250435"/>
              <a:chOff x="-165066" y="3843615"/>
              <a:chExt cx="221259" cy="230455"/>
            </a:xfrm>
          </p:grpSpPr>
          <p:sp>
            <p:nvSpPr>
              <p:cNvPr id="4630" name="Google Shape;4630;p6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68"/>
            <p:cNvGrpSpPr/>
            <p:nvPr/>
          </p:nvGrpSpPr>
          <p:grpSpPr>
            <a:xfrm>
              <a:off x="724986" y="3605478"/>
              <a:ext cx="1368681" cy="682918"/>
              <a:chOff x="724986" y="3605478"/>
              <a:chExt cx="1368681" cy="682918"/>
            </a:xfrm>
          </p:grpSpPr>
          <p:grpSp>
            <p:nvGrpSpPr>
              <p:cNvPr id="4651" name="Google Shape;4651;p68"/>
              <p:cNvGrpSpPr/>
              <p:nvPr/>
            </p:nvGrpSpPr>
            <p:grpSpPr>
              <a:xfrm>
                <a:off x="1498221" y="4047614"/>
                <a:ext cx="529172" cy="240783"/>
                <a:chOff x="1498221" y="4047614"/>
                <a:chExt cx="529172" cy="240783"/>
              </a:xfrm>
            </p:grpSpPr>
            <p:grpSp>
              <p:nvGrpSpPr>
                <p:cNvPr id="4652" name="Google Shape;4652;p68"/>
                <p:cNvGrpSpPr/>
                <p:nvPr/>
              </p:nvGrpSpPr>
              <p:grpSpPr>
                <a:xfrm>
                  <a:off x="1826655" y="4224370"/>
                  <a:ext cx="200738" cy="25631"/>
                  <a:chOff x="1826655" y="4224370"/>
                  <a:chExt cx="200738" cy="25631"/>
                </a:xfrm>
              </p:grpSpPr>
              <p:sp>
                <p:nvSpPr>
                  <p:cNvPr id="4653" name="Google Shape;4653;p6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68"/>
                <p:cNvGrpSpPr/>
                <p:nvPr/>
              </p:nvGrpSpPr>
              <p:grpSpPr>
                <a:xfrm>
                  <a:off x="1498221" y="4047614"/>
                  <a:ext cx="328444" cy="240783"/>
                  <a:chOff x="1498221" y="4047614"/>
                  <a:chExt cx="328444" cy="240783"/>
                </a:xfrm>
              </p:grpSpPr>
              <p:sp>
                <p:nvSpPr>
                  <p:cNvPr id="4656" name="Google Shape;4656;p6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7" name="Google Shape;4657;p68"/>
                  <p:cNvGrpSpPr/>
                  <p:nvPr/>
                </p:nvGrpSpPr>
                <p:grpSpPr>
                  <a:xfrm>
                    <a:off x="1498221" y="4047614"/>
                    <a:ext cx="150566" cy="190416"/>
                    <a:chOff x="1498221" y="4047614"/>
                    <a:chExt cx="150566" cy="190416"/>
                  </a:xfrm>
                </p:grpSpPr>
                <p:sp>
                  <p:nvSpPr>
                    <p:cNvPr id="4658" name="Google Shape;4658;p6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60" name="Google Shape;4660;p68"/>
              <p:cNvGrpSpPr/>
              <p:nvPr/>
            </p:nvGrpSpPr>
            <p:grpSpPr>
              <a:xfrm>
                <a:off x="1560718" y="3800594"/>
                <a:ext cx="532948" cy="302090"/>
                <a:chOff x="1560718" y="3800594"/>
                <a:chExt cx="532948" cy="302090"/>
              </a:xfrm>
            </p:grpSpPr>
            <p:grpSp>
              <p:nvGrpSpPr>
                <p:cNvPr id="4661" name="Google Shape;4661;p68"/>
                <p:cNvGrpSpPr/>
                <p:nvPr/>
              </p:nvGrpSpPr>
              <p:grpSpPr>
                <a:xfrm>
                  <a:off x="1912179" y="3827344"/>
                  <a:ext cx="181487" cy="25631"/>
                  <a:chOff x="1912179" y="3827344"/>
                  <a:chExt cx="181487" cy="25631"/>
                </a:xfrm>
              </p:grpSpPr>
              <p:sp>
                <p:nvSpPr>
                  <p:cNvPr id="4662" name="Google Shape;4662;p6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4" name="Google Shape;4664;p68"/>
                <p:cNvGrpSpPr/>
                <p:nvPr/>
              </p:nvGrpSpPr>
              <p:grpSpPr>
                <a:xfrm>
                  <a:off x="1912179" y="4044505"/>
                  <a:ext cx="181487" cy="25622"/>
                  <a:chOff x="1912179" y="4044506"/>
                  <a:chExt cx="181487" cy="25622"/>
                </a:xfrm>
              </p:grpSpPr>
              <p:sp>
                <p:nvSpPr>
                  <p:cNvPr id="4665" name="Google Shape;4665;p6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68"/>
                <p:cNvGrpSpPr/>
                <p:nvPr/>
              </p:nvGrpSpPr>
              <p:grpSpPr>
                <a:xfrm>
                  <a:off x="1560718" y="3800594"/>
                  <a:ext cx="351472" cy="302090"/>
                  <a:chOff x="1560718" y="3800594"/>
                  <a:chExt cx="351472" cy="302090"/>
                </a:xfrm>
              </p:grpSpPr>
              <p:grpSp>
                <p:nvGrpSpPr>
                  <p:cNvPr id="4668" name="Google Shape;4668;p68"/>
                  <p:cNvGrpSpPr/>
                  <p:nvPr/>
                </p:nvGrpSpPr>
                <p:grpSpPr>
                  <a:xfrm>
                    <a:off x="1560718" y="3842857"/>
                    <a:ext cx="173586" cy="217131"/>
                    <a:chOff x="1560718" y="3842857"/>
                    <a:chExt cx="173586" cy="217131"/>
                  </a:xfrm>
                </p:grpSpPr>
                <p:sp>
                  <p:nvSpPr>
                    <p:cNvPr id="4669" name="Google Shape;4669;p6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2" name="Google Shape;4672;p6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74" name="Google Shape;4674;p6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5" name="Google Shape;4675;p68"/>
              <p:cNvGrpSpPr/>
              <p:nvPr/>
            </p:nvGrpSpPr>
            <p:grpSpPr>
              <a:xfrm>
                <a:off x="785350" y="3605478"/>
                <a:ext cx="535311" cy="249245"/>
                <a:chOff x="785350" y="3605478"/>
                <a:chExt cx="535311" cy="249245"/>
              </a:xfrm>
            </p:grpSpPr>
            <p:grpSp>
              <p:nvGrpSpPr>
                <p:cNvPr id="4676" name="Google Shape;4676;p68"/>
                <p:cNvGrpSpPr/>
                <p:nvPr/>
              </p:nvGrpSpPr>
              <p:grpSpPr>
                <a:xfrm>
                  <a:off x="785350" y="3605478"/>
                  <a:ext cx="376191" cy="102736"/>
                  <a:chOff x="785350" y="3605478"/>
                  <a:chExt cx="376191" cy="102736"/>
                </a:xfrm>
              </p:grpSpPr>
              <p:sp>
                <p:nvSpPr>
                  <p:cNvPr id="4677" name="Google Shape;4677;p6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8"/>
                <p:cNvGrpSpPr/>
                <p:nvPr/>
              </p:nvGrpSpPr>
              <p:grpSpPr>
                <a:xfrm>
                  <a:off x="1161530" y="3655851"/>
                  <a:ext cx="159131" cy="198872"/>
                  <a:chOff x="1161530" y="3655851"/>
                  <a:chExt cx="159131" cy="198872"/>
                </a:xfrm>
              </p:grpSpPr>
              <p:sp>
                <p:nvSpPr>
                  <p:cNvPr id="4681" name="Google Shape;4681;p6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3" name="Google Shape;4683;p68"/>
              <p:cNvGrpSpPr/>
              <p:nvPr/>
            </p:nvGrpSpPr>
            <p:grpSpPr>
              <a:xfrm>
                <a:off x="785350" y="4047614"/>
                <a:ext cx="535311" cy="240783"/>
                <a:chOff x="785350" y="4047614"/>
                <a:chExt cx="535311" cy="240783"/>
              </a:xfrm>
            </p:grpSpPr>
            <p:grpSp>
              <p:nvGrpSpPr>
                <p:cNvPr id="4684" name="Google Shape;4684;p68"/>
                <p:cNvGrpSpPr/>
                <p:nvPr/>
              </p:nvGrpSpPr>
              <p:grpSpPr>
                <a:xfrm>
                  <a:off x="1161636" y="4047614"/>
                  <a:ext cx="159025" cy="190415"/>
                  <a:chOff x="1161636" y="4047614"/>
                  <a:chExt cx="159025" cy="190415"/>
                </a:xfrm>
              </p:grpSpPr>
              <p:sp>
                <p:nvSpPr>
                  <p:cNvPr id="4685" name="Google Shape;4685;p6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68"/>
                <p:cNvGrpSpPr/>
                <p:nvPr/>
              </p:nvGrpSpPr>
              <p:grpSpPr>
                <a:xfrm>
                  <a:off x="785350" y="4185661"/>
                  <a:ext cx="376191" cy="102736"/>
                  <a:chOff x="785350" y="4185661"/>
                  <a:chExt cx="376191" cy="102736"/>
                </a:xfrm>
              </p:grpSpPr>
              <p:sp>
                <p:nvSpPr>
                  <p:cNvPr id="4688" name="Google Shape;4688;p6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1" name="Google Shape;4691;p68"/>
              <p:cNvGrpSpPr/>
              <p:nvPr/>
            </p:nvGrpSpPr>
            <p:grpSpPr>
              <a:xfrm>
                <a:off x="1501054" y="3605478"/>
                <a:ext cx="526340" cy="249240"/>
                <a:chOff x="1501054" y="3605478"/>
                <a:chExt cx="526340" cy="249240"/>
              </a:xfrm>
            </p:grpSpPr>
            <p:grpSp>
              <p:nvGrpSpPr>
                <p:cNvPr id="4692" name="Google Shape;4692;p68"/>
                <p:cNvGrpSpPr/>
                <p:nvPr/>
              </p:nvGrpSpPr>
              <p:grpSpPr>
                <a:xfrm>
                  <a:off x="1834208" y="3643867"/>
                  <a:ext cx="193185" cy="25622"/>
                  <a:chOff x="1834208" y="3643867"/>
                  <a:chExt cx="193185" cy="25622"/>
                </a:xfrm>
              </p:grpSpPr>
              <p:sp>
                <p:nvSpPr>
                  <p:cNvPr id="4693" name="Google Shape;4693;p6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68"/>
                <p:cNvGrpSpPr/>
                <p:nvPr/>
              </p:nvGrpSpPr>
              <p:grpSpPr>
                <a:xfrm>
                  <a:off x="1501054" y="3605478"/>
                  <a:ext cx="333165" cy="249240"/>
                  <a:chOff x="1501054" y="3605478"/>
                  <a:chExt cx="333165" cy="249240"/>
                </a:xfrm>
              </p:grpSpPr>
              <p:sp>
                <p:nvSpPr>
                  <p:cNvPr id="4696" name="Google Shape;4696;p6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7" name="Google Shape;4697;p68"/>
                  <p:cNvGrpSpPr/>
                  <p:nvPr/>
                </p:nvGrpSpPr>
                <p:grpSpPr>
                  <a:xfrm>
                    <a:off x="1501054" y="3655851"/>
                    <a:ext cx="155286" cy="198867"/>
                    <a:chOff x="1501054" y="3655851"/>
                    <a:chExt cx="155286" cy="198867"/>
                  </a:xfrm>
                </p:grpSpPr>
                <p:sp>
                  <p:nvSpPr>
                    <p:cNvPr id="4698" name="Google Shape;4698;p6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00" name="Google Shape;4700;p68"/>
              <p:cNvGrpSpPr/>
              <p:nvPr/>
            </p:nvGrpSpPr>
            <p:grpSpPr>
              <a:xfrm>
                <a:off x="724986" y="3800594"/>
                <a:ext cx="532950" cy="302090"/>
                <a:chOff x="724986" y="3800594"/>
                <a:chExt cx="532950" cy="302090"/>
              </a:xfrm>
            </p:grpSpPr>
            <p:grpSp>
              <p:nvGrpSpPr>
                <p:cNvPr id="4701" name="Google Shape;4701;p68"/>
                <p:cNvGrpSpPr/>
                <p:nvPr/>
              </p:nvGrpSpPr>
              <p:grpSpPr>
                <a:xfrm>
                  <a:off x="724986" y="4044367"/>
                  <a:ext cx="181314" cy="25626"/>
                  <a:chOff x="724986" y="4044367"/>
                  <a:chExt cx="181314" cy="25626"/>
                </a:xfrm>
              </p:grpSpPr>
              <p:sp>
                <p:nvSpPr>
                  <p:cNvPr id="4702" name="Google Shape;4702;p6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68"/>
                <p:cNvGrpSpPr/>
                <p:nvPr/>
              </p:nvGrpSpPr>
              <p:grpSpPr>
                <a:xfrm>
                  <a:off x="906290" y="3800594"/>
                  <a:ext cx="351646" cy="302090"/>
                  <a:chOff x="906290" y="3800594"/>
                  <a:chExt cx="351646" cy="302090"/>
                </a:xfrm>
              </p:grpSpPr>
              <p:grpSp>
                <p:nvGrpSpPr>
                  <p:cNvPr id="4705" name="Google Shape;4705;p68"/>
                  <p:cNvGrpSpPr/>
                  <p:nvPr/>
                </p:nvGrpSpPr>
                <p:grpSpPr>
                  <a:xfrm>
                    <a:off x="1084172" y="3842857"/>
                    <a:ext cx="173764" cy="217131"/>
                    <a:chOff x="1084172" y="3842857"/>
                    <a:chExt cx="173764" cy="217131"/>
                  </a:xfrm>
                </p:grpSpPr>
                <p:grpSp>
                  <p:nvGrpSpPr>
                    <p:cNvPr id="4706" name="Google Shape;4706;p68"/>
                    <p:cNvGrpSpPr/>
                    <p:nvPr/>
                  </p:nvGrpSpPr>
                  <p:grpSpPr>
                    <a:xfrm>
                      <a:off x="1156862" y="3936509"/>
                      <a:ext cx="101073" cy="25622"/>
                      <a:chOff x="1156862" y="3936509"/>
                      <a:chExt cx="101073" cy="25622"/>
                    </a:xfrm>
                  </p:grpSpPr>
                  <p:sp>
                    <p:nvSpPr>
                      <p:cNvPr id="4707" name="Google Shape;4707;p6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9" name="Google Shape;4709;p6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0" name="Google Shape;4710;p6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68"/>
                <p:cNvGrpSpPr/>
                <p:nvPr/>
              </p:nvGrpSpPr>
              <p:grpSpPr>
                <a:xfrm>
                  <a:off x="724986" y="3830189"/>
                  <a:ext cx="189533" cy="25626"/>
                  <a:chOff x="724986" y="3830189"/>
                  <a:chExt cx="189533" cy="25626"/>
                </a:xfrm>
              </p:grpSpPr>
              <p:sp>
                <p:nvSpPr>
                  <p:cNvPr id="4713" name="Google Shape;4713;p6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715" name="Google Shape;4715;p68"/>
          <p:cNvGrpSpPr/>
          <p:nvPr/>
        </p:nvGrpSpPr>
        <p:grpSpPr>
          <a:xfrm>
            <a:off x="2253298" y="2455640"/>
            <a:ext cx="948701" cy="935378"/>
            <a:chOff x="2253298" y="2428317"/>
            <a:chExt cx="948701" cy="935378"/>
          </a:xfrm>
        </p:grpSpPr>
        <p:sp>
          <p:nvSpPr>
            <p:cNvPr id="4716" name="Google Shape;4716;p6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2" name="Shape 4752"/>
        <p:cNvGrpSpPr/>
        <p:nvPr/>
      </p:nvGrpSpPr>
      <p:grpSpPr>
        <a:xfrm>
          <a:off x="0" y="0"/>
          <a:ext cx="0" cy="0"/>
          <a:chOff x="0" y="0"/>
          <a:chExt cx="0" cy="0"/>
        </a:xfrm>
      </p:grpSpPr>
      <p:grpSp>
        <p:nvGrpSpPr>
          <p:cNvPr id="4753" name="Google Shape;4753;p69"/>
          <p:cNvGrpSpPr/>
          <p:nvPr/>
        </p:nvGrpSpPr>
        <p:grpSpPr>
          <a:xfrm>
            <a:off x="3353582" y="1145627"/>
            <a:ext cx="2363393" cy="1017867"/>
            <a:chOff x="3292400" y="1219146"/>
            <a:chExt cx="2615240" cy="1110239"/>
          </a:xfrm>
        </p:grpSpPr>
        <p:sp>
          <p:nvSpPr>
            <p:cNvPr id="4754" name="Google Shape;4754;p6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755" name="Google Shape;4755;p6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56" name="Google Shape;4756;p6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757" name="Google Shape;4757;p6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758" name="Google Shape;4758;p6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759" name="Google Shape;4759;p6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760" name="Google Shape;4760;p6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761" name="Google Shape;4761;p6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762" name="Google Shape;4762;p6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763" name="Google Shape;4763;p6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764" name="Google Shape;4764;p6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765" name="Google Shape;4765;p6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766" name="Google Shape;4766;p6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767" name="Google Shape;4767;p6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768" name="Google Shape;4768;p69"/>
            <p:cNvGrpSpPr/>
            <p:nvPr/>
          </p:nvGrpSpPr>
          <p:grpSpPr>
            <a:xfrm>
              <a:off x="3748438" y="1378608"/>
              <a:ext cx="2159202" cy="903971"/>
              <a:chOff x="1683525" y="2179850"/>
              <a:chExt cx="4519050" cy="2134525"/>
            </a:xfrm>
          </p:grpSpPr>
          <p:sp>
            <p:nvSpPr>
              <p:cNvPr id="4769" name="Google Shape;4769;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0" name="Google Shape;4770;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1" name="Google Shape;4771;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2" name="Google Shape;4772;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3" name="Google Shape;4773;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4" name="Google Shape;4774;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5" name="Google Shape;4775;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6" name="Google Shape;4776;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7" name="Google Shape;4777;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8" name="Google Shape;4778;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79" name="Google Shape;4779;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780" name="Google Shape;4780;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781" name="Google Shape;4781;p69"/>
          <p:cNvGraphicFramePr/>
          <p:nvPr/>
        </p:nvGraphicFramePr>
        <p:xfrm>
          <a:off x="5949675" y="2323100"/>
          <a:ext cx="3000000" cy="3000000"/>
        </p:xfrm>
        <a:graphic>
          <a:graphicData uri="http://schemas.openxmlformats.org/drawingml/2006/table">
            <a:tbl>
              <a:tblPr>
                <a:noFill/>
                <a:tableStyleId>{1514A766-7055-4C7B-BC1B-41EC4691D155}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782" name="Google Shape;4782;p69"/>
          <p:cNvGrpSpPr/>
          <p:nvPr/>
        </p:nvGrpSpPr>
        <p:grpSpPr>
          <a:xfrm>
            <a:off x="5926924" y="3381697"/>
            <a:ext cx="2519825" cy="1001454"/>
            <a:chOff x="1906114" y="789980"/>
            <a:chExt cx="1487676" cy="606868"/>
          </a:xfrm>
        </p:grpSpPr>
        <p:cxnSp>
          <p:nvCxnSpPr>
            <p:cNvPr id="4783" name="Google Shape;4783;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784" name="Google Shape;4784;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785" name="Google Shape;4785;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786" name="Google Shape;4786;p6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787" name="Google Shape;4787;p6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788" name="Google Shape;4788;p6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789" name="Google Shape;4789;p6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790" name="Google Shape;4790;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797" name="Google Shape;4797;p6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798" name="Google Shape;4798;p6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799" name="Google Shape;4799;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69"/>
          <p:cNvGrpSpPr/>
          <p:nvPr/>
        </p:nvGrpSpPr>
        <p:grpSpPr>
          <a:xfrm>
            <a:off x="726399" y="1190655"/>
            <a:ext cx="2394370" cy="976502"/>
            <a:chOff x="749309" y="1112739"/>
            <a:chExt cx="2371603" cy="976502"/>
          </a:xfrm>
        </p:grpSpPr>
        <p:sp>
          <p:nvSpPr>
            <p:cNvPr id="4801" name="Google Shape;4801;p6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833" name="Google Shape;4833;p69"/>
          <p:cNvGraphicFramePr/>
          <p:nvPr/>
        </p:nvGraphicFramePr>
        <p:xfrm>
          <a:off x="5949700" y="1188950"/>
          <a:ext cx="3000000" cy="3000000"/>
        </p:xfrm>
        <a:graphic>
          <a:graphicData uri="http://schemas.openxmlformats.org/drawingml/2006/table">
            <a:tbl>
              <a:tblPr>
                <a:noFill/>
                <a:tableStyleId>{1514A766-7055-4C7B-BC1B-41EC4691D155}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834" name="Google Shape;4834;p69"/>
          <p:cNvGraphicFramePr/>
          <p:nvPr/>
        </p:nvGraphicFramePr>
        <p:xfrm>
          <a:off x="3356413" y="2323100"/>
          <a:ext cx="3000000" cy="3000000"/>
        </p:xfrm>
        <a:graphic>
          <a:graphicData uri="http://schemas.openxmlformats.org/drawingml/2006/table">
            <a:tbl>
              <a:tblPr>
                <a:noFill/>
                <a:tableStyleId>{1514A766-7055-4C7B-BC1B-41EC4691D155}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835" name="Google Shape;4835;p69"/>
          <p:cNvGrpSpPr/>
          <p:nvPr/>
        </p:nvGrpSpPr>
        <p:grpSpPr>
          <a:xfrm>
            <a:off x="4100342" y="2709743"/>
            <a:ext cx="1517436" cy="74460"/>
            <a:chOff x="3980086" y="2804397"/>
            <a:chExt cx="1227600" cy="66900"/>
          </a:xfrm>
        </p:grpSpPr>
        <p:sp>
          <p:nvSpPr>
            <p:cNvPr id="4836" name="Google Shape;4836;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69"/>
          <p:cNvGrpSpPr/>
          <p:nvPr/>
        </p:nvGrpSpPr>
        <p:grpSpPr>
          <a:xfrm>
            <a:off x="4725406" y="3002330"/>
            <a:ext cx="892956" cy="74460"/>
            <a:chOff x="3980086" y="2804397"/>
            <a:chExt cx="1227600" cy="66900"/>
          </a:xfrm>
        </p:grpSpPr>
        <p:sp>
          <p:nvSpPr>
            <p:cNvPr id="4839" name="Google Shape;4839;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69"/>
          <p:cNvGrpSpPr/>
          <p:nvPr/>
        </p:nvGrpSpPr>
        <p:grpSpPr>
          <a:xfrm>
            <a:off x="3358498" y="3361213"/>
            <a:ext cx="2363244" cy="1005943"/>
            <a:chOff x="3358415" y="3361302"/>
            <a:chExt cx="2363244" cy="1024695"/>
          </a:xfrm>
        </p:grpSpPr>
        <p:grpSp>
          <p:nvGrpSpPr>
            <p:cNvPr id="4842" name="Google Shape;4842;p69"/>
            <p:cNvGrpSpPr/>
            <p:nvPr/>
          </p:nvGrpSpPr>
          <p:grpSpPr>
            <a:xfrm>
              <a:off x="3358415" y="3361302"/>
              <a:ext cx="441300" cy="1024695"/>
              <a:chOff x="3358415" y="3361302"/>
              <a:chExt cx="441300" cy="1024695"/>
            </a:xfrm>
          </p:grpSpPr>
          <p:sp>
            <p:nvSpPr>
              <p:cNvPr id="4843" name="Google Shape;4843;p6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69"/>
            <p:cNvGrpSpPr/>
            <p:nvPr/>
          </p:nvGrpSpPr>
          <p:grpSpPr>
            <a:xfrm>
              <a:off x="3838901" y="3361302"/>
              <a:ext cx="441300" cy="1024695"/>
              <a:chOff x="3838901" y="3361302"/>
              <a:chExt cx="441300" cy="1024695"/>
            </a:xfrm>
          </p:grpSpPr>
          <p:sp>
            <p:nvSpPr>
              <p:cNvPr id="4850" name="Google Shape;4850;p6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69"/>
            <p:cNvGrpSpPr/>
            <p:nvPr/>
          </p:nvGrpSpPr>
          <p:grpSpPr>
            <a:xfrm>
              <a:off x="4319387" y="3361302"/>
              <a:ext cx="441300" cy="1024695"/>
              <a:chOff x="4319387" y="3361302"/>
              <a:chExt cx="441300" cy="1024695"/>
            </a:xfrm>
          </p:grpSpPr>
          <p:sp>
            <p:nvSpPr>
              <p:cNvPr id="4857" name="Google Shape;4857;p6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69"/>
            <p:cNvGrpSpPr/>
            <p:nvPr/>
          </p:nvGrpSpPr>
          <p:grpSpPr>
            <a:xfrm>
              <a:off x="4799873" y="3361302"/>
              <a:ext cx="441300" cy="1024695"/>
              <a:chOff x="4799873" y="3361302"/>
              <a:chExt cx="441300" cy="1024695"/>
            </a:xfrm>
          </p:grpSpPr>
          <p:sp>
            <p:nvSpPr>
              <p:cNvPr id="4864" name="Google Shape;4864;p6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69"/>
            <p:cNvGrpSpPr/>
            <p:nvPr/>
          </p:nvGrpSpPr>
          <p:grpSpPr>
            <a:xfrm>
              <a:off x="5280360" y="3361302"/>
              <a:ext cx="441300" cy="1024695"/>
              <a:chOff x="5280360" y="3361302"/>
              <a:chExt cx="441300" cy="1024695"/>
            </a:xfrm>
          </p:grpSpPr>
          <p:sp>
            <p:nvSpPr>
              <p:cNvPr id="4871" name="Google Shape;4871;p6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877" name="Google Shape;4877;p69"/>
          <p:cNvGraphicFramePr/>
          <p:nvPr/>
        </p:nvGraphicFramePr>
        <p:xfrm>
          <a:off x="724925" y="2323100"/>
          <a:ext cx="3000000" cy="3000000"/>
        </p:xfrm>
        <a:graphic>
          <a:graphicData uri="http://schemas.openxmlformats.org/drawingml/2006/table">
            <a:tbl>
              <a:tblPr>
                <a:noFill/>
                <a:tableStyleId>{1514A766-7055-4C7B-BC1B-41EC4691D155}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878" name="Google Shape;4878;p69"/>
          <p:cNvGrpSpPr/>
          <p:nvPr/>
        </p:nvGrpSpPr>
        <p:grpSpPr>
          <a:xfrm>
            <a:off x="726450" y="3372825"/>
            <a:ext cx="2403614" cy="1005900"/>
            <a:chOff x="726450" y="3372825"/>
            <a:chExt cx="2403614" cy="1005900"/>
          </a:xfrm>
        </p:grpSpPr>
        <p:grpSp>
          <p:nvGrpSpPr>
            <p:cNvPr id="4879" name="Google Shape;4879;p69"/>
            <p:cNvGrpSpPr/>
            <p:nvPr/>
          </p:nvGrpSpPr>
          <p:grpSpPr>
            <a:xfrm>
              <a:off x="726450" y="3696000"/>
              <a:ext cx="2403614" cy="500898"/>
              <a:chOff x="726450" y="3696000"/>
              <a:chExt cx="2403614" cy="500898"/>
            </a:xfrm>
          </p:grpSpPr>
          <p:sp>
            <p:nvSpPr>
              <p:cNvPr id="4880" name="Google Shape;4880;p6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881" name="Google Shape;4881;p6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882" name="Google Shape;4882;p69"/>
            <p:cNvGrpSpPr/>
            <p:nvPr/>
          </p:nvGrpSpPr>
          <p:grpSpPr>
            <a:xfrm>
              <a:off x="1348050" y="3372825"/>
              <a:ext cx="1720425" cy="1005900"/>
              <a:chOff x="1348050" y="3372825"/>
              <a:chExt cx="1720425" cy="1005900"/>
            </a:xfrm>
          </p:grpSpPr>
          <p:sp>
            <p:nvSpPr>
              <p:cNvPr id="4883" name="Google Shape;4883;p6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884" name="Google Shape;4884;p6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885" name="Google Shape;4885;p6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886" name="Google Shape;4886;p6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887" name="Google Shape;4887;p6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888" name="Google Shape;4888;p69"/>
            <p:cNvGrpSpPr/>
            <p:nvPr/>
          </p:nvGrpSpPr>
          <p:grpSpPr>
            <a:xfrm>
              <a:off x="1455707" y="3731058"/>
              <a:ext cx="1491150" cy="417657"/>
              <a:chOff x="1455707" y="3731058"/>
              <a:chExt cx="1491150" cy="417657"/>
            </a:xfrm>
          </p:grpSpPr>
          <p:grpSp>
            <p:nvGrpSpPr>
              <p:cNvPr id="4889" name="Google Shape;4889;p69"/>
              <p:cNvGrpSpPr/>
              <p:nvPr/>
            </p:nvGrpSpPr>
            <p:grpSpPr>
              <a:xfrm>
                <a:off x="1472938" y="3745828"/>
                <a:ext cx="72126" cy="53788"/>
                <a:chOff x="1472938" y="3745828"/>
                <a:chExt cx="72126" cy="53788"/>
              </a:xfrm>
            </p:grpSpPr>
            <p:sp>
              <p:nvSpPr>
                <p:cNvPr id="4890" name="Google Shape;4890;p6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69"/>
              <p:cNvGrpSpPr/>
              <p:nvPr/>
            </p:nvGrpSpPr>
            <p:grpSpPr>
              <a:xfrm>
                <a:off x="1819181" y="4089633"/>
                <a:ext cx="72126" cy="53788"/>
                <a:chOff x="1819181" y="4089633"/>
                <a:chExt cx="72126" cy="53788"/>
              </a:xfrm>
            </p:grpSpPr>
            <p:sp>
              <p:nvSpPr>
                <p:cNvPr id="4893" name="Google Shape;4893;p6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5" name="Google Shape;4895;p69"/>
              <p:cNvGrpSpPr/>
              <p:nvPr/>
            </p:nvGrpSpPr>
            <p:grpSpPr>
              <a:xfrm>
                <a:off x="1455707" y="4084171"/>
                <a:ext cx="64321" cy="64544"/>
                <a:chOff x="1455707" y="4084171"/>
                <a:chExt cx="64321" cy="64544"/>
              </a:xfrm>
            </p:grpSpPr>
            <p:sp>
              <p:nvSpPr>
                <p:cNvPr id="4896" name="Google Shape;4896;p6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69"/>
              <p:cNvGrpSpPr/>
              <p:nvPr/>
            </p:nvGrpSpPr>
            <p:grpSpPr>
              <a:xfrm>
                <a:off x="1818610" y="3731058"/>
                <a:ext cx="64321" cy="64544"/>
                <a:chOff x="1818610" y="3731058"/>
                <a:chExt cx="64321" cy="64544"/>
              </a:xfrm>
            </p:grpSpPr>
            <p:sp>
              <p:nvSpPr>
                <p:cNvPr id="4899" name="Google Shape;4899;p6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1" name="Google Shape;4901;p69"/>
              <p:cNvGrpSpPr/>
              <p:nvPr/>
            </p:nvGrpSpPr>
            <p:grpSpPr>
              <a:xfrm>
                <a:off x="2172491" y="4089633"/>
                <a:ext cx="72126" cy="53788"/>
                <a:chOff x="2172491" y="4089633"/>
                <a:chExt cx="72126" cy="53788"/>
              </a:xfrm>
            </p:grpSpPr>
            <p:sp>
              <p:nvSpPr>
                <p:cNvPr id="4902" name="Google Shape;4902;p6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69"/>
              <p:cNvGrpSpPr/>
              <p:nvPr/>
            </p:nvGrpSpPr>
            <p:grpSpPr>
              <a:xfrm>
                <a:off x="2171920" y="3731058"/>
                <a:ext cx="64321" cy="64544"/>
                <a:chOff x="2171920" y="3731058"/>
                <a:chExt cx="64321" cy="64544"/>
              </a:xfrm>
            </p:grpSpPr>
            <p:sp>
              <p:nvSpPr>
                <p:cNvPr id="4905" name="Google Shape;4905;p6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69"/>
              <p:cNvGrpSpPr/>
              <p:nvPr/>
            </p:nvGrpSpPr>
            <p:grpSpPr>
              <a:xfrm>
                <a:off x="2874730" y="3745828"/>
                <a:ext cx="72126" cy="53788"/>
                <a:chOff x="2874730" y="3745828"/>
                <a:chExt cx="72126" cy="53788"/>
              </a:xfrm>
            </p:grpSpPr>
            <p:sp>
              <p:nvSpPr>
                <p:cNvPr id="4908" name="Google Shape;4908;p6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69"/>
              <p:cNvGrpSpPr/>
              <p:nvPr/>
            </p:nvGrpSpPr>
            <p:grpSpPr>
              <a:xfrm>
                <a:off x="2878589" y="4081481"/>
                <a:ext cx="64321" cy="64544"/>
                <a:chOff x="2878589" y="4081481"/>
                <a:chExt cx="64321" cy="64544"/>
              </a:xfrm>
            </p:grpSpPr>
            <p:sp>
              <p:nvSpPr>
                <p:cNvPr id="4911" name="Google Shape;4911;p6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69"/>
              <p:cNvGrpSpPr/>
              <p:nvPr/>
            </p:nvGrpSpPr>
            <p:grpSpPr>
              <a:xfrm>
                <a:off x="2525796" y="4089633"/>
                <a:ext cx="72126" cy="53788"/>
                <a:chOff x="2525796" y="4089633"/>
                <a:chExt cx="72126" cy="53788"/>
              </a:xfrm>
            </p:grpSpPr>
            <p:sp>
              <p:nvSpPr>
                <p:cNvPr id="4914" name="Google Shape;4914;p6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69"/>
              <p:cNvGrpSpPr/>
              <p:nvPr/>
            </p:nvGrpSpPr>
            <p:grpSpPr>
              <a:xfrm>
                <a:off x="2525225" y="3731058"/>
                <a:ext cx="64321" cy="64544"/>
                <a:chOff x="2525225" y="3731058"/>
                <a:chExt cx="64321" cy="64544"/>
              </a:xfrm>
            </p:grpSpPr>
            <p:sp>
              <p:nvSpPr>
                <p:cNvPr id="4917" name="Google Shape;4917;p6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2" name="Shape 4922"/>
        <p:cNvGrpSpPr/>
        <p:nvPr/>
      </p:nvGrpSpPr>
      <p:grpSpPr>
        <a:xfrm>
          <a:off x="0" y="0"/>
          <a:ext cx="0" cy="0"/>
          <a:chOff x="0" y="0"/>
          <a:chExt cx="0" cy="0"/>
        </a:xfrm>
      </p:grpSpPr>
      <p:grpSp>
        <p:nvGrpSpPr>
          <p:cNvPr id="4923" name="Google Shape;4923;p70"/>
          <p:cNvGrpSpPr/>
          <p:nvPr/>
        </p:nvGrpSpPr>
        <p:grpSpPr>
          <a:xfrm>
            <a:off x="732428" y="1171356"/>
            <a:ext cx="845921" cy="690752"/>
            <a:chOff x="732428" y="1198513"/>
            <a:chExt cx="845921" cy="690752"/>
          </a:xfrm>
        </p:grpSpPr>
        <p:grpSp>
          <p:nvGrpSpPr>
            <p:cNvPr id="4924" name="Google Shape;4924;p70"/>
            <p:cNvGrpSpPr/>
            <p:nvPr/>
          </p:nvGrpSpPr>
          <p:grpSpPr>
            <a:xfrm>
              <a:off x="823030" y="1198513"/>
              <a:ext cx="755319" cy="690752"/>
              <a:chOff x="823030" y="1198513"/>
              <a:chExt cx="755319" cy="690752"/>
            </a:xfrm>
          </p:grpSpPr>
          <p:sp>
            <p:nvSpPr>
              <p:cNvPr id="4925" name="Google Shape;4925;p7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70"/>
            <p:cNvGrpSpPr/>
            <p:nvPr/>
          </p:nvGrpSpPr>
          <p:grpSpPr>
            <a:xfrm>
              <a:off x="732428" y="1239937"/>
              <a:ext cx="739912" cy="607886"/>
              <a:chOff x="732428" y="1239937"/>
              <a:chExt cx="739912" cy="607886"/>
            </a:xfrm>
          </p:grpSpPr>
          <p:sp>
            <p:nvSpPr>
              <p:cNvPr id="4928" name="Google Shape;4928;p7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70"/>
            <p:cNvGrpSpPr/>
            <p:nvPr/>
          </p:nvGrpSpPr>
          <p:grpSpPr>
            <a:xfrm>
              <a:off x="732428" y="1277018"/>
              <a:ext cx="702832" cy="533758"/>
              <a:chOff x="732428" y="1277018"/>
              <a:chExt cx="702832" cy="533758"/>
            </a:xfrm>
          </p:grpSpPr>
          <p:sp>
            <p:nvSpPr>
              <p:cNvPr id="4931" name="Google Shape;4931;p7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70"/>
            <p:cNvGrpSpPr/>
            <p:nvPr/>
          </p:nvGrpSpPr>
          <p:grpSpPr>
            <a:xfrm>
              <a:off x="931170" y="1306653"/>
              <a:ext cx="647179" cy="474455"/>
              <a:chOff x="931170" y="1306653"/>
              <a:chExt cx="647179" cy="474455"/>
            </a:xfrm>
          </p:grpSpPr>
          <p:sp>
            <p:nvSpPr>
              <p:cNvPr id="4934" name="Google Shape;4934;p7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6" name="Google Shape;4936;p7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70"/>
          <p:cNvGrpSpPr/>
          <p:nvPr/>
        </p:nvGrpSpPr>
        <p:grpSpPr>
          <a:xfrm>
            <a:off x="3964037" y="1171363"/>
            <a:ext cx="634656" cy="699982"/>
            <a:chOff x="5985650" y="2860025"/>
            <a:chExt cx="1396075" cy="1539775"/>
          </a:xfrm>
        </p:grpSpPr>
        <p:sp>
          <p:nvSpPr>
            <p:cNvPr id="4938" name="Google Shape;4938;p7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70"/>
          <p:cNvGrpSpPr/>
          <p:nvPr/>
        </p:nvGrpSpPr>
        <p:grpSpPr>
          <a:xfrm>
            <a:off x="4719687" y="1171356"/>
            <a:ext cx="725845" cy="699975"/>
            <a:chOff x="4249973" y="1201875"/>
            <a:chExt cx="1958568" cy="1888762"/>
          </a:xfrm>
        </p:grpSpPr>
        <p:sp>
          <p:nvSpPr>
            <p:cNvPr id="4971" name="Google Shape;4971;p7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2" name="Google Shape;4972;p70"/>
            <p:cNvGrpSpPr/>
            <p:nvPr/>
          </p:nvGrpSpPr>
          <p:grpSpPr>
            <a:xfrm>
              <a:off x="5853086" y="1789142"/>
              <a:ext cx="355454" cy="1048099"/>
              <a:chOff x="5576108" y="2016725"/>
              <a:chExt cx="565200" cy="1666560"/>
            </a:xfrm>
          </p:grpSpPr>
          <p:sp>
            <p:nvSpPr>
              <p:cNvPr id="4973" name="Google Shape;4973;p7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974" name="Google Shape;4974;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70"/>
            <p:cNvGrpSpPr/>
            <p:nvPr/>
          </p:nvGrpSpPr>
          <p:grpSpPr>
            <a:xfrm>
              <a:off x="4869455" y="2691676"/>
              <a:ext cx="1013897" cy="398961"/>
              <a:chOff x="4012057" y="3451825"/>
              <a:chExt cx="1612175" cy="634379"/>
            </a:xfrm>
          </p:grpSpPr>
          <p:sp>
            <p:nvSpPr>
              <p:cNvPr id="4976" name="Google Shape;4976;p7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977" name="Google Shape;4977;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70"/>
            <p:cNvGrpSpPr/>
            <p:nvPr/>
          </p:nvGrpSpPr>
          <p:grpSpPr>
            <a:xfrm>
              <a:off x="4276937" y="2155961"/>
              <a:ext cx="651965" cy="891358"/>
              <a:chOff x="3069908" y="2599997"/>
              <a:chExt cx="1036675" cy="1417328"/>
            </a:xfrm>
          </p:grpSpPr>
          <p:sp>
            <p:nvSpPr>
              <p:cNvPr id="4979" name="Google Shape;4979;p7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980" name="Google Shape;4980;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70"/>
            <p:cNvGrpSpPr/>
            <p:nvPr/>
          </p:nvGrpSpPr>
          <p:grpSpPr>
            <a:xfrm>
              <a:off x="5054918" y="1201875"/>
              <a:ext cx="999548" cy="602711"/>
              <a:chOff x="4306958" y="1082925"/>
              <a:chExt cx="1589359" cy="958358"/>
            </a:xfrm>
          </p:grpSpPr>
          <p:sp>
            <p:nvSpPr>
              <p:cNvPr id="4982" name="Google Shape;4982;p7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983" name="Google Shape;4983;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70"/>
            <p:cNvGrpSpPr/>
            <p:nvPr/>
          </p:nvGrpSpPr>
          <p:grpSpPr>
            <a:xfrm>
              <a:off x="4249973" y="1303451"/>
              <a:ext cx="799317" cy="841334"/>
              <a:chOff x="3027033" y="1244439"/>
              <a:chExt cx="1270977" cy="1337786"/>
            </a:xfrm>
          </p:grpSpPr>
          <p:sp>
            <p:nvSpPr>
              <p:cNvPr id="4985" name="Google Shape;4985;p7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986" name="Google Shape;4986;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7" name="Google Shape;4987;p70"/>
          <p:cNvGrpSpPr/>
          <p:nvPr/>
        </p:nvGrpSpPr>
        <p:grpSpPr>
          <a:xfrm>
            <a:off x="4072551" y="2058137"/>
            <a:ext cx="750769" cy="683784"/>
            <a:chOff x="4204684" y="2104422"/>
            <a:chExt cx="699822" cy="637382"/>
          </a:xfrm>
        </p:grpSpPr>
        <p:grpSp>
          <p:nvGrpSpPr>
            <p:cNvPr id="4988" name="Google Shape;4988;p70"/>
            <p:cNvGrpSpPr/>
            <p:nvPr/>
          </p:nvGrpSpPr>
          <p:grpSpPr>
            <a:xfrm>
              <a:off x="4204684" y="2430067"/>
              <a:ext cx="342957" cy="311738"/>
              <a:chOff x="4204684" y="2430067"/>
              <a:chExt cx="342957" cy="311738"/>
            </a:xfrm>
          </p:grpSpPr>
          <p:sp>
            <p:nvSpPr>
              <p:cNvPr id="4989" name="Google Shape;4989;p7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70"/>
            <p:cNvGrpSpPr/>
            <p:nvPr/>
          </p:nvGrpSpPr>
          <p:grpSpPr>
            <a:xfrm>
              <a:off x="4561586" y="2430067"/>
              <a:ext cx="342920" cy="311738"/>
              <a:chOff x="4561586" y="2430067"/>
              <a:chExt cx="342920" cy="311738"/>
            </a:xfrm>
          </p:grpSpPr>
          <p:sp>
            <p:nvSpPr>
              <p:cNvPr id="4992" name="Google Shape;4992;p7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70"/>
            <p:cNvGrpSpPr/>
            <p:nvPr/>
          </p:nvGrpSpPr>
          <p:grpSpPr>
            <a:xfrm>
              <a:off x="4561586" y="2104422"/>
              <a:ext cx="342920" cy="311738"/>
              <a:chOff x="4561586" y="2104422"/>
              <a:chExt cx="342920" cy="311738"/>
            </a:xfrm>
          </p:grpSpPr>
          <p:sp>
            <p:nvSpPr>
              <p:cNvPr id="4995" name="Google Shape;4995;p7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70"/>
            <p:cNvGrpSpPr/>
            <p:nvPr/>
          </p:nvGrpSpPr>
          <p:grpSpPr>
            <a:xfrm>
              <a:off x="4204684" y="2104422"/>
              <a:ext cx="342957" cy="311664"/>
              <a:chOff x="4204684" y="2104422"/>
              <a:chExt cx="342957" cy="311664"/>
            </a:xfrm>
          </p:grpSpPr>
          <p:sp>
            <p:nvSpPr>
              <p:cNvPr id="4998" name="Google Shape;4998;p7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0" name="Google Shape;5000;p70"/>
          <p:cNvGrpSpPr/>
          <p:nvPr/>
        </p:nvGrpSpPr>
        <p:grpSpPr>
          <a:xfrm>
            <a:off x="5536984" y="1171351"/>
            <a:ext cx="660591" cy="688867"/>
            <a:chOff x="5830645" y="1267368"/>
            <a:chExt cx="530340" cy="553040"/>
          </a:xfrm>
        </p:grpSpPr>
        <p:sp>
          <p:nvSpPr>
            <p:cNvPr id="5001" name="Google Shape;5001;p7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2" name="Google Shape;5002;p70"/>
            <p:cNvGrpSpPr/>
            <p:nvPr/>
          </p:nvGrpSpPr>
          <p:grpSpPr>
            <a:xfrm>
              <a:off x="5830645" y="1267368"/>
              <a:ext cx="259743" cy="269909"/>
              <a:chOff x="5830645" y="1267368"/>
              <a:chExt cx="259743" cy="269909"/>
            </a:xfrm>
          </p:grpSpPr>
          <p:sp>
            <p:nvSpPr>
              <p:cNvPr id="5003" name="Google Shape;5003;p7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70"/>
            <p:cNvGrpSpPr/>
            <p:nvPr/>
          </p:nvGrpSpPr>
          <p:grpSpPr>
            <a:xfrm>
              <a:off x="6101293" y="1267368"/>
              <a:ext cx="259692" cy="269909"/>
              <a:chOff x="6101293" y="1267368"/>
              <a:chExt cx="259692" cy="269909"/>
            </a:xfrm>
          </p:grpSpPr>
          <p:sp>
            <p:nvSpPr>
              <p:cNvPr id="5006" name="Google Shape;5006;p7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70"/>
            <p:cNvGrpSpPr/>
            <p:nvPr/>
          </p:nvGrpSpPr>
          <p:grpSpPr>
            <a:xfrm>
              <a:off x="5830645" y="1550500"/>
              <a:ext cx="259692" cy="269909"/>
              <a:chOff x="5830645" y="1550500"/>
              <a:chExt cx="259692" cy="269909"/>
            </a:xfrm>
          </p:grpSpPr>
          <p:sp>
            <p:nvSpPr>
              <p:cNvPr id="5009" name="Google Shape;5009;p7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70"/>
            <p:cNvGrpSpPr/>
            <p:nvPr/>
          </p:nvGrpSpPr>
          <p:grpSpPr>
            <a:xfrm>
              <a:off x="6101293" y="1550500"/>
              <a:ext cx="259692" cy="269909"/>
              <a:chOff x="6101293" y="1550500"/>
              <a:chExt cx="259692" cy="269909"/>
            </a:xfrm>
          </p:grpSpPr>
          <p:sp>
            <p:nvSpPr>
              <p:cNvPr id="5012" name="Google Shape;5012;p7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4" name="Google Shape;5014;p70"/>
          <p:cNvGrpSpPr/>
          <p:nvPr/>
        </p:nvGrpSpPr>
        <p:grpSpPr>
          <a:xfrm>
            <a:off x="739138" y="2061810"/>
            <a:ext cx="697154" cy="679574"/>
            <a:chOff x="2679875" y="2361475"/>
            <a:chExt cx="780425" cy="760575"/>
          </a:xfrm>
        </p:grpSpPr>
        <p:sp>
          <p:nvSpPr>
            <p:cNvPr id="5015" name="Google Shape;5015;p7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70"/>
          <p:cNvGrpSpPr/>
          <p:nvPr/>
        </p:nvGrpSpPr>
        <p:grpSpPr>
          <a:xfrm>
            <a:off x="3138297" y="1171402"/>
            <a:ext cx="735829" cy="684547"/>
            <a:chOff x="3351965" y="1148808"/>
            <a:chExt cx="750770" cy="698375"/>
          </a:xfrm>
        </p:grpSpPr>
        <p:grpSp>
          <p:nvGrpSpPr>
            <p:cNvPr id="5022" name="Google Shape;5022;p70"/>
            <p:cNvGrpSpPr/>
            <p:nvPr/>
          </p:nvGrpSpPr>
          <p:grpSpPr>
            <a:xfrm>
              <a:off x="3586796" y="1148808"/>
              <a:ext cx="294857" cy="286830"/>
              <a:chOff x="3750225" y="1774000"/>
              <a:chExt cx="149575" cy="145525"/>
            </a:xfrm>
          </p:grpSpPr>
          <p:sp>
            <p:nvSpPr>
              <p:cNvPr id="5023" name="Google Shape;5023;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70"/>
            <p:cNvGrpSpPr/>
            <p:nvPr/>
          </p:nvGrpSpPr>
          <p:grpSpPr>
            <a:xfrm>
              <a:off x="3779245" y="1375768"/>
              <a:ext cx="323490" cy="286978"/>
              <a:chOff x="3847850" y="1889150"/>
              <a:chExt cx="164100" cy="145600"/>
            </a:xfrm>
          </p:grpSpPr>
          <p:sp>
            <p:nvSpPr>
              <p:cNvPr id="5026" name="Google Shape;5026;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70"/>
            <p:cNvGrpSpPr/>
            <p:nvPr/>
          </p:nvGrpSpPr>
          <p:grpSpPr>
            <a:xfrm>
              <a:off x="3351965" y="1330435"/>
              <a:ext cx="295449" cy="285401"/>
              <a:chOff x="3631100" y="1866150"/>
              <a:chExt cx="149875" cy="144800"/>
            </a:xfrm>
          </p:grpSpPr>
          <p:sp>
            <p:nvSpPr>
              <p:cNvPr id="5029" name="Google Shape;5029;p7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70"/>
            <p:cNvGrpSpPr/>
            <p:nvPr/>
          </p:nvGrpSpPr>
          <p:grpSpPr>
            <a:xfrm>
              <a:off x="3548208" y="1560352"/>
              <a:ext cx="294808" cy="286830"/>
              <a:chOff x="3730650" y="1982800"/>
              <a:chExt cx="149550" cy="145525"/>
            </a:xfrm>
          </p:grpSpPr>
          <p:sp>
            <p:nvSpPr>
              <p:cNvPr id="5032" name="Google Shape;5032;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4" name="Google Shape;5034;p70"/>
          <p:cNvGrpSpPr/>
          <p:nvPr/>
        </p:nvGrpSpPr>
        <p:grpSpPr>
          <a:xfrm>
            <a:off x="7639949" y="1171356"/>
            <a:ext cx="804565" cy="677795"/>
            <a:chOff x="7636443" y="1204988"/>
            <a:chExt cx="804565" cy="677795"/>
          </a:xfrm>
        </p:grpSpPr>
        <p:grpSp>
          <p:nvGrpSpPr>
            <p:cNvPr id="5035" name="Google Shape;5035;p70"/>
            <p:cNvGrpSpPr/>
            <p:nvPr/>
          </p:nvGrpSpPr>
          <p:grpSpPr>
            <a:xfrm>
              <a:off x="7636443" y="1509705"/>
              <a:ext cx="804565" cy="373078"/>
              <a:chOff x="7636443" y="1509705"/>
              <a:chExt cx="804565" cy="373078"/>
            </a:xfrm>
          </p:grpSpPr>
          <p:sp>
            <p:nvSpPr>
              <p:cNvPr id="5036" name="Google Shape;5036;p7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70"/>
            <p:cNvGrpSpPr/>
            <p:nvPr/>
          </p:nvGrpSpPr>
          <p:grpSpPr>
            <a:xfrm>
              <a:off x="7636443" y="1408133"/>
              <a:ext cx="804565" cy="373078"/>
              <a:chOff x="7636443" y="1408133"/>
              <a:chExt cx="804565" cy="373078"/>
            </a:xfrm>
          </p:grpSpPr>
          <p:sp>
            <p:nvSpPr>
              <p:cNvPr id="5039" name="Google Shape;5039;p7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70"/>
            <p:cNvGrpSpPr/>
            <p:nvPr/>
          </p:nvGrpSpPr>
          <p:grpSpPr>
            <a:xfrm>
              <a:off x="7636443" y="1306560"/>
              <a:ext cx="804565" cy="373078"/>
              <a:chOff x="7636443" y="1306560"/>
              <a:chExt cx="804565" cy="373078"/>
            </a:xfrm>
          </p:grpSpPr>
          <p:sp>
            <p:nvSpPr>
              <p:cNvPr id="5042" name="Google Shape;5042;p7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70"/>
            <p:cNvGrpSpPr/>
            <p:nvPr/>
          </p:nvGrpSpPr>
          <p:grpSpPr>
            <a:xfrm>
              <a:off x="7636443" y="1204988"/>
              <a:ext cx="804565" cy="373078"/>
              <a:chOff x="7636443" y="1204988"/>
              <a:chExt cx="804565" cy="373078"/>
            </a:xfrm>
          </p:grpSpPr>
          <p:sp>
            <p:nvSpPr>
              <p:cNvPr id="5045" name="Google Shape;5045;p7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7" name="Google Shape;5047;p70"/>
          <p:cNvGrpSpPr/>
          <p:nvPr/>
        </p:nvGrpSpPr>
        <p:grpSpPr>
          <a:xfrm>
            <a:off x="4978796" y="2078771"/>
            <a:ext cx="661339" cy="661188"/>
            <a:chOff x="3990000" y="975400"/>
            <a:chExt cx="3934200" cy="3933300"/>
          </a:xfrm>
        </p:grpSpPr>
        <p:sp>
          <p:nvSpPr>
            <p:cNvPr id="5048" name="Google Shape;5048;p7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70"/>
          <p:cNvGrpSpPr/>
          <p:nvPr/>
        </p:nvGrpSpPr>
        <p:grpSpPr>
          <a:xfrm>
            <a:off x="6622444" y="2057409"/>
            <a:ext cx="868881" cy="684241"/>
            <a:chOff x="6598259" y="2078634"/>
            <a:chExt cx="868881" cy="684241"/>
          </a:xfrm>
        </p:grpSpPr>
        <p:sp>
          <p:nvSpPr>
            <p:cNvPr id="5053" name="Google Shape;5053;p7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9" name="Google Shape;5059;p70"/>
            <p:cNvGrpSpPr/>
            <p:nvPr/>
          </p:nvGrpSpPr>
          <p:grpSpPr>
            <a:xfrm>
              <a:off x="6808175" y="2078634"/>
              <a:ext cx="452229" cy="684241"/>
              <a:chOff x="6808175" y="2078634"/>
              <a:chExt cx="452229" cy="684241"/>
            </a:xfrm>
          </p:grpSpPr>
          <p:sp>
            <p:nvSpPr>
              <p:cNvPr id="5060" name="Google Shape;5060;p7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6" name="Google Shape;5066;p70"/>
              <p:cNvGrpSpPr/>
              <p:nvPr/>
            </p:nvGrpSpPr>
            <p:grpSpPr>
              <a:xfrm>
                <a:off x="6821586" y="2078634"/>
                <a:ext cx="426871" cy="684241"/>
                <a:chOff x="6821586" y="2078634"/>
                <a:chExt cx="426871" cy="684241"/>
              </a:xfrm>
            </p:grpSpPr>
            <p:grpSp>
              <p:nvGrpSpPr>
                <p:cNvPr id="5067" name="Google Shape;5067;p70"/>
                <p:cNvGrpSpPr/>
                <p:nvPr/>
              </p:nvGrpSpPr>
              <p:grpSpPr>
                <a:xfrm>
                  <a:off x="6821586" y="2078634"/>
                  <a:ext cx="426871" cy="684241"/>
                  <a:chOff x="6821586" y="2078634"/>
                  <a:chExt cx="426871" cy="684241"/>
                </a:xfrm>
              </p:grpSpPr>
              <p:sp>
                <p:nvSpPr>
                  <p:cNvPr id="5068" name="Google Shape;5068;p7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7" name="Google Shape;5087;p7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93" name="Google Shape;5093;p70"/>
          <p:cNvGrpSpPr/>
          <p:nvPr/>
        </p:nvGrpSpPr>
        <p:grpSpPr>
          <a:xfrm>
            <a:off x="5795610" y="2063018"/>
            <a:ext cx="671358" cy="671358"/>
            <a:chOff x="6535625" y="760425"/>
            <a:chExt cx="1665900" cy="1665900"/>
          </a:xfrm>
        </p:grpSpPr>
        <p:sp>
          <p:nvSpPr>
            <p:cNvPr id="5094" name="Google Shape;5094;p7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70"/>
          <p:cNvGrpSpPr/>
          <p:nvPr/>
        </p:nvGrpSpPr>
        <p:grpSpPr>
          <a:xfrm>
            <a:off x="732427" y="3731418"/>
            <a:ext cx="1340789" cy="640830"/>
            <a:chOff x="238125" y="1151100"/>
            <a:chExt cx="7139450" cy="3412300"/>
          </a:xfrm>
        </p:grpSpPr>
        <p:sp>
          <p:nvSpPr>
            <p:cNvPr id="5099" name="Google Shape;5099;p7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70"/>
          <p:cNvGrpSpPr/>
          <p:nvPr/>
        </p:nvGrpSpPr>
        <p:grpSpPr>
          <a:xfrm>
            <a:off x="5599650" y="2934699"/>
            <a:ext cx="985357" cy="585764"/>
            <a:chOff x="5145061" y="2881789"/>
            <a:chExt cx="1107641" cy="658458"/>
          </a:xfrm>
        </p:grpSpPr>
        <p:grpSp>
          <p:nvGrpSpPr>
            <p:cNvPr id="5112" name="Google Shape;5112;p70"/>
            <p:cNvGrpSpPr/>
            <p:nvPr/>
          </p:nvGrpSpPr>
          <p:grpSpPr>
            <a:xfrm>
              <a:off x="5722989" y="3244587"/>
              <a:ext cx="529713" cy="295659"/>
              <a:chOff x="5722989" y="3244587"/>
              <a:chExt cx="529713" cy="295659"/>
            </a:xfrm>
          </p:grpSpPr>
          <p:sp>
            <p:nvSpPr>
              <p:cNvPr id="5113" name="Google Shape;5113;p7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14" name="Google Shape;5114;p7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15" name="Google Shape;5115;p70"/>
            <p:cNvGrpSpPr/>
            <p:nvPr/>
          </p:nvGrpSpPr>
          <p:grpSpPr>
            <a:xfrm>
              <a:off x="5145061" y="3244587"/>
              <a:ext cx="536807" cy="295659"/>
              <a:chOff x="5145061" y="3244587"/>
              <a:chExt cx="536807" cy="295659"/>
            </a:xfrm>
          </p:grpSpPr>
          <p:sp>
            <p:nvSpPr>
              <p:cNvPr id="5116" name="Google Shape;5116;p7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17" name="Google Shape;5117;p7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18" name="Google Shape;5118;p70"/>
            <p:cNvGrpSpPr/>
            <p:nvPr/>
          </p:nvGrpSpPr>
          <p:grpSpPr>
            <a:xfrm>
              <a:off x="5341327" y="2898245"/>
              <a:ext cx="532309" cy="614891"/>
              <a:chOff x="5341327" y="2898245"/>
              <a:chExt cx="532309" cy="614891"/>
            </a:xfrm>
          </p:grpSpPr>
          <p:sp>
            <p:nvSpPr>
              <p:cNvPr id="5119" name="Google Shape;5119;p7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20" name="Google Shape;5120;p7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21" name="Google Shape;5121;p70"/>
            <p:cNvGrpSpPr/>
            <p:nvPr/>
          </p:nvGrpSpPr>
          <p:grpSpPr>
            <a:xfrm>
              <a:off x="5532290" y="2881789"/>
              <a:ext cx="620516" cy="305456"/>
              <a:chOff x="5532290" y="2881789"/>
              <a:chExt cx="620516" cy="305456"/>
            </a:xfrm>
          </p:grpSpPr>
          <p:sp>
            <p:nvSpPr>
              <p:cNvPr id="5122" name="Google Shape;5122;p7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23" name="Google Shape;5123;p7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124" name="Google Shape;5124;p70"/>
          <p:cNvGrpSpPr/>
          <p:nvPr/>
        </p:nvGrpSpPr>
        <p:grpSpPr>
          <a:xfrm>
            <a:off x="8178573" y="3726757"/>
            <a:ext cx="269068" cy="645491"/>
            <a:chOff x="7026852" y="3311869"/>
            <a:chExt cx="434331" cy="1041954"/>
          </a:xfrm>
        </p:grpSpPr>
        <p:sp>
          <p:nvSpPr>
            <p:cNvPr id="5125" name="Google Shape;5125;p7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70"/>
          <p:cNvGrpSpPr/>
          <p:nvPr/>
        </p:nvGrpSpPr>
        <p:grpSpPr>
          <a:xfrm>
            <a:off x="6195154" y="3765995"/>
            <a:ext cx="293882" cy="293836"/>
            <a:chOff x="4873519" y="3311869"/>
            <a:chExt cx="499374" cy="499296"/>
          </a:xfrm>
        </p:grpSpPr>
        <p:sp>
          <p:nvSpPr>
            <p:cNvPr id="5129" name="Google Shape;5129;p7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70"/>
          <p:cNvGrpSpPr/>
          <p:nvPr/>
        </p:nvGrpSpPr>
        <p:grpSpPr>
          <a:xfrm>
            <a:off x="6195154" y="4078366"/>
            <a:ext cx="293882" cy="293882"/>
            <a:chOff x="4873519" y="3875839"/>
            <a:chExt cx="499374" cy="499374"/>
          </a:xfrm>
        </p:grpSpPr>
        <p:sp>
          <p:nvSpPr>
            <p:cNvPr id="5132" name="Google Shape;5132;p7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70"/>
          <p:cNvGrpSpPr/>
          <p:nvPr/>
        </p:nvGrpSpPr>
        <p:grpSpPr>
          <a:xfrm>
            <a:off x="2425681" y="2050319"/>
            <a:ext cx="698104" cy="698208"/>
            <a:chOff x="2565073" y="2075876"/>
            <a:chExt cx="672482" cy="672518"/>
          </a:xfrm>
        </p:grpSpPr>
        <p:sp>
          <p:nvSpPr>
            <p:cNvPr id="5135" name="Google Shape;5135;p7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70"/>
          <p:cNvGrpSpPr/>
          <p:nvPr/>
        </p:nvGrpSpPr>
        <p:grpSpPr>
          <a:xfrm>
            <a:off x="5649092" y="3734919"/>
            <a:ext cx="438354" cy="637329"/>
            <a:chOff x="1697726" y="3244179"/>
            <a:chExt cx="788124" cy="1146069"/>
          </a:xfrm>
        </p:grpSpPr>
        <p:sp>
          <p:nvSpPr>
            <p:cNvPr id="5142" name="Google Shape;5142;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4" name="Google Shape;5144;p7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5" name="Google Shape;5145;p70"/>
          <p:cNvGrpSpPr/>
          <p:nvPr/>
        </p:nvGrpSpPr>
        <p:grpSpPr>
          <a:xfrm>
            <a:off x="7650306" y="2063282"/>
            <a:ext cx="799565" cy="670282"/>
            <a:chOff x="7617850" y="2063282"/>
            <a:chExt cx="799565" cy="670282"/>
          </a:xfrm>
        </p:grpSpPr>
        <p:cxnSp>
          <p:nvCxnSpPr>
            <p:cNvPr id="5146" name="Google Shape;5146;p7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47" name="Google Shape;5147;p7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48" name="Google Shape;5148;p7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49" name="Google Shape;5149;p7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50" name="Google Shape;5150;p7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151" name="Google Shape;5151;p7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152" name="Google Shape;5152;p70"/>
            <p:cNvGrpSpPr/>
            <p:nvPr/>
          </p:nvGrpSpPr>
          <p:grpSpPr>
            <a:xfrm>
              <a:off x="7734309" y="2063282"/>
              <a:ext cx="570957" cy="620095"/>
              <a:chOff x="7734309" y="2063282"/>
              <a:chExt cx="570957" cy="620095"/>
            </a:xfrm>
          </p:grpSpPr>
          <p:grpSp>
            <p:nvGrpSpPr>
              <p:cNvPr id="5153" name="Google Shape;5153;p70"/>
              <p:cNvGrpSpPr/>
              <p:nvPr/>
            </p:nvGrpSpPr>
            <p:grpSpPr>
              <a:xfrm>
                <a:off x="8031573" y="2063282"/>
                <a:ext cx="273693" cy="620095"/>
                <a:chOff x="8031573" y="2063282"/>
                <a:chExt cx="273693" cy="620095"/>
              </a:xfrm>
            </p:grpSpPr>
            <p:sp>
              <p:nvSpPr>
                <p:cNvPr id="5154" name="Google Shape;5154;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0"/>
              <p:cNvGrpSpPr/>
              <p:nvPr/>
            </p:nvGrpSpPr>
            <p:grpSpPr>
              <a:xfrm flipH="1">
                <a:off x="7734309" y="2063282"/>
                <a:ext cx="273693" cy="620095"/>
                <a:chOff x="8031573" y="2063282"/>
                <a:chExt cx="273693" cy="620095"/>
              </a:xfrm>
            </p:grpSpPr>
            <p:sp>
              <p:nvSpPr>
                <p:cNvPr id="5159" name="Google Shape;5159;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163" name="Google Shape;5163;p7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5" name="Google Shape;5165;p70"/>
          <p:cNvGrpSpPr/>
          <p:nvPr/>
        </p:nvGrpSpPr>
        <p:grpSpPr>
          <a:xfrm>
            <a:off x="7836913" y="2916765"/>
            <a:ext cx="602567" cy="601884"/>
            <a:chOff x="1186975" y="238125"/>
            <a:chExt cx="5244275" cy="5238325"/>
          </a:xfrm>
        </p:grpSpPr>
        <p:sp>
          <p:nvSpPr>
            <p:cNvPr id="5166" name="Google Shape;5166;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70"/>
          <p:cNvGrpSpPr/>
          <p:nvPr/>
        </p:nvGrpSpPr>
        <p:grpSpPr>
          <a:xfrm>
            <a:off x="3279650" y="2056249"/>
            <a:ext cx="651848" cy="687338"/>
            <a:chOff x="3400515" y="2056248"/>
            <a:chExt cx="698134" cy="735987"/>
          </a:xfrm>
        </p:grpSpPr>
        <p:grpSp>
          <p:nvGrpSpPr>
            <p:cNvPr id="5171" name="Google Shape;5171;p70"/>
            <p:cNvGrpSpPr/>
            <p:nvPr/>
          </p:nvGrpSpPr>
          <p:grpSpPr>
            <a:xfrm>
              <a:off x="3400515" y="2283913"/>
              <a:ext cx="312919" cy="219900"/>
              <a:chOff x="3400515" y="2283913"/>
              <a:chExt cx="312919" cy="219900"/>
            </a:xfrm>
          </p:grpSpPr>
          <p:sp>
            <p:nvSpPr>
              <p:cNvPr id="5172" name="Google Shape;5172;p7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173" name="Google Shape;5173;p7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174" name="Google Shape;5174;p70"/>
            <p:cNvGrpSpPr/>
            <p:nvPr/>
          </p:nvGrpSpPr>
          <p:grpSpPr>
            <a:xfrm>
              <a:off x="3547823" y="2461089"/>
              <a:ext cx="219900" cy="331146"/>
              <a:chOff x="3547823" y="2461089"/>
              <a:chExt cx="219900" cy="331146"/>
            </a:xfrm>
          </p:grpSpPr>
          <p:sp>
            <p:nvSpPr>
              <p:cNvPr id="5175" name="Google Shape;5175;p7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176" name="Google Shape;5176;p7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177" name="Google Shape;5177;p70"/>
            <p:cNvGrpSpPr/>
            <p:nvPr/>
          </p:nvGrpSpPr>
          <p:grpSpPr>
            <a:xfrm>
              <a:off x="3734138" y="2461089"/>
              <a:ext cx="219900" cy="331146"/>
              <a:chOff x="3734138" y="2461089"/>
              <a:chExt cx="219900" cy="331146"/>
            </a:xfrm>
          </p:grpSpPr>
          <p:sp>
            <p:nvSpPr>
              <p:cNvPr id="5178" name="Google Shape;5178;p7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179" name="Google Shape;5179;p7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180" name="Google Shape;5180;p70"/>
            <p:cNvGrpSpPr/>
            <p:nvPr/>
          </p:nvGrpSpPr>
          <p:grpSpPr>
            <a:xfrm>
              <a:off x="3787560" y="2281742"/>
              <a:ext cx="311089" cy="219900"/>
              <a:chOff x="3787560" y="2281742"/>
              <a:chExt cx="311089" cy="219900"/>
            </a:xfrm>
          </p:grpSpPr>
          <p:sp>
            <p:nvSpPr>
              <p:cNvPr id="5181" name="Google Shape;5181;p7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182" name="Google Shape;5182;p7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183" name="Google Shape;5183;p70"/>
            <p:cNvGrpSpPr/>
            <p:nvPr/>
          </p:nvGrpSpPr>
          <p:grpSpPr>
            <a:xfrm>
              <a:off x="3637290" y="2056248"/>
              <a:ext cx="219900" cy="330736"/>
              <a:chOff x="3637290" y="2056248"/>
              <a:chExt cx="219900" cy="330736"/>
            </a:xfrm>
          </p:grpSpPr>
          <p:sp>
            <p:nvSpPr>
              <p:cNvPr id="5184" name="Google Shape;5184;p7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185" name="Google Shape;5185;p7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186" name="Google Shape;5186;p70"/>
          <p:cNvGrpSpPr/>
          <p:nvPr/>
        </p:nvGrpSpPr>
        <p:grpSpPr>
          <a:xfrm>
            <a:off x="2571356" y="2926255"/>
            <a:ext cx="1268144" cy="592394"/>
            <a:chOff x="238125" y="1188750"/>
            <a:chExt cx="7140450" cy="3335550"/>
          </a:xfrm>
        </p:grpSpPr>
        <p:sp>
          <p:nvSpPr>
            <p:cNvPr id="5187" name="Google Shape;5187;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70"/>
          <p:cNvGrpSpPr/>
          <p:nvPr/>
        </p:nvGrpSpPr>
        <p:grpSpPr>
          <a:xfrm>
            <a:off x="6679257" y="2928410"/>
            <a:ext cx="1053944" cy="590147"/>
            <a:chOff x="238125" y="1335475"/>
            <a:chExt cx="5418735" cy="3034175"/>
          </a:xfrm>
        </p:grpSpPr>
        <p:sp>
          <p:nvSpPr>
            <p:cNvPr id="5193" name="Google Shape;5193;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70"/>
          <p:cNvGrpSpPr/>
          <p:nvPr/>
        </p:nvGrpSpPr>
        <p:grpSpPr>
          <a:xfrm>
            <a:off x="4110066" y="3733309"/>
            <a:ext cx="1268207" cy="638939"/>
            <a:chOff x="3967651" y="3645904"/>
            <a:chExt cx="1479304" cy="745292"/>
          </a:xfrm>
        </p:grpSpPr>
        <p:grpSp>
          <p:nvGrpSpPr>
            <p:cNvPr id="5197" name="Google Shape;5197;p70"/>
            <p:cNvGrpSpPr/>
            <p:nvPr/>
          </p:nvGrpSpPr>
          <p:grpSpPr>
            <a:xfrm>
              <a:off x="3967651" y="4009026"/>
              <a:ext cx="1479304" cy="382170"/>
              <a:chOff x="3967651" y="4009026"/>
              <a:chExt cx="1479304" cy="382170"/>
            </a:xfrm>
          </p:grpSpPr>
          <p:grpSp>
            <p:nvGrpSpPr>
              <p:cNvPr id="5198" name="Google Shape;5198;p70"/>
              <p:cNvGrpSpPr/>
              <p:nvPr/>
            </p:nvGrpSpPr>
            <p:grpSpPr>
              <a:xfrm>
                <a:off x="4892216" y="4195630"/>
                <a:ext cx="554739" cy="195566"/>
                <a:chOff x="3604375" y="4892160"/>
                <a:chExt cx="1651500" cy="582215"/>
              </a:xfrm>
            </p:grpSpPr>
            <p:sp>
              <p:nvSpPr>
                <p:cNvPr id="5199" name="Google Shape;5199;p7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70"/>
              <p:cNvGrpSpPr/>
              <p:nvPr/>
            </p:nvGrpSpPr>
            <p:grpSpPr>
              <a:xfrm>
                <a:off x="3967651" y="4146303"/>
                <a:ext cx="579402" cy="244893"/>
                <a:chOff x="851875" y="4745310"/>
                <a:chExt cx="1724925" cy="729065"/>
              </a:xfrm>
            </p:grpSpPr>
            <p:sp>
              <p:nvSpPr>
                <p:cNvPr id="5202" name="Google Shape;5202;p7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70"/>
              <p:cNvGrpSpPr/>
              <p:nvPr/>
            </p:nvGrpSpPr>
            <p:grpSpPr>
              <a:xfrm>
                <a:off x="4460753" y="4009026"/>
                <a:ext cx="493110" cy="382170"/>
                <a:chOff x="2319875" y="4336625"/>
                <a:chExt cx="1468025" cy="1137750"/>
              </a:xfrm>
            </p:grpSpPr>
            <p:sp>
              <p:nvSpPr>
                <p:cNvPr id="5205" name="Google Shape;5205;p7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7" name="Google Shape;5207;p70"/>
            <p:cNvGrpSpPr/>
            <p:nvPr/>
          </p:nvGrpSpPr>
          <p:grpSpPr>
            <a:xfrm>
              <a:off x="4479443" y="3645904"/>
              <a:ext cx="455965" cy="388789"/>
              <a:chOff x="2957425" y="238100"/>
              <a:chExt cx="1910200" cy="1628775"/>
            </a:xfrm>
          </p:grpSpPr>
          <p:sp>
            <p:nvSpPr>
              <p:cNvPr id="5208" name="Google Shape;5208;p7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8" name="Google Shape;5218;p70"/>
          <p:cNvGrpSpPr/>
          <p:nvPr/>
        </p:nvGrpSpPr>
        <p:grpSpPr>
          <a:xfrm>
            <a:off x="2496179" y="3734510"/>
            <a:ext cx="1243128" cy="637739"/>
            <a:chOff x="2496310" y="3693351"/>
            <a:chExt cx="1342906" cy="688926"/>
          </a:xfrm>
        </p:grpSpPr>
        <p:grpSp>
          <p:nvGrpSpPr>
            <p:cNvPr id="5219" name="Google Shape;5219;p70"/>
            <p:cNvGrpSpPr/>
            <p:nvPr/>
          </p:nvGrpSpPr>
          <p:grpSpPr>
            <a:xfrm>
              <a:off x="2496310" y="3693351"/>
              <a:ext cx="1342906" cy="688875"/>
              <a:chOff x="2496310" y="3693351"/>
              <a:chExt cx="1342906" cy="688875"/>
            </a:xfrm>
          </p:grpSpPr>
          <p:sp>
            <p:nvSpPr>
              <p:cNvPr id="5220" name="Google Shape;5220;p7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26" name="Google Shape;5226;p70"/>
              <p:cNvCxnSpPr>
                <a:stCxn id="522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227" name="Google Shape;5227;p70"/>
              <p:cNvCxnSpPr>
                <a:stCxn id="522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228" name="Google Shape;5228;p70"/>
              <p:cNvCxnSpPr>
                <a:stCxn id="522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29" name="Google Shape;5229;p70"/>
              <p:cNvCxnSpPr>
                <a:stCxn id="522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30" name="Google Shape;5230;p70"/>
              <p:cNvCxnSpPr>
                <a:stCxn id="522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231" name="Google Shape;5231;p70"/>
            <p:cNvGrpSpPr/>
            <p:nvPr/>
          </p:nvGrpSpPr>
          <p:grpSpPr>
            <a:xfrm>
              <a:off x="2675275" y="3930557"/>
              <a:ext cx="1003306" cy="451719"/>
              <a:chOff x="2675275" y="4174282"/>
              <a:chExt cx="1003306" cy="451719"/>
            </a:xfrm>
          </p:grpSpPr>
          <p:sp>
            <p:nvSpPr>
              <p:cNvPr id="5232" name="Google Shape;5232;p7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5" name="Google Shape;5235;p70"/>
          <p:cNvGrpSpPr/>
          <p:nvPr/>
        </p:nvGrpSpPr>
        <p:grpSpPr>
          <a:xfrm>
            <a:off x="1669850" y="1171356"/>
            <a:ext cx="574511" cy="874709"/>
            <a:chOff x="1715404" y="1112080"/>
            <a:chExt cx="642270" cy="977984"/>
          </a:xfrm>
        </p:grpSpPr>
        <p:grpSp>
          <p:nvGrpSpPr>
            <p:cNvPr id="5236" name="Google Shape;5236;p70"/>
            <p:cNvGrpSpPr/>
            <p:nvPr/>
          </p:nvGrpSpPr>
          <p:grpSpPr>
            <a:xfrm>
              <a:off x="1715404" y="1112080"/>
              <a:ext cx="642270" cy="977984"/>
              <a:chOff x="1715404" y="1112080"/>
              <a:chExt cx="642270" cy="977984"/>
            </a:xfrm>
          </p:grpSpPr>
          <p:sp>
            <p:nvSpPr>
              <p:cNvPr id="5237" name="Google Shape;5237;p7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70"/>
            <p:cNvGrpSpPr/>
            <p:nvPr/>
          </p:nvGrpSpPr>
          <p:grpSpPr>
            <a:xfrm>
              <a:off x="1768927" y="1165603"/>
              <a:ext cx="535225" cy="851367"/>
              <a:chOff x="1768927" y="1165603"/>
              <a:chExt cx="535225" cy="851367"/>
            </a:xfrm>
          </p:grpSpPr>
          <p:sp>
            <p:nvSpPr>
              <p:cNvPr id="5240" name="Google Shape;5240;p7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70"/>
            <p:cNvGrpSpPr/>
            <p:nvPr/>
          </p:nvGrpSpPr>
          <p:grpSpPr>
            <a:xfrm>
              <a:off x="1822449" y="1219125"/>
              <a:ext cx="428180" cy="718859"/>
              <a:chOff x="1822449" y="1219125"/>
              <a:chExt cx="428180" cy="718859"/>
            </a:xfrm>
          </p:grpSpPr>
          <p:sp>
            <p:nvSpPr>
              <p:cNvPr id="5243" name="Google Shape;5243;p7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70"/>
            <p:cNvGrpSpPr/>
            <p:nvPr/>
          </p:nvGrpSpPr>
          <p:grpSpPr>
            <a:xfrm>
              <a:off x="1875972" y="1272648"/>
              <a:ext cx="321135" cy="586939"/>
              <a:chOff x="1875972" y="1272648"/>
              <a:chExt cx="321135" cy="586939"/>
            </a:xfrm>
          </p:grpSpPr>
          <p:sp>
            <p:nvSpPr>
              <p:cNvPr id="5246" name="Google Shape;5246;p7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8" name="Google Shape;5248;p70"/>
          <p:cNvGrpSpPr/>
          <p:nvPr/>
        </p:nvGrpSpPr>
        <p:grpSpPr>
          <a:xfrm>
            <a:off x="7777011" y="3728078"/>
            <a:ext cx="293855" cy="644170"/>
            <a:chOff x="241025" y="3151575"/>
            <a:chExt cx="293855" cy="644170"/>
          </a:xfrm>
        </p:grpSpPr>
        <p:sp>
          <p:nvSpPr>
            <p:cNvPr id="5249" name="Google Shape;5249;p7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70"/>
          <p:cNvGrpSpPr/>
          <p:nvPr/>
        </p:nvGrpSpPr>
        <p:grpSpPr>
          <a:xfrm>
            <a:off x="724994" y="2928078"/>
            <a:ext cx="1779649" cy="591620"/>
            <a:chOff x="246070" y="1983375"/>
            <a:chExt cx="1855347" cy="616849"/>
          </a:xfrm>
        </p:grpSpPr>
        <p:sp>
          <p:nvSpPr>
            <p:cNvPr id="5252" name="Google Shape;5252;p7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70"/>
          <p:cNvGrpSpPr/>
          <p:nvPr/>
        </p:nvGrpSpPr>
        <p:grpSpPr>
          <a:xfrm>
            <a:off x="2335861" y="1171356"/>
            <a:ext cx="711055" cy="745993"/>
            <a:chOff x="2496269" y="1171698"/>
            <a:chExt cx="761953" cy="799392"/>
          </a:xfrm>
        </p:grpSpPr>
        <p:grpSp>
          <p:nvGrpSpPr>
            <p:cNvPr id="5262" name="Google Shape;5262;p70"/>
            <p:cNvGrpSpPr/>
            <p:nvPr/>
          </p:nvGrpSpPr>
          <p:grpSpPr>
            <a:xfrm>
              <a:off x="2496269" y="1171698"/>
              <a:ext cx="761953" cy="723022"/>
              <a:chOff x="2496269" y="1171698"/>
              <a:chExt cx="761953" cy="723022"/>
            </a:xfrm>
          </p:grpSpPr>
          <p:sp>
            <p:nvSpPr>
              <p:cNvPr id="5263" name="Google Shape;5263;p7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5" name="Google Shape;5265;p70"/>
              <p:cNvGrpSpPr/>
              <p:nvPr/>
            </p:nvGrpSpPr>
            <p:grpSpPr>
              <a:xfrm>
                <a:off x="2496269" y="1171698"/>
                <a:ext cx="761953" cy="723022"/>
                <a:chOff x="2496269" y="1120652"/>
                <a:chExt cx="761953" cy="723022"/>
              </a:xfrm>
            </p:grpSpPr>
            <p:grpSp>
              <p:nvGrpSpPr>
                <p:cNvPr id="5266" name="Google Shape;5266;p70"/>
                <p:cNvGrpSpPr/>
                <p:nvPr/>
              </p:nvGrpSpPr>
              <p:grpSpPr>
                <a:xfrm>
                  <a:off x="2496269" y="1120652"/>
                  <a:ext cx="761953" cy="723022"/>
                  <a:chOff x="2496269" y="1120652"/>
                  <a:chExt cx="761953" cy="723022"/>
                </a:xfrm>
              </p:grpSpPr>
              <p:grpSp>
                <p:nvGrpSpPr>
                  <p:cNvPr id="5267" name="Google Shape;5267;p70"/>
                  <p:cNvGrpSpPr/>
                  <p:nvPr/>
                </p:nvGrpSpPr>
                <p:grpSpPr>
                  <a:xfrm>
                    <a:off x="2496269" y="1304589"/>
                    <a:ext cx="407089" cy="305057"/>
                    <a:chOff x="2496269" y="1304589"/>
                    <a:chExt cx="407089" cy="305057"/>
                  </a:xfrm>
                </p:grpSpPr>
                <p:sp>
                  <p:nvSpPr>
                    <p:cNvPr id="5268" name="Google Shape;5268;p7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70"/>
                  <p:cNvGrpSpPr/>
                  <p:nvPr/>
                </p:nvGrpSpPr>
                <p:grpSpPr>
                  <a:xfrm>
                    <a:off x="2586468" y="1493376"/>
                    <a:ext cx="358850" cy="349656"/>
                    <a:chOff x="2586468" y="1493376"/>
                    <a:chExt cx="358850" cy="349656"/>
                  </a:xfrm>
                </p:grpSpPr>
                <p:sp>
                  <p:nvSpPr>
                    <p:cNvPr id="5271" name="Google Shape;5271;p7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70"/>
                  <p:cNvGrpSpPr/>
                  <p:nvPr/>
                </p:nvGrpSpPr>
                <p:grpSpPr>
                  <a:xfrm>
                    <a:off x="2807939" y="1494024"/>
                    <a:ext cx="358857" cy="349650"/>
                    <a:chOff x="2807939" y="1494024"/>
                    <a:chExt cx="358857" cy="349650"/>
                  </a:xfrm>
                </p:grpSpPr>
                <p:sp>
                  <p:nvSpPr>
                    <p:cNvPr id="5274" name="Google Shape;5274;p7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70"/>
                  <p:cNvGrpSpPr/>
                  <p:nvPr/>
                </p:nvGrpSpPr>
                <p:grpSpPr>
                  <a:xfrm>
                    <a:off x="2851133" y="1305635"/>
                    <a:ext cx="407089" cy="305057"/>
                    <a:chOff x="2851133" y="1305635"/>
                    <a:chExt cx="407089" cy="305057"/>
                  </a:xfrm>
                </p:grpSpPr>
                <p:sp>
                  <p:nvSpPr>
                    <p:cNvPr id="5277" name="Google Shape;5277;p7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70"/>
                  <p:cNvGrpSpPr/>
                  <p:nvPr/>
                </p:nvGrpSpPr>
                <p:grpSpPr>
                  <a:xfrm>
                    <a:off x="2727495" y="1120652"/>
                    <a:ext cx="300271" cy="396358"/>
                    <a:chOff x="2727495" y="1120652"/>
                    <a:chExt cx="300271" cy="396358"/>
                  </a:xfrm>
                </p:grpSpPr>
                <p:sp>
                  <p:nvSpPr>
                    <p:cNvPr id="5280" name="Google Shape;5280;p7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2" name="Google Shape;5282;p70"/>
                <p:cNvGrpSpPr/>
                <p:nvPr/>
              </p:nvGrpSpPr>
              <p:grpSpPr>
                <a:xfrm>
                  <a:off x="2722305" y="1350460"/>
                  <a:ext cx="308357" cy="308344"/>
                  <a:chOff x="2722305" y="1350460"/>
                  <a:chExt cx="308357" cy="308344"/>
                </a:xfrm>
              </p:grpSpPr>
              <p:sp>
                <p:nvSpPr>
                  <p:cNvPr id="5283" name="Google Shape;5283;p7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4" name="Google Shape;5284;p70"/>
                  <p:cNvGrpSpPr/>
                  <p:nvPr/>
                </p:nvGrpSpPr>
                <p:grpSpPr>
                  <a:xfrm>
                    <a:off x="2725064" y="1364529"/>
                    <a:ext cx="297954" cy="280182"/>
                    <a:chOff x="2725064" y="1364529"/>
                    <a:chExt cx="297954" cy="280182"/>
                  </a:xfrm>
                </p:grpSpPr>
                <p:sp>
                  <p:nvSpPr>
                    <p:cNvPr id="5285" name="Google Shape;5285;p7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290" name="Google Shape;5290;p7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70"/>
          <p:cNvGrpSpPr/>
          <p:nvPr/>
        </p:nvGrpSpPr>
        <p:grpSpPr>
          <a:xfrm>
            <a:off x="3924561" y="2927462"/>
            <a:ext cx="1569144" cy="591015"/>
            <a:chOff x="3820100" y="3023049"/>
            <a:chExt cx="1303926" cy="491162"/>
          </a:xfrm>
        </p:grpSpPr>
        <p:grpSp>
          <p:nvGrpSpPr>
            <p:cNvPr id="5296" name="Google Shape;5296;p70"/>
            <p:cNvGrpSpPr/>
            <p:nvPr/>
          </p:nvGrpSpPr>
          <p:grpSpPr>
            <a:xfrm>
              <a:off x="3820100" y="3023072"/>
              <a:ext cx="1303926" cy="491139"/>
              <a:chOff x="3820100" y="3023072"/>
              <a:chExt cx="1303926" cy="491139"/>
            </a:xfrm>
          </p:grpSpPr>
          <p:sp>
            <p:nvSpPr>
              <p:cNvPr id="5297" name="Google Shape;5297;p7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70"/>
            <p:cNvGrpSpPr/>
            <p:nvPr/>
          </p:nvGrpSpPr>
          <p:grpSpPr>
            <a:xfrm>
              <a:off x="4132439" y="3023645"/>
              <a:ext cx="393633" cy="177096"/>
              <a:chOff x="4132439" y="3023645"/>
              <a:chExt cx="393633" cy="177096"/>
            </a:xfrm>
          </p:grpSpPr>
          <p:sp>
            <p:nvSpPr>
              <p:cNvPr id="5300" name="Google Shape;5300;p7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70"/>
            <p:cNvGrpSpPr/>
            <p:nvPr/>
          </p:nvGrpSpPr>
          <p:grpSpPr>
            <a:xfrm>
              <a:off x="3921811" y="3023049"/>
              <a:ext cx="1002397" cy="388943"/>
              <a:chOff x="3921811" y="3023049"/>
              <a:chExt cx="1002397" cy="388943"/>
            </a:xfrm>
          </p:grpSpPr>
          <p:sp>
            <p:nvSpPr>
              <p:cNvPr id="5303" name="Google Shape;5303;p7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0"/>
            <p:cNvGrpSpPr/>
            <p:nvPr/>
          </p:nvGrpSpPr>
          <p:grpSpPr>
            <a:xfrm>
              <a:off x="4023645" y="3023049"/>
              <a:ext cx="683032" cy="286722"/>
              <a:chOff x="4023645" y="3023049"/>
              <a:chExt cx="683032" cy="286722"/>
            </a:xfrm>
          </p:grpSpPr>
          <p:sp>
            <p:nvSpPr>
              <p:cNvPr id="5306" name="Google Shape;5306;p7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8" name="Google Shape;5308;p70"/>
          <p:cNvGrpSpPr/>
          <p:nvPr/>
        </p:nvGrpSpPr>
        <p:grpSpPr>
          <a:xfrm>
            <a:off x="1556683" y="2054307"/>
            <a:ext cx="713522" cy="688025"/>
            <a:chOff x="1706078" y="2092648"/>
            <a:chExt cx="660913" cy="637296"/>
          </a:xfrm>
        </p:grpSpPr>
        <p:sp>
          <p:nvSpPr>
            <p:cNvPr id="5309" name="Google Shape;5309;p7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70"/>
            <p:cNvGrpSpPr/>
            <p:nvPr/>
          </p:nvGrpSpPr>
          <p:grpSpPr>
            <a:xfrm>
              <a:off x="1706078" y="2092648"/>
              <a:ext cx="660913" cy="575241"/>
              <a:chOff x="1706078" y="2092648"/>
              <a:chExt cx="660913" cy="575241"/>
            </a:xfrm>
          </p:grpSpPr>
          <p:sp>
            <p:nvSpPr>
              <p:cNvPr id="5311" name="Google Shape;5311;p7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14" name="Google Shape;5314;p70"/>
          <p:cNvGrpSpPr/>
          <p:nvPr/>
        </p:nvGrpSpPr>
        <p:grpSpPr>
          <a:xfrm>
            <a:off x="6318542" y="1171856"/>
            <a:ext cx="1317459" cy="684168"/>
            <a:chOff x="238125" y="999450"/>
            <a:chExt cx="7140700" cy="3708225"/>
          </a:xfrm>
        </p:grpSpPr>
        <p:sp>
          <p:nvSpPr>
            <p:cNvPr id="5315" name="Google Shape;5315;p7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7" name="Shape 5327"/>
        <p:cNvGrpSpPr/>
        <p:nvPr/>
      </p:nvGrpSpPr>
      <p:grpSpPr>
        <a:xfrm>
          <a:off x="0" y="0"/>
          <a:ext cx="0" cy="0"/>
          <a:chOff x="0" y="0"/>
          <a:chExt cx="0" cy="0"/>
        </a:xfrm>
      </p:grpSpPr>
      <p:grpSp>
        <p:nvGrpSpPr>
          <p:cNvPr id="5328" name="Google Shape;5328;p71"/>
          <p:cNvGrpSpPr/>
          <p:nvPr/>
        </p:nvGrpSpPr>
        <p:grpSpPr>
          <a:xfrm>
            <a:off x="729238" y="1179665"/>
            <a:ext cx="1636117" cy="1526144"/>
            <a:chOff x="729238" y="1179665"/>
            <a:chExt cx="1636117" cy="1526144"/>
          </a:xfrm>
        </p:grpSpPr>
        <p:grpSp>
          <p:nvGrpSpPr>
            <p:cNvPr id="5329" name="Google Shape;5329;p71"/>
            <p:cNvGrpSpPr/>
            <p:nvPr/>
          </p:nvGrpSpPr>
          <p:grpSpPr>
            <a:xfrm>
              <a:off x="729238" y="1179665"/>
              <a:ext cx="80700" cy="1526144"/>
              <a:chOff x="729238" y="1179665"/>
              <a:chExt cx="80700" cy="1526144"/>
            </a:xfrm>
          </p:grpSpPr>
          <p:sp>
            <p:nvSpPr>
              <p:cNvPr id="5330" name="Google Shape;5330;p7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71"/>
            <p:cNvGrpSpPr/>
            <p:nvPr/>
          </p:nvGrpSpPr>
          <p:grpSpPr>
            <a:xfrm>
              <a:off x="903098" y="1179665"/>
              <a:ext cx="80700" cy="1526144"/>
              <a:chOff x="903098" y="1179665"/>
              <a:chExt cx="80700" cy="1526144"/>
            </a:xfrm>
          </p:grpSpPr>
          <p:sp>
            <p:nvSpPr>
              <p:cNvPr id="5341" name="Google Shape;5341;p7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71"/>
            <p:cNvGrpSpPr/>
            <p:nvPr/>
          </p:nvGrpSpPr>
          <p:grpSpPr>
            <a:xfrm>
              <a:off x="1076958" y="1179665"/>
              <a:ext cx="80700" cy="1526144"/>
              <a:chOff x="1076958" y="1179665"/>
              <a:chExt cx="80700" cy="1526144"/>
            </a:xfrm>
          </p:grpSpPr>
          <p:sp>
            <p:nvSpPr>
              <p:cNvPr id="5352" name="Google Shape;5352;p7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71"/>
            <p:cNvGrpSpPr/>
            <p:nvPr/>
          </p:nvGrpSpPr>
          <p:grpSpPr>
            <a:xfrm>
              <a:off x="1247707" y="1179665"/>
              <a:ext cx="80700" cy="1526144"/>
              <a:chOff x="1247707" y="1179665"/>
              <a:chExt cx="80700" cy="1526144"/>
            </a:xfrm>
          </p:grpSpPr>
          <p:sp>
            <p:nvSpPr>
              <p:cNvPr id="5363" name="Google Shape;5363;p7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71"/>
            <p:cNvGrpSpPr/>
            <p:nvPr/>
          </p:nvGrpSpPr>
          <p:grpSpPr>
            <a:xfrm>
              <a:off x="1421567" y="1179665"/>
              <a:ext cx="80700" cy="1526144"/>
              <a:chOff x="1421567" y="1179665"/>
              <a:chExt cx="80700" cy="1526144"/>
            </a:xfrm>
          </p:grpSpPr>
          <p:sp>
            <p:nvSpPr>
              <p:cNvPr id="5374" name="Google Shape;5374;p7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71"/>
            <p:cNvGrpSpPr/>
            <p:nvPr/>
          </p:nvGrpSpPr>
          <p:grpSpPr>
            <a:xfrm>
              <a:off x="1592327" y="1179665"/>
              <a:ext cx="80700" cy="1526144"/>
              <a:chOff x="1592327" y="1179665"/>
              <a:chExt cx="80700" cy="1526144"/>
            </a:xfrm>
          </p:grpSpPr>
          <p:sp>
            <p:nvSpPr>
              <p:cNvPr id="5385" name="Google Shape;5385;p7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71"/>
            <p:cNvGrpSpPr/>
            <p:nvPr/>
          </p:nvGrpSpPr>
          <p:grpSpPr>
            <a:xfrm>
              <a:off x="1766187" y="1179665"/>
              <a:ext cx="80700" cy="1526144"/>
              <a:chOff x="1766187" y="1179665"/>
              <a:chExt cx="80700" cy="1526144"/>
            </a:xfrm>
          </p:grpSpPr>
          <p:sp>
            <p:nvSpPr>
              <p:cNvPr id="5396" name="Google Shape;5396;p7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71"/>
            <p:cNvGrpSpPr/>
            <p:nvPr/>
          </p:nvGrpSpPr>
          <p:grpSpPr>
            <a:xfrm>
              <a:off x="1936935" y="1179665"/>
              <a:ext cx="80700" cy="1526144"/>
              <a:chOff x="1936935" y="1179665"/>
              <a:chExt cx="80700" cy="1526144"/>
            </a:xfrm>
          </p:grpSpPr>
          <p:sp>
            <p:nvSpPr>
              <p:cNvPr id="5407" name="Google Shape;5407;p7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71"/>
            <p:cNvGrpSpPr/>
            <p:nvPr/>
          </p:nvGrpSpPr>
          <p:grpSpPr>
            <a:xfrm>
              <a:off x="2110795" y="1179665"/>
              <a:ext cx="80700" cy="1526144"/>
              <a:chOff x="2110795" y="1179665"/>
              <a:chExt cx="80700" cy="1526144"/>
            </a:xfrm>
          </p:grpSpPr>
          <p:sp>
            <p:nvSpPr>
              <p:cNvPr id="5418" name="Google Shape;5418;p7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71"/>
            <p:cNvGrpSpPr/>
            <p:nvPr/>
          </p:nvGrpSpPr>
          <p:grpSpPr>
            <a:xfrm>
              <a:off x="2284655" y="1179665"/>
              <a:ext cx="80700" cy="1526144"/>
              <a:chOff x="2284655" y="1179665"/>
              <a:chExt cx="80700" cy="1526144"/>
            </a:xfrm>
          </p:grpSpPr>
          <p:sp>
            <p:nvSpPr>
              <p:cNvPr id="5429" name="Google Shape;5429;p7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39" name="Google Shape;5439;p71"/>
          <p:cNvGrpSpPr/>
          <p:nvPr/>
        </p:nvGrpSpPr>
        <p:grpSpPr>
          <a:xfrm>
            <a:off x="2623904" y="1198803"/>
            <a:ext cx="1364248" cy="1102133"/>
            <a:chOff x="2623904" y="1198803"/>
            <a:chExt cx="1364248" cy="1102133"/>
          </a:xfrm>
        </p:grpSpPr>
        <p:grpSp>
          <p:nvGrpSpPr>
            <p:cNvPr id="5440" name="Google Shape;5440;p71"/>
            <p:cNvGrpSpPr/>
            <p:nvPr/>
          </p:nvGrpSpPr>
          <p:grpSpPr>
            <a:xfrm>
              <a:off x="2623907" y="1198803"/>
              <a:ext cx="1364245" cy="273000"/>
              <a:chOff x="2623907" y="1198803"/>
              <a:chExt cx="1364245" cy="273000"/>
            </a:xfrm>
          </p:grpSpPr>
          <p:sp>
            <p:nvSpPr>
              <p:cNvPr id="5441" name="Google Shape;5441;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71"/>
            <p:cNvGrpSpPr/>
            <p:nvPr/>
          </p:nvGrpSpPr>
          <p:grpSpPr>
            <a:xfrm>
              <a:off x="2623904" y="1476964"/>
              <a:ext cx="1364245" cy="273000"/>
              <a:chOff x="2623904" y="1476964"/>
              <a:chExt cx="1364245" cy="273000"/>
            </a:xfrm>
          </p:grpSpPr>
          <p:sp>
            <p:nvSpPr>
              <p:cNvPr id="5447" name="Google Shape;5447;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71"/>
            <p:cNvGrpSpPr/>
            <p:nvPr/>
          </p:nvGrpSpPr>
          <p:grpSpPr>
            <a:xfrm>
              <a:off x="2623907" y="1749775"/>
              <a:ext cx="1364245" cy="273000"/>
              <a:chOff x="2623907" y="1749775"/>
              <a:chExt cx="1364245" cy="273000"/>
            </a:xfrm>
          </p:grpSpPr>
          <p:sp>
            <p:nvSpPr>
              <p:cNvPr id="5453" name="Google Shape;5453;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71"/>
            <p:cNvGrpSpPr/>
            <p:nvPr/>
          </p:nvGrpSpPr>
          <p:grpSpPr>
            <a:xfrm>
              <a:off x="2623904" y="2027936"/>
              <a:ext cx="1364245" cy="273000"/>
              <a:chOff x="2623904" y="2027936"/>
              <a:chExt cx="1364245" cy="273000"/>
            </a:xfrm>
          </p:grpSpPr>
          <p:sp>
            <p:nvSpPr>
              <p:cNvPr id="5459" name="Google Shape;5459;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4" name="Google Shape;5464;p71"/>
          <p:cNvGrpSpPr/>
          <p:nvPr/>
        </p:nvGrpSpPr>
        <p:grpSpPr>
          <a:xfrm>
            <a:off x="2613365" y="2657876"/>
            <a:ext cx="1387541" cy="159124"/>
            <a:chOff x="3200660" y="2180272"/>
            <a:chExt cx="2563824" cy="378237"/>
          </a:xfrm>
        </p:grpSpPr>
        <p:sp>
          <p:nvSpPr>
            <p:cNvPr id="5465" name="Google Shape;5465;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71"/>
          <p:cNvGrpSpPr/>
          <p:nvPr/>
        </p:nvGrpSpPr>
        <p:grpSpPr>
          <a:xfrm>
            <a:off x="2609890" y="2935640"/>
            <a:ext cx="1390502" cy="159625"/>
            <a:chOff x="3530150" y="2790075"/>
            <a:chExt cx="1962600" cy="225300"/>
          </a:xfrm>
        </p:grpSpPr>
        <p:sp>
          <p:nvSpPr>
            <p:cNvPr id="5484" name="Google Shape;5484;p7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71"/>
          <p:cNvGrpSpPr/>
          <p:nvPr/>
        </p:nvGrpSpPr>
        <p:grpSpPr>
          <a:xfrm>
            <a:off x="2609948" y="3213905"/>
            <a:ext cx="1411629" cy="154175"/>
            <a:chOff x="3558802" y="4011244"/>
            <a:chExt cx="1866000" cy="111600"/>
          </a:xfrm>
        </p:grpSpPr>
        <p:sp>
          <p:nvSpPr>
            <p:cNvPr id="5487" name="Google Shape;5487;p7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71"/>
          <p:cNvGrpSpPr/>
          <p:nvPr/>
        </p:nvGrpSpPr>
        <p:grpSpPr>
          <a:xfrm>
            <a:off x="2610235" y="2419475"/>
            <a:ext cx="1383503" cy="119761"/>
            <a:chOff x="3465975" y="2270258"/>
            <a:chExt cx="1986364" cy="171947"/>
          </a:xfrm>
        </p:grpSpPr>
        <p:sp>
          <p:nvSpPr>
            <p:cNvPr id="5490" name="Google Shape;5490;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71"/>
          <p:cNvGrpSpPr/>
          <p:nvPr/>
        </p:nvGrpSpPr>
        <p:grpSpPr>
          <a:xfrm>
            <a:off x="2621243" y="3783248"/>
            <a:ext cx="1369531" cy="195460"/>
            <a:chOff x="723300" y="4253549"/>
            <a:chExt cx="2276482" cy="324900"/>
          </a:xfrm>
        </p:grpSpPr>
        <p:sp>
          <p:nvSpPr>
            <p:cNvPr id="5499" name="Google Shape;5499;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71"/>
          <p:cNvGrpSpPr/>
          <p:nvPr/>
        </p:nvGrpSpPr>
        <p:grpSpPr>
          <a:xfrm>
            <a:off x="2610803" y="3484489"/>
            <a:ext cx="1389066" cy="180119"/>
            <a:chOff x="705948" y="3788465"/>
            <a:chExt cx="2308953" cy="299400"/>
          </a:xfrm>
        </p:grpSpPr>
        <p:sp>
          <p:nvSpPr>
            <p:cNvPr id="5505" name="Google Shape;5505;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71"/>
          <p:cNvGrpSpPr/>
          <p:nvPr/>
        </p:nvGrpSpPr>
        <p:grpSpPr>
          <a:xfrm>
            <a:off x="4207794" y="2088443"/>
            <a:ext cx="1433821" cy="191501"/>
            <a:chOff x="4273350" y="2088443"/>
            <a:chExt cx="1433821" cy="191501"/>
          </a:xfrm>
        </p:grpSpPr>
        <p:grpSp>
          <p:nvGrpSpPr>
            <p:cNvPr id="5511" name="Google Shape;5511;p71"/>
            <p:cNvGrpSpPr/>
            <p:nvPr/>
          </p:nvGrpSpPr>
          <p:grpSpPr>
            <a:xfrm>
              <a:off x="4273350" y="2088443"/>
              <a:ext cx="1433821" cy="0"/>
              <a:chOff x="5224975" y="2962250"/>
              <a:chExt cx="1544400" cy="0"/>
            </a:xfrm>
          </p:grpSpPr>
          <p:cxnSp>
            <p:nvCxnSpPr>
              <p:cNvPr id="5512" name="Google Shape;5512;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13" name="Google Shape;5513;p7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514" name="Google Shape;5514;p71"/>
            <p:cNvGrpSpPr/>
            <p:nvPr/>
          </p:nvGrpSpPr>
          <p:grpSpPr>
            <a:xfrm>
              <a:off x="4273350" y="2279944"/>
              <a:ext cx="1433821" cy="0"/>
              <a:chOff x="5224975" y="2962250"/>
              <a:chExt cx="1544400" cy="0"/>
            </a:xfrm>
          </p:grpSpPr>
          <p:cxnSp>
            <p:nvCxnSpPr>
              <p:cNvPr id="5515" name="Google Shape;5515;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16" name="Google Shape;5516;p7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517" name="Google Shape;5517;p71"/>
          <p:cNvGrpSpPr/>
          <p:nvPr/>
        </p:nvGrpSpPr>
        <p:grpSpPr>
          <a:xfrm>
            <a:off x="2658741" y="4097347"/>
            <a:ext cx="1304609" cy="294074"/>
            <a:chOff x="2658741" y="4097347"/>
            <a:chExt cx="1304609" cy="294074"/>
          </a:xfrm>
        </p:grpSpPr>
        <p:grpSp>
          <p:nvGrpSpPr>
            <p:cNvPr id="5518" name="Google Shape;5518;p71"/>
            <p:cNvGrpSpPr/>
            <p:nvPr/>
          </p:nvGrpSpPr>
          <p:grpSpPr>
            <a:xfrm>
              <a:off x="2658741" y="4097347"/>
              <a:ext cx="118572" cy="294074"/>
              <a:chOff x="3343310" y="4475555"/>
              <a:chExt cx="127717" cy="316753"/>
            </a:xfrm>
          </p:grpSpPr>
          <p:sp>
            <p:nvSpPr>
              <p:cNvPr id="5519" name="Google Shape;5519;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71"/>
            <p:cNvGrpSpPr/>
            <p:nvPr/>
          </p:nvGrpSpPr>
          <p:grpSpPr>
            <a:xfrm>
              <a:off x="3815519" y="4098388"/>
              <a:ext cx="147831" cy="291991"/>
              <a:chOff x="3527539" y="4476677"/>
              <a:chExt cx="159232" cy="314510"/>
            </a:xfrm>
          </p:grpSpPr>
          <p:sp>
            <p:nvSpPr>
              <p:cNvPr id="5522" name="Google Shape;5522;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71"/>
            <p:cNvGrpSpPr/>
            <p:nvPr/>
          </p:nvGrpSpPr>
          <p:grpSpPr>
            <a:xfrm>
              <a:off x="3511696" y="4098388"/>
              <a:ext cx="147831" cy="291991"/>
              <a:chOff x="3527539" y="4476677"/>
              <a:chExt cx="159232" cy="314510"/>
            </a:xfrm>
          </p:grpSpPr>
          <p:sp>
            <p:nvSpPr>
              <p:cNvPr id="5525" name="Google Shape;5525;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71"/>
            <p:cNvGrpSpPr/>
            <p:nvPr/>
          </p:nvGrpSpPr>
          <p:grpSpPr>
            <a:xfrm>
              <a:off x="3207874" y="4098388"/>
              <a:ext cx="147831" cy="291991"/>
              <a:chOff x="3527539" y="4476677"/>
              <a:chExt cx="159232" cy="314510"/>
            </a:xfrm>
          </p:grpSpPr>
          <p:sp>
            <p:nvSpPr>
              <p:cNvPr id="5528" name="Google Shape;5528;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1"/>
            <p:cNvGrpSpPr/>
            <p:nvPr/>
          </p:nvGrpSpPr>
          <p:grpSpPr>
            <a:xfrm>
              <a:off x="2933305" y="4097347"/>
              <a:ext cx="118572" cy="294074"/>
              <a:chOff x="3343310" y="4475555"/>
              <a:chExt cx="127717" cy="316753"/>
            </a:xfrm>
          </p:grpSpPr>
          <p:sp>
            <p:nvSpPr>
              <p:cNvPr id="5531" name="Google Shape;5531;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3" name="Google Shape;5533;p71"/>
          <p:cNvGrpSpPr/>
          <p:nvPr/>
        </p:nvGrpSpPr>
        <p:grpSpPr>
          <a:xfrm>
            <a:off x="4209349" y="1176041"/>
            <a:ext cx="1430711" cy="751237"/>
            <a:chOff x="5159450" y="1919950"/>
            <a:chExt cx="1541050" cy="862500"/>
          </a:xfrm>
        </p:grpSpPr>
        <p:sp>
          <p:nvSpPr>
            <p:cNvPr id="5534" name="Google Shape;5534;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535" name="Google Shape;5535;p71"/>
            <p:cNvGrpSpPr/>
            <p:nvPr/>
          </p:nvGrpSpPr>
          <p:grpSpPr>
            <a:xfrm>
              <a:off x="5159450" y="1919950"/>
              <a:ext cx="1541050" cy="862500"/>
              <a:chOff x="5159450" y="1919950"/>
              <a:chExt cx="1541050" cy="862500"/>
            </a:xfrm>
          </p:grpSpPr>
          <p:cxnSp>
            <p:nvCxnSpPr>
              <p:cNvPr id="5536" name="Google Shape;5536;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537" name="Google Shape;5537;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538" name="Google Shape;5538;p71"/>
          <p:cNvGrpSpPr/>
          <p:nvPr/>
        </p:nvGrpSpPr>
        <p:grpSpPr>
          <a:xfrm>
            <a:off x="4257486" y="2439811"/>
            <a:ext cx="1334436" cy="967914"/>
            <a:chOff x="4294923" y="2439811"/>
            <a:chExt cx="1334436" cy="967914"/>
          </a:xfrm>
        </p:grpSpPr>
        <p:grpSp>
          <p:nvGrpSpPr>
            <p:cNvPr id="5539" name="Google Shape;5539;p71"/>
            <p:cNvGrpSpPr/>
            <p:nvPr/>
          </p:nvGrpSpPr>
          <p:grpSpPr>
            <a:xfrm>
              <a:off x="4960455" y="2469658"/>
              <a:ext cx="668904" cy="885524"/>
              <a:chOff x="4960455" y="2469658"/>
              <a:chExt cx="668904" cy="885524"/>
            </a:xfrm>
          </p:grpSpPr>
          <p:sp>
            <p:nvSpPr>
              <p:cNvPr id="5540" name="Google Shape;5540;p7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71"/>
            <p:cNvGrpSpPr/>
            <p:nvPr/>
          </p:nvGrpSpPr>
          <p:grpSpPr>
            <a:xfrm>
              <a:off x="4294923" y="2469658"/>
              <a:ext cx="668951" cy="885524"/>
              <a:chOff x="4294923" y="2469658"/>
              <a:chExt cx="668951" cy="885524"/>
            </a:xfrm>
          </p:grpSpPr>
          <p:sp>
            <p:nvSpPr>
              <p:cNvPr id="5547" name="Google Shape;5547;p7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7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71"/>
          <p:cNvGrpSpPr/>
          <p:nvPr/>
        </p:nvGrpSpPr>
        <p:grpSpPr>
          <a:xfrm>
            <a:off x="4243690" y="3494256"/>
            <a:ext cx="1430949" cy="897289"/>
            <a:chOff x="4351371" y="3547942"/>
            <a:chExt cx="1345130" cy="843475"/>
          </a:xfrm>
        </p:grpSpPr>
        <p:grpSp>
          <p:nvGrpSpPr>
            <p:cNvPr id="5555" name="Google Shape;5555;p71"/>
            <p:cNvGrpSpPr/>
            <p:nvPr/>
          </p:nvGrpSpPr>
          <p:grpSpPr>
            <a:xfrm>
              <a:off x="4351371" y="4209917"/>
              <a:ext cx="1345130" cy="181500"/>
              <a:chOff x="4351371" y="4209917"/>
              <a:chExt cx="1345130" cy="181500"/>
            </a:xfrm>
          </p:grpSpPr>
          <p:sp>
            <p:nvSpPr>
              <p:cNvPr id="5556" name="Google Shape;5556;p7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7" name="Google Shape;5557;p7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558" name="Google Shape;5558;p71"/>
            <p:cNvGrpSpPr/>
            <p:nvPr/>
          </p:nvGrpSpPr>
          <p:grpSpPr>
            <a:xfrm>
              <a:off x="4403010" y="3985221"/>
              <a:ext cx="1109518" cy="181500"/>
              <a:chOff x="4403010" y="3985221"/>
              <a:chExt cx="1109518" cy="181500"/>
            </a:xfrm>
          </p:grpSpPr>
          <p:sp>
            <p:nvSpPr>
              <p:cNvPr id="5559" name="Google Shape;5559;p7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0" name="Google Shape;5560;p7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561" name="Google Shape;5561;p71"/>
            <p:cNvGrpSpPr/>
            <p:nvPr/>
          </p:nvGrpSpPr>
          <p:grpSpPr>
            <a:xfrm>
              <a:off x="4618704" y="3766582"/>
              <a:ext cx="807858" cy="181500"/>
              <a:chOff x="4618704" y="3766582"/>
              <a:chExt cx="807858" cy="181500"/>
            </a:xfrm>
          </p:grpSpPr>
          <p:sp>
            <p:nvSpPr>
              <p:cNvPr id="5562" name="Google Shape;5562;p7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3" name="Google Shape;5563;p7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564" name="Google Shape;5564;p71"/>
            <p:cNvGrpSpPr/>
            <p:nvPr/>
          </p:nvGrpSpPr>
          <p:grpSpPr>
            <a:xfrm>
              <a:off x="4735238" y="3547942"/>
              <a:ext cx="462839" cy="181500"/>
              <a:chOff x="4735238" y="3547942"/>
              <a:chExt cx="462839" cy="181500"/>
            </a:xfrm>
          </p:grpSpPr>
          <p:sp>
            <p:nvSpPr>
              <p:cNvPr id="5565" name="Google Shape;5565;p7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6" name="Google Shape;5566;p7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567" name="Google Shape;5567;p71"/>
          <p:cNvGrpSpPr/>
          <p:nvPr/>
        </p:nvGrpSpPr>
        <p:grpSpPr>
          <a:xfrm>
            <a:off x="7420047" y="2429580"/>
            <a:ext cx="1020955" cy="928853"/>
            <a:chOff x="926675" y="238125"/>
            <a:chExt cx="5755100" cy="5232975"/>
          </a:xfrm>
        </p:grpSpPr>
        <p:sp>
          <p:nvSpPr>
            <p:cNvPr id="5568" name="Google Shape;5568;p7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71"/>
          <p:cNvGrpSpPr/>
          <p:nvPr/>
        </p:nvGrpSpPr>
        <p:grpSpPr>
          <a:xfrm>
            <a:off x="727421" y="2828315"/>
            <a:ext cx="1695374" cy="1560837"/>
            <a:chOff x="727421" y="2828315"/>
            <a:chExt cx="1695374" cy="1560837"/>
          </a:xfrm>
        </p:grpSpPr>
        <p:grpSp>
          <p:nvGrpSpPr>
            <p:cNvPr id="5573" name="Google Shape;5573;p71"/>
            <p:cNvGrpSpPr/>
            <p:nvPr/>
          </p:nvGrpSpPr>
          <p:grpSpPr>
            <a:xfrm>
              <a:off x="727421" y="2828315"/>
              <a:ext cx="1695374" cy="1560837"/>
              <a:chOff x="734799" y="2782450"/>
              <a:chExt cx="1571100" cy="1577400"/>
            </a:xfrm>
          </p:grpSpPr>
          <p:cxnSp>
            <p:nvCxnSpPr>
              <p:cNvPr id="5574" name="Google Shape;5574;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575" name="Google Shape;5575;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576" name="Google Shape;5576;p71"/>
            <p:cNvGrpSpPr/>
            <p:nvPr/>
          </p:nvGrpSpPr>
          <p:grpSpPr>
            <a:xfrm>
              <a:off x="819108" y="2882501"/>
              <a:ext cx="1556791" cy="1426186"/>
              <a:chOff x="819108" y="2882501"/>
              <a:chExt cx="1556791" cy="1426186"/>
            </a:xfrm>
          </p:grpSpPr>
          <p:grpSp>
            <p:nvGrpSpPr>
              <p:cNvPr id="5577" name="Google Shape;5577;p71"/>
              <p:cNvGrpSpPr/>
              <p:nvPr/>
            </p:nvGrpSpPr>
            <p:grpSpPr>
              <a:xfrm>
                <a:off x="819108" y="2882501"/>
                <a:ext cx="103104" cy="1426186"/>
                <a:chOff x="4674013" y="3100904"/>
                <a:chExt cx="122758" cy="1698043"/>
              </a:xfrm>
            </p:grpSpPr>
            <p:sp>
              <p:nvSpPr>
                <p:cNvPr id="5578" name="Google Shape;5578;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71"/>
              <p:cNvGrpSpPr/>
              <p:nvPr/>
            </p:nvGrpSpPr>
            <p:grpSpPr>
              <a:xfrm>
                <a:off x="1062475" y="2882501"/>
                <a:ext cx="103104" cy="1426186"/>
                <a:chOff x="4940438" y="3100904"/>
                <a:chExt cx="122758" cy="1698043"/>
              </a:xfrm>
            </p:grpSpPr>
            <p:sp>
              <p:nvSpPr>
                <p:cNvPr id="5586" name="Google Shape;5586;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1"/>
              <p:cNvGrpSpPr/>
              <p:nvPr/>
            </p:nvGrpSpPr>
            <p:grpSpPr>
              <a:xfrm>
                <a:off x="1299324" y="2882501"/>
                <a:ext cx="103104" cy="1426186"/>
                <a:chOff x="5206863" y="3100904"/>
                <a:chExt cx="122758" cy="1698043"/>
              </a:xfrm>
            </p:grpSpPr>
            <p:sp>
              <p:nvSpPr>
                <p:cNvPr id="5594" name="Google Shape;5594;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71"/>
              <p:cNvGrpSpPr/>
              <p:nvPr/>
            </p:nvGrpSpPr>
            <p:grpSpPr>
              <a:xfrm>
                <a:off x="1786057" y="2882501"/>
                <a:ext cx="103104" cy="1426186"/>
                <a:chOff x="6006138" y="3143629"/>
                <a:chExt cx="122758" cy="1698043"/>
              </a:xfrm>
            </p:grpSpPr>
            <p:sp>
              <p:nvSpPr>
                <p:cNvPr id="5602" name="Google Shape;5602;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71"/>
              <p:cNvGrpSpPr/>
              <p:nvPr/>
            </p:nvGrpSpPr>
            <p:grpSpPr>
              <a:xfrm>
                <a:off x="2029422" y="2882501"/>
                <a:ext cx="103104" cy="1426186"/>
                <a:chOff x="6805413" y="3100904"/>
                <a:chExt cx="122758" cy="1698043"/>
              </a:xfrm>
            </p:grpSpPr>
            <p:sp>
              <p:nvSpPr>
                <p:cNvPr id="5610" name="Google Shape;5610;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71"/>
              <p:cNvGrpSpPr/>
              <p:nvPr/>
            </p:nvGrpSpPr>
            <p:grpSpPr>
              <a:xfrm>
                <a:off x="2272795" y="2882501"/>
                <a:ext cx="103104" cy="1426186"/>
                <a:chOff x="5206863" y="3100904"/>
                <a:chExt cx="122758" cy="1698043"/>
              </a:xfrm>
            </p:grpSpPr>
            <p:sp>
              <p:nvSpPr>
                <p:cNvPr id="5618" name="Google Shape;5618;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1"/>
              <p:cNvGrpSpPr/>
              <p:nvPr/>
            </p:nvGrpSpPr>
            <p:grpSpPr>
              <a:xfrm>
                <a:off x="1542694" y="2882501"/>
                <a:ext cx="103104" cy="1426186"/>
                <a:chOff x="6006138" y="3143629"/>
                <a:chExt cx="122758" cy="1698043"/>
              </a:xfrm>
            </p:grpSpPr>
            <p:sp>
              <p:nvSpPr>
                <p:cNvPr id="5626" name="Google Shape;5626;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33" name="Google Shape;5633;p71"/>
          <p:cNvGrpSpPr/>
          <p:nvPr/>
        </p:nvGrpSpPr>
        <p:grpSpPr>
          <a:xfrm>
            <a:off x="5683472" y="3518037"/>
            <a:ext cx="2749952" cy="870677"/>
            <a:chOff x="238125" y="1725700"/>
            <a:chExt cx="7139025" cy="2260325"/>
          </a:xfrm>
        </p:grpSpPr>
        <p:sp>
          <p:nvSpPr>
            <p:cNvPr id="5634" name="Google Shape;5634;p7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71"/>
          <p:cNvGrpSpPr/>
          <p:nvPr/>
        </p:nvGrpSpPr>
        <p:grpSpPr>
          <a:xfrm>
            <a:off x="5953636" y="2459783"/>
            <a:ext cx="1105452" cy="916747"/>
            <a:chOff x="5249100" y="1210600"/>
            <a:chExt cx="3502700" cy="2904775"/>
          </a:xfrm>
        </p:grpSpPr>
        <p:sp>
          <p:nvSpPr>
            <p:cNvPr id="5645" name="Google Shape;5645;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49" name="Google Shape;5649;p7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650" name="Google Shape;5650;p7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651" name="Google Shape;5651;p7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652" name="Google Shape;5652;p7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653" name="Google Shape;5653;p7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71"/>
          <p:cNvGrpSpPr/>
          <p:nvPr/>
        </p:nvGrpSpPr>
        <p:grpSpPr>
          <a:xfrm>
            <a:off x="7136183" y="1179201"/>
            <a:ext cx="1304650" cy="1124856"/>
            <a:chOff x="7287122" y="1165658"/>
            <a:chExt cx="1219413" cy="1051365"/>
          </a:xfrm>
        </p:grpSpPr>
        <p:grpSp>
          <p:nvGrpSpPr>
            <p:cNvPr id="5655" name="Google Shape;5655;p71"/>
            <p:cNvGrpSpPr/>
            <p:nvPr/>
          </p:nvGrpSpPr>
          <p:grpSpPr>
            <a:xfrm>
              <a:off x="7287122" y="1969723"/>
              <a:ext cx="1219413" cy="247300"/>
              <a:chOff x="7287122" y="1969723"/>
              <a:chExt cx="1219413" cy="247300"/>
            </a:xfrm>
          </p:grpSpPr>
          <p:sp>
            <p:nvSpPr>
              <p:cNvPr id="5656" name="Google Shape;5656;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7" name="Google Shape;5657;p71"/>
              <p:cNvGrpSpPr/>
              <p:nvPr/>
            </p:nvGrpSpPr>
            <p:grpSpPr>
              <a:xfrm>
                <a:off x="7287122" y="2063892"/>
                <a:ext cx="1151753" cy="73428"/>
                <a:chOff x="7287122" y="2063892"/>
                <a:chExt cx="1151753" cy="73428"/>
              </a:xfrm>
            </p:grpSpPr>
            <p:sp>
              <p:nvSpPr>
                <p:cNvPr id="5658" name="Google Shape;5658;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59" name="Google Shape;5659;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660" name="Google Shape;5660;p71"/>
            <p:cNvGrpSpPr/>
            <p:nvPr/>
          </p:nvGrpSpPr>
          <p:grpSpPr>
            <a:xfrm>
              <a:off x="7287122" y="1712201"/>
              <a:ext cx="1219403" cy="246767"/>
              <a:chOff x="7287122" y="1712201"/>
              <a:chExt cx="1219403" cy="246767"/>
            </a:xfrm>
          </p:grpSpPr>
          <p:sp>
            <p:nvSpPr>
              <p:cNvPr id="5661" name="Google Shape;5661;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2" name="Google Shape;5662;p71"/>
              <p:cNvGrpSpPr/>
              <p:nvPr/>
            </p:nvGrpSpPr>
            <p:grpSpPr>
              <a:xfrm>
                <a:off x="7287122" y="1842861"/>
                <a:ext cx="1005303" cy="73419"/>
                <a:chOff x="7287122" y="1842861"/>
                <a:chExt cx="1005303" cy="73419"/>
              </a:xfrm>
            </p:grpSpPr>
            <p:sp>
              <p:nvSpPr>
                <p:cNvPr id="5663" name="Google Shape;5663;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64" name="Google Shape;5664;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665" name="Google Shape;5665;p71"/>
            <p:cNvGrpSpPr/>
            <p:nvPr/>
          </p:nvGrpSpPr>
          <p:grpSpPr>
            <a:xfrm>
              <a:off x="7287122" y="1447520"/>
              <a:ext cx="1219403" cy="286667"/>
              <a:chOff x="7287122" y="1447520"/>
              <a:chExt cx="1219403" cy="286667"/>
            </a:xfrm>
          </p:grpSpPr>
          <p:sp>
            <p:nvSpPr>
              <p:cNvPr id="5666" name="Google Shape;5666;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7" name="Google Shape;5667;p71"/>
              <p:cNvGrpSpPr/>
              <p:nvPr/>
            </p:nvGrpSpPr>
            <p:grpSpPr>
              <a:xfrm>
                <a:off x="7287122" y="1581977"/>
                <a:ext cx="852803" cy="73428"/>
                <a:chOff x="7287122" y="1581977"/>
                <a:chExt cx="852803" cy="73428"/>
              </a:xfrm>
            </p:grpSpPr>
            <p:sp>
              <p:nvSpPr>
                <p:cNvPr id="5668" name="Google Shape;5668;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69" name="Google Shape;5669;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670" name="Google Shape;5670;p71"/>
            <p:cNvGrpSpPr/>
            <p:nvPr/>
          </p:nvGrpSpPr>
          <p:grpSpPr>
            <a:xfrm>
              <a:off x="7287122" y="1165658"/>
              <a:ext cx="1219403" cy="344253"/>
              <a:chOff x="7287122" y="1165658"/>
              <a:chExt cx="1219403" cy="344253"/>
            </a:xfrm>
          </p:grpSpPr>
          <p:sp>
            <p:nvSpPr>
              <p:cNvPr id="5671" name="Google Shape;5671;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2" name="Google Shape;5672;p71"/>
              <p:cNvGrpSpPr/>
              <p:nvPr/>
            </p:nvGrpSpPr>
            <p:grpSpPr>
              <a:xfrm>
                <a:off x="7287122" y="1341025"/>
                <a:ext cx="695703" cy="73419"/>
                <a:chOff x="7287122" y="1341025"/>
                <a:chExt cx="695703" cy="73419"/>
              </a:xfrm>
            </p:grpSpPr>
            <p:sp>
              <p:nvSpPr>
                <p:cNvPr id="5673" name="Google Shape;5673;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74" name="Google Shape;5674;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675" name="Google Shape;5675;p71"/>
          <p:cNvGrpSpPr/>
          <p:nvPr/>
        </p:nvGrpSpPr>
        <p:grpSpPr>
          <a:xfrm>
            <a:off x="5802676" y="1185224"/>
            <a:ext cx="1397729" cy="1098540"/>
            <a:chOff x="5900602" y="1193063"/>
            <a:chExt cx="1299851" cy="1021707"/>
          </a:xfrm>
        </p:grpSpPr>
        <p:grpSp>
          <p:nvGrpSpPr>
            <p:cNvPr id="5676" name="Google Shape;5676;p71"/>
            <p:cNvGrpSpPr/>
            <p:nvPr/>
          </p:nvGrpSpPr>
          <p:grpSpPr>
            <a:xfrm>
              <a:off x="6520337" y="1193063"/>
              <a:ext cx="341815" cy="799959"/>
              <a:chOff x="6520337" y="1193063"/>
              <a:chExt cx="341815" cy="799959"/>
            </a:xfrm>
          </p:grpSpPr>
          <p:grpSp>
            <p:nvGrpSpPr>
              <p:cNvPr id="5677" name="Google Shape;5677;p71"/>
              <p:cNvGrpSpPr/>
              <p:nvPr/>
            </p:nvGrpSpPr>
            <p:grpSpPr>
              <a:xfrm>
                <a:off x="6520337" y="1589527"/>
                <a:ext cx="213950" cy="403494"/>
                <a:chOff x="6520337" y="1589527"/>
                <a:chExt cx="213950" cy="403494"/>
              </a:xfrm>
            </p:grpSpPr>
            <p:sp>
              <p:nvSpPr>
                <p:cNvPr id="5678" name="Google Shape;5678;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71"/>
              <p:cNvGrpSpPr/>
              <p:nvPr/>
            </p:nvGrpSpPr>
            <p:grpSpPr>
              <a:xfrm>
                <a:off x="6577204" y="1193063"/>
                <a:ext cx="284947" cy="464512"/>
                <a:chOff x="6577204" y="1193063"/>
                <a:chExt cx="284947" cy="464512"/>
              </a:xfrm>
            </p:grpSpPr>
            <p:sp>
              <p:nvSpPr>
                <p:cNvPr id="5681" name="Google Shape;5681;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82" name="Google Shape;5682;p7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683" name="Google Shape;5683;p71"/>
            <p:cNvGrpSpPr/>
            <p:nvPr/>
          </p:nvGrpSpPr>
          <p:grpSpPr>
            <a:xfrm>
              <a:off x="6238903" y="1193063"/>
              <a:ext cx="300475" cy="900152"/>
              <a:chOff x="6238903" y="1193063"/>
              <a:chExt cx="300475" cy="900152"/>
            </a:xfrm>
          </p:grpSpPr>
          <p:grpSp>
            <p:nvGrpSpPr>
              <p:cNvPr id="5684" name="Google Shape;5684;p71"/>
              <p:cNvGrpSpPr/>
              <p:nvPr/>
            </p:nvGrpSpPr>
            <p:grpSpPr>
              <a:xfrm>
                <a:off x="6290865" y="1489315"/>
                <a:ext cx="248514" cy="603900"/>
                <a:chOff x="6290865" y="1489315"/>
                <a:chExt cx="248514" cy="603900"/>
              </a:xfrm>
            </p:grpSpPr>
            <p:sp>
              <p:nvSpPr>
                <p:cNvPr id="5685" name="Google Shape;5685;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71"/>
              <p:cNvGrpSpPr/>
              <p:nvPr/>
            </p:nvGrpSpPr>
            <p:grpSpPr>
              <a:xfrm>
                <a:off x="6238903" y="1193063"/>
                <a:ext cx="284947" cy="333087"/>
                <a:chOff x="6238903" y="1193063"/>
                <a:chExt cx="284947" cy="333087"/>
              </a:xfrm>
            </p:grpSpPr>
            <p:sp>
              <p:nvSpPr>
                <p:cNvPr id="5688" name="Google Shape;5688;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89" name="Google Shape;5689;p7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690" name="Google Shape;5690;p71"/>
            <p:cNvGrpSpPr/>
            <p:nvPr/>
          </p:nvGrpSpPr>
          <p:grpSpPr>
            <a:xfrm>
              <a:off x="5900602" y="1193063"/>
              <a:ext cx="444345" cy="1021707"/>
              <a:chOff x="5900602" y="1193063"/>
              <a:chExt cx="444345" cy="1021707"/>
            </a:xfrm>
          </p:grpSpPr>
          <p:grpSp>
            <p:nvGrpSpPr>
              <p:cNvPr id="5691" name="Google Shape;5691;p71"/>
              <p:cNvGrpSpPr/>
              <p:nvPr/>
            </p:nvGrpSpPr>
            <p:grpSpPr>
              <a:xfrm>
                <a:off x="6046501" y="1367785"/>
                <a:ext cx="298446" cy="846986"/>
                <a:chOff x="6046501" y="1367785"/>
                <a:chExt cx="298446" cy="846986"/>
              </a:xfrm>
            </p:grpSpPr>
            <p:sp>
              <p:nvSpPr>
                <p:cNvPr id="5692" name="Google Shape;5692;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71"/>
              <p:cNvGrpSpPr/>
              <p:nvPr/>
            </p:nvGrpSpPr>
            <p:grpSpPr>
              <a:xfrm>
                <a:off x="5900602" y="1193063"/>
                <a:ext cx="284947" cy="182312"/>
                <a:chOff x="5900602" y="1193063"/>
                <a:chExt cx="284947" cy="182312"/>
              </a:xfrm>
            </p:grpSpPr>
            <p:sp>
              <p:nvSpPr>
                <p:cNvPr id="5695" name="Google Shape;5695;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6" name="Google Shape;5696;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697" name="Google Shape;5697;p71"/>
            <p:cNvGrpSpPr/>
            <p:nvPr/>
          </p:nvGrpSpPr>
          <p:grpSpPr>
            <a:xfrm>
              <a:off x="6738300" y="1193063"/>
              <a:ext cx="462153" cy="707634"/>
              <a:chOff x="6738300" y="1193063"/>
              <a:chExt cx="462153" cy="707634"/>
            </a:xfrm>
          </p:grpSpPr>
          <p:grpSp>
            <p:nvGrpSpPr>
              <p:cNvPr id="5698" name="Google Shape;5698;p71"/>
              <p:cNvGrpSpPr/>
              <p:nvPr/>
            </p:nvGrpSpPr>
            <p:grpSpPr>
              <a:xfrm>
                <a:off x="6915505" y="1193063"/>
                <a:ext cx="284947" cy="597387"/>
                <a:chOff x="6915505" y="1193063"/>
                <a:chExt cx="284947" cy="597387"/>
              </a:xfrm>
            </p:grpSpPr>
            <p:sp>
              <p:nvSpPr>
                <p:cNvPr id="5699" name="Google Shape;5699;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00" name="Google Shape;5700;p7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701" name="Google Shape;5701;p71"/>
              <p:cNvGrpSpPr/>
              <p:nvPr/>
            </p:nvGrpSpPr>
            <p:grpSpPr>
              <a:xfrm>
                <a:off x="6738300" y="1684725"/>
                <a:ext cx="230066" cy="215971"/>
                <a:chOff x="6738300" y="1684725"/>
                <a:chExt cx="230066" cy="215971"/>
              </a:xfrm>
            </p:grpSpPr>
            <p:sp>
              <p:nvSpPr>
                <p:cNvPr id="5702" name="Google Shape;5702;p7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07" name="Shape 5707"/>
        <p:cNvGrpSpPr/>
        <p:nvPr/>
      </p:nvGrpSpPr>
      <p:grpSpPr>
        <a:xfrm>
          <a:off x="0" y="0"/>
          <a:ext cx="0" cy="0"/>
          <a:chOff x="0" y="0"/>
          <a:chExt cx="0" cy="0"/>
        </a:xfrm>
      </p:grpSpPr>
      <p:grpSp>
        <p:nvGrpSpPr>
          <p:cNvPr id="5708" name="Google Shape;5708;p72"/>
          <p:cNvGrpSpPr/>
          <p:nvPr/>
        </p:nvGrpSpPr>
        <p:grpSpPr>
          <a:xfrm>
            <a:off x="1002229" y="1542724"/>
            <a:ext cx="1801525" cy="2849778"/>
            <a:chOff x="1002229" y="1542724"/>
            <a:chExt cx="1801525" cy="2849778"/>
          </a:xfrm>
        </p:grpSpPr>
        <p:sp>
          <p:nvSpPr>
            <p:cNvPr id="5709" name="Google Shape;5709;p72"/>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2"/>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2"/>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2"/>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6" name="Google Shape;5716;p72"/>
            <p:cNvGrpSpPr/>
            <p:nvPr/>
          </p:nvGrpSpPr>
          <p:grpSpPr>
            <a:xfrm>
              <a:off x="1675337" y="3316550"/>
              <a:ext cx="437113" cy="383257"/>
              <a:chOff x="1675337" y="3316550"/>
              <a:chExt cx="437113" cy="383257"/>
            </a:xfrm>
          </p:grpSpPr>
          <p:sp>
            <p:nvSpPr>
              <p:cNvPr id="5717" name="Google Shape;5717;p72"/>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2"/>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0" name="Google Shape;5720;p72"/>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2"/>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72"/>
          <p:cNvGrpSpPr/>
          <p:nvPr/>
        </p:nvGrpSpPr>
        <p:grpSpPr>
          <a:xfrm>
            <a:off x="7280398" y="2805793"/>
            <a:ext cx="939202" cy="1588073"/>
            <a:chOff x="7280398" y="2805793"/>
            <a:chExt cx="939202" cy="1588073"/>
          </a:xfrm>
        </p:grpSpPr>
        <p:grpSp>
          <p:nvGrpSpPr>
            <p:cNvPr id="5723" name="Google Shape;5723;p72"/>
            <p:cNvGrpSpPr/>
            <p:nvPr/>
          </p:nvGrpSpPr>
          <p:grpSpPr>
            <a:xfrm>
              <a:off x="7280398" y="2805793"/>
              <a:ext cx="939202" cy="1588073"/>
              <a:chOff x="7280398" y="2805793"/>
              <a:chExt cx="939202" cy="1588073"/>
            </a:xfrm>
          </p:grpSpPr>
          <p:sp>
            <p:nvSpPr>
              <p:cNvPr id="5724" name="Google Shape;5724;p72"/>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2"/>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6" name="Google Shape;5726;p72"/>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2"/>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2"/>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2"/>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2"/>
          <p:cNvGrpSpPr/>
          <p:nvPr/>
        </p:nvGrpSpPr>
        <p:grpSpPr>
          <a:xfrm>
            <a:off x="6530967" y="2825758"/>
            <a:ext cx="577856" cy="1566743"/>
            <a:chOff x="6530967" y="2825758"/>
            <a:chExt cx="577856" cy="1566743"/>
          </a:xfrm>
        </p:grpSpPr>
        <p:grpSp>
          <p:nvGrpSpPr>
            <p:cNvPr id="5733" name="Google Shape;5733;p72"/>
            <p:cNvGrpSpPr/>
            <p:nvPr/>
          </p:nvGrpSpPr>
          <p:grpSpPr>
            <a:xfrm>
              <a:off x="6530967" y="2825758"/>
              <a:ext cx="577856" cy="1566743"/>
              <a:chOff x="6530967" y="2825758"/>
              <a:chExt cx="577856" cy="1566743"/>
            </a:xfrm>
          </p:grpSpPr>
          <p:sp>
            <p:nvSpPr>
              <p:cNvPr id="5734" name="Google Shape;5734;p72"/>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2"/>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6" name="Google Shape;5736;p72"/>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2"/>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0" name="Google Shape;5740;p72"/>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2"/>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3" name="Google Shape;5743;p72"/>
          <p:cNvGrpSpPr/>
          <p:nvPr/>
        </p:nvGrpSpPr>
        <p:grpSpPr>
          <a:xfrm>
            <a:off x="2882968" y="1560496"/>
            <a:ext cx="554302" cy="1133118"/>
            <a:chOff x="3039218" y="1560945"/>
            <a:chExt cx="554302" cy="1133118"/>
          </a:xfrm>
        </p:grpSpPr>
        <p:sp>
          <p:nvSpPr>
            <p:cNvPr id="5744" name="Google Shape;5744;p72"/>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2"/>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2"/>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2"/>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2"/>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2"/>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2"/>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2"/>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2"/>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2"/>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2"/>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2"/>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2"/>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2"/>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2"/>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2"/>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2"/>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2"/>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2"/>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2"/>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2"/>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2"/>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2"/>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2"/>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2"/>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2"/>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2"/>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2"/>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2"/>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2"/>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2"/>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2"/>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2"/>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2"/>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2"/>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2"/>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2"/>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2"/>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2"/>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2"/>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2"/>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2"/>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2"/>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2"/>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2"/>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2"/>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2"/>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2"/>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2"/>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2"/>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2"/>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2"/>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2"/>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2"/>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2"/>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2"/>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2"/>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2"/>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8" name="Google Shape;5838;p72"/>
            <p:cNvGrpSpPr/>
            <p:nvPr/>
          </p:nvGrpSpPr>
          <p:grpSpPr>
            <a:xfrm>
              <a:off x="3498748" y="2102737"/>
              <a:ext cx="94772" cy="114004"/>
              <a:chOff x="3498748" y="2102737"/>
              <a:chExt cx="94772" cy="114004"/>
            </a:xfrm>
          </p:grpSpPr>
          <p:sp>
            <p:nvSpPr>
              <p:cNvPr id="5839" name="Google Shape;5839;p72"/>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2"/>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2"/>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2"/>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2"/>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2"/>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2"/>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2"/>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2"/>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2"/>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2"/>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2"/>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2"/>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2"/>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3" name="Google Shape;5853;p72"/>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2"/>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2"/>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2"/>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2"/>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2"/>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2"/>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2"/>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72"/>
          <p:cNvGrpSpPr/>
          <p:nvPr/>
        </p:nvGrpSpPr>
        <p:grpSpPr>
          <a:xfrm>
            <a:off x="3572045" y="1558993"/>
            <a:ext cx="451013" cy="1136125"/>
            <a:chOff x="3827467" y="1557988"/>
            <a:chExt cx="451013" cy="1136125"/>
          </a:xfrm>
        </p:grpSpPr>
        <p:sp>
          <p:nvSpPr>
            <p:cNvPr id="5862" name="Google Shape;5862;p72"/>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3" name="Google Shape;5863;p72"/>
            <p:cNvGrpSpPr/>
            <p:nvPr/>
          </p:nvGrpSpPr>
          <p:grpSpPr>
            <a:xfrm>
              <a:off x="3979228" y="1581563"/>
              <a:ext cx="147768" cy="558502"/>
              <a:chOff x="3979228" y="1581563"/>
              <a:chExt cx="147768" cy="558502"/>
            </a:xfrm>
          </p:grpSpPr>
          <p:sp>
            <p:nvSpPr>
              <p:cNvPr id="5864" name="Google Shape;5864;p72"/>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2"/>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2"/>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2"/>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2"/>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2"/>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0" name="Google Shape;5870;p72"/>
          <p:cNvGrpSpPr/>
          <p:nvPr/>
        </p:nvGrpSpPr>
        <p:grpSpPr>
          <a:xfrm>
            <a:off x="4170709" y="1558993"/>
            <a:ext cx="402414" cy="1136125"/>
            <a:chOff x="4588296" y="1557988"/>
            <a:chExt cx="402414" cy="1136125"/>
          </a:xfrm>
        </p:grpSpPr>
        <p:sp>
          <p:nvSpPr>
            <p:cNvPr id="5871" name="Google Shape;5871;p72"/>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2" name="Google Shape;5872;p72"/>
            <p:cNvGrpSpPr/>
            <p:nvPr/>
          </p:nvGrpSpPr>
          <p:grpSpPr>
            <a:xfrm>
              <a:off x="4708538" y="1583316"/>
              <a:ext cx="163226" cy="588527"/>
              <a:chOff x="4708538" y="1583316"/>
              <a:chExt cx="163226" cy="588527"/>
            </a:xfrm>
          </p:grpSpPr>
          <p:sp>
            <p:nvSpPr>
              <p:cNvPr id="5873" name="Google Shape;5873;p72"/>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2"/>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2"/>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2"/>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2"/>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9" name="Google Shape;5879;p72"/>
          <p:cNvGrpSpPr/>
          <p:nvPr/>
        </p:nvGrpSpPr>
        <p:grpSpPr>
          <a:xfrm>
            <a:off x="2925871" y="2837181"/>
            <a:ext cx="2132746" cy="348002"/>
            <a:chOff x="2925871" y="2837181"/>
            <a:chExt cx="2132746" cy="348002"/>
          </a:xfrm>
        </p:grpSpPr>
        <p:grpSp>
          <p:nvGrpSpPr>
            <p:cNvPr id="5880" name="Google Shape;5880;p72"/>
            <p:cNvGrpSpPr/>
            <p:nvPr/>
          </p:nvGrpSpPr>
          <p:grpSpPr>
            <a:xfrm>
              <a:off x="2925871" y="2837181"/>
              <a:ext cx="2132746" cy="348002"/>
              <a:chOff x="2925871" y="2837181"/>
              <a:chExt cx="2132746" cy="348002"/>
            </a:xfrm>
          </p:grpSpPr>
          <p:sp>
            <p:nvSpPr>
              <p:cNvPr id="5881" name="Google Shape;5881;p72"/>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2"/>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2"/>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2"/>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2"/>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2"/>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2"/>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8" name="Google Shape;5888;p72"/>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2"/>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2"/>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2"/>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2"/>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2"/>
          <p:cNvGrpSpPr/>
          <p:nvPr/>
        </p:nvGrpSpPr>
        <p:grpSpPr>
          <a:xfrm>
            <a:off x="3526573" y="3256553"/>
            <a:ext cx="447702" cy="1135923"/>
            <a:chOff x="3526573" y="3256553"/>
            <a:chExt cx="447702" cy="1135923"/>
          </a:xfrm>
        </p:grpSpPr>
        <p:sp>
          <p:nvSpPr>
            <p:cNvPr id="5894" name="Google Shape;5894;p72"/>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72"/>
            <p:cNvGrpSpPr/>
            <p:nvPr/>
          </p:nvGrpSpPr>
          <p:grpSpPr>
            <a:xfrm>
              <a:off x="3539512" y="3261380"/>
              <a:ext cx="426827" cy="1112925"/>
              <a:chOff x="3539512" y="3261380"/>
              <a:chExt cx="426827" cy="1112925"/>
            </a:xfrm>
          </p:grpSpPr>
          <p:sp>
            <p:nvSpPr>
              <p:cNvPr id="5896" name="Google Shape;5896;p72"/>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2"/>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8" name="Google Shape;5898;p72"/>
              <p:cNvGrpSpPr/>
              <p:nvPr/>
            </p:nvGrpSpPr>
            <p:grpSpPr>
              <a:xfrm>
                <a:off x="3696227" y="3261380"/>
                <a:ext cx="108950" cy="73543"/>
                <a:chOff x="3696227" y="3261380"/>
                <a:chExt cx="108950" cy="73543"/>
              </a:xfrm>
            </p:grpSpPr>
            <p:sp>
              <p:nvSpPr>
                <p:cNvPr id="5899" name="Google Shape;5899;p72"/>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2"/>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2"/>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2"/>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2"/>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2"/>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2"/>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2"/>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2"/>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2"/>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2"/>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2"/>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2"/>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2"/>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2"/>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2"/>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2"/>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2"/>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2"/>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2"/>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2"/>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20" name="Google Shape;5920;p72"/>
          <p:cNvGrpSpPr/>
          <p:nvPr/>
        </p:nvGrpSpPr>
        <p:grpSpPr>
          <a:xfrm>
            <a:off x="5334138" y="3587286"/>
            <a:ext cx="566433" cy="793236"/>
            <a:chOff x="5334138" y="3587286"/>
            <a:chExt cx="566433" cy="793236"/>
          </a:xfrm>
        </p:grpSpPr>
        <p:sp>
          <p:nvSpPr>
            <p:cNvPr id="5921" name="Google Shape;5921;p72"/>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2"/>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2"/>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2"/>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72"/>
          <p:cNvGrpSpPr/>
          <p:nvPr/>
        </p:nvGrpSpPr>
        <p:grpSpPr>
          <a:xfrm>
            <a:off x="5334138" y="2895283"/>
            <a:ext cx="566559" cy="527184"/>
            <a:chOff x="5334138" y="2895283"/>
            <a:chExt cx="566559" cy="527184"/>
          </a:xfrm>
        </p:grpSpPr>
        <p:grpSp>
          <p:nvGrpSpPr>
            <p:cNvPr id="5926" name="Google Shape;5926;p72"/>
            <p:cNvGrpSpPr/>
            <p:nvPr/>
          </p:nvGrpSpPr>
          <p:grpSpPr>
            <a:xfrm>
              <a:off x="5334138" y="2895283"/>
              <a:ext cx="566559" cy="148198"/>
              <a:chOff x="5334138" y="2895283"/>
              <a:chExt cx="566559" cy="148198"/>
            </a:xfrm>
          </p:grpSpPr>
          <p:sp>
            <p:nvSpPr>
              <p:cNvPr id="5927" name="Google Shape;5927;p72"/>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2"/>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2"/>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2"/>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2"/>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72"/>
            <p:cNvGrpSpPr/>
            <p:nvPr/>
          </p:nvGrpSpPr>
          <p:grpSpPr>
            <a:xfrm>
              <a:off x="5334138" y="3086166"/>
              <a:ext cx="566559" cy="148324"/>
              <a:chOff x="5334138" y="3086166"/>
              <a:chExt cx="566559" cy="148324"/>
            </a:xfrm>
          </p:grpSpPr>
          <p:sp>
            <p:nvSpPr>
              <p:cNvPr id="5933" name="Google Shape;5933;p72"/>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2"/>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2"/>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2"/>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2"/>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72"/>
            <p:cNvGrpSpPr/>
            <p:nvPr/>
          </p:nvGrpSpPr>
          <p:grpSpPr>
            <a:xfrm>
              <a:off x="5334138" y="3274269"/>
              <a:ext cx="566559" cy="148198"/>
              <a:chOff x="5334138" y="3274269"/>
              <a:chExt cx="566559" cy="148198"/>
            </a:xfrm>
          </p:grpSpPr>
          <p:sp>
            <p:nvSpPr>
              <p:cNvPr id="5939" name="Google Shape;5939;p72"/>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2"/>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2"/>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2"/>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2"/>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44" name="Google Shape;5944;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5945" name="Google Shape;5945;p72"/>
          <p:cNvGrpSpPr/>
          <p:nvPr/>
        </p:nvGrpSpPr>
        <p:grpSpPr>
          <a:xfrm>
            <a:off x="6632594" y="1532342"/>
            <a:ext cx="1585066" cy="1126471"/>
            <a:chOff x="6608782" y="1551392"/>
            <a:chExt cx="1585066" cy="1126471"/>
          </a:xfrm>
        </p:grpSpPr>
        <p:grpSp>
          <p:nvGrpSpPr>
            <p:cNvPr id="5946" name="Google Shape;5946;p72"/>
            <p:cNvGrpSpPr/>
            <p:nvPr/>
          </p:nvGrpSpPr>
          <p:grpSpPr>
            <a:xfrm>
              <a:off x="6608782" y="1882715"/>
              <a:ext cx="77561" cy="73012"/>
              <a:chOff x="6608782" y="1882715"/>
              <a:chExt cx="77561" cy="73012"/>
            </a:xfrm>
          </p:grpSpPr>
          <p:sp>
            <p:nvSpPr>
              <p:cNvPr id="5947" name="Google Shape;5947;p72"/>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2"/>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2"/>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2"/>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72"/>
            <p:cNvGrpSpPr/>
            <p:nvPr/>
          </p:nvGrpSpPr>
          <p:grpSpPr>
            <a:xfrm>
              <a:off x="6608782" y="1551392"/>
              <a:ext cx="1585066" cy="1126471"/>
              <a:chOff x="6608782" y="1551392"/>
              <a:chExt cx="1585066" cy="1126471"/>
            </a:xfrm>
          </p:grpSpPr>
          <p:sp>
            <p:nvSpPr>
              <p:cNvPr id="5952" name="Google Shape;5952;p72"/>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3" name="Google Shape;5953;p72"/>
              <p:cNvGrpSpPr/>
              <p:nvPr/>
            </p:nvGrpSpPr>
            <p:grpSpPr>
              <a:xfrm>
                <a:off x="6608782" y="1551392"/>
                <a:ext cx="1585066" cy="1126471"/>
                <a:chOff x="6608782" y="1551392"/>
                <a:chExt cx="1585066" cy="1126471"/>
              </a:xfrm>
            </p:grpSpPr>
            <p:sp>
              <p:nvSpPr>
                <p:cNvPr id="5954" name="Google Shape;5954;p72"/>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2"/>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2"/>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2"/>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58" name="Google Shape;5958;p72"/>
          <p:cNvGrpSpPr/>
          <p:nvPr/>
        </p:nvGrpSpPr>
        <p:grpSpPr>
          <a:xfrm>
            <a:off x="6057386" y="2827805"/>
            <a:ext cx="302032" cy="1568967"/>
            <a:chOff x="6057386" y="2827805"/>
            <a:chExt cx="302032" cy="1568967"/>
          </a:xfrm>
        </p:grpSpPr>
        <p:grpSp>
          <p:nvGrpSpPr>
            <p:cNvPr id="5959" name="Google Shape;5959;p72"/>
            <p:cNvGrpSpPr/>
            <p:nvPr/>
          </p:nvGrpSpPr>
          <p:grpSpPr>
            <a:xfrm>
              <a:off x="6057386" y="2827805"/>
              <a:ext cx="302032" cy="1568967"/>
              <a:chOff x="6057386" y="2827805"/>
              <a:chExt cx="302032" cy="1568967"/>
            </a:xfrm>
          </p:grpSpPr>
          <p:sp>
            <p:nvSpPr>
              <p:cNvPr id="5960" name="Google Shape;5960;p72"/>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2"/>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2"/>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2"/>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2"/>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2"/>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2"/>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2"/>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2"/>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2"/>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2"/>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2"/>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2"/>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2"/>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2"/>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2"/>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2"/>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2"/>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2"/>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2"/>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2"/>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2"/>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2"/>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2"/>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2"/>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2"/>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2"/>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2"/>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2"/>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9" name="Google Shape;5989;p72"/>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2"/>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72"/>
          <p:cNvGrpSpPr/>
          <p:nvPr/>
        </p:nvGrpSpPr>
        <p:grpSpPr>
          <a:xfrm>
            <a:off x="2000556" y="1599372"/>
            <a:ext cx="224622" cy="224774"/>
            <a:chOff x="2657906" y="1651497"/>
            <a:chExt cx="224622" cy="224774"/>
          </a:xfrm>
        </p:grpSpPr>
        <p:sp>
          <p:nvSpPr>
            <p:cNvPr id="5992" name="Google Shape;5992;p72"/>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2"/>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4" name="Google Shape;5994;p72"/>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5" name="Google Shape;5995;p72"/>
          <p:cNvGrpSpPr/>
          <p:nvPr/>
        </p:nvGrpSpPr>
        <p:grpSpPr>
          <a:xfrm>
            <a:off x="2000561" y="3816542"/>
            <a:ext cx="336675" cy="334710"/>
            <a:chOff x="2657906" y="2241938"/>
            <a:chExt cx="225987" cy="224698"/>
          </a:xfrm>
        </p:grpSpPr>
        <p:sp>
          <p:nvSpPr>
            <p:cNvPr id="5996" name="Google Shape;5996;p72"/>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2"/>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2"/>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2"/>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2"/>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2"/>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2"/>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2"/>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2"/>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2"/>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72"/>
          <p:cNvGrpSpPr/>
          <p:nvPr/>
        </p:nvGrpSpPr>
        <p:grpSpPr>
          <a:xfrm>
            <a:off x="4116787" y="3256553"/>
            <a:ext cx="447728" cy="1135923"/>
            <a:chOff x="4116787" y="3256553"/>
            <a:chExt cx="447728" cy="1135923"/>
          </a:xfrm>
        </p:grpSpPr>
        <p:sp>
          <p:nvSpPr>
            <p:cNvPr id="6007" name="Google Shape;6007;p72"/>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8" name="Google Shape;6008;p72"/>
            <p:cNvGrpSpPr/>
            <p:nvPr/>
          </p:nvGrpSpPr>
          <p:grpSpPr>
            <a:xfrm>
              <a:off x="4135514" y="3261886"/>
              <a:ext cx="409996" cy="1125132"/>
              <a:chOff x="4135514" y="3261886"/>
              <a:chExt cx="409996" cy="1125132"/>
            </a:xfrm>
          </p:grpSpPr>
          <p:sp>
            <p:nvSpPr>
              <p:cNvPr id="6009" name="Google Shape;6009;p72"/>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2"/>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2"/>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2"/>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2"/>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2"/>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2"/>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2"/>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2"/>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2"/>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2"/>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2"/>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2"/>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2"/>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2"/>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2"/>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2"/>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2"/>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2"/>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2"/>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2"/>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2"/>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2"/>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2"/>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2"/>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2"/>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2"/>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2"/>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2"/>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2"/>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2"/>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2"/>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2"/>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2"/>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2"/>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2"/>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2"/>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2"/>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2"/>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2"/>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2"/>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2"/>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2"/>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2"/>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2"/>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2"/>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2"/>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2"/>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2"/>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2"/>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2"/>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2"/>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2"/>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2"/>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2"/>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2"/>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2"/>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2"/>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67" name="Google Shape;6067;p72"/>
          <p:cNvGrpSpPr/>
          <p:nvPr/>
        </p:nvGrpSpPr>
        <p:grpSpPr>
          <a:xfrm>
            <a:off x="2936333" y="3256553"/>
            <a:ext cx="447601" cy="1135923"/>
            <a:chOff x="2936333" y="3256553"/>
            <a:chExt cx="447601" cy="1135923"/>
          </a:xfrm>
        </p:grpSpPr>
        <p:sp>
          <p:nvSpPr>
            <p:cNvPr id="6068" name="Google Shape;6068;p72"/>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9" name="Google Shape;6069;p72"/>
            <p:cNvGrpSpPr/>
            <p:nvPr/>
          </p:nvGrpSpPr>
          <p:grpSpPr>
            <a:xfrm>
              <a:off x="2939796" y="3259611"/>
              <a:ext cx="443027" cy="1124980"/>
              <a:chOff x="2939796" y="3259611"/>
              <a:chExt cx="443027" cy="1124980"/>
            </a:xfrm>
          </p:grpSpPr>
          <p:sp>
            <p:nvSpPr>
              <p:cNvPr id="6070" name="Google Shape;6070;p72"/>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2"/>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2"/>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2"/>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2"/>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2"/>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2"/>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2"/>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2"/>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2"/>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2"/>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2"/>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2"/>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2"/>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2"/>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2"/>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2"/>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2"/>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2"/>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2"/>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2"/>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2"/>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2"/>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2"/>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2"/>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2"/>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2"/>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2"/>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2"/>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2"/>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2"/>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2"/>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2"/>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2"/>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2"/>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2"/>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2"/>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2"/>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2"/>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2"/>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2"/>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2"/>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2"/>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2"/>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2"/>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2"/>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2"/>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2"/>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2"/>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2"/>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2"/>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2"/>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2"/>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2"/>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2"/>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2"/>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2"/>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2"/>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2"/>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2"/>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2"/>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2"/>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2"/>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2"/>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2"/>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2"/>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2"/>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2"/>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2"/>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2"/>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2"/>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2"/>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2"/>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2"/>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2"/>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2"/>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2"/>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2"/>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2"/>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2"/>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2"/>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2"/>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2"/>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2"/>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2"/>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2"/>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2"/>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2"/>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2"/>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2"/>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2"/>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2"/>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2"/>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2"/>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2"/>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2"/>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2"/>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2"/>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2"/>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2"/>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2"/>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2"/>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2"/>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2"/>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2"/>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2"/>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2"/>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2"/>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2"/>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2"/>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6" name="Google Shape;6186;p72"/>
          <p:cNvGrpSpPr/>
          <p:nvPr/>
        </p:nvGrpSpPr>
        <p:grpSpPr>
          <a:xfrm>
            <a:off x="4707616" y="3256553"/>
            <a:ext cx="447702" cy="1135923"/>
            <a:chOff x="4707616" y="3256553"/>
            <a:chExt cx="447702" cy="1135923"/>
          </a:xfrm>
        </p:grpSpPr>
        <p:sp>
          <p:nvSpPr>
            <p:cNvPr id="6187" name="Google Shape;6187;p72"/>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8" name="Google Shape;6188;p72"/>
            <p:cNvGrpSpPr/>
            <p:nvPr/>
          </p:nvGrpSpPr>
          <p:grpSpPr>
            <a:xfrm>
              <a:off x="4724641" y="3320695"/>
              <a:ext cx="412877" cy="1031270"/>
              <a:chOff x="4724641" y="3320695"/>
              <a:chExt cx="412877" cy="1031270"/>
            </a:xfrm>
          </p:grpSpPr>
          <p:sp>
            <p:nvSpPr>
              <p:cNvPr id="6189" name="Google Shape;6189;p72"/>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2"/>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2"/>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2"/>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00" name="Google Shape;6200;p72"/>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04" name="Shape 6204"/>
        <p:cNvGrpSpPr/>
        <p:nvPr/>
      </p:nvGrpSpPr>
      <p:grpSpPr>
        <a:xfrm>
          <a:off x="0" y="0"/>
          <a:ext cx="0" cy="0"/>
          <a:chOff x="0" y="0"/>
          <a:chExt cx="0" cy="0"/>
        </a:xfrm>
      </p:grpSpPr>
      <p:sp>
        <p:nvSpPr>
          <p:cNvPr id="6205" name="Google Shape;6205;p73"/>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6" name="Google Shape;6206;p73"/>
          <p:cNvGrpSpPr/>
          <p:nvPr/>
        </p:nvGrpSpPr>
        <p:grpSpPr>
          <a:xfrm>
            <a:off x="5881075" y="1606500"/>
            <a:ext cx="389275" cy="1299125"/>
            <a:chOff x="5881075" y="1606500"/>
            <a:chExt cx="389275" cy="1299125"/>
          </a:xfrm>
        </p:grpSpPr>
        <p:sp>
          <p:nvSpPr>
            <p:cNvPr id="6207" name="Google Shape;6207;p73"/>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8" name="Google Shape;6208;p73"/>
            <p:cNvGrpSpPr/>
            <p:nvPr/>
          </p:nvGrpSpPr>
          <p:grpSpPr>
            <a:xfrm>
              <a:off x="5888300" y="1606500"/>
              <a:ext cx="375575" cy="1290700"/>
              <a:chOff x="5888300" y="1606500"/>
              <a:chExt cx="375575" cy="1290700"/>
            </a:xfrm>
          </p:grpSpPr>
          <p:sp>
            <p:nvSpPr>
              <p:cNvPr id="6209" name="Google Shape;6209;p73"/>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71" name="Google Shape;6271;p73"/>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6" name="Google Shape;6276;p73"/>
          <p:cNvGrpSpPr/>
          <p:nvPr/>
        </p:nvGrpSpPr>
        <p:grpSpPr>
          <a:xfrm>
            <a:off x="5099200" y="3022588"/>
            <a:ext cx="435225" cy="1370250"/>
            <a:chOff x="5099200" y="2992450"/>
            <a:chExt cx="435225" cy="1370250"/>
          </a:xfrm>
        </p:grpSpPr>
        <p:grpSp>
          <p:nvGrpSpPr>
            <p:cNvPr id="6277" name="Google Shape;6277;p73"/>
            <p:cNvGrpSpPr/>
            <p:nvPr/>
          </p:nvGrpSpPr>
          <p:grpSpPr>
            <a:xfrm>
              <a:off x="5099200" y="3018075"/>
              <a:ext cx="435225" cy="1344625"/>
              <a:chOff x="5099200" y="3018075"/>
              <a:chExt cx="435225" cy="1344625"/>
            </a:xfrm>
          </p:grpSpPr>
          <p:sp>
            <p:nvSpPr>
              <p:cNvPr id="6278" name="Google Shape;6278;p73"/>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73"/>
            <p:cNvGrpSpPr/>
            <p:nvPr/>
          </p:nvGrpSpPr>
          <p:grpSpPr>
            <a:xfrm>
              <a:off x="5110575" y="3060800"/>
              <a:ext cx="411850" cy="1291550"/>
              <a:chOff x="5110575" y="3060800"/>
              <a:chExt cx="411850" cy="1291550"/>
            </a:xfrm>
          </p:grpSpPr>
          <p:sp>
            <p:nvSpPr>
              <p:cNvPr id="6281" name="Google Shape;6281;p73"/>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1" name="Google Shape;6411;p73"/>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3"/>
          <p:cNvGrpSpPr/>
          <p:nvPr/>
        </p:nvGrpSpPr>
        <p:grpSpPr>
          <a:xfrm>
            <a:off x="5866925" y="3022588"/>
            <a:ext cx="435225" cy="1370250"/>
            <a:chOff x="5866925" y="2992450"/>
            <a:chExt cx="435225" cy="1370250"/>
          </a:xfrm>
        </p:grpSpPr>
        <p:grpSp>
          <p:nvGrpSpPr>
            <p:cNvPr id="6413" name="Google Shape;6413;p73"/>
            <p:cNvGrpSpPr/>
            <p:nvPr/>
          </p:nvGrpSpPr>
          <p:grpSpPr>
            <a:xfrm>
              <a:off x="5866925" y="3018075"/>
              <a:ext cx="435225" cy="1344625"/>
              <a:chOff x="5866925" y="3018075"/>
              <a:chExt cx="435225" cy="1344625"/>
            </a:xfrm>
          </p:grpSpPr>
          <p:sp>
            <p:nvSpPr>
              <p:cNvPr id="6414" name="Google Shape;6414;p73"/>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73"/>
            <p:cNvGrpSpPr/>
            <p:nvPr/>
          </p:nvGrpSpPr>
          <p:grpSpPr>
            <a:xfrm>
              <a:off x="5879375" y="3075750"/>
              <a:ext cx="407400" cy="1278050"/>
              <a:chOff x="5879375" y="3075750"/>
              <a:chExt cx="407400" cy="1278050"/>
            </a:xfrm>
          </p:grpSpPr>
          <p:sp>
            <p:nvSpPr>
              <p:cNvPr id="6417" name="Google Shape;6417;p73"/>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8" name="Google Shape;6478;p73"/>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73"/>
          <p:cNvGrpSpPr/>
          <p:nvPr/>
        </p:nvGrpSpPr>
        <p:grpSpPr>
          <a:xfrm>
            <a:off x="6634500" y="3022588"/>
            <a:ext cx="435225" cy="1370250"/>
            <a:chOff x="6634500" y="2992450"/>
            <a:chExt cx="435225" cy="1370250"/>
          </a:xfrm>
        </p:grpSpPr>
        <p:sp>
          <p:nvSpPr>
            <p:cNvPr id="6480" name="Google Shape;6480;p73"/>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3" name="Google Shape;6483;p73"/>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73"/>
          <p:cNvGrpSpPr/>
          <p:nvPr/>
        </p:nvGrpSpPr>
        <p:grpSpPr>
          <a:xfrm>
            <a:off x="6658800" y="3128663"/>
            <a:ext cx="382500" cy="1243900"/>
            <a:chOff x="6658800" y="3098525"/>
            <a:chExt cx="382500" cy="1243900"/>
          </a:xfrm>
        </p:grpSpPr>
        <p:grpSp>
          <p:nvGrpSpPr>
            <p:cNvPr id="6492" name="Google Shape;6492;p73"/>
            <p:cNvGrpSpPr/>
            <p:nvPr/>
          </p:nvGrpSpPr>
          <p:grpSpPr>
            <a:xfrm>
              <a:off x="6750375" y="3274500"/>
              <a:ext cx="203475" cy="165800"/>
              <a:chOff x="6750375" y="3274500"/>
              <a:chExt cx="203475" cy="165800"/>
            </a:xfrm>
          </p:grpSpPr>
          <p:sp>
            <p:nvSpPr>
              <p:cNvPr id="6493" name="Google Shape;6493;p73"/>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7" name="Google Shape;6497;p73"/>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73"/>
          <p:cNvGrpSpPr/>
          <p:nvPr/>
        </p:nvGrpSpPr>
        <p:grpSpPr>
          <a:xfrm>
            <a:off x="2881219" y="1559619"/>
            <a:ext cx="1182076" cy="1120100"/>
            <a:chOff x="2834338" y="1606500"/>
            <a:chExt cx="1182076" cy="1120100"/>
          </a:xfrm>
        </p:grpSpPr>
        <p:grpSp>
          <p:nvGrpSpPr>
            <p:cNvPr id="6512" name="Google Shape;6512;p73"/>
            <p:cNvGrpSpPr/>
            <p:nvPr/>
          </p:nvGrpSpPr>
          <p:grpSpPr>
            <a:xfrm>
              <a:off x="3260010" y="1885839"/>
              <a:ext cx="756404" cy="756404"/>
              <a:chOff x="5681300" y="2527788"/>
              <a:chExt cx="805800" cy="805800"/>
            </a:xfrm>
          </p:grpSpPr>
          <p:sp>
            <p:nvSpPr>
              <p:cNvPr id="6513" name="Google Shape;6513;p7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73"/>
            <p:cNvGrpSpPr/>
            <p:nvPr/>
          </p:nvGrpSpPr>
          <p:grpSpPr>
            <a:xfrm>
              <a:off x="2834338" y="1606500"/>
              <a:ext cx="904525" cy="1120100"/>
              <a:chOff x="2834338" y="1606500"/>
              <a:chExt cx="904525" cy="1120100"/>
            </a:xfrm>
          </p:grpSpPr>
          <p:sp>
            <p:nvSpPr>
              <p:cNvPr id="6516" name="Google Shape;6516;p73"/>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24" name="Google Shape;6524;p73"/>
          <p:cNvGrpSpPr/>
          <p:nvPr/>
        </p:nvGrpSpPr>
        <p:grpSpPr>
          <a:xfrm>
            <a:off x="3082819" y="2817700"/>
            <a:ext cx="1013175" cy="1561450"/>
            <a:chOff x="3035938" y="2817700"/>
            <a:chExt cx="1013175" cy="1561450"/>
          </a:xfrm>
        </p:grpSpPr>
        <p:grpSp>
          <p:nvGrpSpPr>
            <p:cNvPr id="6525" name="Google Shape;6525;p73"/>
            <p:cNvGrpSpPr/>
            <p:nvPr/>
          </p:nvGrpSpPr>
          <p:grpSpPr>
            <a:xfrm>
              <a:off x="3035938" y="2817700"/>
              <a:ext cx="1013175" cy="1561450"/>
              <a:chOff x="3035938" y="2817700"/>
              <a:chExt cx="1013175" cy="1561450"/>
            </a:xfrm>
          </p:grpSpPr>
          <p:sp>
            <p:nvSpPr>
              <p:cNvPr id="6526" name="Google Shape;6526;p73"/>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7" name="Google Shape;6527;p73"/>
              <p:cNvGrpSpPr/>
              <p:nvPr/>
            </p:nvGrpSpPr>
            <p:grpSpPr>
              <a:xfrm>
                <a:off x="3196388" y="2817700"/>
                <a:ext cx="681075" cy="1561450"/>
                <a:chOff x="3196388" y="2817700"/>
                <a:chExt cx="681075" cy="1561450"/>
              </a:xfrm>
            </p:grpSpPr>
            <p:sp>
              <p:nvSpPr>
                <p:cNvPr id="6528" name="Google Shape;6528;p73"/>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1" name="Google Shape;6551;p73"/>
            <p:cNvGrpSpPr/>
            <p:nvPr/>
          </p:nvGrpSpPr>
          <p:grpSpPr>
            <a:xfrm>
              <a:off x="3090338" y="2927425"/>
              <a:ext cx="389575" cy="1365675"/>
              <a:chOff x="3090338" y="2927425"/>
              <a:chExt cx="389575" cy="1365675"/>
            </a:xfrm>
          </p:grpSpPr>
          <p:grpSp>
            <p:nvGrpSpPr>
              <p:cNvPr id="6552" name="Google Shape;6552;p73"/>
              <p:cNvGrpSpPr/>
              <p:nvPr/>
            </p:nvGrpSpPr>
            <p:grpSpPr>
              <a:xfrm>
                <a:off x="3090338" y="2927425"/>
                <a:ext cx="389575" cy="202550"/>
                <a:chOff x="3090338" y="2927425"/>
                <a:chExt cx="389575" cy="202550"/>
              </a:xfrm>
            </p:grpSpPr>
            <p:sp>
              <p:nvSpPr>
                <p:cNvPr id="6553" name="Google Shape;6553;p73"/>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73"/>
              <p:cNvGrpSpPr/>
              <p:nvPr/>
            </p:nvGrpSpPr>
            <p:grpSpPr>
              <a:xfrm>
                <a:off x="3090338" y="3218150"/>
                <a:ext cx="389575" cy="202575"/>
                <a:chOff x="3090338" y="3218150"/>
                <a:chExt cx="389575" cy="202575"/>
              </a:xfrm>
            </p:grpSpPr>
            <p:sp>
              <p:nvSpPr>
                <p:cNvPr id="6556" name="Google Shape;6556;p73"/>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73"/>
              <p:cNvGrpSpPr/>
              <p:nvPr/>
            </p:nvGrpSpPr>
            <p:grpSpPr>
              <a:xfrm>
                <a:off x="3090338" y="3509050"/>
                <a:ext cx="389575" cy="202550"/>
                <a:chOff x="3090338" y="3509050"/>
                <a:chExt cx="389575" cy="202550"/>
              </a:xfrm>
            </p:grpSpPr>
            <p:sp>
              <p:nvSpPr>
                <p:cNvPr id="6559" name="Google Shape;6559;p73"/>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73"/>
              <p:cNvGrpSpPr/>
              <p:nvPr/>
            </p:nvGrpSpPr>
            <p:grpSpPr>
              <a:xfrm>
                <a:off x="3090338" y="3799800"/>
                <a:ext cx="389575" cy="202550"/>
                <a:chOff x="3090338" y="3799800"/>
                <a:chExt cx="389575" cy="202550"/>
              </a:xfrm>
            </p:grpSpPr>
            <p:sp>
              <p:nvSpPr>
                <p:cNvPr id="6562" name="Google Shape;6562;p73"/>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73"/>
              <p:cNvGrpSpPr/>
              <p:nvPr/>
            </p:nvGrpSpPr>
            <p:grpSpPr>
              <a:xfrm>
                <a:off x="3090338" y="4090525"/>
                <a:ext cx="389575" cy="202575"/>
                <a:chOff x="3090338" y="4090525"/>
                <a:chExt cx="389575" cy="202575"/>
              </a:xfrm>
            </p:grpSpPr>
            <p:sp>
              <p:nvSpPr>
                <p:cNvPr id="6565" name="Google Shape;6565;p73"/>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67" name="Google Shape;6567;p73"/>
            <p:cNvGrpSpPr/>
            <p:nvPr/>
          </p:nvGrpSpPr>
          <p:grpSpPr>
            <a:xfrm>
              <a:off x="3602363" y="2927425"/>
              <a:ext cx="389575" cy="1365675"/>
              <a:chOff x="3602363" y="2927425"/>
              <a:chExt cx="389575" cy="1365675"/>
            </a:xfrm>
          </p:grpSpPr>
          <p:grpSp>
            <p:nvGrpSpPr>
              <p:cNvPr id="6568" name="Google Shape;6568;p73"/>
              <p:cNvGrpSpPr/>
              <p:nvPr/>
            </p:nvGrpSpPr>
            <p:grpSpPr>
              <a:xfrm>
                <a:off x="3602363" y="2927425"/>
                <a:ext cx="389575" cy="202550"/>
                <a:chOff x="3602363" y="2927425"/>
                <a:chExt cx="389575" cy="202550"/>
              </a:xfrm>
            </p:grpSpPr>
            <p:sp>
              <p:nvSpPr>
                <p:cNvPr id="6569" name="Google Shape;6569;p73"/>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73"/>
              <p:cNvGrpSpPr/>
              <p:nvPr/>
            </p:nvGrpSpPr>
            <p:grpSpPr>
              <a:xfrm>
                <a:off x="3602363" y="3218150"/>
                <a:ext cx="389575" cy="202575"/>
                <a:chOff x="3602363" y="3218150"/>
                <a:chExt cx="389575" cy="202575"/>
              </a:xfrm>
            </p:grpSpPr>
            <p:sp>
              <p:nvSpPr>
                <p:cNvPr id="6572" name="Google Shape;6572;p73"/>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3"/>
              <p:cNvGrpSpPr/>
              <p:nvPr/>
            </p:nvGrpSpPr>
            <p:grpSpPr>
              <a:xfrm>
                <a:off x="3602363" y="3509050"/>
                <a:ext cx="389575" cy="202550"/>
                <a:chOff x="3602363" y="3509050"/>
                <a:chExt cx="389575" cy="202550"/>
              </a:xfrm>
            </p:grpSpPr>
            <p:sp>
              <p:nvSpPr>
                <p:cNvPr id="6575" name="Google Shape;6575;p73"/>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73"/>
              <p:cNvGrpSpPr/>
              <p:nvPr/>
            </p:nvGrpSpPr>
            <p:grpSpPr>
              <a:xfrm>
                <a:off x="3602363" y="3799800"/>
                <a:ext cx="389575" cy="202550"/>
                <a:chOff x="3602363" y="3799800"/>
                <a:chExt cx="389575" cy="202550"/>
              </a:xfrm>
            </p:grpSpPr>
            <p:sp>
              <p:nvSpPr>
                <p:cNvPr id="6578" name="Google Shape;6578;p73"/>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73"/>
              <p:cNvGrpSpPr/>
              <p:nvPr/>
            </p:nvGrpSpPr>
            <p:grpSpPr>
              <a:xfrm>
                <a:off x="3602363" y="4090525"/>
                <a:ext cx="389575" cy="202575"/>
                <a:chOff x="3602363" y="4090525"/>
                <a:chExt cx="389575" cy="202575"/>
              </a:xfrm>
            </p:grpSpPr>
            <p:sp>
              <p:nvSpPr>
                <p:cNvPr id="6581" name="Google Shape;6581;p73"/>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83" name="Google Shape;6583;p73"/>
          <p:cNvGrpSpPr/>
          <p:nvPr/>
        </p:nvGrpSpPr>
        <p:grpSpPr>
          <a:xfrm>
            <a:off x="4358525" y="1562650"/>
            <a:ext cx="381425" cy="1329000"/>
            <a:chOff x="4358525" y="1562650"/>
            <a:chExt cx="381425" cy="1329000"/>
          </a:xfrm>
        </p:grpSpPr>
        <p:grpSp>
          <p:nvGrpSpPr>
            <p:cNvPr id="6584" name="Google Shape;6584;p73"/>
            <p:cNvGrpSpPr/>
            <p:nvPr/>
          </p:nvGrpSpPr>
          <p:grpSpPr>
            <a:xfrm>
              <a:off x="4358525" y="1562650"/>
              <a:ext cx="381425" cy="1329000"/>
              <a:chOff x="4358525" y="1562650"/>
              <a:chExt cx="381425" cy="1329000"/>
            </a:xfrm>
          </p:grpSpPr>
          <p:sp>
            <p:nvSpPr>
              <p:cNvPr id="6585" name="Google Shape;6585;p73"/>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6" name="Google Shape;6586;p73"/>
              <p:cNvGrpSpPr/>
              <p:nvPr/>
            </p:nvGrpSpPr>
            <p:grpSpPr>
              <a:xfrm>
                <a:off x="4358525" y="1619100"/>
                <a:ext cx="381425" cy="1272550"/>
                <a:chOff x="4358525" y="1619100"/>
                <a:chExt cx="381425" cy="1272550"/>
              </a:xfrm>
            </p:grpSpPr>
            <p:sp>
              <p:nvSpPr>
                <p:cNvPr id="6587" name="Google Shape;6587;p73"/>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0" name="Google Shape;6590;p73"/>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1" name="Google Shape;6591;p73"/>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3" name="Google Shape;6593;p73"/>
            <p:cNvGrpSpPr/>
            <p:nvPr/>
          </p:nvGrpSpPr>
          <p:grpSpPr>
            <a:xfrm>
              <a:off x="4434425" y="1799150"/>
              <a:ext cx="229625" cy="176600"/>
              <a:chOff x="4434425" y="1799150"/>
              <a:chExt cx="229625" cy="176600"/>
            </a:xfrm>
          </p:grpSpPr>
          <p:sp>
            <p:nvSpPr>
              <p:cNvPr id="6594" name="Google Shape;6594;p73"/>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73"/>
            <p:cNvGrpSpPr/>
            <p:nvPr/>
          </p:nvGrpSpPr>
          <p:grpSpPr>
            <a:xfrm>
              <a:off x="4427975" y="2144625"/>
              <a:ext cx="241150" cy="131875"/>
              <a:chOff x="4427975" y="2144625"/>
              <a:chExt cx="241150" cy="131875"/>
            </a:xfrm>
          </p:grpSpPr>
          <p:sp>
            <p:nvSpPr>
              <p:cNvPr id="6598" name="Google Shape;6598;p73"/>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1" name="Google Shape;6601;p73"/>
          <p:cNvGrpSpPr/>
          <p:nvPr/>
        </p:nvGrpSpPr>
        <p:grpSpPr>
          <a:xfrm>
            <a:off x="4331625" y="3022588"/>
            <a:ext cx="435225" cy="1370250"/>
            <a:chOff x="4331625" y="2992450"/>
            <a:chExt cx="435225" cy="1370250"/>
          </a:xfrm>
        </p:grpSpPr>
        <p:grpSp>
          <p:nvGrpSpPr>
            <p:cNvPr id="6602" name="Google Shape;6602;p73"/>
            <p:cNvGrpSpPr/>
            <p:nvPr/>
          </p:nvGrpSpPr>
          <p:grpSpPr>
            <a:xfrm>
              <a:off x="4331625" y="2992450"/>
              <a:ext cx="435225" cy="1370250"/>
              <a:chOff x="4331625" y="2992450"/>
              <a:chExt cx="435225" cy="1370250"/>
            </a:xfrm>
          </p:grpSpPr>
          <p:sp>
            <p:nvSpPr>
              <p:cNvPr id="6603" name="Google Shape;6603;p73"/>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73"/>
            <p:cNvGrpSpPr/>
            <p:nvPr/>
          </p:nvGrpSpPr>
          <p:grpSpPr>
            <a:xfrm>
              <a:off x="4415850" y="3599250"/>
              <a:ext cx="266625" cy="293850"/>
              <a:chOff x="4415850" y="3599250"/>
              <a:chExt cx="266625" cy="293850"/>
            </a:xfrm>
          </p:grpSpPr>
          <p:sp>
            <p:nvSpPr>
              <p:cNvPr id="6608" name="Google Shape;6608;p73"/>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7" name="Google Shape;6617;p73"/>
          <p:cNvGrpSpPr/>
          <p:nvPr/>
        </p:nvGrpSpPr>
        <p:grpSpPr>
          <a:xfrm>
            <a:off x="998276" y="1542725"/>
            <a:ext cx="1785800" cy="2843650"/>
            <a:chOff x="998276" y="1542725"/>
            <a:chExt cx="1785800" cy="2843650"/>
          </a:xfrm>
        </p:grpSpPr>
        <p:sp>
          <p:nvSpPr>
            <p:cNvPr id="6618" name="Google Shape;6618;p73"/>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9" name="Google Shape;6619;p73"/>
            <p:cNvGrpSpPr/>
            <p:nvPr/>
          </p:nvGrpSpPr>
          <p:grpSpPr>
            <a:xfrm>
              <a:off x="1459126" y="1614025"/>
              <a:ext cx="848725" cy="2691675"/>
              <a:chOff x="1459126" y="1614025"/>
              <a:chExt cx="848725" cy="2691675"/>
            </a:xfrm>
          </p:grpSpPr>
          <p:sp>
            <p:nvSpPr>
              <p:cNvPr id="6620" name="Google Shape;6620;p73"/>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1" name="Google Shape;6621;p73"/>
              <p:cNvGrpSpPr/>
              <p:nvPr/>
            </p:nvGrpSpPr>
            <p:grpSpPr>
              <a:xfrm>
                <a:off x="1459126" y="2549075"/>
                <a:ext cx="848725" cy="608875"/>
                <a:chOff x="1459126" y="2549075"/>
                <a:chExt cx="848725" cy="608875"/>
              </a:xfrm>
            </p:grpSpPr>
            <p:sp>
              <p:nvSpPr>
                <p:cNvPr id="6622" name="Google Shape;6622;p73"/>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4" name="Google Shape;6624;p73"/>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7" name="Google Shape;6627;p73"/>
              <p:cNvGrpSpPr/>
              <p:nvPr/>
            </p:nvGrpSpPr>
            <p:grpSpPr>
              <a:xfrm>
                <a:off x="1674701" y="3317900"/>
                <a:ext cx="433525" cy="379725"/>
                <a:chOff x="1674701" y="3317900"/>
                <a:chExt cx="433525" cy="379725"/>
              </a:xfrm>
            </p:grpSpPr>
            <p:sp>
              <p:nvSpPr>
                <p:cNvPr id="6628" name="Google Shape;6628;p73"/>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73"/>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3" name="Google Shape;6633;p73"/>
          <p:cNvGrpSpPr/>
          <p:nvPr/>
        </p:nvGrpSpPr>
        <p:grpSpPr>
          <a:xfrm>
            <a:off x="1234609" y="2417569"/>
            <a:ext cx="224507" cy="215983"/>
            <a:chOff x="2648935" y="1948120"/>
            <a:chExt cx="233594" cy="224748"/>
          </a:xfrm>
        </p:grpSpPr>
        <p:sp>
          <p:nvSpPr>
            <p:cNvPr id="6634" name="Google Shape;6634;p73"/>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73"/>
          <p:cNvGrpSpPr/>
          <p:nvPr/>
        </p:nvGrpSpPr>
        <p:grpSpPr>
          <a:xfrm>
            <a:off x="2463611" y="3301566"/>
            <a:ext cx="330071" cy="317580"/>
            <a:chOff x="3628558" y="2776198"/>
            <a:chExt cx="257045" cy="247375"/>
          </a:xfrm>
        </p:grpSpPr>
        <p:sp>
          <p:nvSpPr>
            <p:cNvPr id="6637" name="Google Shape;6637;p73"/>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73"/>
          <p:cNvGrpSpPr/>
          <p:nvPr/>
        </p:nvGrpSpPr>
        <p:grpSpPr>
          <a:xfrm>
            <a:off x="5117800" y="1548900"/>
            <a:ext cx="389275" cy="1356725"/>
            <a:chOff x="5117800" y="1548900"/>
            <a:chExt cx="389275" cy="1356725"/>
          </a:xfrm>
        </p:grpSpPr>
        <p:sp>
          <p:nvSpPr>
            <p:cNvPr id="6641" name="Google Shape;6641;p73"/>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2" name="Google Shape;6642;p73"/>
            <p:cNvGrpSpPr/>
            <p:nvPr/>
          </p:nvGrpSpPr>
          <p:grpSpPr>
            <a:xfrm>
              <a:off x="5117800" y="1606500"/>
              <a:ext cx="389275" cy="1299125"/>
              <a:chOff x="5117800" y="1606500"/>
              <a:chExt cx="389275" cy="1299125"/>
            </a:xfrm>
          </p:grpSpPr>
          <p:grpSp>
            <p:nvGrpSpPr>
              <p:cNvPr id="6643" name="Google Shape;6643;p73"/>
              <p:cNvGrpSpPr/>
              <p:nvPr/>
            </p:nvGrpSpPr>
            <p:grpSpPr>
              <a:xfrm>
                <a:off x="5117800" y="1606500"/>
                <a:ext cx="389275" cy="1299125"/>
                <a:chOff x="5117800" y="1606500"/>
                <a:chExt cx="389275" cy="1299125"/>
              </a:xfrm>
            </p:grpSpPr>
            <p:sp>
              <p:nvSpPr>
                <p:cNvPr id="6644" name="Google Shape;6644;p73"/>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3"/>
              <p:cNvGrpSpPr/>
              <p:nvPr/>
            </p:nvGrpSpPr>
            <p:grpSpPr>
              <a:xfrm>
                <a:off x="5125650" y="1613550"/>
                <a:ext cx="373725" cy="1286875"/>
                <a:chOff x="5125650" y="1613550"/>
                <a:chExt cx="373725" cy="1286875"/>
              </a:xfrm>
            </p:grpSpPr>
            <p:sp>
              <p:nvSpPr>
                <p:cNvPr id="6647" name="Google Shape;6647;p73"/>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77" name="Google Shape;6777;p73"/>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73"/>
          <p:cNvGrpSpPr/>
          <p:nvPr/>
        </p:nvGrpSpPr>
        <p:grpSpPr>
          <a:xfrm>
            <a:off x="6644350" y="1548975"/>
            <a:ext cx="389275" cy="1356650"/>
            <a:chOff x="6644350" y="1548975"/>
            <a:chExt cx="389275" cy="1356650"/>
          </a:xfrm>
        </p:grpSpPr>
        <p:sp>
          <p:nvSpPr>
            <p:cNvPr id="6779" name="Google Shape;6779;p73"/>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0" name="Google Shape;6780;p73"/>
            <p:cNvGrpSpPr/>
            <p:nvPr/>
          </p:nvGrpSpPr>
          <p:grpSpPr>
            <a:xfrm>
              <a:off x="6644350" y="1606500"/>
              <a:ext cx="389275" cy="1299125"/>
              <a:chOff x="6644350" y="1606500"/>
              <a:chExt cx="389275" cy="1299125"/>
            </a:xfrm>
          </p:grpSpPr>
          <p:sp>
            <p:nvSpPr>
              <p:cNvPr id="6781" name="Google Shape;6781;p73"/>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73"/>
            <p:cNvGrpSpPr/>
            <p:nvPr/>
          </p:nvGrpSpPr>
          <p:grpSpPr>
            <a:xfrm>
              <a:off x="6644800" y="1661800"/>
              <a:ext cx="381750" cy="1218925"/>
              <a:chOff x="6644800" y="1661800"/>
              <a:chExt cx="381750" cy="1218925"/>
            </a:xfrm>
          </p:grpSpPr>
          <p:grpSp>
            <p:nvGrpSpPr>
              <p:cNvPr id="6784" name="Google Shape;6784;p73"/>
              <p:cNvGrpSpPr/>
              <p:nvPr/>
            </p:nvGrpSpPr>
            <p:grpSpPr>
              <a:xfrm>
                <a:off x="6739925" y="1838600"/>
                <a:ext cx="198100" cy="161275"/>
                <a:chOff x="6739925" y="1838600"/>
                <a:chExt cx="198100" cy="161275"/>
              </a:xfrm>
            </p:grpSpPr>
            <p:sp>
              <p:nvSpPr>
                <p:cNvPr id="6785" name="Google Shape;6785;p73"/>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9" name="Google Shape;6789;p73"/>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5" name="Google Shape;6805;p73"/>
              <p:cNvGrpSpPr/>
              <p:nvPr/>
            </p:nvGrpSpPr>
            <p:grpSpPr>
              <a:xfrm>
                <a:off x="6814150" y="1867175"/>
                <a:ext cx="117025" cy="84325"/>
                <a:chOff x="6814150" y="1867175"/>
                <a:chExt cx="117025" cy="84325"/>
              </a:xfrm>
            </p:grpSpPr>
            <p:sp>
              <p:nvSpPr>
                <p:cNvPr id="6806" name="Google Shape;6806;p73"/>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08" name="Google Shape;6808;p73"/>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73"/>
          <p:cNvGrpSpPr/>
          <p:nvPr/>
        </p:nvGrpSpPr>
        <p:grpSpPr>
          <a:xfrm>
            <a:off x="7301946" y="1542722"/>
            <a:ext cx="911707" cy="2849020"/>
            <a:chOff x="2972675" y="239500"/>
            <a:chExt cx="1672550" cy="5226600"/>
          </a:xfrm>
        </p:grpSpPr>
        <p:sp>
          <p:nvSpPr>
            <p:cNvPr id="6810" name="Google Shape;6810;p73"/>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7" name="Shape 6817"/>
        <p:cNvGrpSpPr/>
        <p:nvPr/>
      </p:nvGrpSpPr>
      <p:grpSpPr>
        <a:xfrm>
          <a:off x="0" y="0"/>
          <a:ext cx="0" cy="0"/>
          <a:chOff x="0" y="0"/>
          <a:chExt cx="0" cy="0"/>
        </a:xfrm>
      </p:grpSpPr>
      <p:grpSp>
        <p:nvGrpSpPr>
          <p:cNvPr id="6818" name="Google Shape;6818;p74"/>
          <p:cNvGrpSpPr/>
          <p:nvPr/>
        </p:nvGrpSpPr>
        <p:grpSpPr>
          <a:xfrm>
            <a:off x="3934280" y="1542757"/>
            <a:ext cx="557364" cy="1310345"/>
            <a:chOff x="3934280" y="1542757"/>
            <a:chExt cx="557364" cy="1310345"/>
          </a:xfrm>
        </p:grpSpPr>
        <p:sp>
          <p:nvSpPr>
            <p:cNvPr id="6819" name="Google Shape;6819;p74"/>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0" name="Google Shape;6820;p74"/>
            <p:cNvGrpSpPr/>
            <p:nvPr/>
          </p:nvGrpSpPr>
          <p:grpSpPr>
            <a:xfrm>
              <a:off x="3934280" y="1542757"/>
              <a:ext cx="557364" cy="1277423"/>
              <a:chOff x="3934280" y="1542757"/>
              <a:chExt cx="557364" cy="1277423"/>
            </a:xfrm>
          </p:grpSpPr>
          <p:sp>
            <p:nvSpPr>
              <p:cNvPr id="6821" name="Google Shape;6821;p74"/>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2" name="Google Shape;6822;p74"/>
              <p:cNvGrpSpPr/>
              <p:nvPr/>
            </p:nvGrpSpPr>
            <p:grpSpPr>
              <a:xfrm>
                <a:off x="3934280" y="1547529"/>
                <a:ext cx="557364" cy="1272651"/>
                <a:chOff x="3934280" y="1547529"/>
                <a:chExt cx="557364" cy="1272651"/>
              </a:xfrm>
            </p:grpSpPr>
            <p:sp>
              <p:nvSpPr>
                <p:cNvPr id="6823" name="Google Shape;6823;p74"/>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4" name="Google Shape;6824;p74"/>
                <p:cNvGrpSpPr/>
                <p:nvPr/>
              </p:nvGrpSpPr>
              <p:grpSpPr>
                <a:xfrm>
                  <a:off x="4110861" y="1813763"/>
                  <a:ext cx="203394" cy="542342"/>
                  <a:chOff x="4110861" y="1813763"/>
                  <a:chExt cx="203394" cy="542342"/>
                </a:xfrm>
              </p:grpSpPr>
              <p:sp>
                <p:nvSpPr>
                  <p:cNvPr id="6825" name="Google Shape;6825;p74"/>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4"/>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4"/>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8" name="Google Shape;6828;p74"/>
                  <p:cNvGrpSpPr/>
                  <p:nvPr/>
                </p:nvGrpSpPr>
                <p:grpSpPr>
                  <a:xfrm>
                    <a:off x="4162846" y="1813763"/>
                    <a:ext cx="96622" cy="297542"/>
                    <a:chOff x="4162846" y="1813763"/>
                    <a:chExt cx="96622" cy="297542"/>
                  </a:xfrm>
                </p:grpSpPr>
                <p:sp>
                  <p:nvSpPr>
                    <p:cNvPr id="6829" name="Google Shape;6829;p74"/>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4"/>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74"/>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32" name="Google Shape;6832;p74"/>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3" name="Google Shape;6833;p74"/>
          <p:cNvGrpSpPr/>
          <p:nvPr/>
        </p:nvGrpSpPr>
        <p:grpSpPr>
          <a:xfrm>
            <a:off x="1920489" y="1542757"/>
            <a:ext cx="558020" cy="1310345"/>
            <a:chOff x="1920489" y="1542757"/>
            <a:chExt cx="558020" cy="1310345"/>
          </a:xfrm>
        </p:grpSpPr>
        <p:sp>
          <p:nvSpPr>
            <p:cNvPr id="6834" name="Google Shape;6834;p74"/>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5" name="Google Shape;6835;p74"/>
            <p:cNvGrpSpPr/>
            <p:nvPr/>
          </p:nvGrpSpPr>
          <p:grpSpPr>
            <a:xfrm>
              <a:off x="1920489" y="1542757"/>
              <a:ext cx="558020" cy="1277423"/>
              <a:chOff x="1920489" y="1542757"/>
              <a:chExt cx="558020" cy="1277423"/>
            </a:xfrm>
          </p:grpSpPr>
          <p:sp>
            <p:nvSpPr>
              <p:cNvPr id="6836" name="Google Shape;6836;p74"/>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7" name="Google Shape;6837;p74"/>
              <p:cNvGrpSpPr/>
              <p:nvPr/>
            </p:nvGrpSpPr>
            <p:grpSpPr>
              <a:xfrm>
                <a:off x="1920489" y="1545534"/>
                <a:ext cx="558020" cy="1274645"/>
                <a:chOff x="1920489" y="1545534"/>
                <a:chExt cx="558020" cy="1274645"/>
              </a:xfrm>
            </p:grpSpPr>
            <p:sp>
              <p:nvSpPr>
                <p:cNvPr id="6838" name="Google Shape;6838;p74"/>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9" name="Google Shape;6839;p74"/>
                <p:cNvGrpSpPr/>
                <p:nvPr/>
              </p:nvGrpSpPr>
              <p:grpSpPr>
                <a:xfrm>
                  <a:off x="1962122" y="1668313"/>
                  <a:ext cx="474931" cy="1079962"/>
                  <a:chOff x="1962122" y="1668313"/>
                  <a:chExt cx="474931" cy="1079962"/>
                </a:xfrm>
              </p:grpSpPr>
              <p:sp>
                <p:nvSpPr>
                  <p:cNvPr id="6840" name="Google Shape;6840;p74"/>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4"/>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4"/>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4"/>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4"/>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4"/>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4"/>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4"/>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4"/>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4"/>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4"/>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4"/>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4"/>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4"/>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4"/>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4"/>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4"/>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4"/>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4"/>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4"/>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4"/>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4"/>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4"/>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4"/>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4"/>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4"/>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4"/>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4"/>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4"/>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4"/>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4"/>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4"/>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4"/>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4"/>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4"/>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4"/>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4"/>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4"/>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4"/>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4"/>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4"/>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4"/>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4"/>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4"/>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4"/>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4"/>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4"/>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4"/>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4"/>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4"/>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4"/>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4"/>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92" name="Google Shape;6892;p74"/>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3" name="Google Shape;6893;p74"/>
          <p:cNvGrpSpPr/>
          <p:nvPr/>
        </p:nvGrpSpPr>
        <p:grpSpPr>
          <a:xfrm>
            <a:off x="2939074" y="1542757"/>
            <a:ext cx="557541" cy="1310345"/>
            <a:chOff x="2939074" y="1542757"/>
            <a:chExt cx="557541" cy="1310345"/>
          </a:xfrm>
        </p:grpSpPr>
        <p:sp>
          <p:nvSpPr>
            <p:cNvPr id="6894" name="Google Shape;6894;p74"/>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5" name="Google Shape;6895;p74"/>
            <p:cNvGrpSpPr/>
            <p:nvPr/>
          </p:nvGrpSpPr>
          <p:grpSpPr>
            <a:xfrm>
              <a:off x="2939074" y="1542757"/>
              <a:ext cx="557541" cy="1277423"/>
              <a:chOff x="2939074" y="1542757"/>
              <a:chExt cx="557541" cy="1277423"/>
            </a:xfrm>
          </p:grpSpPr>
          <p:sp>
            <p:nvSpPr>
              <p:cNvPr id="6896" name="Google Shape;6896;p74"/>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7" name="Google Shape;6897;p74"/>
              <p:cNvGrpSpPr/>
              <p:nvPr/>
            </p:nvGrpSpPr>
            <p:grpSpPr>
              <a:xfrm>
                <a:off x="2939074" y="1547529"/>
                <a:ext cx="557541" cy="1272651"/>
                <a:chOff x="2939074" y="1547529"/>
                <a:chExt cx="557541" cy="1272651"/>
              </a:xfrm>
            </p:grpSpPr>
            <p:sp>
              <p:nvSpPr>
                <p:cNvPr id="6898" name="Google Shape;6898;p74"/>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74"/>
                <p:cNvGrpSpPr/>
                <p:nvPr/>
              </p:nvGrpSpPr>
              <p:grpSpPr>
                <a:xfrm>
                  <a:off x="2977425" y="1655184"/>
                  <a:ext cx="476218" cy="1085365"/>
                  <a:chOff x="2977425" y="1655184"/>
                  <a:chExt cx="476218" cy="1085365"/>
                </a:xfrm>
              </p:grpSpPr>
              <p:sp>
                <p:nvSpPr>
                  <p:cNvPr id="6900" name="Google Shape;6900;p74"/>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4"/>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4"/>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4"/>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4"/>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4"/>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4"/>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4"/>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4"/>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4"/>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4"/>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4"/>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4"/>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4"/>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4"/>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4"/>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4"/>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4"/>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4"/>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4"/>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4"/>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4"/>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4"/>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4"/>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4"/>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4"/>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4"/>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4"/>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4"/>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4"/>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4"/>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4"/>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4"/>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4"/>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4"/>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4"/>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4"/>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4"/>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4"/>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4"/>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4"/>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4"/>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4"/>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4"/>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4"/>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45" name="Google Shape;6945;p74"/>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6" name="Google Shape;6946;p74"/>
          <p:cNvGrpSpPr/>
          <p:nvPr/>
        </p:nvGrpSpPr>
        <p:grpSpPr>
          <a:xfrm>
            <a:off x="4910904" y="1542757"/>
            <a:ext cx="558677" cy="1310345"/>
            <a:chOff x="4910904" y="1542757"/>
            <a:chExt cx="558677" cy="1310345"/>
          </a:xfrm>
        </p:grpSpPr>
        <p:sp>
          <p:nvSpPr>
            <p:cNvPr id="6947" name="Google Shape;6947;p74"/>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8" name="Google Shape;6948;p74"/>
            <p:cNvGrpSpPr/>
            <p:nvPr/>
          </p:nvGrpSpPr>
          <p:grpSpPr>
            <a:xfrm>
              <a:off x="4910904" y="1542757"/>
              <a:ext cx="558677" cy="1277423"/>
              <a:chOff x="4910904" y="1542757"/>
              <a:chExt cx="558677" cy="1277423"/>
            </a:xfrm>
          </p:grpSpPr>
          <p:sp>
            <p:nvSpPr>
              <p:cNvPr id="6949" name="Google Shape;6949;p74"/>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0" name="Google Shape;6950;p74"/>
              <p:cNvGrpSpPr/>
              <p:nvPr/>
            </p:nvGrpSpPr>
            <p:grpSpPr>
              <a:xfrm>
                <a:off x="4910904" y="1547529"/>
                <a:ext cx="558677" cy="1272651"/>
                <a:chOff x="4910904" y="1547529"/>
                <a:chExt cx="558677" cy="1272651"/>
              </a:xfrm>
            </p:grpSpPr>
            <p:sp>
              <p:nvSpPr>
                <p:cNvPr id="6951" name="Google Shape;6951;p74"/>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2" name="Google Shape;6952;p74"/>
                <p:cNvGrpSpPr/>
                <p:nvPr/>
              </p:nvGrpSpPr>
              <p:grpSpPr>
                <a:xfrm>
                  <a:off x="5086525" y="1888799"/>
                  <a:ext cx="204808" cy="326677"/>
                  <a:chOff x="5086525" y="1888799"/>
                  <a:chExt cx="204808" cy="326677"/>
                </a:xfrm>
              </p:grpSpPr>
              <p:grpSp>
                <p:nvGrpSpPr>
                  <p:cNvPr id="6953" name="Google Shape;6953;p74"/>
                  <p:cNvGrpSpPr/>
                  <p:nvPr/>
                </p:nvGrpSpPr>
                <p:grpSpPr>
                  <a:xfrm>
                    <a:off x="5147044" y="1888799"/>
                    <a:ext cx="80312" cy="199127"/>
                    <a:chOff x="5147044" y="1888799"/>
                    <a:chExt cx="80312" cy="199127"/>
                  </a:xfrm>
                </p:grpSpPr>
                <p:sp>
                  <p:nvSpPr>
                    <p:cNvPr id="6954" name="Google Shape;6954;p74"/>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4"/>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6" name="Google Shape;6956;p74"/>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4"/>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58" name="Google Shape;6958;p74"/>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9" name="Google Shape;6959;p74"/>
          <p:cNvGrpSpPr/>
          <p:nvPr/>
        </p:nvGrpSpPr>
        <p:grpSpPr>
          <a:xfrm>
            <a:off x="5901010" y="1542757"/>
            <a:ext cx="557541" cy="1310345"/>
            <a:chOff x="5901010" y="1542757"/>
            <a:chExt cx="557541" cy="1310345"/>
          </a:xfrm>
        </p:grpSpPr>
        <p:sp>
          <p:nvSpPr>
            <p:cNvPr id="6960" name="Google Shape;6960;p74"/>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1" name="Google Shape;6961;p74"/>
            <p:cNvGrpSpPr/>
            <p:nvPr/>
          </p:nvGrpSpPr>
          <p:grpSpPr>
            <a:xfrm>
              <a:off x="5901010" y="1542757"/>
              <a:ext cx="557541" cy="1277423"/>
              <a:chOff x="5901010" y="1542757"/>
              <a:chExt cx="557541" cy="1277423"/>
            </a:xfrm>
          </p:grpSpPr>
          <p:sp>
            <p:nvSpPr>
              <p:cNvPr id="6962" name="Google Shape;6962;p74"/>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4"/>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4" name="Google Shape;6964;p74"/>
              <p:cNvGrpSpPr/>
              <p:nvPr/>
            </p:nvGrpSpPr>
            <p:grpSpPr>
              <a:xfrm>
                <a:off x="5901010" y="1547529"/>
                <a:ext cx="557541" cy="1272651"/>
                <a:chOff x="5901010" y="1547529"/>
                <a:chExt cx="557541" cy="1272651"/>
              </a:xfrm>
            </p:grpSpPr>
            <p:sp>
              <p:nvSpPr>
                <p:cNvPr id="6965" name="Google Shape;6965;p74"/>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6" name="Google Shape;6966;p74"/>
                <p:cNvGrpSpPr/>
                <p:nvPr/>
              </p:nvGrpSpPr>
              <p:grpSpPr>
                <a:xfrm>
                  <a:off x="5939032" y="1575982"/>
                  <a:ext cx="472785" cy="1194182"/>
                  <a:chOff x="5939032" y="1575983"/>
                  <a:chExt cx="472785" cy="1194182"/>
                </a:xfrm>
              </p:grpSpPr>
              <p:grpSp>
                <p:nvGrpSpPr>
                  <p:cNvPr id="6967" name="Google Shape;6967;p74"/>
                  <p:cNvGrpSpPr/>
                  <p:nvPr/>
                </p:nvGrpSpPr>
                <p:grpSpPr>
                  <a:xfrm>
                    <a:off x="5939032" y="1717495"/>
                    <a:ext cx="472785" cy="1052669"/>
                    <a:chOff x="5939032" y="1717495"/>
                    <a:chExt cx="472785" cy="1052669"/>
                  </a:xfrm>
                </p:grpSpPr>
                <p:sp>
                  <p:nvSpPr>
                    <p:cNvPr id="6968" name="Google Shape;6968;p74"/>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4"/>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4"/>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4"/>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4"/>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4"/>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4"/>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4"/>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4"/>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4"/>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4"/>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4"/>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4"/>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4"/>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4"/>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4"/>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4"/>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4"/>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4"/>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4"/>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4"/>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4"/>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4"/>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4"/>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4"/>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4"/>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4"/>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4"/>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4"/>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4"/>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4"/>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4"/>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4"/>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4"/>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4"/>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4"/>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4"/>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4"/>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4"/>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4"/>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4"/>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9" name="Google Shape;7009;p74"/>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10" name="Google Shape;7010;p74"/>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1" name="Google Shape;7011;p74"/>
          <p:cNvGrpSpPr/>
          <p:nvPr/>
        </p:nvGrpSpPr>
        <p:grpSpPr>
          <a:xfrm>
            <a:off x="1924124" y="3064707"/>
            <a:ext cx="550774" cy="1310497"/>
            <a:chOff x="1924124" y="3050537"/>
            <a:chExt cx="550774" cy="1310497"/>
          </a:xfrm>
        </p:grpSpPr>
        <p:sp>
          <p:nvSpPr>
            <p:cNvPr id="7012" name="Google Shape;7012;p74"/>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4"/>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4" name="Google Shape;7014;p74"/>
            <p:cNvGrpSpPr/>
            <p:nvPr/>
          </p:nvGrpSpPr>
          <p:grpSpPr>
            <a:xfrm>
              <a:off x="1959824" y="3177406"/>
              <a:ext cx="474931" cy="1079810"/>
              <a:chOff x="1959824" y="3177406"/>
              <a:chExt cx="474931" cy="1079810"/>
            </a:xfrm>
          </p:grpSpPr>
          <p:sp>
            <p:nvSpPr>
              <p:cNvPr id="7015" name="Google Shape;7015;p74"/>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4"/>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4"/>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4"/>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4"/>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4"/>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4"/>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4"/>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4"/>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4"/>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4"/>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4"/>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4"/>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4"/>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4"/>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4"/>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4"/>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4"/>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4"/>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4"/>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4"/>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4"/>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4"/>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4"/>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4"/>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4"/>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4"/>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4"/>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4"/>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4"/>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4"/>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4"/>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4"/>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4"/>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4"/>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4"/>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4"/>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4"/>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4"/>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4"/>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4"/>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4"/>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4"/>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4"/>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4"/>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4"/>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4"/>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4"/>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4"/>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4"/>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5" name="Google Shape;7065;p74"/>
          <p:cNvGrpSpPr/>
          <p:nvPr/>
        </p:nvGrpSpPr>
        <p:grpSpPr>
          <a:xfrm>
            <a:off x="2942205" y="3064707"/>
            <a:ext cx="550623" cy="1310497"/>
            <a:chOff x="2942205" y="3050537"/>
            <a:chExt cx="550623" cy="1310497"/>
          </a:xfrm>
        </p:grpSpPr>
        <p:sp>
          <p:nvSpPr>
            <p:cNvPr id="7066" name="Google Shape;7066;p74"/>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7" name="Google Shape;7067;p74"/>
            <p:cNvGrpSpPr/>
            <p:nvPr/>
          </p:nvGrpSpPr>
          <p:grpSpPr>
            <a:xfrm>
              <a:off x="2942205" y="3050537"/>
              <a:ext cx="550623" cy="1278079"/>
              <a:chOff x="2942205" y="3050537"/>
              <a:chExt cx="550623" cy="1278079"/>
            </a:xfrm>
          </p:grpSpPr>
          <p:sp>
            <p:nvSpPr>
              <p:cNvPr id="7068" name="Google Shape;7068;p74"/>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9" name="Google Shape;7069;p74"/>
              <p:cNvGrpSpPr/>
              <p:nvPr/>
            </p:nvGrpSpPr>
            <p:grpSpPr>
              <a:xfrm>
                <a:off x="2976264" y="3168065"/>
                <a:ext cx="478718" cy="1086021"/>
                <a:chOff x="2976264" y="3168065"/>
                <a:chExt cx="478718" cy="1086021"/>
              </a:xfrm>
            </p:grpSpPr>
            <p:sp>
              <p:nvSpPr>
                <p:cNvPr id="7070" name="Google Shape;7070;p74"/>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4"/>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4"/>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4"/>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4"/>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4"/>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4"/>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4"/>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4"/>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4"/>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4"/>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4"/>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4"/>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4"/>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4"/>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4"/>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4"/>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4"/>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4"/>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4"/>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4"/>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4"/>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4"/>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4"/>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4"/>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4"/>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4"/>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4"/>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4"/>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4"/>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4"/>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4"/>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4"/>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4"/>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4"/>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4"/>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4"/>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4"/>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4"/>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4"/>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4"/>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4"/>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4"/>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4"/>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4"/>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15" name="Google Shape;7115;p74"/>
          <p:cNvGrpSpPr/>
          <p:nvPr/>
        </p:nvGrpSpPr>
        <p:grpSpPr>
          <a:xfrm>
            <a:off x="3928852" y="3064707"/>
            <a:ext cx="550799" cy="1310497"/>
            <a:chOff x="3928852" y="3050537"/>
            <a:chExt cx="550799" cy="1310497"/>
          </a:xfrm>
        </p:grpSpPr>
        <p:sp>
          <p:nvSpPr>
            <p:cNvPr id="7116" name="Google Shape;7116;p74"/>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7" name="Google Shape;7117;p74"/>
            <p:cNvGrpSpPr/>
            <p:nvPr/>
          </p:nvGrpSpPr>
          <p:grpSpPr>
            <a:xfrm>
              <a:off x="3928852" y="3050537"/>
              <a:ext cx="550799" cy="1278256"/>
              <a:chOff x="3928852" y="3050537"/>
              <a:chExt cx="550799" cy="1278256"/>
            </a:xfrm>
          </p:grpSpPr>
          <p:sp>
            <p:nvSpPr>
              <p:cNvPr id="7118" name="Google Shape;7118;p74"/>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9" name="Google Shape;7119;p74"/>
              <p:cNvGrpSpPr/>
              <p:nvPr/>
            </p:nvGrpSpPr>
            <p:grpSpPr>
              <a:xfrm>
                <a:off x="4097202" y="3317252"/>
                <a:ext cx="209832" cy="593417"/>
                <a:chOff x="4097202" y="3317252"/>
                <a:chExt cx="209832" cy="593417"/>
              </a:xfrm>
            </p:grpSpPr>
            <p:grpSp>
              <p:nvGrpSpPr>
                <p:cNvPr id="7120" name="Google Shape;7120;p74"/>
                <p:cNvGrpSpPr/>
                <p:nvPr/>
              </p:nvGrpSpPr>
              <p:grpSpPr>
                <a:xfrm>
                  <a:off x="4155271" y="3317252"/>
                  <a:ext cx="96622" cy="294739"/>
                  <a:chOff x="4155271" y="3317252"/>
                  <a:chExt cx="96622" cy="294739"/>
                </a:xfrm>
              </p:grpSpPr>
              <p:sp>
                <p:nvSpPr>
                  <p:cNvPr id="7121" name="Google Shape;7121;p74"/>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4"/>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3" name="Google Shape;7123;p74"/>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4"/>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4"/>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4"/>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27" name="Google Shape;7127;p74"/>
          <p:cNvGrpSpPr/>
          <p:nvPr/>
        </p:nvGrpSpPr>
        <p:grpSpPr>
          <a:xfrm>
            <a:off x="6797170" y="3064707"/>
            <a:ext cx="550623" cy="1310497"/>
            <a:chOff x="6797170" y="3050537"/>
            <a:chExt cx="550623" cy="1310497"/>
          </a:xfrm>
        </p:grpSpPr>
        <p:sp>
          <p:nvSpPr>
            <p:cNvPr id="7128" name="Google Shape;7128;p74"/>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9" name="Google Shape;7129;p74"/>
            <p:cNvGrpSpPr/>
            <p:nvPr/>
          </p:nvGrpSpPr>
          <p:grpSpPr>
            <a:xfrm>
              <a:off x="6797170" y="3050537"/>
              <a:ext cx="550623" cy="1278079"/>
              <a:chOff x="6797170" y="3050537"/>
              <a:chExt cx="550623" cy="1278079"/>
            </a:xfrm>
          </p:grpSpPr>
          <p:sp>
            <p:nvSpPr>
              <p:cNvPr id="7130" name="Google Shape;7130;p74"/>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1" name="Google Shape;7131;p74"/>
              <p:cNvGrpSpPr/>
              <p:nvPr/>
            </p:nvGrpSpPr>
            <p:grpSpPr>
              <a:xfrm>
                <a:off x="6810728" y="3444626"/>
                <a:ext cx="524340" cy="876265"/>
                <a:chOff x="6810728" y="3444626"/>
                <a:chExt cx="524340" cy="876265"/>
              </a:xfrm>
            </p:grpSpPr>
            <p:sp>
              <p:nvSpPr>
                <p:cNvPr id="7132" name="Google Shape;7132;p74"/>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4"/>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4"/>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4"/>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4"/>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4"/>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4"/>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4"/>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4"/>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4"/>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4"/>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4"/>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4"/>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4"/>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4"/>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4"/>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4"/>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4"/>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4"/>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4"/>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4"/>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4"/>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4"/>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4"/>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4"/>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4"/>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4"/>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4"/>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4"/>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4"/>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4"/>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4"/>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4"/>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4"/>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4"/>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4"/>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4"/>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4"/>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4"/>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4"/>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4"/>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4"/>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4"/>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4"/>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4"/>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4"/>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4"/>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4"/>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4"/>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4"/>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4"/>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4"/>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4"/>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4"/>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4"/>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4"/>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4"/>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4"/>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4"/>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4"/>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4"/>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4"/>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4"/>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4"/>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4"/>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4"/>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4"/>
              <p:cNvGrpSpPr/>
              <p:nvPr/>
            </p:nvGrpSpPr>
            <p:grpSpPr>
              <a:xfrm>
                <a:off x="6922902" y="3131329"/>
                <a:ext cx="300496" cy="274642"/>
                <a:chOff x="6922902" y="3131329"/>
                <a:chExt cx="300496" cy="274642"/>
              </a:xfrm>
            </p:grpSpPr>
            <p:sp>
              <p:nvSpPr>
                <p:cNvPr id="7199" name="Google Shape;7199;p74"/>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4"/>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4"/>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202" name="Google Shape;7202;p74"/>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3" name="Google Shape;7203;p74"/>
          <p:cNvGrpSpPr/>
          <p:nvPr/>
        </p:nvGrpSpPr>
        <p:grpSpPr>
          <a:xfrm>
            <a:off x="5904140" y="3064707"/>
            <a:ext cx="550951" cy="1310497"/>
            <a:chOff x="5904140" y="3050537"/>
            <a:chExt cx="550951" cy="1310497"/>
          </a:xfrm>
        </p:grpSpPr>
        <p:sp>
          <p:nvSpPr>
            <p:cNvPr id="7204" name="Google Shape;7204;p74"/>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5" name="Google Shape;7205;p74"/>
            <p:cNvGrpSpPr/>
            <p:nvPr/>
          </p:nvGrpSpPr>
          <p:grpSpPr>
            <a:xfrm>
              <a:off x="5904140" y="3050537"/>
              <a:ext cx="550951" cy="1278256"/>
              <a:chOff x="5904140" y="3050537"/>
              <a:chExt cx="550951" cy="1278256"/>
            </a:xfrm>
          </p:grpSpPr>
          <p:sp>
            <p:nvSpPr>
              <p:cNvPr id="7206" name="Google Shape;7206;p74"/>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7" name="Google Shape;7207;p74"/>
              <p:cNvGrpSpPr/>
              <p:nvPr/>
            </p:nvGrpSpPr>
            <p:grpSpPr>
              <a:xfrm>
                <a:off x="5952515" y="3084268"/>
                <a:ext cx="450087" cy="1165046"/>
                <a:chOff x="5952515" y="3084268"/>
                <a:chExt cx="450087" cy="1165046"/>
              </a:xfrm>
            </p:grpSpPr>
            <p:grpSp>
              <p:nvGrpSpPr>
                <p:cNvPr id="7208" name="Google Shape;7208;p74"/>
                <p:cNvGrpSpPr/>
                <p:nvPr/>
              </p:nvGrpSpPr>
              <p:grpSpPr>
                <a:xfrm>
                  <a:off x="5952515" y="3225780"/>
                  <a:ext cx="450087" cy="1023534"/>
                  <a:chOff x="5952515" y="3225780"/>
                  <a:chExt cx="450087" cy="1023534"/>
                </a:xfrm>
              </p:grpSpPr>
              <p:sp>
                <p:nvSpPr>
                  <p:cNvPr id="7209" name="Google Shape;7209;p74"/>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4"/>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4"/>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4"/>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4"/>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4"/>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4"/>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4"/>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4"/>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4"/>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4"/>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4"/>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4"/>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4"/>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4"/>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4"/>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4"/>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4"/>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4"/>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4"/>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4"/>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4"/>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4"/>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4"/>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4"/>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4"/>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4"/>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4"/>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4"/>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4"/>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4"/>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4"/>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4"/>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4"/>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4"/>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4"/>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4"/>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4"/>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4"/>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8" name="Google Shape;7248;p74"/>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49" name="Google Shape;7249;p74"/>
          <p:cNvGrpSpPr/>
          <p:nvPr/>
        </p:nvGrpSpPr>
        <p:grpSpPr>
          <a:xfrm>
            <a:off x="6794039" y="1544979"/>
            <a:ext cx="556884" cy="1305801"/>
            <a:chOff x="6794039" y="1544979"/>
            <a:chExt cx="556884" cy="1305801"/>
          </a:xfrm>
        </p:grpSpPr>
        <p:sp>
          <p:nvSpPr>
            <p:cNvPr id="7250" name="Google Shape;7250;p74"/>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1" name="Google Shape;7251;p74"/>
            <p:cNvGrpSpPr/>
            <p:nvPr/>
          </p:nvGrpSpPr>
          <p:grpSpPr>
            <a:xfrm>
              <a:off x="6794039" y="1544979"/>
              <a:ext cx="556884" cy="1272726"/>
              <a:chOff x="6794039" y="1544979"/>
              <a:chExt cx="556884" cy="1272726"/>
            </a:xfrm>
          </p:grpSpPr>
          <p:sp>
            <p:nvSpPr>
              <p:cNvPr id="7252" name="Google Shape;7252;p74"/>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3" name="Google Shape;7253;p74"/>
              <p:cNvGrpSpPr/>
              <p:nvPr/>
            </p:nvGrpSpPr>
            <p:grpSpPr>
              <a:xfrm>
                <a:off x="6794039" y="1545206"/>
                <a:ext cx="556884" cy="1272499"/>
                <a:chOff x="6794039" y="1545206"/>
                <a:chExt cx="556884" cy="1272499"/>
              </a:xfrm>
            </p:grpSpPr>
            <p:sp>
              <p:nvSpPr>
                <p:cNvPr id="7254" name="Google Shape;7254;p74"/>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5" name="Google Shape;7255;p74"/>
                <p:cNvGrpSpPr/>
                <p:nvPr/>
              </p:nvGrpSpPr>
              <p:grpSpPr>
                <a:xfrm>
                  <a:off x="6812697" y="1636703"/>
                  <a:ext cx="515453" cy="1170626"/>
                  <a:chOff x="6812697" y="1636703"/>
                  <a:chExt cx="515453" cy="1170626"/>
                </a:xfrm>
              </p:grpSpPr>
              <p:sp>
                <p:nvSpPr>
                  <p:cNvPr id="7256" name="Google Shape;7256;p74"/>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4"/>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4"/>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4"/>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4"/>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4"/>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4"/>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4"/>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4"/>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4"/>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4"/>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4"/>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4"/>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4"/>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4"/>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4"/>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4"/>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4"/>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4"/>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4"/>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4"/>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4"/>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4"/>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4"/>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4"/>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4"/>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4"/>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4"/>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4"/>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4"/>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4"/>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4"/>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4"/>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4"/>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4"/>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4"/>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4"/>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4"/>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4"/>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4"/>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4"/>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4"/>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4"/>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4"/>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4"/>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4"/>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4"/>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4"/>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4"/>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4"/>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4"/>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4"/>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4"/>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4"/>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4"/>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4"/>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4"/>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4"/>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4"/>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4"/>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4"/>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4"/>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4"/>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4"/>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4"/>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4"/>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74"/>
                  <p:cNvGrpSpPr/>
                  <p:nvPr/>
                </p:nvGrpSpPr>
                <p:grpSpPr>
                  <a:xfrm>
                    <a:off x="6934567" y="1636703"/>
                    <a:ext cx="275980" cy="252450"/>
                    <a:chOff x="6934567" y="1636703"/>
                    <a:chExt cx="275980" cy="252450"/>
                  </a:xfrm>
                </p:grpSpPr>
                <p:sp>
                  <p:nvSpPr>
                    <p:cNvPr id="7323" name="Google Shape;7323;p74"/>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4"/>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4"/>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326" name="Google Shape;7326;p74"/>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27" name="Google Shape;7327;p74"/>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4"/>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4"/>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4"/>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4"/>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4"/>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3" name="Google Shape;7333;p74"/>
          <p:cNvGrpSpPr/>
          <p:nvPr/>
        </p:nvGrpSpPr>
        <p:grpSpPr>
          <a:xfrm>
            <a:off x="996380" y="1542757"/>
            <a:ext cx="556859" cy="1310345"/>
            <a:chOff x="996380" y="1542757"/>
            <a:chExt cx="556859" cy="1310345"/>
          </a:xfrm>
        </p:grpSpPr>
        <p:sp>
          <p:nvSpPr>
            <p:cNvPr id="7334" name="Google Shape;7334;p74"/>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4"/>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4"/>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4"/>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74"/>
          <p:cNvGrpSpPr/>
          <p:nvPr/>
        </p:nvGrpSpPr>
        <p:grpSpPr>
          <a:xfrm>
            <a:off x="998349" y="3064858"/>
            <a:ext cx="550774" cy="1310345"/>
            <a:chOff x="998349" y="3050689"/>
            <a:chExt cx="550774" cy="1310345"/>
          </a:xfrm>
        </p:grpSpPr>
        <p:sp>
          <p:nvSpPr>
            <p:cNvPr id="7339" name="Google Shape;7339;p74"/>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4"/>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4"/>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4"/>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74"/>
          <p:cNvGrpSpPr/>
          <p:nvPr/>
        </p:nvGrpSpPr>
        <p:grpSpPr>
          <a:xfrm>
            <a:off x="7660912" y="1542757"/>
            <a:ext cx="557515" cy="1310345"/>
            <a:chOff x="7660912" y="1542757"/>
            <a:chExt cx="557515" cy="1310345"/>
          </a:xfrm>
        </p:grpSpPr>
        <p:sp>
          <p:nvSpPr>
            <p:cNvPr id="7344" name="Google Shape;7344;p74"/>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5" name="Google Shape;7345;p74"/>
            <p:cNvGrpSpPr/>
            <p:nvPr/>
          </p:nvGrpSpPr>
          <p:grpSpPr>
            <a:xfrm>
              <a:off x="7660912" y="1542757"/>
              <a:ext cx="557515" cy="1277423"/>
              <a:chOff x="7660912" y="1542757"/>
              <a:chExt cx="557515" cy="1277423"/>
            </a:xfrm>
          </p:grpSpPr>
          <p:sp>
            <p:nvSpPr>
              <p:cNvPr id="7346" name="Google Shape;7346;p74"/>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7" name="Google Shape;7347;p74"/>
              <p:cNvGrpSpPr/>
              <p:nvPr/>
            </p:nvGrpSpPr>
            <p:grpSpPr>
              <a:xfrm>
                <a:off x="7660912" y="1547529"/>
                <a:ext cx="557515" cy="1272651"/>
                <a:chOff x="7660912" y="1547529"/>
                <a:chExt cx="557515" cy="1272651"/>
              </a:xfrm>
            </p:grpSpPr>
            <p:sp>
              <p:nvSpPr>
                <p:cNvPr id="7348" name="Google Shape;7348;p74"/>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9" name="Google Shape;7349;p74"/>
                <p:cNvGrpSpPr/>
                <p:nvPr/>
              </p:nvGrpSpPr>
              <p:grpSpPr>
                <a:xfrm>
                  <a:off x="7873243" y="2256453"/>
                  <a:ext cx="129570" cy="89679"/>
                  <a:chOff x="7873243" y="2256453"/>
                  <a:chExt cx="129570" cy="89679"/>
                </a:xfrm>
              </p:grpSpPr>
              <p:sp>
                <p:nvSpPr>
                  <p:cNvPr id="7350" name="Google Shape;7350;p74"/>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4"/>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4"/>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4"/>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54" name="Google Shape;7354;p74"/>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55" name="Google Shape;7355;p74"/>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6" name="Google Shape;7356;p74"/>
          <p:cNvGrpSpPr/>
          <p:nvPr/>
        </p:nvGrpSpPr>
        <p:grpSpPr>
          <a:xfrm>
            <a:off x="7665988" y="3067429"/>
            <a:ext cx="550774" cy="1277927"/>
            <a:chOff x="7665988" y="3067429"/>
            <a:chExt cx="550774" cy="1277927"/>
          </a:xfrm>
        </p:grpSpPr>
        <p:sp>
          <p:nvSpPr>
            <p:cNvPr id="7357" name="Google Shape;7357;p74"/>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8" name="Google Shape;7358;p74"/>
            <p:cNvGrpSpPr/>
            <p:nvPr/>
          </p:nvGrpSpPr>
          <p:grpSpPr>
            <a:xfrm>
              <a:off x="7893590" y="3786407"/>
              <a:ext cx="93163" cy="118840"/>
              <a:chOff x="7890614" y="3772237"/>
              <a:chExt cx="93163" cy="118840"/>
            </a:xfrm>
          </p:grpSpPr>
          <p:sp>
            <p:nvSpPr>
              <p:cNvPr id="7359" name="Google Shape;7359;p74"/>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4"/>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4"/>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4"/>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4"/>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4"/>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4"/>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69" name="Shape 7369"/>
        <p:cNvGrpSpPr/>
        <p:nvPr/>
      </p:nvGrpSpPr>
      <p:grpSpPr>
        <a:xfrm>
          <a:off x="0" y="0"/>
          <a:ext cx="0" cy="0"/>
          <a:chOff x="0" y="0"/>
          <a:chExt cx="0" cy="0"/>
        </a:xfrm>
      </p:grpSpPr>
      <p:sp>
        <p:nvSpPr>
          <p:cNvPr id="7370" name="Google Shape;7370;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371" name="Google Shape;7371;p7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372" name="Google Shape;7372;p75"/>
          <p:cNvGrpSpPr/>
          <p:nvPr/>
        </p:nvGrpSpPr>
        <p:grpSpPr>
          <a:xfrm>
            <a:off x="829359" y="2307635"/>
            <a:ext cx="339235" cy="298186"/>
            <a:chOff x="898875" y="244725"/>
            <a:chExt cx="481800" cy="423500"/>
          </a:xfrm>
        </p:grpSpPr>
        <p:sp>
          <p:nvSpPr>
            <p:cNvPr id="7373" name="Google Shape;7373;p7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4" name="Google Shape;7374;p7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5" name="Google Shape;7375;p7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6" name="Google Shape;7376;p7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7" name="Google Shape;7377;p7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8" name="Google Shape;7378;p7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79" name="Google Shape;7379;p75"/>
          <p:cNvGrpSpPr/>
          <p:nvPr/>
        </p:nvGrpSpPr>
        <p:grpSpPr>
          <a:xfrm>
            <a:off x="1267741" y="2287103"/>
            <a:ext cx="298169" cy="339253"/>
            <a:chOff x="1529350" y="258825"/>
            <a:chExt cx="423475" cy="481825"/>
          </a:xfrm>
        </p:grpSpPr>
        <p:sp>
          <p:nvSpPr>
            <p:cNvPr id="7380" name="Google Shape;7380;p7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1" name="Google Shape;7381;p7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2" name="Google Shape;7382;p75"/>
          <p:cNvGrpSpPr/>
          <p:nvPr/>
        </p:nvGrpSpPr>
        <p:grpSpPr>
          <a:xfrm>
            <a:off x="1660716" y="2367273"/>
            <a:ext cx="340890" cy="178912"/>
            <a:chOff x="2084325" y="363300"/>
            <a:chExt cx="484150" cy="254100"/>
          </a:xfrm>
        </p:grpSpPr>
        <p:sp>
          <p:nvSpPr>
            <p:cNvPr id="7383" name="Google Shape;7383;p7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4" name="Google Shape;7384;p7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5" name="Google Shape;7385;p75"/>
          <p:cNvGrpSpPr/>
          <p:nvPr/>
        </p:nvGrpSpPr>
        <p:grpSpPr>
          <a:xfrm>
            <a:off x="2110011" y="2287102"/>
            <a:ext cx="298169" cy="339253"/>
            <a:chOff x="2707500" y="249400"/>
            <a:chExt cx="423475" cy="481825"/>
          </a:xfrm>
        </p:grpSpPr>
        <p:sp>
          <p:nvSpPr>
            <p:cNvPr id="7386" name="Google Shape;7386;p7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7" name="Google Shape;7387;p7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8" name="Google Shape;7388;p75"/>
          <p:cNvGrpSpPr/>
          <p:nvPr/>
        </p:nvGrpSpPr>
        <p:grpSpPr>
          <a:xfrm>
            <a:off x="2523626" y="2287428"/>
            <a:ext cx="305386" cy="338602"/>
            <a:chOff x="3300325" y="249875"/>
            <a:chExt cx="433725" cy="480900"/>
          </a:xfrm>
        </p:grpSpPr>
        <p:sp>
          <p:nvSpPr>
            <p:cNvPr id="7389" name="Google Shape;7389;p7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0" name="Google Shape;7390;p7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1" name="Google Shape;7391;p7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2" name="Google Shape;7392;p7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3" name="Google Shape;7393;p7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4" name="Google Shape;7394;p7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95" name="Google Shape;7395;p75"/>
          <p:cNvGrpSpPr/>
          <p:nvPr/>
        </p:nvGrpSpPr>
        <p:grpSpPr>
          <a:xfrm>
            <a:off x="2912712" y="2287349"/>
            <a:ext cx="352349" cy="338760"/>
            <a:chOff x="3854700" y="249750"/>
            <a:chExt cx="500425" cy="481125"/>
          </a:xfrm>
        </p:grpSpPr>
        <p:sp>
          <p:nvSpPr>
            <p:cNvPr id="7396" name="Google Shape;7396;p7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7" name="Google Shape;7397;p7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8" name="Google Shape;7398;p7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9" name="Google Shape;7399;p7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0" name="Google Shape;7400;p7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1" name="Google Shape;7401;p7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2" name="Google Shape;7402;p7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3" name="Google Shape;7403;p7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04" name="Google Shape;7404;p75"/>
          <p:cNvGrpSpPr/>
          <p:nvPr/>
        </p:nvGrpSpPr>
        <p:grpSpPr>
          <a:xfrm>
            <a:off x="3330701" y="2287349"/>
            <a:ext cx="352349" cy="338760"/>
            <a:chOff x="4447550" y="249750"/>
            <a:chExt cx="500425" cy="481125"/>
          </a:xfrm>
        </p:grpSpPr>
        <p:sp>
          <p:nvSpPr>
            <p:cNvPr id="7405" name="Google Shape;7405;p7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6" name="Google Shape;7406;p7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07" name="Google Shape;7407;p75"/>
          <p:cNvGrpSpPr/>
          <p:nvPr/>
        </p:nvGrpSpPr>
        <p:grpSpPr>
          <a:xfrm>
            <a:off x="3759902" y="2287102"/>
            <a:ext cx="339253" cy="339253"/>
            <a:chOff x="5049725" y="249400"/>
            <a:chExt cx="481825" cy="481825"/>
          </a:xfrm>
        </p:grpSpPr>
        <p:sp>
          <p:nvSpPr>
            <p:cNvPr id="7408" name="Google Shape;7408;p7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9" name="Google Shape;7409;p7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0" name="Google Shape;7410;p75"/>
          <p:cNvGrpSpPr/>
          <p:nvPr/>
        </p:nvGrpSpPr>
        <p:grpSpPr>
          <a:xfrm>
            <a:off x="4173843" y="2287102"/>
            <a:ext cx="339253" cy="339253"/>
            <a:chOff x="5660400" y="238125"/>
            <a:chExt cx="481825" cy="481825"/>
          </a:xfrm>
        </p:grpSpPr>
        <p:sp>
          <p:nvSpPr>
            <p:cNvPr id="7411" name="Google Shape;7411;p7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2" name="Google Shape;7412;p7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3" name="Google Shape;7413;p75"/>
          <p:cNvGrpSpPr/>
          <p:nvPr/>
        </p:nvGrpSpPr>
        <p:grpSpPr>
          <a:xfrm>
            <a:off x="4590529" y="2287102"/>
            <a:ext cx="339253" cy="339253"/>
            <a:chOff x="6235400" y="249400"/>
            <a:chExt cx="481825" cy="481825"/>
          </a:xfrm>
        </p:grpSpPr>
        <p:sp>
          <p:nvSpPr>
            <p:cNvPr id="7414" name="Google Shape;7414;p7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5" name="Google Shape;7415;p7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6" name="Google Shape;7416;p7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7" name="Google Shape;7417;p7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8" name="Google Shape;7418;p7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9" name="Google Shape;7419;p75"/>
          <p:cNvGrpSpPr/>
          <p:nvPr/>
        </p:nvGrpSpPr>
        <p:grpSpPr>
          <a:xfrm>
            <a:off x="828875" y="2731810"/>
            <a:ext cx="340204" cy="298116"/>
            <a:chOff x="899850" y="871450"/>
            <a:chExt cx="483175" cy="423400"/>
          </a:xfrm>
        </p:grpSpPr>
        <p:sp>
          <p:nvSpPr>
            <p:cNvPr id="7420" name="Google Shape;7420;p7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1" name="Google Shape;7421;p7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2" name="Google Shape;7422;p7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3" name="Google Shape;7423;p7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424" name="Google Shape;7424;p75"/>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425" name="Google Shape;7425;p75"/>
          <p:cNvGrpSpPr/>
          <p:nvPr/>
        </p:nvGrpSpPr>
        <p:grpSpPr>
          <a:xfrm>
            <a:off x="1660875" y="2711232"/>
            <a:ext cx="340573" cy="339271"/>
            <a:chOff x="2085450" y="842250"/>
            <a:chExt cx="483700" cy="481850"/>
          </a:xfrm>
        </p:grpSpPr>
        <p:sp>
          <p:nvSpPr>
            <p:cNvPr id="7426" name="Google Shape;7426;p7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7" name="Google Shape;7427;p7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8" name="Google Shape;7428;p7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29" name="Google Shape;7429;p75"/>
          <p:cNvGrpSpPr/>
          <p:nvPr/>
        </p:nvGrpSpPr>
        <p:grpSpPr>
          <a:xfrm>
            <a:off x="2089443" y="2711241"/>
            <a:ext cx="339306" cy="339253"/>
            <a:chOff x="2685825" y="840375"/>
            <a:chExt cx="481900" cy="481825"/>
          </a:xfrm>
        </p:grpSpPr>
        <p:sp>
          <p:nvSpPr>
            <p:cNvPr id="7430" name="Google Shape;7430;p7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1" name="Google Shape;7431;p7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32" name="Google Shape;7432;p75"/>
          <p:cNvGrpSpPr/>
          <p:nvPr/>
        </p:nvGrpSpPr>
        <p:grpSpPr>
          <a:xfrm>
            <a:off x="2501104" y="2710924"/>
            <a:ext cx="350431" cy="339887"/>
            <a:chOff x="3270675" y="841800"/>
            <a:chExt cx="497700" cy="482725"/>
          </a:xfrm>
        </p:grpSpPr>
        <p:sp>
          <p:nvSpPr>
            <p:cNvPr id="7433" name="Google Shape;7433;p7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4" name="Google Shape;7434;p7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5" name="Google Shape;7435;p7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436" name="Google Shape;7436;p75"/>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437" name="Google Shape;7437;p75"/>
          <p:cNvGrpSpPr/>
          <p:nvPr/>
        </p:nvGrpSpPr>
        <p:grpSpPr>
          <a:xfrm>
            <a:off x="3337249" y="2731783"/>
            <a:ext cx="339253" cy="298169"/>
            <a:chOff x="4467200" y="877100"/>
            <a:chExt cx="481825" cy="423475"/>
          </a:xfrm>
        </p:grpSpPr>
        <p:sp>
          <p:nvSpPr>
            <p:cNvPr id="7438" name="Google Shape;7438;p7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9" name="Google Shape;7439;p7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0" name="Google Shape;7440;p7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1" name="Google Shape;7441;p7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42" name="Google Shape;7442;p75"/>
          <p:cNvGrpSpPr/>
          <p:nvPr/>
        </p:nvGrpSpPr>
        <p:grpSpPr>
          <a:xfrm>
            <a:off x="3752140" y="2711232"/>
            <a:ext cx="354778" cy="339271"/>
            <a:chOff x="5045500" y="842250"/>
            <a:chExt cx="503875" cy="481850"/>
          </a:xfrm>
        </p:grpSpPr>
        <p:sp>
          <p:nvSpPr>
            <p:cNvPr id="7443" name="Google Shape;7443;p7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4" name="Google Shape;7444;p7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45" name="Google Shape;7445;p75"/>
          <p:cNvGrpSpPr/>
          <p:nvPr/>
        </p:nvGrpSpPr>
        <p:grpSpPr>
          <a:xfrm>
            <a:off x="4174987" y="2737451"/>
            <a:ext cx="336965" cy="286833"/>
            <a:chOff x="5645200" y="879425"/>
            <a:chExt cx="478575" cy="407375"/>
          </a:xfrm>
        </p:grpSpPr>
        <p:sp>
          <p:nvSpPr>
            <p:cNvPr id="7446" name="Google Shape;7446;p7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7" name="Google Shape;7447;p7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8" name="Google Shape;7448;p7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9" name="Google Shape;7449;p7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0" name="Google Shape;7450;p7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1" name="Google Shape;7451;p7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52" name="Google Shape;7452;p75"/>
          <p:cNvGrpSpPr/>
          <p:nvPr/>
        </p:nvGrpSpPr>
        <p:grpSpPr>
          <a:xfrm>
            <a:off x="4611062" y="2711241"/>
            <a:ext cx="298186" cy="339253"/>
            <a:chOff x="6264525" y="842250"/>
            <a:chExt cx="423500" cy="481825"/>
          </a:xfrm>
        </p:grpSpPr>
        <p:sp>
          <p:nvSpPr>
            <p:cNvPr id="7453" name="Google Shape;7453;p7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4" name="Google Shape;7454;p7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5" name="Google Shape;7455;p7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6" name="Google Shape;7456;p7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7" name="Google Shape;7457;p7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8" name="Google Shape;7458;p7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9" name="Google Shape;7459;p7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60" name="Google Shape;7460;p75"/>
          <p:cNvGrpSpPr/>
          <p:nvPr/>
        </p:nvGrpSpPr>
        <p:grpSpPr>
          <a:xfrm>
            <a:off x="829350" y="3125895"/>
            <a:ext cx="339253" cy="339253"/>
            <a:chOff x="900750" y="1436075"/>
            <a:chExt cx="481825" cy="481825"/>
          </a:xfrm>
        </p:grpSpPr>
        <p:sp>
          <p:nvSpPr>
            <p:cNvPr id="7461" name="Google Shape;7461;p7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2" name="Google Shape;7462;p7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3" name="Google Shape;7463;p7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4" name="Google Shape;7464;p7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65" name="Google Shape;7465;p75"/>
          <p:cNvGrpSpPr/>
          <p:nvPr/>
        </p:nvGrpSpPr>
        <p:grpSpPr>
          <a:xfrm>
            <a:off x="1247198" y="3186183"/>
            <a:ext cx="339253" cy="218676"/>
            <a:chOff x="1492675" y="1520750"/>
            <a:chExt cx="481825" cy="310575"/>
          </a:xfrm>
        </p:grpSpPr>
        <p:sp>
          <p:nvSpPr>
            <p:cNvPr id="7466" name="Google Shape;7466;p7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7" name="Google Shape;7467;p7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68" name="Google Shape;7468;p75"/>
          <p:cNvGrpSpPr/>
          <p:nvPr/>
        </p:nvGrpSpPr>
        <p:grpSpPr>
          <a:xfrm>
            <a:off x="1654995" y="3125877"/>
            <a:ext cx="352332" cy="339288"/>
            <a:chOff x="2071000" y="1435025"/>
            <a:chExt cx="500400" cy="481875"/>
          </a:xfrm>
        </p:grpSpPr>
        <p:sp>
          <p:nvSpPr>
            <p:cNvPr id="7469" name="Google Shape;7469;p7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0" name="Google Shape;7470;p7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1" name="Google Shape;7471;p7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72" name="Google Shape;7472;p75"/>
          <p:cNvGrpSpPr/>
          <p:nvPr/>
        </p:nvGrpSpPr>
        <p:grpSpPr>
          <a:xfrm>
            <a:off x="2083159" y="3146709"/>
            <a:ext cx="351874" cy="297623"/>
            <a:chOff x="2678350" y="1464650"/>
            <a:chExt cx="499750" cy="422700"/>
          </a:xfrm>
        </p:grpSpPr>
        <p:sp>
          <p:nvSpPr>
            <p:cNvPr id="7473" name="Google Shape;7473;p7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4" name="Google Shape;7474;p7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5" name="Google Shape;7475;p7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76" name="Google Shape;7476;p75"/>
          <p:cNvGrpSpPr/>
          <p:nvPr/>
        </p:nvGrpSpPr>
        <p:grpSpPr>
          <a:xfrm>
            <a:off x="2506692" y="3125895"/>
            <a:ext cx="339253" cy="339253"/>
            <a:chOff x="3271200" y="1435075"/>
            <a:chExt cx="481825" cy="481825"/>
          </a:xfrm>
        </p:grpSpPr>
        <p:sp>
          <p:nvSpPr>
            <p:cNvPr id="7477" name="Google Shape;7477;p7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8" name="Google Shape;7478;p7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79" name="Google Shape;7479;p75"/>
          <p:cNvGrpSpPr/>
          <p:nvPr/>
        </p:nvGrpSpPr>
        <p:grpSpPr>
          <a:xfrm>
            <a:off x="2917165" y="3125877"/>
            <a:ext cx="343442" cy="339288"/>
            <a:chOff x="3858100" y="1435075"/>
            <a:chExt cx="487775" cy="481875"/>
          </a:xfrm>
        </p:grpSpPr>
        <p:sp>
          <p:nvSpPr>
            <p:cNvPr id="7480" name="Google Shape;7480;p7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1" name="Google Shape;7481;p7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2" name="Google Shape;7482;p7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3" name="Google Shape;7483;p7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4" name="Google Shape;7484;p7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85" name="Google Shape;7485;p75"/>
          <p:cNvGrpSpPr/>
          <p:nvPr/>
        </p:nvGrpSpPr>
        <p:grpSpPr>
          <a:xfrm>
            <a:off x="3337249" y="3125895"/>
            <a:ext cx="339253" cy="339253"/>
            <a:chOff x="4456875" y="1435075"/>
            <a:chExt cx="481825" cy="481825"/>
          </a:xfrm>
        </p:grpSpPr>
        <p:sp>
          <p:nvSpPr>
            <p:cNvPr id="7486" name="Google Shape;7486;p7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7" name="Google Shape;7487;p7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8" name="Google Shape;7488;p7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9" name="Google Shape;7489;p7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0" name="Google Shape;7490;p7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1" name="Google Shape;7491;p7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2" name="Google Shape;7492;p7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3" name="Google Shape;7493;p7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4" name="Google Shape;7494;p7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5" name="Google Shape;7495;p7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6" name="Google Shape;7496;p7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7" name="Google Shape;7497;p7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8" name="Google Shape;7498;p7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9" name="Google Shape;7499;p7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0" name="Google Shape;7500;p7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1" name="Google Shape;7501;p7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2" name="Google Shape;7502;p7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3" name="Google Shape;7503;p7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4" name="Google Shape;7504;p7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05" name="Google Shape;7505;p75"/>
          <p:cNvGrpSpPr/>
          <p:nvPr/>
        </p:nvGrpSpPr>
        <p:grpSpPr>
          <a:xfrm>
            <a:off x="3758239" y="3125886"/>
            <a:ext cx="342580" cy="339271"/>
            <a:chOff x="5049725" y="1435050"/>
            <a:chExt cx="486550" cy="481850"/>
          </a:xfrm>
        </p:grpSpPr>
        <p:sp>
          <p:nvSpPr>
            <p:cNvPr id="7506" name="Google Shape;7506;p7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7" name="Google Shape;7507;p7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8" name="Google Shape;7508;p7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9" name="Google Shape;7509;p7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10" name="Google Shape;7510;p75"/>
          <p:cNvGrpSpPr/>
          <p:nvPr/>
        </p:nvGrpSpPr>
        <p:grpSpPr>
          <a:xfrm>
            <a:off x="4173790" y="3125895"/>
            <a:ext cx="339359" cy="339253"/>
            <a:chOff x="5642475" y="1435075"/>
            <a:chExt cx="481975" cy="481825"/>
          </a:xfrm>
        </p:grpSpPr>
        <p:sp>
          <p:nvSpPr>
            <p:cNvPr id="7511" name="Google Shape;7511;p7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2" name="Google Shape;7512;p7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3" name="Google Shape;7513;p7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14" name="Google Shape;7514;p75"/>
          <p:cNvGrpSpPr/>
          <p:nvPr/>
        </p:nvGrpSpPr>
        <p:grpSpPr>
          <a:xfrm>
            <a:off x="4588276" y="3125886"/>
            <a:ext cx="343759" cy="339271"/>
            <a:chOff x="6232000" y="1435050"/>
            <a:chExt cx="488225" cy="481850"/>
          </a:xfrm>
        </p:grpSpPr>
        <p:sp>
          <p:nvSpPr>
            <p:cNvPr id="7515" name="Google Shape;7515;p7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6" name="Google Shape;7516;p7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7" name="Google Shape;7517;p7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8" name="Google Shape;7518;p7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9" name="Google Shape;7519;p7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20" name="Google Shape;7520;p75"/>
          <p:cNvGrpSpPr/>
          <p:nvPr/>
        </p:nvGrpSpPr>
        <p:grpSpPr>
          <a:xfrm>
            <a:off x="849012" y="3539545"/>
            <a:ext cx="299929" cy="337792"/>
            <a:chOff x="924450" y="2028975"/>
            <a:chExt cx="425975" cy="479750"/>
          </a:xfrm>
        </p:grpSpPr>
        <p:sp>
          <p:nvSpPr>
            <p:cNvPr id="7521" name="Google Shape;7521;p7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2" name="Google Shape;7522;p7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3" name="Google Shape;7523;p7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24" name="Google Shape;7524;p75"/>
          <p:cNvGrpSpPr/>
          <p:nvPr/>
        </p:nvGrpSpPr>
        <p:grpSpPr>
          <a:xfrm>
            <a:off x="1661509" y="3559347"/>
            <a:ext cx="339306" cy="298186"/>
            <a:chOff x="2085450" y="2057100"/>
            <a:chExt cx="481900" cy="423500"/>
          </a:xfrm>
        </p:grpSpPr>
        <p:sp>
          <p:nvSpPr>
            <p:cNvPr id="7525" name="Google Shape;7525;p7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6" name="Google Shape;7526;p7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7" name="Google Shape;7527;p7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28" name="Google Shape;7528;p75"/>
          <p:cNvGrpSpPr/>
          <p:nvPr/>
        </p:nvGrpSpPr>
        <p:grpSpPr>
          <a:xfrm>
            <a:off x="2089442" y="3582592"/>
            <a:ext cx="339306" cy="251698"/>
            <a:chOff x="2678275" y="2090100"/>
            <a:chExt cx="481900" cy="357475"/>
          </a:xfrm>
        </p:grpSpPr>
        <p:sp>
          <p:nvSpPr>
            <p:cNvPr id="7529" name="Google Shape;7529;p7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0" name="Google Shape;7530;p7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1" name="Google Shape;7531;p7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2" name="Google Shape;7532;p7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3" name="Google Shape;7533;p7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34" name="Google Shape;7534;p75"/>
          <p:cNvGrpSpPr/>
          <p:nvPr/>
        </p:nvGrpSpPr>
        <p:grpSpPr>
          <a:xfrm>
            <a:off x="2566646" y="3594790"/>
            <a:ext cx="219345" cy="227301"/>
            <a:chOff x="3357325" y="2093500"/>
            <a:chExt cx="311525" cy="322825"/>
          </a:xfrm>
        </p:grpSpPr>
        <p:sp>
          <p:nvSpPr>
            <p:cNvPr id="7535" name="Google Shape;7535;p7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6" name="Google Shape;7536;p7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7" name="Google Shape;7537;p7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538" name="Google Shape;7538;p75"/>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539" name="Google Shape;7539;p75"/>
          <p:cNvGrpSpPr/>
          <p:nvPr/>
        </p:nvGrpSpPr>
        <p:grpSpPr>
          <a:xfrm>
            <a:off x="3360836" y="3538814"/>
            <a:ext cx="292078" cy="339253"/>
            <a:chOff x="4492800" y="2027925"/>
            <a:chExt cx="414825" cy="481825"/>
          </a:xfrm>
        </p:grpSpPr>
        <p:sp>
          <p:nvSpPr>
            <p:cNvPr id="7540" name="Google Shape;7540;p7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1" name="Google Shape;7541;p7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42" name="Google Shape;7542;p75"/>
          <p:cNvGrpSpPr/>
          <p:nvPr/>
        </p:nvGrpSpPr>
        <p:grpSpPr>
          <a:xfrm>
            <a:off x="3759928" y="3538805"/>
            <a:ext cx="339200" cy="339271"/>
            <a:chOff x="5049725" y="2027900"/>
            <a:chExt cx="481750" cy="481850"/>
          </a:xfrm>
        </p:grpSpPr>
        <p:sp>
          <p:nvSpPr>
            <p:cNvPr id="7543" name="Google Shape;7543;p7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4" name="Google Shape;7544;p7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5" name="Google Shape;7545;p7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6" name="Google Shape;7546;p7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7" name="Google Shape;7547;p7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8" name="Google Shape;7548;p7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9" name="Google Shape;7549;p7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0" name="Google Shape;7550;p7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51" name="Google Shape;7551;p75"/>
          <p:cNvGrpSpPr/>
          <p:nvPr/>
        </p:nvGrpSpPr>
        <p:grpSpPr>
          <a:xfrm>
            <a:off x="4233524" y="3538893"/>
            <a:ext cx="219890" cy="339095"/>
            <a:chOff x="5726350" y="2028150"/>
            <a:chExt cx="312300" cy="481600"/>
          </a:xfrm>
        </p:grpSpPr>
        <p:sp>
          <p:nvSpPr>
            <p:cNvPr id="7552" name="Google Shape;7552;p7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3" name="Google Shape;7553;p7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4" name="Google Shape;7554;p7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55" name="Google Shape;7555;p75"/>
          <p:cNvGrpSpPr/>
          <p:nvPr/>
        </p:nvGrpSpPr>
        <p:grpSpPr>
          <a:xfrm>
            <a:off x="4593715" y="3542000"/>
            <a:ext cx="332881" cy="332881"/>
            <a:chOff x="6239925" y="2032450"/>
            <a:chExt cx="472775" cy="472775"/>
          </a:xfrm>
        </p:grpSpPr>
        <p:sp>
          <p:nvSpPr>
            <p:cNvPr id="7556" name="Google Shape;7556;p7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7" name="Google Shape;7557;p7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58" name="Google Shape;7558;p75"/>
          <p:cNvGrpSpPr/>
          <p:nvPr/>
        </p:nvGrpSpPr>
        <p:grpSpPr>
          <a:xfrm>
            <a:off x="5042807" y="2364092"/>
            <a:ext cx="334641" cy="185425"/>
            <a:chOff x="903075" y="2730000"/>
            <a:chExt cx="475275" cy="263350"/>
          </a:xfrm>
        </p:grpSpPr>
        <p:sp>
          <p:nvSpPr>
            <p:cNvPr id="7559" name="Google Shape;7559;p7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0" name="Google Shape;7560;p7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1" name="Google Shape;7561;p7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62" name="Google Shape;7562;p75"/>
          <p:cNvGrpSpPr/>
          <p:nvPr/>
        </p:nvGrpSpPr>
        <p:grpSpPr>
          <a:xfrm>
            <a:off x="1247198" y="3538814"/>
            <a:ext cx="339253" cy="339253"/>
            <a:chOff x="1492675" y="2027925"/>
            <a:chExt cx="481825" cy="481825"/>
          </a:xfrm>
        </p:grpSpPr>
        <p:sp>
          <p:nvSpPr>
            <p:cNvPr id="7563" name="Google Shape;7563;p7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4" name="Google Shape;7564;p7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5" name="Google Shape;7565;p7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6" name="Google Shape;7566;p7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7" name="Google Shape;7567;p7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68" name="Google Shape;7568;p75"/>
          <p:cNvGrpSpPr/>
          <p:nvPr/>
        </p:nvGrpSpPr>
        <p:grpSpPr>
          <a:xfrm>
            <a:off x="5473575" y="2287178"/>
            <a:ext cx="339253" cy="339253"/>
            <a:chOff x="1492675" y="2620775"/>
            <a:chExt cx="481825" cy="481825"/>
          </a:xfrm>
        </p:grpSpPr>
        <p:sp>
          <p:nvSpPr>
            <p:cNvPr id="7569" name="Google Shape;7569;p7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0" name="Google Shape;7570;p7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571" name="Google Shape;7571;p75"/>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572" name="Google Shape;7572;p75"/>
          <p:cNvGrpSpPr/>
          <p:nvPr/>
        </p:nvGrpSpPr>
        <p:grpSpPr>
          <a:xfrm>
            <a:off x="6297328" y="2303161"/>
            <a:ext cx="333585" cy="307287"/>
            <a:chOff x="2682350" y="2643425"/>
            <a:chExt cx="473775" cy="436425"/>
          </a:xfrm>
        </p:grpSpPr>
        <p:sp>
          <p:nvSpPr>
            <p:cNvPr id="7573" name="Google Shape;7573;p7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4" name="Google Shape;7574;p7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5" name="Google Shape;7575;p7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6" name="Google Shape;7576;p7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7" name="Google Shape;7577;p7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8" name="Google Shape;7578;p7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9" name="Google Shape;7579;p7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80" name="Google Shape;7580;p75"/>
          <p:cNvGrpSpPr/>
          <p:nvPr/>
        </p:nvGrpSpPr>
        <p:grpSpPr>
          <a:xfrm>
            <a:off x="6762818" y="2287178"/>
            <a:ext cx="238531" cy="339253"/>
            <a:chOff x="3342725" y="2620775"/>
            <a:chExt cx="338775" cy="481825"/>
          </a:xfrm>
        </p:grpSpPr>
        <p:sp>
          <p:nvSpPr>
            <p:cNvPr id="7581" name="Google Shape;7581;p7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2" name="Google Shape;7582;p7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3" name="Google Shape;7583;p7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84" name="Google Shape;7584;p75"/>
          <p:cNvGrpSpPr/>
          <p:nvPr/>
        </p:nvGrpSpPr>
        <p:grpSpPr>
          <a:xfrm>
            <a:off x="7156568" y="2287178"/>
            <a:ext cx="278296" cy="339253"/>
            <a:chOff x="3907325" y="2620775"/>
            <a:chExt cx="395250" cy="481825"/>
          </a:xfrm>
        </p:grpSpPr>
        <p:sp>
          <p:nvSpPr>
            <p:cNvPr id="7585" name="Google Shape;7585;p7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6" name="Google Shape;7586;p7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7" name="Google Shape;7587;p7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8" name="Google Shape;7588;p7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89" name="Google Shape;7589;p75"/>
          <p:cNvGrpSpPr/>
          <p:nvPr/>
        </p:nvGrpSpPr>
        <p:grpSpPr>
          <a:xfrm>
            <a:off x="7549755" y="2297783"/>
            <a:ext cx="339253" cy="318042"/>
            <a:chOff x="4456875" y="2635825"/>
            <a:chExt cx="481825" cy="451700"/>
          </a:xfrm>
        </p:grpSpPr>
        <p:sp>
          <p:nvSpPr>
            <p:cNvPr id="7590" name="Google Shape;7590;p7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1" name="Google Shape;7591;p7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2" name="Google Shape;7592;p7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3" name="Google Shape;7593;p7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4" name="Google Shape;7594;p7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5" name="Google Shape;7595;p7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96" name="Google Shape;7596;p75"/>
          <p:cNvGrpSpPr/>
          <p:nvPr/>
        </p:nvGrpSpPr>
        <p:grpSpPr>
          <a:xfrm>
            <a:off x="7974679" y="2297783"/>
            <a:ext cx="339253" cy="318042"/>
            <a:chOff x="5049725" y="2635825"/>
            <a:chExt cx="481825" cy="451700"/>
          </a:xfrm>
        </p:grpSpPr>
        <p:sp>
          <p:nvSpPr>
            <p:cNvPr id="7597" name="Google Shape;7597;p7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8" name="Google Shape;7598;p7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9" name="Google Shape;7599;p7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00" name="Google Shape;7600;p75"/>
          <p:cNvGrpSpPr/>
          <p:nvPr/>
        </p:nvGrpSpPr>
        <p:grpSpPr>
          <a:xfrm>
            <a:off x="2375386" y="3952243"/>
            <a:ext cx="338566" cy="338373"/>
            <a:chOff x="5643000" y="2621375"/>
            <a:chExt cx="480850" cy="480575"/>
          </a:xfrm>
        </p:grpSpPr>
        <p:sp>
          <p:nvSpPr>
            <p:cNvPr id="7601" name="Google Shape;7601;p7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2" name="Google Shape;7602;p7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3" name="Google Shape;7603;p7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4" name="Google Shape;7604;p7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5" name="Google Shape;7605;p7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6" name="Google Shape;7606;p7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7" name="Google Shape;7607;p7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08" name="Google Shape;7608;p75"/>
          <p:cNvGrpSpPr/>
          <p:nvPr/>
        </p:nvGrpSpPr>
        <p:grpSpPr>
          <a:xfrm>
            <a:off x="4192782" y="3951803"/>
            <a:ext cx="339359" cy="339253"/>
            <a:chOff x="6235250" y="2620775"/>
            <a:chExt cx="481975" cy="481825"/>
          </a:xfrm>
        </p:grpSpPr>
        <p:sp>
          <p:nvSpPr>
            <p:cNvPr id="7609" name="Google Shape;7609;p7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0" name="Google Shape;7610;p7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1" name="Google Shape;7611;p7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2" name="Google Shape;7612;p7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3" name="Google Shape;7613;p7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614" name="Google Shape;7614;p75"/>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615" name="Google Shape;7615;p75"/>
          <p:cNvGrpSpPr/>
          <p:nvPr/>
        </p:nvGrpSpPr>
        <p:grpSpPr>
          <a:xfrm>
            <a:off x="5472652" y="2711317"/>
            <a:ext cx="341101" cy="339253"/>
            <a:chOff x="1535000" y="3223325"/>
            <a:chExt cx="484450" cy="481825"/>
          </a:xfrm>
        </p:grpSpPr>
        <p:sp>
          <p:nvSpPr>
            <p:cNvPr id="7616" name="Google Shape;7616;p7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7" name="Google Shape;7617;p7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8" name="Google Shape;7618;p7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9" name="Google Shape;7619;p75"/>
          <p:cNvGrpSpPr/>
          <p:nvPr/>
        </p:nvGrpSpPr>
        <p:grpSpPr>
          <a:xfrm>
            <a:off x="5880219" y="2746618"/>
            <a:ext cx="339253" cy="268649"/>
            <a:chOff x="2085525" y="3263750"/>
            <a:chExt cx="481825" cy="381550"/>
          </a:xfrm>
        </p:grpSpPr>
        <p:sp>
          <p:nvSpPr>
            <p:cNvPr id="7620" name="Google Shape;7620;p7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1" name="Google Shape;7621;p7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622" name="Google Shape;7622;p75"/>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623" name="Google Shape;7623;p75"/>
          <p:cNvGrpSpPr/>
          <p:nvPr/>
        </p:nvGrpSpPr>
        <p:grpSpPr>
          <a:xfrm>
            <a:off x="6711982" y="2711308"/>
            <a:ext cx="340204" cy="339271"/>
            <a:chOff x="3270450" y="3213625"/>
            <a:chExt cx="483175" cy="481850"/>
          </a:xfrm>
        </p:grpSpPr>
        <p:sp>
          <p:nvSpPr>
            <p:cNvPr id="7624" name="Google Shape;7624;p7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5" name="Google Shape;7625;p7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26" name="Google Shape;7626;p75"/>
          <p:cNvGrpSpPr/>
          <p:nvPr/>
        </p:nvGrpSpPr>
        <p:grpSpPr>
          <a:xfrm>
            <a:off x="7211250" y="2711317"/>
            <a:ext cx="168931" cy="339253"/>
            <a:chOff x="3984950" y="3213600"/>
            <a:chExt cx="239925" cy="481825"/>
          </a:xfrm>
        </p:grpSpPr>
        <p:sp>
          <p:nvSpPr>
            <p:cNvPr id="7627" name="Google Shape;7627;p7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8" name="Google Shape;7628;p7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629" name="Google Shape;7629;p75"/>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0" name="Google Shape;7630;p75"/>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631" name="Google Shape;7631;p75"/>
          <p:cNvGrpSpPr/>
          <p:nvPr/>
        </p:nvGrpSpPr>
        <p:grpSpPr>
          <a:xfrm>
            <a:off x="1874281" y="3981487"/>
            <a:ext cx="355218" cy="279880"/>
            <a:chOff x="5629975" y="3255775"/>
            <a:chExt cx="504500" cy="397500"/>
          </a:xfrm>
        </p:grpSpPr>
        <p:sp>
          <p:nvSpPr>
            <p:cNvPr id="7632" name="Google Shape;7632;p7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3" name="Google Shape;7633;p7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4" name="Google Shape;7634;p7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5" name="Google Shape;7635;p7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6" name="Google Shape;7636;p7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37" name="Google Shape;7637;p75"/>
          <p:cNvGrpSpPr/>
          <p:nvPr/>
        </p:nvGrpSpPr>
        <p:grpSpPr>
          <a:xfrm>
            <a:off x="3755839" y="3981593"/>
            <a:ext cx="340256" cy="279669"/>
            <a:chOff x="6234950" y="3255925"/>
            <a:chExt cx="483250" cy="397200"/>
          </a:xfrm>
        </p:grpSpPr>
        <p:sp>
          <p:nvSpPr>
            <p:cNvPr id="7638" name="Google Shape;7638;p7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9" name="Google Shape;7639;p7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0" name="Google Shape;7640;p7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1" name="Google Shape;7641;p7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2" name="Google Shape;7642;p7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3" name="Google Shape;7643;p7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44" name="Google Shape;7644;p75"/>
          <p:cNvGrpSpPr/>
          <p:nvPr/>
        </p:nvGrpSpPr>
        <p:grpSpPr>
          <a:xfrm>
            <a:off x="5051107" y="3125970"/>
            <a:ext cx="318042" cy="339253"/>
            <a:chOff x="914900" y="3806450"/>
            <a:chExt cx="451700" cy="481825"/>
          </a:xfrm>
        </p:grpSpPr>
        <p:sp>
          <p:nvSpPr>
            <p:cNvPr id="7645" name="Google Shape;7645;p7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6" name="Google Shape;7646;p7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7" name="Google Shape;7647;p7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8" name="Google Shape;7648;p7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9" name="Google Shape;7649;p7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50" name="Google Shape;7650;p75"/>
          <p:cNvGrpSpPr/>
          <p:nvPr/>
        </p:nvGrpSpPr>
        <p:grpSpPr>
          <a:xfrm>
            <a:off x="5470028" y="3125785"/>
            <a:ext cx="346347" cy="339623"/>
            <a:chOff x="1490050" y="3805975"/>
            <a:chExt cx="491900" cy="482350"/>
          </a:xfrm>
        </p:grpSpPr>
        <p:sp>
          <p:nvSpPr>
            <p:cNvPr id="7651" name="Google Shape;7651;p7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2" name="Google Shape;7652;p7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3" name="Google Shape;7653;p7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4" name="Google Shape;7654;p7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55" name="Google Shape;7655;p75"/>
          <p:cNvGrpSpPr/>
          <p:nvPr/>
        </p:nvGrpSpPr>
        <p:grpSpPr>
          <a:xfrm>
            <a:off x="5893896" y="3125970"/>
            <a:ext cx="311899" cy="339253"/>
            <a:chOff x="2104275" y="3806450"/>
            <a:chExt cx="442975" cy="481825"/>
          </a:xfrm>
        </p:grpSpPr>
        <p:sp>
          <p:nvSpPr>
            <p:cNvPr id="7656" name="Google Shape;7656;p7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7" name="Google Shape;7657;p7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58" name="Google Shape;7658;p75"/>
          <p:cNvGrpSpPr/>
          <p:nvPr/>
        </p:nvGrpSpPr>
        <p:grpSpPr>
          <a:xfrm>
            <a:off x="6317413" y="3125970"/>
            <a:ext cx="293416" cy="339253"/>
            <a:chOff x="2710875" y="3806450"/>
            <a:chExt cx="416725" cy="481825"/>
          </a:xfrm>
        </p:grpSpPr>
        <p:sp>
          <p:nvSpPr>
            <p:cNvPr id="7659" name="Google Shape;7659;p7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0" name="Google Shape;7660;p7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61" name="Google Shape;7661;p75"/>
          <p:cNvGrpSpPr/>
          <p:nvPr/>
        </p:nvGrpSpPr>
        <p:grpSpPr>
          <a:xfrm>
            <a:off x="6712457" y="3166412"/>
            <a:ext cx="339253" cy="258369"/>
            <a:chOff x="3271200" y="3863875"/>
            <a:chExt cx="481825" cy="366950"/>
          </a:xfrm>
        </p:grpSpPr>
        <p:sp>
          <p:nvSpPr>
            <p:cNvPr id="7662" name="Google Shape;7662;p7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3" name="Google Shape;7663;p7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64" name="Google Shape;7664;p75"/>
          <p:cNvGrpSpPr/>
          <p:nvPr/>
        </p:nvGrpSpPr>
        <p:grpSpPr>
          <a:xfrm>
            <a:off x="7147952" y="3126199"/>
            <a:ext cx="295528" cy="338795"/>
            <a:chOff x="3895050" y="3806775"/>
            <a:chExt cx="419725" cy="481175"/>
          </a:xfrm>
        </p:grpSpPr>
        <p:sp>
          <p:nvSpPr>
            <p:cNvPr id="7665" name="Google Shape;7665;p7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6" name="Google Shape;7666;p7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67" name="Google Shape;7667;p75"/>
          <p:cNvGrpSpPr/>
          <p:nvPr/>
        </p:nvGrpSpPr>
        <p:grpSpPr>
          <a:xfrm>
            <a:off x="7551234" y="3125979"/>
            <a:ext cx="336296" cy="339235"/>
            <a:chOff x="4464775" y="3806475"/>
            <a:chExt cx="477625" cy="481800"/>
          </a:xfrm>
        </p:grpSpPr>
        <p:sp>
          <p:nvSpPr>
            <p:cNvPr id="7668" name="Google Shape;7668;p7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9" name="Google Shape;7669;p7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0" name="Google Shape;7670;p7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1" name="Google Shape;7671;p7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2" name="Google Shape;7672;p7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3" name="Google Shape;7673;p7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74" name="Google Shape;7674;p75"/>
          <p:cNvGrpSpPr/>
          <p:nvPr/>
        </p:nvGrpSpPr>
        <p:grpSpPr>
          <a:xfrm>
            <a:off x="7974679" y="3125970"/>
            <a:ext cx="339253" cy="339253"/>
            <a:chOff x="5049725" y="3806450"/>
            <a:chExt cx="481825" cy="481825"/>
          </a:xfrm>
        </p:grpSpPr>
        <p:sp>
          <p:nvSpPr>
            <p:cNvPr id="7675" name="Google Shape;7675;p7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6" name="Google Shape;7676;p7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7" name="Google Shape;7677;p7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78" name="Google Shape;7678;p75"/>
          <p:cNvGrpSpPr/>
          <p:nvPr/>
        </p:nvGrpSpPr>
        <p:grpSpPr>
          <a:xfrm>
            <a:off x="1461983" y="3951798"/>
            <a:ext cx="339253" cy="339253"/>
            <a:chOff x="5651375" y="3806450"/>
            <a:chExt cx="481825" cy="481825"/>
          </a:xfrm>
        </p:grpSpPr>
        <p:sp>
          <p:nvSpPr>
            <p:cNvPr id="7679" name="Google Shape;7679;p7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0" name="Google Shape;7680;p7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1" name="Google Shape;7681;p7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2" name="Google Shape;7682;p7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83" name="Google Shape;7683;p75"/>
          <p:cNvGrpSpPr/>
          <p:nvPr/>
        </p:nvGrpSpPr>
        <p:grpSpPr>
          <a:xfrm>
            <a:off x="3360663" y="3953787"/>
            <a:ext cx="298503" cy="335275"/>
            <a:chOff x="6264300" y="3809300"/>
            <a:chExt cx="423950" cy="476175"/>
          </a:xfrm>
        </p:grpSpPr>
        <p:sp>
          <p:nvSpPr>
            <p:cNvPr id="7684" name="Google Shape;7684;p7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5" name="Google Shape;7685;p7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6" name="Google Shape;7686;p7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87" name="Google Shape;7687;p75"/>
          <p:cNvGrpSpPr/>
          <p:nvPr/>
        </p:nvGrpSpPr>
        <p:grpSpPr>
          <a:xfrm>
            <a:off x="5039841" y="3538881"/>
            <a:ext cx="340573" cy="339271"/>
            <a:chOff x="898875" y="4399275"/>
            <a:chExt cx="483700" cy="481850"/>
          </a:xfrm>
        </p:grpSpPr>
        <p:sp>
          <p:nvSpPr>
            <p:cNvPr id="7688" name="Google Shape;7688;p7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9" name="Google Shape;7689;p7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0" name="Google Shape;7690;p7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1" name="Google Shape;7691;p7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2" name="Google Shape;7692;p7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3" name="Google Shape;7693;p7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4" name="Google Shape;7694;p7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5" name="Google Shape;7695;p7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96" name="Google Shape;7696;p75"/>
          <p:cNvGrpSpPr/>
          <p:nvPr/>
        </p:nvGrpSpPr>
        <p:grpSpPr>
          <a:xfrm>
            <a:off x="5473575" y="3554133"/>
            <a:ext cx="339253" cy="308765"/>
            <a:chOff x="1492675" y="4420975"/>
            <a:chExt cx="481825" cy="438525"/>
          </a:xfrm>
        </p:grpSpPr>
        <p:sp>
          <p:nvSpPr>
            <p:cNvPr id="7697" name="Google Shape;7697;p7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8" name="Google Shape;7698;p7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9" name="Google Shape;7699;p7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0" name="Google Shape;7700;p7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1" name="Google Shape;7701;p7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02" name="Google Shape;7702;p75"/>
          <p:cNvGrpSpPr/>
          <p:nvPr/>
        </p:nvGrpSpPr>
        <p:grpSpPr>
          <a:xfrm>
            <a:off x="5878556" y="3539558"/>
            <a:ext cx="342580" cy="337915"/>
            <a:chOff x="2084100" y="4400250"/>
            <a:chExt cx="486550" cy="479925"/>
          </a:xfrm>
        </p:grpSpPr>
        <p:sp>
          <p:nvSpPr>
            <p:cNvPr id="7703" name="Google Shape;7703;p7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4" name="Google Shape;7704;p7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5" name="Google Shape;7705;p7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6" name="Google Shape;7706;p7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7" name="Google Shape;7707;p7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8" name="Google Shape;7708;p7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09" name="Google Shape;7709;p75"/>
          <p:cNvGrpSpPr/>
          <p:nvPr/>
        </p:nvGrpSpPr>
        <p:grpSpPr>
          <a:xfrm>
            <a:off x="6315036" y="3538907"/>
            <a:ext cx="298169" cy="339218"/>
            <a:chOff x="2707950" y="4399325"/>
            <a:chExt cx="423475" cy="481775"/>
          </a:xfrm>
        </p:grpSpPr>
        <p:sp>
          <p:nvSpPr>
            <p:cNvPr id="7710" name="Google Shape;7710;p7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1" name="Google Shape;7711;p7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2" name="Google Shape;7712;p7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3" name="Google Shape;7713;p7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4" name="Google Shape;7714;p7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5" name="Google Shape;7715;p7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6" name="Google Shape;7716;p7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7" name="Google Shape;7717;p7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8" name="Google Shape;7718;p7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9" name="Google Shape;7719;p7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0" name="Google Shape;7720;p7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1" name="Google Shape;7721;p7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22" name="Google Shape;7722;p75"/>
          <p:cNvGrpSpPr/>
          <p:nvPr/>
        </p:nvGrpSpPr>
        <p:grpSpPr>
          <a:xfrm>
            <a:off x="6744555" y="3538881"/>
            <a:ext cx="275057" cy="339271"/>
            <a:chOff x="3330525" y="4399275"/>
            <a:chExt cx="390650" cy="481850"/>
          </a:xfrm>
        </p:grpSpPr>
        <p:sp>
          <p:nvSpPr>
            <p:cNvPr id="7723" name="Google Shape;7723;p7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4" name="Google Shape;7724;p7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5" name="Google Shape;7725;p7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6" name="Google Shape;7726;p7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7" name="Google Shape;7727;p7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8" name="Google Shape;7728;p7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9" name="Google Shape;7729;p7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30" name="Google Shape;7730;p75"/>
          <p:cNvGrpSpPr/>
          <p:nvPr/>
        </p:nvGrpSpPr>
        <p:grpSpPr>
          <a:xfrm>
            <a:off x="7169084" y="3538890"/>
            <a:ext cx="253265" cy="339253"/>
            <a:chOff x="3938800" y="4399275"/>
            <a:chExt cx="359700" cy="481825"/>
          </a:xfrm>
        </p:grpSpPr>
        <p:sp>
          <p:nvSpPr>
            <p:cNvPr id="7731" name="Google Shape;7731;p7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2" name="Google Shape;7732;p7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3" name="Google Shape;7733;p7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4" name="Google Shape;7734;p7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5" name="Google Shape;7735;p7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36" name="Google Shape;7736;p75"/>
          <p:cNvGrpSpPr/>
          <p:nvPr/>
        </p:nvGrpSpPr>
        <p:grpSpPr>
          <a:xfrm>
            <a:off x="7639862" y="3538890"/>
            <a:ext cx="159039" cy="339253"/>
            <a:chOff x="4584850" y="4399275"/>
            <a:chExt cx="225875" cy="481825"/>
          </a:xfrm>
        </p:grpSpPr>
        <p:sp>
          <p:nvSpPr>
            <p:cNvPr id="7737" name="Google Shape;7737;p7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8" name="Google Shape;7738;p7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739" name="Google Shape;7739;p75"/>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740" name="Google Shape;7740;p75"/>
          <p:cNvGrpSpPr/>
          <p:nvPr/>
        </p:nvGrpSpPr>
        <p:grpSpPr>
          <a:xfrm>
            <a:off x="1049680" y="3951795"/>
            <a:ext cx="339253" cy="339253"/>
            <a:chOff x="5642550" y="4399275"/>
            <a:chExt cx="481825" cy="481825"/>
          </a:xfrm>
        </p:grpSpPr>
        <p:sp>
          <p:nvSpPr>
            <p:cNvPr id="7741" name="Google Shape;7741;p7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2" name="Google Shape;7742;p7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3" name="Google Shape;7743;p75"/>
          <p:cNvGrpSpPr/>
          <p:nvPr/>
        </p:nvGrpSpPr>
        <p:grpSpPr>
          <a:xfrm>
            <a:off x="2859815" y="3963703"/>
            <a:ext cx="363316" cy="315437"/>
            <a:chOff x="6218300" y="4416175"/>
            <a:chExt cx="516000" cy="448000"/>
          </a:xfrm>
        </p:grpSpPr>
        <p:sp>
          <p:nvSpPr>
            <p:cNvPr id="7744" name="Google Shape;7744;p7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5" name="Google Shape;7745;p7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6" name="Google Shape;7746;p7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7" name="Google Shape;7747;p75"/>
          <p:cNvGrpSpPr/>
          <p:nvPr/>
        </p:nvGrpSpPr>
        <p:grpSpPr>
          <a:xfrm>
            <a:off x="5918879" y="3951792"/>
            <a:ext cx="339253" cy="339253"/>
            <a:chOff x="899850" y="4992125"/>
            <a:chExt cx="481825" cy="481825"/>
          </a:xfrm>
        </p:grpSpPr>
        <p:sp>
          <p:nvSpPr>
            <p:cNvPr id="7748" name="Google Shape;7748;p7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9" name="Google Shape;7749;p7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0" name="Google Shape;7750;p7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51" name="Google Shape;7751;p75"/>
          <p:cNvGrpSpPr/>
          <p:nvPr/>
        </p:nvGrpSpPr>
        <p:grpSpPr>
          <a:xfrm>
            <a:off x="5461708" y="3951792"/>
            <a:ext cx="339253" cy="339253"/>
            <a:chOff x="1492675" y="4992125"/>
            <a:chExt cx="481825" cy="481825"/>
          </a:xfrm>
        </p:grpSpPr>
        <p:sp>
          <p:nvSpPr>
            <p:cNvPr id="7752" name="Google Shape;7752;p7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3" name="Google Shape;7753;p7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54" name="Google Shape;7754;p75"/>
          <p:cNvGrpSpPr/>
          <p:nvPr/>
        </p:nvGrpSpPr>
        <p:grpSpPr>
          <a:xfrm>
            <a:off x="5004462" y="3951792"/>
            <a:ext cx="339253" cy="339253"/>
            <a:chOff x="2085525" y="4992125"/>
            <a:chExt cx="481825" cy="481825"/>
          </a:xfrm>
        </p:grpSpPr>
        <p:sp>
          <p:nvSpPr>
            <p:cNvPr id="7755" name="Google Shape;7755;p7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6" name="Google Shape;7756;p7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57" name="Google Shape;7757;p75"/>
          <p:cNvGrpSpPr/>
          <p:nvPr/>
        </p:nvGrpSpPr>
        <p:grpSpPr>
          <a:xfrm>
            <a:off x="6833221" y="3951792"/>
            <a:ext cx="339253" cy="339253"/>
            <a:chOff x="2678350" y="4992125"/>
            <a:chExt cx="481825" cy="481825"/>
          </a:xfrm>
        </p:grpSpPr>
        <p:sp>
          <p:nvSpPr>
            <p:cNvPr id="7758" name="Google Shape;7758;p7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9" name="Google Shape;7759;p7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0" name="Google Shape;7760;p7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61" name="Google Shape;7761;p75"/>
          <p:cNvGrpSpPr/>
          <p:nvPr/>
        </p:nvGrpSpPr>
        <p:grpSpPr>
          <a:xfrm>
            <a:off x="4628816" y="3951792"/>
            <a:ext cx="339253" cy="339253"/>
            <a:chOff x="3271200" y="4992125"/>
            <a:chExt cx="481825" cy="481825"/>
          </a:xfrm>
        </p:grpSpPr>
        <p:sp>
          <p:nvSpPr>
            <p:cNvPr id="7762" name="Google Shape;7762;p7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3" name="Google Shape;7763;p7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4" name="Google Shape;7764;p7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65" name="Google Shape;7765;p75"/>
          <p:cNvGrpSpPr/>
          <p:nvPr/>
        </p:nvGrpSpPr>
        <p:grpSpPr>
          <a:xfrm>
            <a:off x="7290263" y="3952822"/>
            <a:ext cx="339411" cy="337193"/>
            <a:chOff x="3863900" y="4993625"/>
            <a:chExt cx="482050" cy="478900"/>
          </a:xfrm>
        </p:grpSpPr>
        <p:sp>
          <p:nvSpPr>
            <p:cNvPr id="7766" name="Google Shape;7766;p7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7" name="Google Shape;7767;p7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8" name="Google Shape;7768;p7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9" name="Google Shape;7769;p7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70" name="Google Shape;7770;p75"/>
          <p:cNvGrpSpPr/>
          <p:nvPr/>
        </p:nvGrpSpPr>
        <p:grpSpPr>
          <a:xfrm>
            <a:off x="7747437" y="3952822"/>
            <a:ext cx="339411" cy="337193"/>
            <a:chOff x="4456725" y="4993625"/>
            <a:chExt cx="482050" cy="478900"/>
          </a:xfrm>
        </p:grpSpPr>
        <p:sp>
          <p:nvSpPr>
            <p:cNvPr id="7771" name="Google Shape;7771;p7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2" name="Google Shape;7772;p7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3" name="Google Shape;7773;p7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4" name="Google Shape;7774;p7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75" name="Google Shape;7775;p75"/>
          <p:cNvGrpSpPr/>
          <p:nvPr/>
        </p:nvGrpSpPr>
        <p:grpSpPr>
          <a:xfrm>
            <a:off x="6376030" y="3952813"/>
            <a:ext cx="339411" cy="337211"/>
            <a:chOff x="5049575" y="4993600"/>
            <a:chExt cx="482050" cy="478925"/>
          </a:xfrm>
        </p:grpSpPr>
        <p:sp>
          <p:nvSpPr>
            <p:cNvPr id="7776" name="Google Shape;7776;p7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7" name="Google Shape;7777;p7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8" name="Google Shape;7778;p7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9" name="Google Shape;7779;p7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83" name="Shape 7783"/>
        <p:cNvGrpSpPr/>
        <p:nvPr/>
      </p:nvGrpSpPr>
      <p:grpSpPr>
        <a:xfrm>
          <a:off x="0" y="0"/>
          <a:ext cx="0" cy="0"/>
          <a:chOff x="0" y="0"/>
          <a:chExt cx="0" cy="0"/>
        </a:xfrm>
      </p:grpSpPr>
      <p:sp>
        <p:nvSpPr>
          <p:cNvPr id="7784" name="Google Shape;7784;p7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785" name="Google Shape;7785;p7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786" name="Google Shape;7786;p76"/>
          <p:cNvGrpSpPr/>
          <p:nvPr/>
        </p:nvGrpSpPr>
        <p:grpSpPr>
          <a:xfrm>
            <a:off x="876361" y="1533504"/>
            <a:ext cx="322099" cy="370529"/>
            <a:chOff x="-42971725" y="3217825"/>
            <a:chExt cx="275675" cy="317125"/>
          </a:xfrm>
        </p:grpSpPr>
        <p:sp>
          <p:nvSpPr>
            <p:cNvPr id="7787" name="Google Shape;7787;p76"/>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6"/>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6"/>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76"/>
          <p:cNvGrpSpPr/>
          <p:nvPr/>
        </p:nvGrpSpPr>
        <p:grpSpPr>
          <a:xfrm>
            <a:off x="848276" y="2002160"/>
            <a:ext cx="378270" cy="337551"/>
            <a:chOff x="-42996150" y="3612600"/>
            <a:chExt cx="323750" cy="288900"/>
          </a:xfrm>
        </p:grpSpPr>
        <p:sp>
          <p:nvSpPr>
            <p:cNvPr id="7791" name="Google Shape;7791;p76"/>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6"/>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6"/>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76"/>
          <p:cNvGrpSpPr/>
          <p:nvPr/>
        </p:nvGrpSpPr>
        <p:grpSpPr>
          <a:xfrm>
            <a:off x="851036" y="2411530"/>
            <a:ext cx="372749" cy="370909"/>
            <a:chOff x="-42994575" y="3950300"/>
            <a:chExt cx="319025" cy="317450"/>
          </a:xfrm>
        </p:grpSpPr>
        <p:sp>
          <p:nvSpPr>
            <p:cNvPr id="7795" name="Google Shape;7795;p76"/>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6"/>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6"/>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76"/>
          <p:cNvGrpSpPr/>
          <p:nvPr/>
        </p:nvGrpSpPr>
        <p:grpSpPr>
          <a:xfrm>
            <a:off x="3004431" y="1558362"/>
            <a:ext cx="371785" cy="370879"/>
            <a:chOff x="-41111350" y="3239100"/>
            <a:chExt cx="318200" cy="317425"/>
          </a:xfrm>
        </p:grpSpPr>
        <p:sp>
          <p:nvSpPr>
            <p:cNvPr id="7799" name="Google Shape;7799;p76"/>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6"/>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6"/>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6"/>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76"/>
          <p:cNvGrpSpPr/>
          <p:nvPr/>
        </p:nvGrpSpPr>
        <p:grpSpPr>
          <a:xfrm>
            <a:off x="3000751" y="1993894"/>
            <a:ext cx="379146" cy="370967"/>
            <a:chOff x="-41117650" y="3605525"/>
            <a:chExt cx="324500" cy="317500"/>
          </a:xfrm>
        </p:grpSpPr>
        <p:sp>
          <p:nvSpPr>
            <p:cNvPr id="7804" name="Google Shape;7804;p76"/>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6"/>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6"/>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7" name="Google Shape;7807;p76"/>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8" name="Google Shape;7808;p76"/>
          <p:cNvGrpSpPr/>
          <p:nvPr/>
        </p:nvGrpSpPr>
        <p:grpSpPr>
          <a:xfrm>
            <a:off x="1827005" y="2885417"/>
            <a:ext cx="216271" cy="371814"/>
            <a:chOff x="-39205300" y="3220175"/>
            <a:chExt cx="185100" cy="318225"/>
          </a:xfrm>
        </p:grpSpPr>
        <p:sp>
          <p:nvSpPr>
            <p:cNvPr id="7809" name="Google Shape;7809;p76"/>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6"/>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76"/>
          <p:cNvGrpSpPr/>
          <p:nvPr/>
        </p:nvGrpSpPr>
        <p:grpSpPr>
          <a:xfrm>
            <a:off x="1792533" y="3345488"/>
            <a:ext cx="300016" cy="369273"/>
            <a:chOff x="-39248625" y="3588600"/>
            <a:chExt cx="256775" cy="316050"/>
          </a:xfrm>
        </p:grpSpPr>
        <p:sp>
          <p:nvSpPr>
            <p:cNvPr id="7812" name="Google Shape;7812;p76"/>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6"/>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4" name="Google Shape;7814;p76"/>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6"/>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6" name="Google Shape;7816;p76"/>
          <p:cNvGrpSpPr/>
          <p:nvPr/>
        </p:nvGrpSpPr>
        <p:grpSpPr>
          <a:xfrm>
            <a:off x="1243246" y="1533504"/>
            <a:ext cx="429504" cy="370879"/>
            <a:chOff x="-42651700" y="3217825"/>
            <a:chExt cx="367600" cy="317425"/>
          </a:xfrm>
        </p:grpSpPr>
        <p:sp>
          <p:nvSpPr>
            <p:cNvPr id="7817" name="Google Shape;7817;p76"/>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6"/>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6"/>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6"/>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76"/>
          <p:cNvGrpSpPr/>
          <p:nvPr/>
        </p:nvGrpSpPr>
        <p:grpSpPr>
          <a:xfrm>
            <a:off x="1278678" y="1973154"/>
            <a:ext cx="358640" cy="363226"/>
            <a:chOff x="-42617300" y="3587775"/>
            <a:chExt cx="306950" cy="310875"/>
          </a:xfrm>
        </p:grpSpPr>
        <p:sp>
          <p:nvSpPr>
            <p:cNvPr id="7822" name="Google Shape;7822;p76"/>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6"/>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4" name="Google Shape;7824;p76"/>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5" name="Google Shape;7825;p76"/>
          <p:cNvGrpSpPr/>
          <p:nvPr/>
        </p:nvGrpSpPr>
        <p:grpSpPr>
          <a:xfrm>
            <a:off x="3450506" y="1557895"/>
            <a:ext cx="376926" cy="370324"/>
            <a:chOff x="-40748275" y="3238700"/>
            <a:chExt cx="322600" cy="316950"/>
          </a:xfrm>
        </p:grpSpPr>
        <p:sp>
          <p:nvSpPr>
            <p:cNvPr id="7826" name="Google Shape;7826;p76"/>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6"/>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6"/>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6"/>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6"/>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6"/>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76"/>
          <p:cNvGrpSpPr/>
          <p:nvPr/>
        </p:nvGrpSpPr>
        <p:grpSpPr>
          <a:xfrm>
            <a:off x="3453062" y="2025879"/>
            <a:ext cx="371814" cy="338690"/>
            <a:chOff x="-40745125" y="3632900"/>
            <a:chExt cx="318225" cy="289875"/>
          </a:xfrm>
        </p:grpSpPr>
        <p:sp>
          <p:nvSpPr>
            <p:cNvPr id="7833" name="Google Shape;7833;p76"/>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6"/>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6"/>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6"/>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6"/>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6"/>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6"/>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76"/>
          <p:cNvGrpSpPr/>
          <p:nvPr/>
        </p:nvGrpSpPr>
        <p:grpSpPr>
          <a:xfrm>
            <a:off x="3457209" y="2437089"/>
            <a:ext cx="363518" cy="370178"/>
            <a:chOff x="-40742750" y="3972175"/>
            <a:chExt cx="311125" cy="316825"/>
          </a:xfrm>
        </p:grpSpPr>
        <p:sp>
          <p:nvSpPr>
            <p:cNvPr id="7841" name="Google Shape;7841;p76"/>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6"/>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76"/>
          <p:cNvGrpSpPr/>
          <p:nvPr/>
        </p:nvGrpSpPr>
        <p:grpSpPr>
          <a:xfrm>
            <a:off x="2239871" y="2887257"/>
            <a:ext cx="266892" cy="369974"/>
            <a:chOff x="-38860325" y="3221750"/>
            <a:chExt cx="228425" cy="316650"/>
          </a:xfrm>
        </p:grpSpPr>
        <p:sp>
          <p:nvSpPr>
            <p:cNvPr id="7844" name="Google Shape;7844;p76"/>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6"/>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6"/>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6"/>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76"/>
          <p:cNvGrpSpPr/>
          <p:nvPr/>
        </p:nvGrpSpPr>
        <p:grpSpPr>
          <a:xfrm>
            <a:off x="2190678" y="3349314"/>
            <a:ext cx="380081" cy="367111"/>
            <a:chOff x="-38905225" y="3591875"/>
            <a:chExt cx="325300" cy="314200"/>
          </a:xfrm>
        </p:grpSpPr>
        <p:sp>
          <p:nvSpPr>
            <p:cNvPr id="7849" name="Google Shape;7849;p76"/>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6"/>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6"/>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2" name="Google Shape;7852;p76"/>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3" name="Google Shape;7853;p76"/>
          <p:cNvGrpSpPr/>
          <p:nvPr/>
        </p:nvGrpSpPr>
        <p:grpSpPr>
          <a:xfrm>
            <a:off x="3997427" y="3334394"/>
            <a:ext cx="290815" cy="369740"/>
            <a:chOff x="-37370925" y="3579105"/>
            <a:chExt cx="248900" cy="316450"/>
          </a:xfrm>
        </p:grpSpPr>
        <p:sp>
          <p:nvSpPr>
            <p:cNvPr id="7854" name="Google Shape;7854;p76"/>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6"/>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6" name="Google Shape;7856;p76"/>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6"/>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8" name="Google Shape;7858;p76"/>
          <p:cNvGrpSpPr/>
          <p:nvPr/>
        </p:nvGrpSpPr>
        <p:grpSpPr>
          <a:xfrm>
            <a:off x="1690803" y="2412465"/>
            <a:ext cx="371814" cy="369974"/>
            <a:chOff x="-42259725" y="3951100"/>
            <a:chExt cx="318225" cy="316650"/>
          </a:xfrm>
        </p:grpSpPr>
        <p:sp>
          <p:nvSpPr>
            <p:cNvPr id="7859" name="Google Shape;7859;p76"/>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6"/>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76"/>
          <p:cNvGrpSpPr/>
          <p:nvPr/>
        </p:nvGrpSpPr>
        <p:grpSpPr>
          <a:xfrm>
            <a:off x="3889164" y="1591486"/>
            <a:ext cx="370879" cy="337755"/>
            <a:chOff x="-40378075" y="3267450"/>
            <a:chExt cx="317425" cy="289075"/>
          </a:xfrm>
        </p:grpSpPr>
        <p:sp>
          <p:nvSpPr>
            <p:cNvPr id="7862" name="Google Shape;7862;p76"/>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6"/>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6"/>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6"/>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76"/>
          <p:cNvGrpSpPr/>
          <p:nvPr/>
        </p:nvGrpSpPr>
        <p:grpSpPr>
          <a:xfrm>
            <a:off x="3892830" y="1992754"/>
            <a:ext cx="363548" cy="369974"/>
            <a:chOff x="-40372575" y="3604550"/>
            <a:chExt cx="311150" cy="316650"/>
          </a:xfrm>
        </p:grpSpPr>
        <p:sp>
          <p:nvSpPr>
            <p:cNvPr id="7867" name="Google Shape;7867;p76"/>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6"/>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6"/>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0" name="Google Shape;7870;p76"/>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1" name="Google Shape;7871;p76"/>
          <p:cNvGrpSpPr/>
          <p:nvPr/>
        </p:nvGrpSpPr>
        <p:grpSpPr>
          <a:xfrm>
            <a:off x="2616780" y="2885417"/>
            <a:ext cx="399038" cy="372165"/>
            <a:chOff x="-38542250" y="3220175"/>
            <a:chExt cx="341525" cy="318525"/>
          </a:xfrm>
        </p:grpSpPr>
        <p:sp>
          <p:nvSpPr>
            <p:cNvPr id="7872" name="Google Shape;7872;p76"/>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6"/>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6"/>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6"/>
          <p:cNvGrpSpPr/>
          <p:nvPr/>
        </p:nvGrpSpPr>
        <p:grpSpPr>
          <a:xfrm>
            <a:off x="2638712" y="3344787"/>
            <a:ext cx="369974" cy="369068"/>
            <a:chOff x="-38537400" y="3588000"/>
            <a:chExt cx="316650" cy="315875"/>
          </a:xfrm>
        </p:grpSpPr>
        <p:sp>
          <p:nvSpPr>
            <p:cNvPr id="7876" name="Google Shape;7876;p76"/>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6"/>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6"/>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6"/>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6"/>
          <p:cNvGrpSpPr/>
          <p:nvPr/>
        </p:nvGrpSpPr>
        <p:grpSpPr>
          <a:xfrm>
            <a:off x="2637792" y="3802316"/>
            <a:ext cx="371814" cy="369974"/>
            <a:chOff x="-38538975" y="3954250"/>
            <a:chExt cx="318225" cy="316650"/>
          </a:xfrm>
        </p:grpSpPr>
        <p:sp>
          <p:nvSpPr>
            <p:cNvPr id="7881" name="Google Shape;7881;p76"/>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6"/>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6"/>
          <p:cNvGrpSpPr/>
          <p:nvPr/>
        </p:nvGrpSpPr>
        <p:grpSpPr>
          <a:xfrm>
            <a:off x="3955104" y="3797243"/>
            <a:ext cx="375465" cy="371814"/>
            <a:chOff x="-37385100" y="3949908"/>
            <a:chExt cx="321350" cy="318225"/>
          </a:xfrm>
        </p:grpSpPr>
        <p:sp>
          <p:nvSpPr>
            <p:cNvPr id="7884" name="Google Shape;7884;p76"/>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6"/>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76"/>
          <p:cNvGrpSpPr/>
          <p:nvPr/>
        </p:nvGrpSpPr>
        <p:grpSpPr>
          <a:xfrm>
            <a:off x="2130763" y="1532803"/>
            <a:ext cx="370909" cy="370675"/>
            <a:chOff x="-41895050" y="3217225"/>
            <a:chExt cx="317450" cy="317250"/>
          </a:xfrm>
        </p:grpSpPr>
        <p:sp>
          <p:nvSpPr>
            <p:cNvPr id="7887" name="Google Shape;7887;p76"/>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6"/>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6"/>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6"/>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6"/>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76"/>
          <p:cNvGrpSpPr/>
          <p:nvPr/>
        </p:nvGrpSpPr>
        <p:grpSpPr>
          <a:xfrm>
            <a:off x="2130310" y="1969737"/>
            <a:ext cx="371814" cy="369974"/>
            <a:chOff x="-41893475" y="3584850"/>
            <a:chExt cx="318225" cy="316650"/>
          </a:xfrm>
        </p:grpSpPr>
        <p:sp>
          <p:nvSpPr>
            <p:cNvPr id="7893" name="Google Shape;7893;p76"/>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6"/>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6"/>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6"/>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7" name="Google Shape;7897;p76"/>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6"/>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9" name="Google Shape;7899;p76"/>
          <p:cNvGrpSpPr/>
          <p:nvPr/>
        </p:nvGrpSpPr>
        <p:grpSpPr>
          <a:xfrm>
            <a:off x="900338" y="3365029"/>
            <a:ext cx="337522" cy="370909"/>
            <a:chOff x="-39998250" y="3605325"/>
            <a:chExt cx="288875" cy="317450"/>
          </a:xfrm>
        </p:grpSpPr>
        <p:sp>
          <p:nvSpPr>
            <p:cNvPr id="7900" name="Google Shape;7900;p76"/>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6"/>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76"/>
          <p:cNvGrpSpPr/>
          <p:nvPr/>
        </p:nvGrpSpPr>
        <p:grpSpPr>
          <a:xfrm>
            <a:off x="884112" y="3823493"/>
            <a:ext cx="369974" cy="369945"/>
            <a:chOff x="-40011050" y="3972375"/>
            <a:chExt cx="316650" cy="316625"/>
          </a:xfrm>
        </p:grpSpPr>
        <p:sp>
          <p:nvSpPr>
            <p:cNvPr id="7903" name="Google Shape;7903;p76"/>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6"/>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76"/>
          <p:cNvGrpSpPr/>
          <p:nvPr/>
        </p:nvGrpSpPr>
        <p:grpSpPr>
          <a:xfrm>
            <a:off x="3116043" y="2888192"/>
            <a:ext cx="266921" cy="369039"/>
            <a:chOff x="-38129425" y="3222550"/>
            <a:chExt cx="228450" cy="315850"/>
          </a:xfrm>
        </p:grpSpPr>
        <p:sp>
          <p:nvSpPr>
            <p:cNvPr id="7906" name="Google Shape;7906;p76"/>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6"/>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76"/>
          <p:cNvGrpSpPr/>
          <p:nvPr/>
        </p:nvGrpSpPr>
        <p:grpSpPr>
          <a:xfrm>
            <a:off x="3071012" y="3344787"/>
            <a:ext cx="371785" cy="369974"/>
            <a:chOff x="-38172725" y="3588000"/>
            <a:chExt cx="318200" cy="316650"/>
          </a:xfrm>
        </p:grpSpPr>
        <p:sp>
          <p:nvSpPr>
            <p:cNvPr id="7909" name="Google Shape;7909;p76"/>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6"/>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6"/>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6"/>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6"/>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6"/>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6"/>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6"/>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76"/>
          <p:cNvGrpSpPr/>
          <p:nvPr/>
        </p:nvGrpSpPr>
        <p:grpSpPr>
          <a:xfrm>
            <a:off x="3146914" y="3803222"/>
            <a:ext cx="219981" cy="369974"/>
            <a:chOff x="-38109725" y="3955025"/>
            <a:chExt cx="188275" cy="316650"/>
          </a:xfrm>
        </p:grpSpPr>
        <p:sp>
          <p:nvSpPr>
            <p:cNvPr id="7918" name="Google Shape;7918;p76"/>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6"/>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0" name="Google Shape;7920;p76"/>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1" name="Google Shape;7921;p76"/>
          <p:cNvGrpSpPr/>
          <p:nvPr/>
        </p:nvGrpSpPr>
        <p:grpSpPr>
          <a:xfrm>
            <a:off x="2562313" y="1534643"/>
            <a:ext cx="373654" cy="369068"/>
            <a:chOff x="-41530375" y="3218800"/>
            <a:chExt cx="319800" cy="315875"/>
          </a:xfrm>
        </p:grpSpPr>
        <p:sp>
          <p:nvSpPr>
            <p:cNvPr id="7922" name="Google Shape;7922;p76"/>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6"/>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76"/>
          <p:cNvGrpSpPr/>
          <p:nvPr/>
        </p:nvGrpSpPr>
        <p:grpSpPr>
          <a:xfrm>
            <a:off x="2564607" y="2049801"/>
            <a:ext cx="369068" cy="289004"/>
            <a:chOff x="-41526450" y="3653375"/>
            <a:chExt cx="315875" cy="247350"/>
          </a:xfrm>
        </p:grpSpPr>
        <p:sp>
          <p:nvSpPr>
            <p:cNvPr id="7925" name="Google Shape;7925;p76"/>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6"/>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76"/>
          <p:cNvGrpSpPr/>
          <p:nvPr/>
        </p:nvGrpSpPr>
        <p:grpSpPr>
          <a:xfrm>
            <a:off x="2565994" y="2412465"/>
            <a:ext cx="366293" cy="369974"/>
            <a:chOff x="-41526450" y="3951100"/>
            <a:chExt cx="313500" cy="316650"/>
          </a:xfrm>
        </p:grpSpPr>
        <p:sp>
          <p:nvSpPr>
            <p:cNvPr id="7928" name="Google Shape;7928;p76"/>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6"/>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6"/>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76"/>
          <p:cNvGrpSpPr/>
          <p:nvPr/>
        </p:nvGrpSpPr>
        <p:grpSpPr>
          <a:xfrm>
            <a:off x="1331249" y="2906594"/>
            <a:ext cx="339595" cy="371814"/>
            <a:chOff x="-39625900" y="3238300"/>
            <a:chExt cx="290650" cy="318225"/>
          </a:xfrm>
        </p:grpSpPr>
        <p:sp>
          <p:nvSpPr>
            <p:cNvPr id="7932" name="Google Shape;7932;p76"/>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6"/>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4" name="Google Shape;7934;p76"/>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5" name="Google Shape;7935;p76"/>
          <p:cNvGrpSpPr/>
          <p:nvPr/>
        </p:nvGrpSpPr>
        <p:grpSpPr>
          <a:xfrm>
            <a:off x="1325300" y="3823055"/>
            <a:ext cx="366293" cy="370441"/>
            <a:chOff x="-39647175" y="3972000"/>
            <a:chExt cx="313500" cy="317050"/>
          </a:xfrm>
        </p:grpSpPr>
        <p:sp>
          <p:nvSpPr>
            <p:cNvPr id="7936" name="Google Shape;7936;p76"/>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6"/>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6"/>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76"/>
          <p:cNvGrpSpPr/>
          <p:nvPr/>
        </p:nvGrpSpPr>
        <p:grpSpPr>
          <a:xfrm>
            <a:off x="3494427" y="2887053"/>
            <a:ext cx="375495" cy="370879"/>
            <a:chOff x="-37808850" y="3221575"/>
            <a:chExt cx="321375" cy="317425"/>
          </a:xfrm>
        </p:grpSpPr>
        <p:sp>
          <p:nvSpPr>
            <p:cNvPr id="7940" name="Google Shape;7940;p76"/>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6"/>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76"/>
          <p:cNvGrpSpPr/>
          <p:nvPr/>
        </p:nvGrpSpPr>
        <p:grpSpPr>
          <a:xfrm>
            <a:off x="3503201" y="3409084"/>
            <a:ext cx="372749" cy="241158"/>
            <a:chOff x="-37806500" y="3643030"/>
            <a:chExt cx="319025" cy="206400"/>
          </a:xfrm>
        </p:grpSpPr>
        <p:sp>
          <p:nvSpPr>
            <p:cNvPr id="7943" name="Google Shape;7943;p76"/>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6"/>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76"/>
          <p:cNvGrpSpPr/>
          <p:nvPr/>
        </p:nvGrpSpPr>
        <p:grpSpPr>
          <a:xfrm>
            <a:off x="3505508" y="3801381"/>
            <a:ext cx="368134" cy="371814"/>
            <a:chOff x="-37804925" y="3953450"/>
            <a:chExt cx="315075" cy="318225"/>
          </a:xfrm>
        </p:grpSpPr>
        <p:sp>
          <p:nvSpPr>
            <p:cNvPr id="7946" name="Google Shape;7946;p7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9" name="Google Shape;7949;p76"/>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0" name="Google Shape;7950;p76"/>
          <p:cNvGrpSpPr/>
          <p:nvPr/>
        </p:nvGrpSpPr>
        <p:grpSpPr>
          <a:xfrm>
            <a:off x="4860977" y="1553988"/>
            <a:ext cx="355663" cy="308725"/>
            <a:chOff x="-28462125" y="3199700"/>
            <a:chExt cx="298550" cy="259150"/>
          </a:xfrm>
        </p:grpSpPr>
        <p:sp>
          <p:nvSpPr>
            <p:cNvPr id="7951" name="Google Shape;7951;p76"/>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6"/>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6"/>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76"/>
          <p:cNvGrpSpPr/>
          <p:nvPr/>
        </p:nvGrpSpPr>
        <p:grpSpPr>
          <a:xfrm>
            <a:off x="4861930" y="1988678"/>
            <a:ext cx="353757" cy="352833"/>
            <a:chOff x="-28461325" y="3545475"/>
            <a:chExt cx="296950" cy="296175"/>
          </a:xfrm>
        </p:grpSpPr>
        <p:sp>
          <p:nvSpPr>
            <p:cNvPr id="7955" name="Google Shape;7955;p76"/>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6"/>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6"/>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6"/>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6"/>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6"/>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76"/>
          <p:cNvGrpSpPr/>
          <p:nvPr/>
        </p:nvGrpSpPr>
        <p:grpSpPr>
          <a:xfrm>
            <a:off x="4858162" y="2438722"/>
            <a:ext cx="361292" cy="352803"/>
            <a:chOff x="-28463700" y="3914875"/>
            <a:chExt cx="303275" cy="296150"/>
          </a:xfrm>
        </p:grpSpPr>
        <p:sp>
          <p:nvSpPr>
            <p:cNvPr id="7962" name="Google Shape;7962;p76"/>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6"/>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6"/>
          <p:cNvGrpSpPr/>
          <p:nvPr/>
        </p:nvGrpSpPr>
        <p:grpSpPr>
          <a:xfrm>
            <a:off x="7092947" y="1594805"/>
            <a:ext cx="351880" cy="227092"/>
            <a:chOff x="-26573400" y="3224125"/>
            <a:chExt cx="295375" cy="190625"/>
          </a:xfrm>
        </p:grpSpPr>
        <p:sp>
          <p:nvSpPr>
            <p:cNvPr id="7965" name="Google Shape;7965;p76"/>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6"/>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76"/>
          <p:cNvGrpSpPr/>
          <p:nvPr/>
        </p:nvGrpSpPr>
        <p:grpSpPr>
          <a:xfrm>
            <a:off x="7092947" y="1989140"/>
            <a:ext cx="351880" cy="351910"/>
            <a:chOff x="-26573400" y="3546250"/>
            <a:chExt cx="295375" cy="295400"/>
          </a:xfrm>
        </p:grpSpPr>
        <p:sp>
          <p:nvSpPr>
            <p:cNvPr id="7968" name="Google Shape;7968;p76"/>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6"/>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6"/>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6"/>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6"/>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76"/>
          <p:cNvGrpSpPr/>
          <p:nvPr/>
        </p:nvGrpSpPr>
        <p:grpSpPr>
          <a:xfrm>
            <a:off x="7081228" y="2439049"/>
            <a:ext cx="375319" cy="352148"/>
            <a:chOff x="-26583625" y="3917025"/>
            <a:chExt cx="315050" cy="295600"/>
          </a:xfrm>
        </p:grpSpPr>
        <p:sp>
          <p:nvSpPr>
            <p:cNvPr id="7974" name="Google Shape;7974;p76"/>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6"/>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6"/>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6"/>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8" name="Google Shape;7978;p76"/>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9" name="Google Shape;7979;p76"/>
          <p:cNvGrpSpPr/>
          <p:nvPr/>
        </p:nvGrpSpPr>
        <p:grpSpPr>
          <a:xfrm>
            <a:off x="5779742" y="3398079"/>
            <a:ext cx="289039" cy="352833"/>
            <a:chOff x="-24694925" y="3518700"/>
            <a:chExt cx="242625" cy="296175"/>
          </a:xfrm>
        </p:grpSpPr>
        <p:sp>
          <p:nvSpPr>
            <p:cNvPr id="7980" name="Google Shape;7980;p76"/>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6"/>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6"/>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6"/>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76"/>
          <p:cNvGrpSpPr/>
          <p:nvPr/>
        </p:nvGrpSpPr>
        <p:grpSpPr>
          <a:xfrm>
            <a:off x="5779280" y="3848107"/>
            <a:ext cx="289962" cy="352833"/>
            <a:chOff x="-24709100" y="3888875"/>
            <a:chExt cx="243400" cy="296175"/>
          </a:xfrm>
        </p:grpSpPr>
        <p:sp>
          <p:nvSpPr>
            <p:cNvPr id="7985" name="Google Shape;7985;p76"/>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6"/>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6"/>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76"/>
          <p:cNvGrpSpPr/>
          <p:nvPr/>
        </p:nvGrpSpPr>
        <p:grpSpPr>
          <a:xfrm>
            <a:off x="7979280" y="2920770"/>
            <a:ext cx="356556" cy="349557"/>
            <a:chOff x="-22863675" y="3131775"/>
            <a:chExt cx="299300" cy="293425"/>
          </a:xfrm>
        </p:grpSpPr>
        <p:sp>
          <p:nvSpPr>
            <p:cNvPr id="7989" name="Google Shape;7989;p7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6"/>
          <p:cNvGrpSpPr/>
          <p:nvPr/>
        </p:nvGrpSpPr>
        <p:grpSpPr>
          <a:xfrm>
            <a:off x="5322144" y="1531949"/>
            <a:ext cx="310602" cy="352803"/>
            <a:chOff x="-28069875" y="3175300"/>
            <a:chExt cx="260725" cy="296150"/>
          </a:xfrm>
        </p:grpSpPr>
        <p:sp>
          <p:nvSpPr>
            <p:cNvPr id="7993" name="Google Shape;7993;p76"/>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6"/>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6"/>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6"/>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6"/>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6"/>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6"/>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6"/>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6"/>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2" name="Google Shape;8002;p76"/>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3" name="Google Shape;8003;p76"/>
          <p:cNvGrpSpPr/>
          <p:nvPr/>
        </p:nvGrpSpPr>
        <p:grpSpPr>
          <a:xfrm>
            <a:off x="5363423" y="2439183"/>
            <a:ext cx="228045" cy="351880"/>
            <a:chOff x="-28032075" y="3916450"/>
            <a:chExt cx="191425" cy="295375"/>
          </a:xfrm>
        </p:grpSpPr>
        <p:sp>
          <p:nvSpPr>
            <p:cNvPr id="8004" name="Google Shape;8004;p76"/>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6"/>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6"/>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6"/>
          <p:cNvGrpSpPr/>
          <p:nvPr/>
        </p:nvGrpSpPr>
        <p:grpSpPr>
          <a:xfrm>
            <a:off x="7528769" y="1531934"/>
            <a:ext cx="352833" cy="352833"/>
            <a:chOff x="-26201650" y="3176075"/>
            <a:chExt cx="296175" cy="296175"/>
          </a:xfrm>
        </p:grpSpPr>
        <p:sp>
          <p:nvSpPr>
            <p:cNvPr id="8008" name="Google Shape;8008;p76"/>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6"/>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76"/>
          <p:cNvGrpSpPr/>
          <p:nvPr/>
        </p:nvGrpSpPr>
        <p:grpSpPr>
          <a:xfrm>
            <a:off x="7528293" y="1989155"/>
            <a:ext cx="353786" cy="351880"/>
            <a:chOff x="-26204800" y="3547050"/>
            <a:chExt cx="296975" cy="295375"/>
          </a:xfrm>
        </p:grpSpPr>
        <p:sp>
          <p:nvSpPr>
            <p:cNvPr id="8011" name="Google Shape;8011;p76"/>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6"/>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3" name="Google Shape;8013;p76"/>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4" name="Google Shape;8014;p76"/>
          <p:cNvGrpSpPr/>
          <p:nvPr/>
        </p:nvGrpSpPr>
        <p:grpSpPr>
          <a:xfrm>
            <a:off x="6199548" y="2919133"/>
            <a:ext cx="345328" cy="352833"/>
            <a:chOff x="-24353875" y="3147725"/>
            <a:chExt cx="289875" cy="296175"/>
          </a:xfrm>
        </p:grpSpPr>
        <p:sp>
          <p:nvSpPr>
            <p:cNvPr id="8015" name="Google Shape;8015;p76"/>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6"/>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76"/>
          <p:cNvGrpSpPr/>
          <p:nvPr/>
        </p:nvGrpSpPr>
        <p:grpSpPr>
          <a:xfrm>
            <a:off x="6207530" y="3398540"/>
            <a:ext cx="329365" cy="351910"/>
            <a:chOff x="-24344425" y="3519475"/>
            <a:chExt cx="276475" cy="295400"/>
          </a:xfrm>
        </p:grpSpPr>
        <p:sp>
          <p:nvSpPr>
            <p:cNvPr id="8018" name="Google Shape;8018;p76"/>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6"/>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76"/>
          <p:cNvGrpSpPr/>
          <p:nvPr/>
        </p:nvGrpSpPr>
        <p:grpSpPr>
          <a:xfrm>
            <a:off x="6197210" y="3850460"/>
            <a:ext cx="350004" cy="348128"/>
            <a:chOff x="-24353075" y="3891250"/>
            <a:chExt cx="293800" cy="292225"/>
          </a:xfrm>
        </p:grpSpPr>
        <p:sp>
          <p:nvSpPr>
            <p:cNvPr id="8021" name="Google Shape;8021;p76"/>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6"/>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76"/>
          <p:cNvGrpSpPr/>
          <p:nvPr/>
        </p:nvGrpSpPr>
        <p:grpSpPr>
          <a:xfrm>
            <a:off x="7980681" y="3398763"/>
            <a:ext cx="353757" cy="351463"/>
            <a:chOff x="-22845575" y="3504075"/>
            <a:chExt cx="296950" cy="295025"/>
          </a:xfrm>
        </p:grpSpPr>
        <p:sp>
          <p:nvSpPr>
            <p:cNvPr id="8024" name="Google Shape;8024;p76"/>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6"/>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76"/>
          <p:cNvGrpSpPr/>
          <p:nvPr/>
        </p:nvGrpSpPr>
        <p:grpSpPr>
          <a:xfrm>
            <a:off x="5773862" y="1532411"/>
            <a:ext cx="299344" cy="351880"/>
            <a:chOff x="-27691025" y="3175300"/>
            <a:chExt cx="251275" cy="295375"/>
          </a:xfrm>
        </p:grpSpPr>
        <p:sp>
          <p:nvSpPr>
            <p:cNvPr id="8027" name="Google Shape;8027;p76"/>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6"/>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6"/>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6"/>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76"/>
          <p:cNvGrpSpPr/>
          <p:nvPr/>
        </p:nvGrpSpPr>
        <p:grpSpPr>
          <a:xfrm>
            <a:off x="5746179" y="2051087"/>
            <a:ext cx="354710" cy="228015"/>
            <a:chOff x="-27721750" y="3598250"/>
            <a:chExt cx="297750" cy="191400"/>
          </a:xfrm>
        </p:grpSpPr>
        <p:sp>
          <p:nvSpPr>
            <p:cNvPr id="8032" name="Google Shape;8032;p7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76"/>
          <p:cNvGrpSpPr/>
          <p:nvPr/>
        </p:nvGrpSpPr>
        <p:grpSpPr>
          <a:xfrm>
            <a:off x="5747579" y="2444633"/>
            <a:ext cx="351910" cy="340980"/>
            <a:chOff x="-27719400" y="3925600"/>
            <a:chExt cx="295400" cy="286225"/>
          </a:xfrm>
        </p:grpSpPr>
        <p:sp>
          <p:nvSpPr>
            <p:cNvPr id="8035" name="Google Shape;8035;p76"/>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6"/>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76"/>
          <p:cNvGrpSpPr/>
          <p:nvPr/>
        </p:nvGrpSpPr>
        <p:grpSpPr>
          <a:xfrm>
            <a:off x="7968851" y="1531473"/>
            <a:ext cx="353757" cy="353757"/>
            <a:chOff x="-25834600" y="3176875"/>
            <a:chExt cx="296950" cy="296950"/>
          </a:xfrm>
        </p:grpSpPr>
        <p:sp>
          <p:nvSpPr>
            <p:cNvPr id="8038" name="Google Shape;8038;p76"/>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6"/>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6"/>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6"/>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6"/>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76"/>
          <p:cNvGrpSpPr/>
          <p:nvPr/>
        </p:nvGrpSpPr>
        <p:grpSpPr>
          <a:xfrm>
            <a:off x="7968851" y="1999474"/>
            <a:ext cx="353757" cy="331241"/>
            <a:chOff x="-25834600" y="3564375"/>
            <a:chExt cx="296950" cy="278050"/>
          </a:xfrm>
        </p:grpSpPr>
        <p:sp>
          <p:nvSpPr>
            <p:cNvPr id="8044" name="Google Shape;8044;p76"/>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6"/>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6"/>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6"/>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6"/>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6"/>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6"/>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6"/>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76"/>
          <p:cNvGrpSpPr/>
          <p:nvPr/>
        </p:nvGrpSpPr>
        <p:grpSpPr>
          <a:xfrm>
            <a:off x="7966974" y="2438826"/>
            <a:ext cx="357509" cy="352595"/>
            <a:chOff x="-25834600" y="3915850"/>
            <a:chExt cx="300100" cy="295975"/>
          </a:xfrm>
        </p:grpSpPr>
        <p:sp>
          <p:nvSpPr>
            <p:cNvPr id="8053" name="Google Shape;8053;p76"/>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6"/>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6"/>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76"/>
          <p:cNvGrpSpPr/>
          <p:nvPr/>
        </p:nvGrpSpPr>
        <p:grpSpPr>
          <a:xfrm>
            <a:off x="6702402" y="2920056"/>
            <a:ext cx="228968" cy="350987"/>
            <a:chOff x="-23930925" y="3149300"/>
            <a:chExt cx="192200" cy="294625"/>
          </a:xfrm>
        </p:grpSpPr>
        <p:sp>
          <p:nvSpPr>
            <p:cNvPr id="8057" name="Google Shape;8057;p76"/>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6"/>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6"/>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6"/>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76"/>
          <p:cNvGrpSpPr/>
          <p:nvPr/>
        </p:nvGrpSpPr>
        <p:grpSpPr>
          <a:xfrm>
            <a:off x="6659232" y="3398540"/>
            <a:ext cx="315307" cy="351910"/>
            <a:chOff x="-23962425" y="3519475"/>
            <a:chExt cx="264675" cy="295400"/>
          </a:xfrm>
        </p:grpSpPr>
        <p:sp>
          <p:nvSpPr>
            <p:cNvPr id="8062" name="Google Shape;8062;p76"/>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6"/>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4" name="Google Shape;8064;p76"/>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5" name="Google Shape;8065;p76"/>
          <p:cNvGrpSpPr/>
          <p:nvPr/>
        </p:nvGrpSpPr>
        <p:grpSpPr>
          <a:xfrm>
            <a:off x="8037908" y="3848584"/>
            <a:ext cx="239302" cy="351880"/>
            <a:chOff x="-22788075" y="3904625"/>
            <a:chExt cx="200875" cy="295375"/>
          </a:xfrm>
        </p:grpSpPr>
        <p:sp>
          <p:nvSpPr>
            <p:cNvPr id="8066" name="Google Shape;8066;p76"/>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6"/>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6"/>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6"/>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76"/>
          <p:cNvGrpSpPr/>
          <p:nvPr/>
        </p:nvGrpSpPr>
        <p:grpSpPr>
          <a:xfrm>
            <a:off x="6193206" y="1531949"/>
            <a:ext cx="354710" cy="352803"/>
            <a:chOff x="-27351575" y="3175300"/>
            <a:chExt cx="297750" cy="296150"/>
          </a:xfrm>
        </p:grpSpPr>
        <p:sp>
          <p:nvSpPr>
            <p:cNvPr id="8071" name="Google Shape;8071;p76"/>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6"/>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6"/>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6"/>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76"/>
          <p:cNvGrpSpPr/>
          <p:nvPr/>
        </p:nvGrpSpPr>
        <p:grpSpPr>
          <a:xfrm>
            <a:off x="6235914" y="1988559"/>
            <a:ext cx="269293" cy="353072"/>
            <a:chOff x="-27313750" y="3545275"/>
            <a:chExt cx="226050" cy="296375"/>
          </a:xfrm>
        </p:grpSpPr>
        <p:sp>
          <p:nvSpPr>
            <p:cNvPr id="8076" name="Google Shape;8076;p76"/>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6"/>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6"/>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76"/>
          <p:cNvGrpSpPr/>
          <p:nvPr/>
        </p:nvGrpSpPr>
        <p:grpSpPr>
          <a:xfrm>
            <a:off x="6193206" y="2436830"/>
            <a:ext cx="354710" cy="356586"/>
            <a:chOff x="-27351575" y="3915650"/>
            <a:chExt cx="297750" cy="299325"/>
          </a:xfrm>
        </p:grpSpPr>
        <p:sp>
          <p:nvSpPr>
            <p:cNvPr id="8080" name="Google Shape;8080;p76"/>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6"/>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76"/>
          <p:cNvGrpSpPr/>
          <p:nvPr/>
        </p:nvGrpSpPr>
        <p:grpSpPr>
          <a:xfrm>
            <a:off x="4880696" y="2919029"/>
            <a:ext cx="319060" cy="353042"/>
            <a:chOff x="-25445525" y="3175900"/>
            <a:chExt cx="267825" cy="296350"/>
          </a:xfrm>
        </p:grpSpPr>
        <p:sp>
          <p:nvSpPr>
            <p:cNvPr id="8083" name="Google Shape;8083;p76"/>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6"/>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6"/>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6"/>
          <p:cNvGrpSpPr/>
          <p:nvPr/>
        </p:nvGrpSpPr>
        <p:grpSpPr>
          <a:xfrm>
            <a:off x="4862410" y="3409352"/>
            <a:ext cx="355633" cy="330288"/>
            <a:chOff x="-25465200" y="3565175"/>
            <a:chExt cx="298525" cy="277250"/>
          </a:xfrm>
        </p:grpSpPr>
        <p:sp>
          <p:nvSpPr>
            <p:cNvPr id="8087" name="Google Shape;8087;p76"/>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6"/>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76"/>
          <p:cNvGrpSpPr/>
          <p:nvPr/>
        </p:nvGrpSpPr>
        <p:grpSpPr>
          <a:xfrm>
            <a:off x="4861948" y="3848882"/>
            <a:ext cx="356556" cy="351285"/>
            <a:chOff x="-25465200" y="3916150"/>
            <a:chExt cx="299300" cy="294875"/>
          </a:xfrm>
        </p:grpSpPr>
        <p:sp>
          <p:nvSpPr>
            <p:cNvPr id="8090" name="Google Shape;8090;p76"/>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6"/>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76"/>
          <p:cNvGrpSpPr/>
          <p:nvPr/>
        </p:nvGrpSpPr>
        <p:grpSpPr>
          <a:xfrm>
            <a:off x="7089388" y="2919148"/>
            <a:ext cx="351880" cy="352803"/>
            <a:chOff x="-23615075" y="3148525"/>
            <a:chExt cx="295375" cy="296150"/>
          </a:xfrm>
        </p:grpSpPr>
        <p:sp>
          <p:nvSpPr>
            <p:cNvPr id="8093" name="Google Shape;8093;p76"/>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6"/>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6"/>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6"/>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7" name="Google Shape;8097;p76"/>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8" name="Google Shape;8098;p76"/>
          <p:cNvGrpSpPr/>
          <p:nvPr/>
        </p:nvGrpSpPr>
        <p:grpSpPr>
          <a:xfrm>
            <a:off x="7088911" y="3858427"/>
            <a:ext cx="352833" cy="332194"/>
            <a:chOff x="-23615075" y="3906200"/>
            <a:chExt cx="296175" cy="278850"/>
          </a:xfrm>
        </p:grpSpPr>
        <p:sp>
          <p:nvSpPr>
            <p:cNvPr id="8099" name="Google Shape;8099;p76"/>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6"/>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6"/>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2" name="Google Shape;8102;p76"/>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3" name="Google Shape;8103;p76"/>
          <p:cNvGrpSpPr/>
          <p:nvPr/>
        </p:nvGrpSpPr>
        <p:grpSpPr>
          <a:xfrm>
            <a:off x="6637880" y="1532068"/>
            <a:ext cx="353757" cy="352565"/>
            <a:chOff x="-26980600" y="3175500"/>
            <a:chExt cx="296950" cy="295950"/>
          </a:xfrm>
        </p:grpSpPr>
        <p:sp>
          <p:nvSpPr>
            <p:cNvPr id="8104" name="Google Shape;8104;p76"/>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6"/>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6"/>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76"/>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8" name="Google Shape;8108;p76"/>
          <p:cNvGrpSpPr/>
          <p:nvPr/>
        </p:nvGrpSpPr>
        <p:grpSpPr>
          <a:xfrm>
            <a:off x="6638357" y="2470604"/>
            <a:ext cx="352803" cy="289039"/>
            <a:chOff x="-26981375" y="3951875"/>
            <a:chExt cx="296150" cy="242625"/>
          </a:xfrm>
        </p:grpSpPr>
        <p:sp>
          <p:nvSpPr>
            <p:cNvPr id="8109" name="Google Shape;8109;p76"/>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6"/>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6"/>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76"/>
          <p:cNvGrpSpPr/>
          <p:nvPr/>
        </p:nvGrpSpPr>
        <p:grpSpPr>
          <a:xfrm>
            <a:off x="5303399" y="2918195"/>
            <a:ext cx="351910" cy="354710"/>
            <a:chOff x="-25094250" y="3176075"/>
            <a:chExt cx="295400" cy="297750"/>
          </a:xfrm>
        </p:grpSpPr>
        <p:sp>
          <p:nvSpPr>
            <p:cNvPr id="8113" name="Google Shape;8113;p76"/>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6"/>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6"/>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76"/>
          <p:cNvGrpSpPr/>
          <p:nvPr/>
        </p:nvGrpSpPr>
        <p:grpSpPr>
          <a:xfrm>
            <a:off x="5303399" y="3398556"/>
            <a:ext cx="351910" cy="351880"/>
            <a:chOff x="-25094250" y="3547050"/>
            <a:chExt cx="295400" cy="295375"/>
          </a:xfrm>
        </p:grpSpPr>
        <p:sp>
          <p:nvSpPr>
            <p:cNvPr id="8117" name="Google Shape;8117;p76"/>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6"/>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6"/>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6"/>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6"/>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2" name="Google Shape;8122;p76"/>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3" name="Google Shape;8123;p76"/>
          <p:cNvGrpSpPr/>
          <p:nvPr/>
        </p:nvGrpSpPr>
        <p:grpSpPr>
          <a:xfrm>
            <a:off x="7535476" y="2919148"/>
            <a:ext cx="352803" cy="352803"/>
            <a:chOff x="-23245675" y="3148525"/>
            <a:chExt cx="296150" cy="296150"/>
          </a:xfrm>
        </p:grpSpPr>
        <p:sp>
          <p:nvSpPr>
            <p:cNvPr id="8124" name="Google Shape;8124;p76"/>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6"/>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6"/>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7" name="Google Shape;8127;p76"/>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8" name="Google Shape;8128;p76"/>
          <p:cNvGrpSpPr/>
          <p:nvPr/>
        </p:nvGrpSpPr>
        <p:grpSpPr>
          <a:xfrm>
            <a:off x="7535938" y="3848122"/>
            <a:ext cx="351880" cy="352803"/>
            <a:chOff x="-23244900" y="3888100"/>
            <a:chExt cx="295375" cy="296150"/>
          </a:xfrm>
        </p:grpSpPr>
        <p:sp>
          <p:nvSpPr>
            <p:cNvPr id="8129" name="Google Shape;8129;p76"/>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6"/>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6"/>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6"/>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6"/>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6"/>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6"/>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6"/>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6"/>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6"/>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6"/>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0" name="Google Shape;8140;p76"/>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44" name="Shape 8144"/>
        <p:cNvGrpSpPr/>
        <p:nvPr/>
      </p:nvGrpSpPr>
      <p:grpSpPr>
        <a:xfrm>
          <a:off x="0" y="0"/>
          <a:ext cx="0" cy="0"/>
          <a:chOff x="0" y="0"/>
          <a:chExt cx="0" cy="0"/>
        </a:xfrm>
      </p:grpSpPr>
      <p:sp>
        <p:nvSpPr>
          <p:cNvPr id="8145" name="Google Shape;8145;p7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146" name="Google Shape;8146;p7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8147" name="Google Shape;8147;p77"/>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8" name="Google Shape;8148;p77"/>
          <p:cNvGrpSpPr/>
          <p:nvPr/>
        </p:nvGrpSpPr>
        <p:grpSpPr>
          <a:xfrm>
            <a:off x="850004" y="1975418"/>
            <a:ext cx="367261" cy="367261"/>
            <a:chOff x="-65145700" y="3727425"/>
            <a:chExt cx="317425" cy="317425"/>
          </a:xfrm>
        </p:grpSpPr>
        <p:sp>
          <p:nvSpPr>
            <p:cNvPr id="8149" name="Google Shape;8149;p77"/>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7"/>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77"/>
          <p:cNvGrpSpPr/>
          <p:nvPr/>
        </p:nvGrpSpPr>
        <p:grpSpPr>
          <a:xfrm>
            <a:off x="853201" y="2404333"/>
            <a:ext cx="360868" cy="367261"/>
            <a:chOff x="-65144125" y="4094450"/>
            <a:chExt cx="311900" cy="317425"/>
          </a:xfrm>
        </p:grpSpPr>
        <p:sp>
          <p:nvSpPr>
            <p:cNvPr id="8152" name="Google Shape;8152;p77"/>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7"/>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7"/>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5" name="Google Shape;8155;p77"/>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6" name="Google Shape;8156;p77"/>
          <p:cNvGrpSpPr/>
          <p:nvPr/>
        </p:nvGrpSpPr>
        <p:grpSpPr>
          <a:xfrm>
            <a:off x="3056770" y="1975028"/>
            <a:ext cx="370645" cy="368042"/>
            <a:chOff x="-63250675" y="3744075"/>
            <a:chExt cx="320350" cy="318100"/>
          </a:xfrm>
        </p:grpSpPr>
        <p:sp>
          <p:nvSpPr>
            <p:cNvPr id="8157" name="Google Shape;8157;p77"/>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7"/>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7"/>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7"/>
          <p:cNvGrpSpPr/>
          <p:nvPr/>
        </p:nvGrpSpPr>
        <p:grpSpPr>
          <a:xfrm>
            <a:off x="3058462" y="2404333"/>
            <a:ext cx="367261" cy="367261"/>
            <a:chOff x="-63250675" y="4110200"/>
            <a:chExt cx="317425" cy="317425"/>
          </a:xfrm>
        </p:grpSpPr>
        <p:sp>
          <p:nvSpPr>
            <p:cNvPr id="8161" name="Google Shape;8161;p77"/>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7"/>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7"/>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7"/>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7"/>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7"/>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7"/>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7"/>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7"/>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7"/>
          <p:cNvGrpSpPr/>
          <p:nvPr/>
        </p:nvGrpSpPr>
        <p:grpSpPr>
          <a:xfrm>
            <a:off x="1737509" y="2901428"/>
            <a:ext cx="359075" cy="358844"/>
            <a:chOff x="-61351725" y="3372400"/>
            <a:chExt cx="310350" cy="310150"/>
          </a:xfrm>
        </p:grpSpPr>
        <p:sp>
          <p:nvSpPr>
            <p:cNvPr id="8171" name="Google Shape;8171;p77"/>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7"/>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7"/>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77"/>
          <p:cNvGrpSpPr/>
          <p:nvPr/>
        </p:nvGrpSpPr>
        <p:grpSpPr>
          <a:xfrm>
            <a:off x="1733864" y="3364484"/>
            <a:ext cx="366364" cy="333534"/>
            <a:chOff x="-61354875" y="3751050"/>
            <a:chExt cx="316650" cy="288275"/>
          </a:xfrm>
        </p:grpSpPr>
        <p:sp>
          <p:nvSpPr>
            <p:cNvPr id="8175" name="Google Shape;8175;p77"/>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7"/>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7"/>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77"/>
          <p:cNvGrpSpPr/>
          <p:nvPr/>
        </p:nvGrpSpPr>
        <p:grpSpPr>
          <a:xfrm>
            <a:off x="1733864" y="3806124"/>
            <a:ext cx="366364" cy="367290"/>
            <a:chOff x="-61354875" y="4101525"/>
            <a:chExt cx="316650" cy="317450"/>
          </a:xfrm>
        </p:grpSpPr>
        <p:sp>
          <p:nvSpPr>
            <p:cNvPr id="8179" name="Google Shape;8179;p77"/>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7"/>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77"/>
          <p:cNvGrpSpPr/>
          <p:nvPr/>
        </p:nvGrpSpPr>
        <p:grpSpPr>
          <a:xfrm>
            <a:off x="3950299" y="2898000"/>
            <a:ext cx="368157" cy="365699"/>
            <a:chOff x="-59470075" y="3308975"/>
            <a:chExt cx="318200" cy="316075"/>
          </a:xfrm>
        </p:grpSpPr>
        <p:sp>
          <p:nvSpPr>
            <p:cNvPr id="8182" name="Google Shape;8182;p77"/>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7"/>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7"/>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7"/>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7"/>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7"/>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7"/>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7"/>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7"/>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77"/>
          <p:cNvGrpSpPr/>
          <p:nvPr/>
        </p:nvGrpSpPr>
        <p:grpSpPr>
          <a:xfrm>
            <a:off x="1295729" y="1533705"/>
            <a:ext cx="367261" cy="364686"/>
            <a:chOff x="-64781025" y="3361050"/>
            <a:chExt cx="317425" cy="315200"/>
          </a:xfrm>
        </p:grpSpPr>
        <p:sp>
          <p:nvSpPr>
            <p:cNvPr id="8192" name="Google Shape;8192;p77"/>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7"/>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7"/>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7"/>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6" name="Google Shape;8196;p77"/>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7"/>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7"/>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9" name="Google Shape;8199;p77"/>
          <p:cNvGrpSpPr/>
          <p:nvPr/>
        </p:nvGrpSpPr>
        <p:grpSpPr>
          <a:xfrm>
            <a:off x="3500129" y="1975144"/>
            <a:ext cx="382765" cy="367810"/>
            <a:chOff x="-62890750" y="3747425"/>
            <a:chExt cx="330825" cy="317900"/>
          </a:xfrm>
        </p:grpSpPr>
        <p:sp>
          <p:nvSpPr>
            <p:cNvPr id="8200" name="Google Shape;8200;p7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77"/>
          <p:cNvGrpSpPr/>
          <p:nvPr/>
        </p:nvGrpSpPr>
        <p:grpSpPr>
          <a:xfrm>
            <a:off x="3507881" y="2404781"/>
            <a:ext cx="367261" cy="366364"/>
            <a:chOff x="-62884425" y="4111775"/>
            <a:chExt cx="317425" cy="316650"/>
          </a:xfrm>
        </p:grpSpPr>
        <p:sp>
          <p:nvSpPr>
            <p:cNvPr id="8215" name="Google Shape;8215;p7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77"/>
          <p:cNvGrpSpPr/>
          <p:nvPr/>
        </p:nvGrpSpPr>
        <p:grpSpPr>
          <a:xfrm>
            <a:off x="2180515" y="2900850"/>
            <a:ext cx="365438" cy="360001"/>
            <a:chOff x="-60991775" y="3376900"/>
            <a:chExt cx="315850" cy="311150"/>
          </a:xfrm>
        </p:grpSpPr>
        <p:sp>
          <p:nvSpPr>
            <p:cNvPr id="8218" name="Google Shape;8218;p77"/>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7"/>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7"/>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77"/>
          <p:cNvGrpSpPr/>
          <p:nvPr/>
        </p:nvGrpSpPr>
        <p:grpSpPr>
          <a:xfrm>
            <a:off x="2180052" y="3351714"/>
            <a:ext cx="366364" cy="359075"/>
            <a:chOff x="-60988625" y="3740800"/>
            <a:chExt cx="316650" cy="310350"/>
          </a:xfrm>
        </p:grpSpPr>
        <p:sp>
          <p:nvSpPr>
            <p:cNvPr id="8222" name="Google Shape;8222;p7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77"/>
          <p:cNvGrpSpPr/>
          <p:nvPr/>
        </p:nvGrpSpPr>
        <p:grpSpPr>
          <a:xfrm>
            <a:off x="2180052" y="3807165"/>
            <a:ext cx="366364" cy="365207"/>
            <a:chOff x="-60987850" y="4100950"/>
            <a:chExt cx="316650" cy="315650"/>
          </a:xfrm>
        </p:grpSpPr>
        <p:sp>
          <p:nvSpPr>
            <p:cNvPr id="8226" name="Google Shape;8226;p7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77"/>
          <p:cNvGrpSpPr/>
          <p:nvPr/>
        </p:nvGrpSpPr>
        <p:grpSpPr>
          <a:xfrm>
            <a:off x="3949836" y="3352625"/>
            <a:ext cx="369083" cy="357253"/>
            <a:chOff x="-59447250" y="3706150"/>
            <a:chExt cx="319000" cy="308775"/>
          </a:xfrm>
        </p:grpSpPr>
        <p:sp>
          <p:nvSpPr>
            <p:cNvPr id="8232" name="Google Shape;8232;p77"/>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7"/>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7"/>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7"/>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7"/>
          <p:cNvGrpSpPr/>
          <p:nvPr/>
        </p:nvGrpSpPr>
        <p:grpSpPr>
          <a:xfrm>
            <a:off x="1738564" y="1533936"/>
            <a:ext cx="368186" cy="364224"/>
            <a:chOff x="-64406125" y="3362225"/>
            <a:chExt cx="318225" cy="314800"/>
          </a:xfrm>
        </p:grpSpPr>
        <p:sp>
          <p:nvSpPr>
            <p:cNvPr id="8237" name="Google Shape;8237;p77"/>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7"/>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9" name="Google Shape;8239;p77"/>
          <p:cNvSpPr/>
          <p:nvPr/>
        </p:nvSpPr>
        <p:spPr>
          <a:xfrm>
            <a:off x="1801771" y="19754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0" name="Google Shape;8240;p77"/>
          <p:cNvGrpSpPr/>
          <p:nvPr/>
        </p:nvGrpSpPr>
        <p:grpSpPr>
          <a:xfrm>
            <a:off x="1739027" y="2404781"/>
            <a:ext cx="367261" cy="366364"/>
            <a:chOff x="-64410850" y="4094450"/>
            <a:chExt cx="317425" cy="316650"/>
          </a:xfrm>
        </p:grpSpPr>
        <p:sp>
          <p:nvSpPr>
            <p:cNvPr id="8241" name="Google Shape;8241;p77"/>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7"/>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7"/>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4" name="Google Shape;8244;p77"/>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5" name="Google Shape;8245;p77"/>
          <p:cNvGrpSpPr/>
          <p:nvPr/>
        </p:nvGrpSpPr>
        <p:grpSpPr>
          <a:xfrm>
            <a:off x="3960575" y="1974854"/>
            <a:ext cx="365467" cy="368389"/>
            <a:chOff x="-62516625" y="3743175"/>
            <a:chExt cx="315875" cy="318400"/>
          </a:xfrm>
        </p:grpSpPr>
        <p:sp>
          <p:nvSpPr>
            <p:cNvPr id="8246" name="Google Shape;8246;p77"/>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7"/>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77"/>
          <p:cNvGrpSpPr/>
          <p:nvPr/>
        </p:nvGrpSpPr>
        <p:grpSpPr>
          <a:xfrm>
            <a:off x="3967415" y="2424826"/>
            <a:ext cx="351786" cy="326274"/>
            <a:chOff x="-62511900" y="4129100"/>
            <a:chExt cx="304050" cy="282000"/>
          </a:xfrm>
        </p:grpSpPr>
        <p:sp>
          <p:nvSpPr>
            <p:cNvPr id="8249" name="Google Shape;8249;p77"/>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7"/>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7"/>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7"/>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7"/>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77"/>
          <p:cNvGrpSpPr/>
          <p:nvPr/>
        </p:nvGrpSpPr>
        <p:grpSpPr>
          <a:xfrm>
            <a:off x="2645537" y="2897220"/>
            <a:ext cx="310770" cy="367261"/>
            <a:chOff x="-60597975" y="3367475"/>
            <a:chExt cx="268600" cy="317425"/>
          </a:xfrm>
        </p:grpSpPr>
        <p:sp>
          <p:nvSpPr>
            <p:cNvPr id="8255" name="Google Shape;8255;p77"/>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7"/>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7"/>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7"/>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7"/>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0" name="Google Shape;8260;p77"/>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1" name="Google Shape;8261;p77"/>
          <p:cNvGrpSpPr/>
          <p:nvPr/>
        </p:nvGrpSpPr>
        <p:grpSpPr>
          <a:xfrm>
            <a:off x="2617740" y="3858536"/>
            <a:ext cx="366364" cy="262465"/>
            <a:chOff x="-60621600" y="4145650"/>
            <a:chExt cx="316650" cy="226850"/>
          </a:xfrm>
        </p:grpSpPr>
        <p:sp>
          <p:nvSpPr>
            <p:cNvPr id="8262" name="Google Shape;8262;p77"/>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7"/>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7"/>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7"/>
          <p:cNvGrpSpPr/>
          <p:nvPr/>
        </p:nvGrpSpPr>
        <p:grpSpPr>
          <a:xfrm>
            <a:off x="3954392" y="3807035"/>
            <a:ext cx="359972" cy="365467"/>
            <a:chOff x="-59400775" y="4084200"/>
            <a:chExt cx="311125" cy="315875"/>
          </a:xfrm>
        </p:grpSpPr>
        <p:sp>
          <p:nvSpPr>
            <p:cNvPr id="8266" name="Google Shape;8266;p77"/>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7"/>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7"/>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7"/>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7"/>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7"/>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77"/>
          <p:cNvGrpSpPr/>
          <p:nvPr/>
        </p:nvGrpSpPr>
        <p:grpSpPr>
          <a:xfrm>
            <a:off x="2178486" y="1532866"/>
            <a:ext cx="365438" cy="366364"/>
            <a:chOff x="-64044600" y="3360375"/>
            <a:chExt cx="315850" cy="316650"/>
          </a:xfrm>
        </p:grpSpPr>
        <p:sp>
          <p:nvSpPr>
            <p:cNvPr id="8273" name="Google Shape;8273;p77"/>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7"/>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7"/>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77"/>
          <p:cNvGrpSpPr/>
          <p:nvPr/>
        </p:nvGrpSpPr>
        <p:grpSpPr>
          <a:xfrm>
            <a:off x="2204909" y="1975418"/>
            <a:ext cx="312592" cy="367261"/>
            <a:chOff x="-64022550" y="3727425"/>
            <a:chExt cx="270175" cy="317425"/>
          </a:xfrm>
        </p:grpSpPr>
        <p:sp>
          <p:nvSpPr>
            <p:cNvPr id="8277" name="Google Shape;8277;p77"/>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7"/>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7"/>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77"/>
          <p:cNvGrpSpPr/>
          <p:nvPr/>
        </p:nvGrpSpPr>
        <p:grpSpPr>
          <a:xfrm>
            <a:off x="2229047" y="2404318"/>
            <a:ext cx="264317" cy="367290"/>
            <a:chOff x="-64001300" y="4093650"/>
            <a:chExt cx="228450" cy="317450"/>
          </a:xfrm>
        </p:grpSpPr>
        <p:sp>
          <p:nvSpPr>
            <p:cNvPr id="8281" name="Google Shape;8281;p77"/>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7"/>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7"/>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7"/>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77"/>
          <p:cNvGrpSpPr/>
          <p:nvPr/>
        </p:nvGrpSpPr>
        <p:grpSpPr>
          <a:xfrm>
            <a:off x="848051" y="2897610"/>
            <a:ext cx="359972" cy="366480"/>
            <a:chOff x="-62148800" y="3377700"/>
            <a:chExt cx="311125" cy="316750"/>
          </a:xfrm>
        </p:grpSpPr>
        <p:sp>
          <p:nvSpPr>
            <p:cNvPr id="8286" name="Google Shape;8286;p77"/>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7"/>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77"/>
          <p:cNvGrpSpPr/>
          <p:nvPr/>
        </p:nvGrpSpPr>
        <p:grpSpPr>
          <a:xfrm>
            <a:off x="843958" y="3347607"/>
            <a:ext cx="368157" cy="367290"/>
            <a:chOff x="-62154300" y="3743950"/>
            <a:chExt cx="318200" cy="317450"/>
          </a:xfrm>
        </p:grpSpPr>
        <p:sp>
          <p:nvSpPr>
            <p:cNvPr id="8289" name="Google Shape;8289;p77"/>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7"/>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77"/>
          <p:cNvGrpSpPr/>
          <p:nvPr/>
        </p:nvGrpSpPr>
        <p:grpSpPr>
          <a:xfrm>
            <a:off x="843944" y="3806587"/>
            <a:ext cx="368186" cy="366364"/>
            <a:chOff x="-62151950" y="4111775"/>
            <a:chExt cx="318225" cy="316650"/>
          </a:xfrm>
        </p:grpSpPr>
        <p:sp>
          <p:nvSpPr>
            <p:cNvPr id="8292" name="Google Shape;8292;p77"/>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7"/>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7"/>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7"/>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77"/>
          <p:cNvGrpSpPr/>
          <p:nvPr/>
        </p:nvGrpSpPr>
        <p:grpSpPr>
          <a:xfrm>
            <a:off x="3062568" y="2897133"/>
            <a:ext cx="368157" cy="367434"/>
            <a:chOff x="-60254550" y="3367325"/>
            <a:chExt cx="318200" cy="317575"/>
          </a:xfrm>
        </p:grpSpPr>
        <p:sp>
          <p:nvSpPr>
            <p:cNvPr id="8297" name="Google Shape;8297;p7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77"/>
          <p:cNvGrpSpPr/>
          <p:nvPr/>
        </p:nvGrpSpPr>
        <p:grpSpPr>
          <a:xfrm>
            <a:off x="3063465" y="3348127"/>
            <a:ext cx="366364" cy="366248"/>
            <a:chOff x="-60255350" y="3733825"/>
            <a:chExt cx="316650" cy="316550"/>
          </a:xfrm>
        </p:grpSpPr>
        <p:sp>
          <p:nvSpPr>
            <p:cNvPr id="8302" name="Google Shape;8302;p7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7"/>
          <p:cNvGrpSpPr/>
          <p:nvPr/>
        </p:nvGrpSpPr>
        <p:grpSpPr>
          <a:xfrm>
            <a:off x="3091262" y="3807035"/>
            <a:ext cx="310770" cy="365467"/>
            <a:chOff x="-60232500" y="4101525"/>
            <a:chExt cx="268600" cy="315875"/>
          </a:xfrm>
        </p:grpSpPr>
        <p:sp>
          <p:nvSpPr>
            <p:cNvPr id="8310" name="Google Shape;8310;p77"/>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7"/>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2" name="Google Shape;8312;p77"/>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3" name="Google Shape;8313;p77"/>
          <p:cNvGrpSpPr/>
          <p:nvPr/>
        </p:nvGrpSpPr>
        <p:grpSpPr>
          <a:xfrm>
            <a:off x="2624262" y="1532866"/>
            <a:ext cx="368186" cy="366364"/>
            <a:chOff x="-63679950" y="3360375"/>
            <a:chExt cx="318225" cy="316650"/>
          </a:xfrm>
        </p:grpSpPr>
        <p:sp>
          <p:nvSpPr>
            <p:cNvPr id="8314" name="Google Shape;8314;p77"/>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7"/>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7"/>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7"/>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8" name="Google Shape;8318;p77"/>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9" name="Google Shape;8319;p77"/>
          <p:cNvGrpSpPr/>
          <p:nvPr/>
        </p:nvGrpSpPr>
        <p:grpSpPr>
          <a:xfrm>
            <a:off x="2622889" y="2404203"/>
            <a:ext cx="370934" cy="367521"/>
            <a:chOff x="-63679950" y="4093450"/>
            <a:chExt cx="320600" cy="317650"/>
          </a:xfrm>
        </p:grpSpPr>
        <p:sp>
          <p:nvSpPr>
            <p:cNvPr id="8320" name="Google Shape;8320;p77"/>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7"/>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7"/>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77"/>
          <p:cNvGrpSpPr/>
          <p:nvPr/>
        </p:nvGrpSpPr>
        <p:grpSpPr>
          <a:xfrm>
            <a:off x="1283006" y="2897205"/>
            <a:ext cx="366364" cy="367290"/>
            <a:chOff x="-61784125" y="3377700"/>
            <a:chExt cx="316650" cy="317450"/>
          </a:xfrm>
        </p:grpSpPr>
        <p:sp>
          <p:nvSpPr>
            <p:cNvPr id="8324" name="Google Shape;8324;p77"/>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7"/>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7"/>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7"/>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7"/>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7"/>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7"/>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77"/>
          <p:cNvGrpSpPr/>
          <p:nvPr/>
        </p:nvGrpSpPr>
        <p:grpSpPr>
          <a:xfrm>
            <a:off x="1283006" y="3347607"/>
            <a:ext cx="366364" cy="367290"/>
            <a:chOff x="-61783350" y="3743950"/>
            <a:chExt cx="316650" cy="317450"/>
          </a:xfrm>
        </p:grpSpPr>
        <p:sp>
          <p:nvSpPr>
            <p:cNvPr id="8332" name="Google Shape;8332;p77"/>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7"/>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4" name="Google Shape;8334;p77"/>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7"/>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7"/>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7" name="Google Shape;8337;p77"/>
          <p:cNvGrpSpPr/>
          <p:nvPr/>
        </p:nvGrpSpPr>
        <p:grpSpPr>
          <a:xfrm>
            <a:off x="3504430" y="3807440"/>
            <a:ext cx="369112" cy="364657"/>
            <a:chOff x="-59869425" y="4102225"/>
            <a:chExt cx="319025" cy="315175"/>
          </a:xfrm>
        </p:grpSpPr>
        <p:sp>
          <p:nvSpPr>
            <p:cNvPr id="8338" name="Google Shape;8338;p77"/>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7"/>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7"/>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7"/>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7"/>
          <p:cNvGrpSpPr/>
          <p:nvPr/>
        </p:nvGrpSpPr>
        <p:grpSpPr>
          <a:xfrm>
            <a:off x="2623233" y="4276262"/>
            <a:ext cx="366364" cy="365467"/>
            <a:chOff x="-59029025" y="3711650"/>
            <a:chExt cx="316650" cy="315875"/>
          </a:xfrm>
        </p:grpSpPr>
        <p:sp>
          <p:nvSpPr>
            <p:cNvPr id="8343" name="Google Shape;8343;p77"/>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7"/>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7"/>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7"/>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7"/>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7"/>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7"/>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77"/>
          <p:cNvGrpSpPr/>
          <p:nvPr/>
        </p:nvGrpSpPr>
        <p:grpSpPr>
          <a:xfrm>
            <a:off x="4859311" y="1532317"/>
            <a:ext cx="351940" cy="348188"/>
            <a:chOff x="581525" y="3254850"/>
            <a:chExt cx="297750" cy="294575"/>
          </a:xfrm>
        </p:grpSpPr>
        <p:sp>
          <p:nvSpPr>
            <p:cNvPr id="8351" name="Google Shape;8351;p77"/>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7"/>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7"/>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77"/>
          <p:cNvGrpSpPr/>
          <p:nvPr/>
        </p:nvGrpSpPr>
        <p:grpSpPr>
          <a:xfrm>
            <a:off x="4858380" y="1971253"/>
            <a:ext cx="353802" cy="351497"/>
            <a:chOff x="580725" y="3617925"/>
            <a:chExt cx="299325" cy="297375"/>
          </a:xfrm>
        </p:grpSpPr>
        <p:sp>
          <p:nvSpPr>
            <p:cNvPr id="8355" name="Google Shape;8355;p77"/>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7"/>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7"/>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7"/>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7"/>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7"/>
          <p:cNvGrpSpPr/>
          <p:nvPr/>
        </p:nvGrpSpPr>
        <p:grpSpPr>
          <a:xfrm>
            <a:off x="4860242" y="2418443"/>
            <a:ext cx="350079" cy="350079"/>
            <a:chOff x="583100" y="3982600"/>
            <a:chExt cx="296175" cy="296175"/>
          </a:xfrm>
        </p:grpSpPr>
        <p:sp>
          <p:nvSpPr>
            <p:cNvPr id="8361" name="Google Shape;8361;p77"/>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7"/>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7"/>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7"/>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7"/>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7"/>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7"/>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77"/>
          <p:cNvGrpSpPr/>
          <p:nvPr/>
        </p:nvGrpSpPr>
        <p:grpSpPr>
          <a:xfrm>
            <a:off x="7092856" y="1532067"/>
            <a:ext cx="307231" cy="348690"/>
            <a:chOff x="2423775" y="3226875"/>
            <a:chExt cx="259925" cy="295000"/>
          </a:xfrm>
        </p:grpSpPr>
        <p:sp>
          <p:nvSpPr>
            <p:cNvPr id="8369" name="Google Shape;8369;p77"/>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7"/>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7"/>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77"/>
          <p:cNvGrpSpPr/>
          <p:nvPr/>
        </p:nvGrpSpPr>
        <p:grpSpPr>
          <a:xfrm>
            <a:off x="7070043" y="1973352"/>
            <a:ext cx="352857" cy="347301"/>
            <a:chOff x="2404875" y="3592725"/>
            <a:chExt cx="298525" cy="293825"/>
          </a:xfrm>
        </p:grpSpPr>
        <p:sp>
          <p:nvSpPr>
            <p:cNvPr id="8373" name="Google Shape;8373;p77"/>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7"/>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7"/>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77"/>
          <p:cNvGrpSpPr/>
          <p:nvPr/>
        </p:nvGrpSpPr>
        <p:grpSpPr>
          <a:xfrm>
            <a:off x="7070974" y="2418917"/>
            <a:ext cx="350995" cy="349133"/>
            <a:chOff x="2404875" y="3955825"/>
            <a:chExt cx="296950" cy="295375"/>
          </a:xfrm>
        </p:grpSpPr>
        <p:sp>
          <p:nvSpPr>
            <p:cNvPr id="8377" name="Google Shape;8377;p77"/>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7"/>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7"/>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7"/>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77"/>
          <p:cNvGrpSpPr/>
          <p:nvPr/>
        </p:nvGrpSpPr>
        <p:grpSpPr>
          <a:xfrm>
            <a:off x="5764954" y="2883111"/>
            <a:ext cx="349163" cy="350079"/>
            <a:chOff x="4263650" y="3235150"/>
            <a:chExt cx="295400" cy="296175"/>
          </a:xfrm>
        </p:grpSpPr>
        <p:sp>
          <p:nvSpPr>
            <p:cNvPr id="8382" name="Google Shape;8382;p77"/>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7"/>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7"/>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7"/>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7"/>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77"/>
          <p:cNvGrpSpPr/>
          <p:nvPr/>
        </p:nvGrpSpPr>
        <p:grpSpPr>
          <a:xfrm>
            <a:off x="5762634" y="3342272"/>
            <a:ext cx="353802" cy="327739"/>
            <a:chOff x="4266025" y="3609275"/>
            <a:chExt cx="299325" cy="277275"/>
          </a:xfrm>
        </p:grpSpPr>
        <p:sp>
          <p:nvSpPr>
            <p:cNvPr id="8388" name="Google Shape;8388;p77"/>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7"/>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77"/>
          <p:cNvGrpSpPr/>
          <p:nvPr/>
        </p:nvGrpSpPr>
        <p:grpSpPr>
          <a:xfrm>
            <a:off x="5763092" y="3807659"/>
            <a:ext cx="352886" cy="349133"/>
            <a:chOff x="4263650" y="3963700"/>
            <a:chExt cx="298550" cy="295375"/>
          </a:xfrm>
        </p:grpSpPr>
        <p:sp>
          <p:nvSpPr>
            <p:cNvPr id="8391" name="Google Shape;8391;p77"/>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7"/>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7"/>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7"/>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7"/>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7"/>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7"/>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77"/>
          <p:cNvGrpSpPr/>
          <p:nvPr/>
        </p:nvGrpSpPr>
        <p:grpSpPr>
          <a:xfrm>
            <a:off x="8041429" y="2883111"/>
            <a:ext cx="226264" cy="350079"/>
            <a:chOff x="6164975" y="3211525"/>
            <a:chExt cx="191425" cy="296175"/>
          </a:xfrm>
        </p:grpSpPr>
        <p:sp>
          <p:nvSpPr>
            <p:cNvPr id="8399" name="Google Shape;8399;p77"/>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7"/>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7"/>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7"/>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7"/>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7"/>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7"/>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77"/>
          <p:cNvGrpSpPr/>
          <p:nvPr/>
        </p:nvGrpSpPr>
        <p:grpSpPr>
          <a:xfrm>
            <a:off x="5303466" y="1531387"/>
            <a:ext cx="352886" cy="350049"/>
            <a:chOff x="946175" y="3253275"/>
            <a:chExt cx="298550" cy="296150"/>
          </a:xfrm>
        </p:grpSpPr>
        <p:sp>
          <p:nvSpPr>
            <p:cNvPr id="8407" name="Google Shape;8407;p77"/>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7"/>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7"/>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7"/>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7"/>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77"/>
          <p:cNvGrpSpPr/>
          <p:nvPr/>
        </p:nvGrpSpPr>
        <p:grpSpPr>
          <a:xfrm>
            <a:off x="5304397" y="1973351"/>
            <a:ext cx="351024" cy="347301"/>
            <a:chOff x="946175" y="3619500"/>
            <a:chExt cx="296975" cy="293825"/>
          </a:xfrm>
        </p:grpSpPr>
        <p:sp>
          <p:nvSpPr>
            <p:cNvPr id="8413" name="Google Shape;8413;p77"/>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7"/>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7"/>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7"/>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7"/>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7"/>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77"/>
          <p:cNvGrpSpPr/>
          <p:nvPr/>
        </p:nvGrpSpPr>
        <p:grpSpPr>
          <a:xfrm>
            <a:off x="5303939" y="2417985"/>
            <a:ext cx="351940" cy="350995"/>
            <a:chOff x="944600" y="3981825"/>
            <a:chExt cx="297750" cy="296950"/>
          </a:xfrm>
        </p:grpSpPr>
        <p:sp>
          <p:nvSpPr>
            <p:cNvPr id="8420" name="Google Shape;8420;p77"/>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7"/>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7"/>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7"/>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77"/>
          <p:cNvGrpSpPr/>
          <p:nvPr/>
        </p:nvGrpSpPr>
        <p:grpSpPr>
          <a:xfrm>
            <a:off x="7520875" y="1531845"/>
            <a:ext cx="350079" cy="349133"/>
            <a:chOff x="2768750" y="3227275"/>
            <a:chExt cx="296175" cy="295375"/>
          </a:xfrm>
        </p:grpSpPr>
        <p:sp>
          <p:nvSpPr>
            <p:cNvPr id="8425" name="Google Shape;8425;p77"/>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7"/>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7"/>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7"/>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7"/>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7"/>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7"/>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7"/>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7"/>
          <p:cNvGrpSpPr/>
          <p:nvPr/>
        </p:nvGrpSpPr>
        <p:grpSpPr>
          <a:xfrm>
            <a:off x="7541826" y="1972717"/>
            <a:ext cx="308177" cy="348572"/>
            <a:chOff x="2786075" y="3591800"/>
            <a:chExt cx="260725" cy="294900"/>
          </a:xfrm>
        </p:grpSpPr>
        <p:sp>
          <p:nvSpPr>
            <p:cNvPr id="8434" name="Google Shape;8434;p77"/>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7"/>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7"/>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7"/>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7"/>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7"/>
          <p:cNvGrpSpPr/>
          <p:nvPr/>
        </p:nvGrpSpPr>
        <p:grpSpPr>
          <a:xfrm>
            <a:off x="7582324" y="2418444"/>
            <a:ext cx="227180" cy="350079"/>
            <a:chOff x="2819150" y="3955025"/>
            <a:chExt cx="192200" cy="296175"/>
          </a:xfrm>
        </p:grpSpPr>
        <p:sp>
          <p:nvSpPr>
            <p:cNvPr id="8440" name="Google Shape;8440;p77"/>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7"/>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7"/>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7"/>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77"/>
          <p:cNvGrpSpPr/>
          <p:nvPr/>
        </p:nvGrpSpPr>
        <p:grpSpPr>
          <a:xfrm>
            <a:off x="6206097" y="2884042"/>
            <a:ext cx="349133" cy="348217"/>
            <a:chOff x="4629125" y="3235150"/>
            <a:chExt cx="295375" cy="294600"/>
          </a:xfrm>
        </p:grpSpPr>
        <p:sp>
          <p:nvSpPr>
            <p:cNvPr id="8445" name="Google Shape;8445;p77"/>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7"/>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7"/>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7"/>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7"/>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77"/>
          <p:cNvGrpSpPr/>
          <p:nvPr/>
        </p:nvGrpSpPr>
        <p:grpSpPr>
          <a:xfrm>
            <a:off x="6206082" y="3331575"/>
            <a:ext cx="349163" cy="349133"/>
            <a:chOff x="4628325" y="3599825"/>
            <a:chExt cx="295400" cy="295375"/>
          </a:xfrm>
        </p:grpSpPr>
        <p:sp>
          <p:nvSpPr>
            <p:cNvPr id="8451" name="Google Shape;8451;p77"/>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7"/>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7"/>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7"/>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7"/>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7"/>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7"/>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7"/>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7"/>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7"/>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7"/>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7"/>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7"/>
          <p:cNvGrpSpPr/>
          <p:nvPr/>
        </p:nvGrpSpPr>
        <p:grpSpPr>
          <a:xfrm>
            <a:off x="6227033" y="3807186"/>
            <a:ext cx="307261" cy="350079"/>
            <a:chOff x="4645650" y="3962900"/>
            <a:chExt cx="259950" cy="296175"/>
          </a:xfrm>
        </p:grpSpPr>
        <p:sp>
          <p:nvSpPr>
            <p:cNvPr id="8464" name="Google Shape;8464;p77"/>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7"/>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7"/>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7"/>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7"/>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7"/>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77"/>
          <p:cNvGrpSpPr/>
          <p:nvPr/>
        </p:nvGrpSpPr>
        <p:grpSpPr>
          <a:xfrm>
            <a:off x="7979994" y="3332048"/>
            <a:ext cx="349133" cy="348188"/>
            <a:chOff x="6143725" y="3582500"/>
            <a:chExt cx="295375" cy="294575"/>
          </a:xfrm>
        </p:grpSpPr>
        <p:sp>
          <p:nvSpPr>
            <p:cNvPr id="8471" name="Google Shape;8471;p77"/>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7"/>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7"/>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7"/>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7"/>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7"/>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7"/>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77"/>
          <p:cNvGrpSpPr/>
          <p:nvPr/>
        </p:nvGrpSpPr>
        <p:grpSpPr>
          <a:xfrm>
            <a:off x="5748820" y="1531387"/>
            <a:ext cx="350995" cy="350049"/>
            <a:chOff x="1310075" y="3253275"/>
            <a:chExt cx="296950" cy="296150"/>
          </a:xfrm>
        </p:grpSpPr>
        <p:sp>
          <p:nvSpPr>
            <p:cNvPr id="8479" name="Google Shape;8479;p77"/>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7"/>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7"/>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2" name="Google Shape;8482;p77"/>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3" name="Google Shape;8483;p77"/>
          <p:cNvGrpSpPr/>
          <p:nvPr/>
        </p:nvGrpSpPr>
        <p:grpSpPr>
          <a:xfrm>
            <a:off x="5748347" y="2417646"/>
            <a:ext cx="351941" cy="351675"/>
            <a:chOff x="1310075" y="3980250"/>
            <a:chExt cx="297750" cy="297525"/>
          </a:xfrm>
        </p:grpSpPr>
        <p:sp>
          <p:nvSpPr>
            <p:cNvPr id="8484" name="Google Shape;8484;p77"/>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7"/>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7"/>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7"/>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77"/>
          <p:cNvGrpSpPr/>
          <p:nvPr/>
        </p:nvGrpSpPr>
        <p:grpSpPr>
          <a:xfrm>
            <a:off x="8013136" y="1531845"/>
            <a:ext cx="266305" cy="349133"/>
            <a:chOff x="3167275" y="3227275"/>
            <a:chExt cx="225300" cy="295375"/>
          </a:xfrm>
        </p:grpSpPr>
        <p:sp>
          <p:nvSpPr>
            <p:cNvPr id="8489" name="Google Shape;8489;p77"/>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7"/>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7"/>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7"/>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7"/>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4" name="Google Shape;8494;p77"/>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5" name="Google Shape;8495;p77"/>
          <p:cNvGrpSpPr/>
          <p:nvPr/>
        </p:nvGrpSpPr>
        <p:grpSpPr>
          <a:xfrm>
            <a:off x="7970318" y="2418902"/>
            <a:ext cx="351940" cy="349163"/>
            <a:chOff x="3133425" y="3955025"/>
            <a:chExt cx="297750" cy="295400"/>
          </a:xfrm>
        </p:grpSpPr>
        <p:sp>
          <p:nvSpPr>
            <p:cNvPr id="8496" name="Google Shape;8496;p77"/>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7"/>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7"/>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7"/>
          <p:cNvGrpSpPr/>
          <p:nvPr/>
        </p:nvGrpSpPr>
        <p:grpSpPr>
          <a:xfrm>
            <a:off x="6650491" y="2882490"/>
            <a:ext cx="350079" cy="351320"/>
            <a:chOff x="4991425" y="3234750"/>
            <a:chExt cx="296175" cy="297225"/>
          </a:xfrm>
        </p:grpSpPr>
        <p:sp>
          <p:nvSpPr>
            <p:cNvPr id="8500" name="Google Shape;8500;p77"/>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7"/>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7"/>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7"/>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7"/>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7"/>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77"/>
          <p:cNvGrpSpPr/>
          <p:nvPr/>
        </p:nvGrpSpPr>
        <p:grpSpPr>
          <a:xfrm>
            <a:off x="6650491" y="3352053"/>
            <a:ext cx="350079" cy="308177"/>
            <a:chOff x="4991425" y="3617150"/>
            <a:chExt cx="296175" cy="260725"/>
          </a:xfrm>
        </p:grpSpPr>
        <p:sp>
          <p:nvSpPr>
            <p:cNvPr id="8507" name="Google Shape;8507;p77"/>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7"/>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7"/>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7"/>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7"/>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7"/>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7"/>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77"/>
          <p:cNvGrpSpPr/>
          <p:nvPr/>
        </p:nvGrpSpPr>
        <p:grpSpPr>
          <a:xfrm>
            <a:off x="6727764" y="3807644"/>
            <a:ext cx="195532" cy="349163"/>
            <a:chOff x="5056800" y="3962900"/>
            <a:chExt cx="165425" cy="295400"/>
          </a:xfrm>
        </p:grpSpPr>
        <p:sp>
          <p:nvSpPr>
            <p:cNvPr id="8515" name="Google Shape;8515;p77"/>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7"/>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7"/>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77"/>
          <p:cNvGrpSpPr/>
          <p:nvPr/>
        </p:nvGrpSpPr>
        <p:grpSpPr>
          <a:xfrm>
            <a:off x="7979062" y="3807660"/>
            <a:ext cx="350995" cy="349133"/>
            <a:chOff x="6168925" y="3936925"/>
            <a:chExt cx="296950" cy="295375"/>
          </a:xfrm>
        </p:grpSpPr>
        <p:sp>
          <p:nvSpPr>
            <p:cNvPr id="8519" name="Google Shape;8519;p77"/>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7"/>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7"/>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7"/>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7"/>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7"/>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7"/>
          <p:cNvGrpSpPr/>
          <p:nvPr/>
        </p:nvGrpSpPr>
        <p:grpSpPr>
          <a:xfrm>
            <a:off x="6192756" y="1531845"/>
            <a:ext cx="348188" cy="349133"/>
            <a:chOff x="1674750" y="3254050"/>
            <a:chExt cx="294575" cy="295375"/>
          </a:xfrm>
        </p:grpSpPr>
        <p:sp>
          <p:nvSpPr>
            <p:cNvPr id="8526" name="Google Shape;8526;p77"/>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7"/>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7"/>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77"/>
          <p:cNvGrpSpPr/>
          <p:nvPr/>
        </p:nvGrpSpPr>
        <p:grpSpPr>
          <a:xfrm>
            <a:off x="6207177" y="1972435"/>
            <a:ext cx="319347" cy="349133"/>
            <a:chOff x="1687350" y="3618725"/>
            <a:chExt cx="270175" cy="295375"/>
          </a:xfrm>
        </p:grpSpPr>
        <p:sp>
          <p:nvSpPr>
            <p:cNvPr id="8530" name="Google Shape;8530;p77"/>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7"/>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7"/>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7"/>
          <p:cNvGrpSpPr/>
          <p:nvPr/>
        </p:nvGrpSpPr>
        <p:grpSpPr>
          <a:xfrm>
            <a:off x="6190880" y="2418916"/>
            <a:ext cx="351940" cy="349133"/>
            <a:chOff x="1672375" y="3982600"/>
            <a:chExt cx="297750" cy="295375"/>
          </a:xfrm>
        </p:grpSpPr>
        <p:sp>
          <p:nvSpPr>
            <p:cNvPr id="8534" name="Google Shape;8534;p77"/>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7"/>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7"/>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7"/>
          <p:cNvGrpSpPr/>
          <p:nvPr/>
        </p:nvGrpSpPr>
        <p:grpSpPr>
          <a:xfrm>
            <a:off x="4882872" y="2883111"/>
            <a:ext cx="350079" cy="350079"/>
            <a:chOff x="3497300" y="3227275"/>
            <a:chExt cx="296175" cy="296175"/>
          </a:xfrm>
        </p:grpSpPr>
        <p:sp>
          <p:nvSpPr>
            <p:cNvPr id="8538" name="Google Shape;8538;p77"/>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7"/>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7"/>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7"/>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7"/>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7"/>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7"/>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7"/>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7"/>
          <p:cNvGrpSpPr/>
          <p:nvPr/>
        </p:nvGrpSpPr>
        <p:grpSpPr>
          <a:xfrm>
            <a:off x="4883345" y="3332506"/>
            <a:ext cx="349133" cy="347272"/>
            <a:chOff x="3497300" y="3591950"/>
            <a:chExt cx="295375" cy="293800"/>
          </a:xfrm>
        </p:grpSpPr>
        <p:sp>
          <p:nvSpPr>
            <p:cNvPr id="8547" name="Google Shape;8547;p77"/>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7"/>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7"/>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7"/>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7"/>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7"/>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7"/>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7"/>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7"/>
          <p:cNvGrpSpPr/>
          <p:nvPr/>
        </p:nvGrpSpPr>
        <p:grpSpPr>
          <a:xfrm>
            <a:off x="4883345" y="3807644"/>
            <a:ext cx="349133" cy="349163"/>
            <a:chOff x="3497300" y="3955025"/>
            <a:chExt cx="295375" cy="295400"/>
          </a:xfrm>
        </p:grpSpPr>
        <p:sp>
          <p:nvSpPr>
            <p:cNvPr id="8556" name="Google Shape;8556;p77"/>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7"/>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7"/>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77"/>
          <p:cNvGrpSpPr/>
          <p:nvPr/>
        </p:nvGrpSpPr>
        <p:grpSpPr>
          <a:xfrm>
            <a:off x="7107917" y="2883835"/>
            <a:ext cx="327739" cy="348631"/>
            <a:chOff x="5364750" y="3235150"/>
            <a:chExt cx="277275" cy="294950"/>
          </a:xfrm>
        </p:grpSpPr>
        <p:sp>
          <p:nvSpPr>
            <p:cNvPr id="8560" name="Google Shape;8560;p77"/>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7"/>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7"/>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7"/>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7"/>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7"/>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7"/>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7"/>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77"/>
          <p:cNvGrpSpPr/>
          <p:nvPr/>
        </p:nvGrpSpPr>
        <p:grpSpPr>
          <a:xfrm>
            <a:off x="7096274" y="3330171"/>
            <a:ext cx="351024" cy="351940"/>
            <a:chOff x="5355300" y="3598250"/>
            <a:chExt cx="296975" cy="297750"/>
          </a:xfrm>
        </p:grpSpPr>
        <p:sp>
          <p:nvSpPr>
            <p:cNvPr id="8569" name="Google Shape;8569;p77"/>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7"/>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7"/>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7"/>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7"/>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7"/>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7"/>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7"/>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77"/>
          <p:cNvGrpSpPr/>
          <p:nvPr/>
        </p:nvGrpSpPr>
        <p:grpSpPr>
          <a:xfrm>
            <a:off x="7100470" y="3869093"/>
            <a:ext cx="342632" cy="226264"/>
            <a:chOff x="5358450" y="4015675"/>
            <a:chExt cx="289875" cy="191425"/>
          </a:xfrm>
        </p:grpSpPr>
        <p:sp>
          <p:nvSpPr>
            <p:cNvPr id="8578" name="Google Shape;8578;p77"/>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7"/>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7"/>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7"/>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77"/>
          <p:cNvGrpSpPr/>
          <p:nvPr/>
        </p:nvGrpSpPr>
        <p:grpSpPr>
          <a:xfrm>
            <a:off x="6226953" y="4251624"/>
            <a:ext cx="351024" cy="325464"/>
            <a:chOff x="6543825" y="3202075"/>
            <a:chExt cx="296975" cy="275350"/>
          </a:xfrm>
        </p:grpSpPr>
        <p:sp>
          <p:nvSpPr>
            <p:cNvPr id="8583" name="Google Shape;8583;p77"/>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7"/>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7"/>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7"/>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7"/>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7"/>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7"/>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77"/>
          <p:cNvGrpSpPr/>
          <p:nvPr/>
        </p:nvGrpSpPr>
        <p:grpSpPr>
          <a:xfrm>
            <a:off x="6633934" y="1531372"/>
            <a:ext cx="350079" cy="350079"/>
            <a:chOff x="2037825" y="3254050"/>
            <a:chExt cx="296175" cy="296175"/>
          </a:xfrm>
        </p:grpSpPr>
        <p:sp>
          <p:nvSpPr>
            <p:cNvPr id="8591" name="Google Shape;8591;p77"/>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7"/>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7"/>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7"/>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7"/>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7"/>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7"/>
          <p:cNvGrpSpPr/>
          <p:nvPr/>
        </p:nvGrpSpPr>
        <p:grpSpPr>
          <a:xfrm>
            <a:off x="6632072" y="1972539"/>
            <a:ext cx="353802" cy="348926"/>
            <a:chOff x="2034675" y="3617925"/>
            <a:chExt cx="299325" cy="295200"/>
          </a:xfrm>
        </p:grpSpPr>
        <p:sp>
          <p:nvSpPr>
            <p:cNvPr id="8598" name="Google Shape;8598;p77"/>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7"/>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7"/>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7"/>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7"/>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77"/>
          <p:cNvGrpSpPr/>
          <p:nvPr/>
        </p:nvGrpSpPr>
        <p:grpSpPr>
          <a:xfrm>
            <a:off x="6633934" y="2418916"/>
            <a:ext cx="350079" cy="349133"/>
            <a:chOff x="2037825" y="3981825"/>
            <a:chExt cx="296175" cy="295375"/>
          </a:xfrm>
        </p:grpSpPr>
        <p:sp>
          <p:nvSpPr>
            <p:cNvPr id="8604" name="Google Shape;8604;p77"/>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7"/>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7"/>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77"/>
          <p:cNvGrpSpPr/>
          <p:nvPr/>
        </p:nvGrpSpPr>
        <p:grpSpPr>
          <a:xfrm>
            <a:off x="5318952" y="2915232"/>
            <a:ext cx="350079" cy="285837"/>
            <a:chOff x="3860400" y="3254050"/>
            <a:chExt cx="296175" cy="241825"/>
          </a:xfrm>
        </p:grpSpPr>
        <p:sp>
          <p:nvSpPr>
            <p:cNvPr id="8608" name="Google Shape;8608;p77"/>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7"/>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7"/>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7"/>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7"/>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7"/>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7"/>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77"/>
          <p:cNvGrpSpPr/>
          <p:nvPr/>
        </p:nvGrpSpPr>
        <p:grpSpPr>
          <a:xfrm>
            <a:off x="5318479" y="3331102"/>
            <a:ext cx="351024" cy="350079"/>
            <a:chOff x="3859600" y="3591950"/>
            <a:chExt cx="296975" cy="296175"/>
          </a:xfrm>
        </p:grpSpPr>
        <p:sp>
          <p:nvSpPr>
            <p:cNvPr id="8616" name="Google Shape;8616;p77"/>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7"/>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7"/>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77"/>
          <p:cNvGrpSpPr/>
          <p:nvPr/>
        </p:nvGrpSpPr>
        <p:grpSpPr>
          <a:xfrm>
            <a:off x="5318952" y="3807186"/>
            <a:ext cx="350079" cy="350079"/>
            <a:chOff x="3860400" y="3955025"/>
            <a:chExt cx="296175" cy="296175"/>
          </a:xfrm>
        </p:grpSpPr>
        <p:sp>
          <p:nvSpPr>
            <p:cNvPr id="8620" name="Google Shape;8620;p77"/>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7"/>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7"/>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7"/>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7"/>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77"/>
          <p:cNvGrpSpPr/>
          <p:nvPr/>
        </p:nvGrpSpPr>
        <p:grpSpPr>
          <a:xfrm>
            <a:off x="7534167" y="2883584"/>
            <a:ext cx="355664" cy="349133"/>
            <a:chOff x="5716825" y="3235950"/>
            <a:chExt cx="300900" cy="295375"/>
          </a:xfrm>
        </p:grpSpPr>
        <p:sp>
          <p:nvSpPr>
            <p:cNvPr id="8626" name="Google Shape;8626;p77"/>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7"/>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7"/>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7"/>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77"/>
          <p:cNvGrpSpPr/>
          <p:nvPr/>
        </p:nvGrpSpPr>
        <p:grpSpPr>
          <a:xfrm>
            <a:off x="7547199" y="3342272"/>
            <a:ext cx="329601" cy="327739"/>
            <a:chOff x="5727850" y="3609275"/>
            <a:chExt cx="278850" cy="277275"/>
          </a:xfrm>
        </p:grpSpPr>
        <p:sp>
          <p:nvSpPr>
            <p:cNvPr id="8631" name="Google Shape;8631;p77"/>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7"/>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7"/>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7"/>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7"/>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77"/>
          <p:cNvGrpSpPr/>
          <p:nvPr/>
        </p:nvGrpSpPr>
        <p:grpSpPr>
          <a:xfrm>
            <a:off x="7558383" y="3807659"/>
            <a:ext cx="307231" cy="349133"/>
            <a:chOff x="5736525" y="3963700"/>
            <a:chExt cx="259925" cy="295375"/>
          </a:xfrm>
        </p:grpSpPr>
        <p:sp>
          <p:nvSpPr>
            <p:cNvPr id="8637" name="Google Shape;8637;p77"/>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7"/>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7"/>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7"/>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7"/>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7"/>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7"/>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7"/>
          <p:cNvGrpSpPr/>
          <p:nvPr/>
        </p:nvGrpSpPr>
        <p:grpSpPr>
          <a:xfrm>
            <a:off x="6649963" y="4256985"/>
            <a:ext cx="351024" cy="350079"/>
            <a:chOff x="6553275" y="3604550"/>
            <a:chExt cx="296975" cy="296175"/>
          </a:xfrm>
        </p:grpSpPr>
        <p:sp>
          <p:nvSpPr>
            <p:cNvPr id="8645" name="Google Shape;8645;p77"/>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7"/>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7"/>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7"/>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7"/>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7"/>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54" name="Shape 8654"/>
        <p:cNvGrpSpPr/>
        <p:nvPr/>
      </p:nvGrpSpPr>
      <p:grpSpPr>
        <a:xfrm>
          <a:off x="0" y="0"/>
          <a:ext cx="0" cy="0"/>
          <a:chOff x="0" y="0"/>
          <a:chExt cx="0" cy="0"/>
        </a:xfrm>
      </p:grpSpPr>
      <p:sp>
        <p:nvSpPr>
          <p:cNvPr id="8655" name="Google Shape;8655;p7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656" name="Google Shape;8656;p7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8657" name="Google Shape;8657;p78"/>
          <p:cNvGrpSpPr/>
          <p:nvPr/>
        </p:nvGrpSpPr>
        <p:grpSpPr>
          <a:xfrm>
            <a:off x="877057" y="1532946"/>
            <a:ext cx="294401" cy="353645"/>
            <a:chOff x="-35814600" y="3202075"/>
            <a:chExt cx="242625" cy="291450"/>
          </a:xfrm>
        </p:grpSpPr>
        <p:sp>
          <p:nvSpPr>
            <p:cNvPr id="8658" name="Google Shape;8658;p78"/>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8"/>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8"/>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8"/>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8"/>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8"/>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8"/>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78"/>
          <p:cNvGrpSpPr/>
          <p:nvPr/>
        </p:nvGrpSpPr>
        <p:grpSpPr>
          <a:xfrm>
            <a:off x="847435" y="1973866"/>
            <a:ext cx="353645" cy="353888"/>
            <a:chOff x="-35839800" y="3561025"/>
            <a:chExt cx="291450" cy="291650"/>
          </a:xfrm>
        </p:grpSpPr>
        <p:sp>
          <p:nvSpPr>
            <p:cNvPr id="8666" name="Google Shape;8666;p78"/>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8"/>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8"/>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8"/>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8"/>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8"/>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8"/>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3" name="Google Shape;8673;p78"/>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4" name="Google Shape;8674;p78"/>
          <p:cNvGrpSpPr/>
          <p:nvPr/>
        </p:nvGrpSpPr>
        <p:grpSpPr>
          <a:xfrm>
            <a:off x="3084980" y="1532946"/>
            <a:ext cx="353645" cy="353645"/>
            <a:chOff x="-34003850" y="3227275"/>
            <a:chExt cx="291450" cy="291450"/>
          </a:xfrm>
        </p:grpSpPr>
        <p:sp>
          <p:nvSpPr>
            <p:cNvPr id="8675" name="Google Shape;8675;p78"/>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8"/>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8"/>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8"/>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8"/>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78"/>
          <p:cNvGrpSpPr/>
          <p:nvPr/>
        </p:nvGrpSpPr>
        <p:grpSpPr>
          <a:xfrm>
            <a:off x="3084510" y="1973638"/>
            <a:ext cx="354586" cy="354343"/>
            <a:chOff x="-34004625" y="3585850"/>
            <a:chExt cx="292225" cy="292025"/>
          </a:xfrm>
        </p:grpSpPr>
        <p:sp>
          <p:nvSpPr>
            <p:cNvPr id="8681" name="Google Shape;8681;p78"/>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8"/>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8"/>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8"/>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8"/>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78"/>
          <p:cNvGrpSpPr/>
          <p:nvPr/>
        </p:nvGrpSpPr>
        <p:grpSpPr>
          <a:xfrm>
            <a:off x="3084025" y="2408839"/>
            <a:ext cx="355557" cy="354616"/>
            <a:chOff x="-34005425" y="3945575"/>
            <a:chExt cx="293025" cy="292250"/>
          </a:xfrm>
        </p:grpSpPr>
        <p:sp>
          <p:nvSpPr>
            <p:cNvPr id="8687" name="Google Shape;8687;p78"/>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8"/>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8"/>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78"/>
          <p:cNvGrpSpPr/>
          <p:nvPr/>
        </p:nvGrpSpPr>
        <p:grpSpPr>
          <a:xfrm>
            <a:off x="1731124" y="2882015"/>
            <a:ext cx="358408" cy="355557"/>
            <a:chOff x="-32174975" y="3192625"/>
            <a:chExt cx="295375" cy="293025"/>
          </a:xfrm>
        </p:grpSpPr>
        <p:sp>
          <p:nvSpPr>
            <p:cNvPr id="8691" name="Google Shape;8691;p78"/>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8"/>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8"/>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8"/>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5" name="Google Shape;8695;p78"/>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8"/>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78"/>
          <p:cNvGrpSpPr/>
          <p:nvPr/>
        </p:nvGrpSpPr>
        <p:grpSpPr>
          <a:xfrm>
            <a:off x="3970274" y="2882970"/>
            <a:ext cx="354586" cy="353645"/>
            <a:chOff x="-30345325" y="3184750"/>
            <a:chExt cx="292225" cy="291450"/>
          </a:xfrm>
        </p:grpSpPr>
        <p:sp>
          <p:nvSpPr>
            <p:cNvPr id="8698" name="Google Shape;8698;p78"/>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8"/>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8"/>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8"/>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8"/>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78"/>
          <p:cNvGrpSpPr/>
          <p:nvPr/>
        </p:nvGrpSpPr>
        <p:grpSpPr>
          <a:xfrm>
            <a:off x="1295026" y="1532946"/>
            <a:ext cx="353645" cy="353645"/>
            <a:chOff x="-35481425" y="3202075"/>
            <a:chExt cx="291450" cy="291450"/>
          </a:xfrm>
        </p:grpSpPr>
        <p:sp>
          <p:nvSpPr>
            <p:cNvPr id="8704" name="Google Shape;8704;p78"/>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8"/>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8"/>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8"/>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8"/>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8"/>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8"/>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78"/>
          <p:cNvGrpSpPr/>
          <p:nvPr/>
        </p:nvGrpSpPr>
        <p:grpSpPr>
          <a:xfrm>
            <a:off x="1294556" y="1974472"/>
            <a:ext cx="354586" cy="352675"/>
            <a:chOff x="-35482200" y="3561225"/>
            <a:chExt cx="292225" cy="290650"/>
          </a:xfrm>
        </p:grpSpPr>
        <p:sp>
          <p:nvSpPr>
            <p:cNvPr id="8712" name="Google Shape;8712;p78"/>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8"/>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8"/>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78"/>
          <p:cNvGrpSpPr/>
          <p:nvPr/>
        </p:nvGrpSpPr>
        <p:grpSpPr>
          <a:xfrm>
            <a:off x="1295026" y="2409340"/>
            <a:ext cx="353645" cy="353615"/>
            <a:chOff x="-35481425" y="3919600"/>
            <a:chExt cx="291450" cy="291425"/>
          </a:xfrm>
        </p:grpSpPr>
        <p:sp>
          <p:nvSpPr>
            <p:cNvPr id="8716" name="Google Shape;8716;p78"/>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8"/>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8"/>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8"/>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8"/>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8"/>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8"/>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8"/>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78"/>
          <p:cNvGrpSpPr/>
          <p:nvPr/>
        </p:nvGrpSpPr>
        <p:grpSpPr>
          <a:xfrm>
            <a:off x="3530661" y="1533431"/>
            <a:ext cx="357468" cy="352675"/>
            <a:chOff x="-33645475" y="3228075"/>
            <a:chExt cx="294600" cy="290650"/>
          </a:xfrm>
        </p:grpSpPr>
        <p:sp>
          <p:nvSpPr>
            <p:cNvPr id="8725" name="Google Shape;8725;p78"/>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8"/>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8"/>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8"/>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8"/>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8"/>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8"/>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78"/>
          <p:cNvGrpSpPr/>
          <p:nvPr/>
        </p:nvGrpSpPr>
        <p:grpSpPr>
          <a:xfrm>
            <a:off x="3531631" y="1973516"/>
            <a:ext cx="355526" cy="354586"/>
            <a:chOff x="-33646250" y="3586425"/>
            <a:chExt cx="293000" cy="292225"/>
          </a:xfrm>
        </p:grpSpPr>
        <p:sp>
          <p:nvSpPr>
            <p:cNvPr id="8733" name="Google Shape;8733;p78"/>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8"/>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78"/>
          <p:cNvGrpSpPr/>
          <p:nvPr/>
        </p:nvGrpSpPr>
        <p:grpSpPr>
          <a:xfrm>
            <a:off x="3532101" y="2408369"/>
            <a:ext cx="354586" cy="355557"/>
            <a:chOff x="-33645475" y="3944800"/>
            <a:chExt cx="292225" cy="293025"/>
          </a:xfrm>
        </p:grpSpPr>
        <p:sp>
          <p:nvSpPr>
            <p:cNvPr id="8736" name="Google Shape;8736;p78"/>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8"/>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8"/>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8"/>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8"/>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8"/>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8"/>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8"/>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8"/>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8"/>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78"/>
          <p:cNvGrpSpPr/>
          <p:nvPr/>
        </p:nvGrpSpPr>
        <p:grpSpPr>
          <a:xfrm>
            <a:off x="2185320" y="2882106"/>
            <a:ext cx="352675" cy="355375"/>
            <a:chOff x="-31809525" y="3192625"/>
            <a:chExt cx="290650" cy="292875"/>
          </a:xfrm>
        </p:grpSpPr>
        <p:sp>
          <p:nvSpPr>
            <p:cNvPr id="8747" name="Google Shape;8747;p78"/>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8"/>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8"/>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8"/>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78"/>
          <p:cNvGrpSpPr/>
          <p:nvPr/>
        </p:nvGrpSpPr>
        <p:grpSpPr>
          <a:xfrm>
            <a:off x="2184835" y="3352658"/>
            <a:ext cx="353645" cy="355557"/>
            <a:chOff x="-31811100" y="3550975"/>
            <a:chExt cx="291450" cy="293025"/>
          </a:xfrm>
        </p:grpSpPr>
        <p:sp>
          <p:nvSpPr>
            <p:cNvPr id="8752" name="Google Shape;8752;p78"/>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8"/>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8"/>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8"/>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8"/>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8"/>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8"/>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78"/>
          <p:cNvGrpSpPr/>
          <p:nvPr/>
        </p:nvGrpSpPr>
        <p:grpSpPr>
          <a:xfrm>
            <a:off x="2178631" y="3816962"/>
            <a:ext cx="366052" cy="356831"/>
            <a:chOff x="-31817400" y="3910025"/>
            <a:chExt cx="301675" cy="294075"/>
          </a:xfrm>
        </p:grpSpPr>
        <p:sp>
          <p:nvSpPr>
            <p:cNvPr id="8760" name="Google Shape;8760;p78"/>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8"/>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8"/>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8"/>
          <p:cNvGrpSpPr/>
          <p:nvPr/>
        </p:nvGrpSpPr>
        <p:grpSpPr>
          <a:xfrm>
            <a:off x="3970259" y="3353143"/>
            <a:ext cx="354616" cy="354586"/>
            <a:chOff x="-30354000" y="3569100"/>
            <a:chExt cx="292250" cy="292225"/>
          </a:xfrm>
        </p:grpSpPr>
        <p:sp>
          <p:nvSpPr>
            <p:cNvPr id="8764" name="Google Shape;8764;p78"/>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8"/>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8"/>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8"/>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8"/>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8"/>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8"/>
          <p:cNvGrpSpPr/>
          <p:nvPr/>
        </p:nvGrpSpPr>
        <p:grpSpPr>
          <a:xfrm>
            <a:off x="1748837" y="1532946"/>
            <a:ext cx="342148" cy="353645"/>
            <a:chOff x="-35118325" y="3202075"/>
            <a:chExt cx="281975" cy="291450"/>
          </a:xfrm>
        </p:grpSpPr>
        <p:sp>
          <p:nvSpPr>
            <p:cNvPr id="8771" name="Google Shape;8771;p78"/>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8"/>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8"/>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8"/>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8"/>
          <p:cNvGrpSpPr/>
          <p:nvPr/>
        </p:nvGrpSpPr>
        <p:grpSpPr>
          <a:xfrm>
            <a:off x="1742618" y="1974199"/>
            <a:ext cx="354586" cy="353221"/>
            <a:chOff x="-35123050" y="3561225"/>
            <a:chExt cx="292225" cy="291100"/>
          </a:xfrm>
        </p:grpSpPr>
        <p:sp>
          <p:nvSpPr>
            <p:cNvPr id="8776" name="Google Shape;8776;p78"/>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8"/>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78"/>
          <p:cNvGrpSpPr/>
          <p:nvPr/>
        </p:nvGrpSpPr>
        <p:grpSpPr>
          <a:xfrm>
            <a:off x="1784677" y="2409340"/>
            <a:ext cx="270467" cy="353615"/>
            <a:chOff x="-35089175" y="3919600"/>
            <a:chExt cx="222900" cy="291425"/>
          </a:xfrm>
        </p:grpSpPr>
        <p:sp>
          <p:nvSpPr>
            <p:cNvPr id="8779" name="Google Shape;8779;p78"/>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8"/>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78"/>
          <p:cNvGrpSpPr/>
          <p:nvPr/>
        </p:nvGrpSpPr>
        <p:grpSpPr>
          <a:xfrm>
            <a:off x="3981673" y="1532703"/>
            <a:ext cx="336445" cy="354131"/>
            <a:chOff x="-33277650" y="3226875"/>
            <a:chExt cx="277275" cy="291850"/>
          </a:xfrm>
        </p:grpSpPr>
        <p:sp>
          <p:nvSpPr>
            <p:cNvPr id="8782" name="Google Shape;8782;p78"/>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8"/>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8"/>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8"/>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8"/>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8"/>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8"/>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78"/>
          <p:cNvGrpSpPr/>
          <p:nvPr/>
        </p:nvGrpSpPr>
        <p:grpSpPr>
          <a:xfrm>
            <a:off x="3973073" y="1973987"/>
            <a:ext cx="353645" cy="353645"/>
            <a:chOff x="-33286325" y="3586425"/>
            <a:chExt cx="291450" cy="291450"/>
          </a:xfrm>
        </p:grpSpPr>
        <p:sp>
          <p:nvSpPr>
            <p:cNvPr id="8790" name="Google Shape;8790;p78"/>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8"/>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8"/>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8"/>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8"/>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78"/>
          <p:cNvGrpSpPr/>
          <p:nvPr/>
        </p:nvGrpSpPr>
        <p:grpSpPr>
          <a:xfrm>
            <a:off x="3973073" y="2408369"/>
            <a:ext cx="353645" cy="355557"/>
            <a:chOff x="-33286325" y="3944800"/>
            <a:chExt cx="291450" cy="293025"/>
          </a:xfrm>
        </p:grpSpPr>
        <p:sp>
          <p:nvSpPr>
            <p:cNvPr id="8796" name="Google Shape;8796;p78"/>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8"/>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8"/>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8"/>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8"/>
          <p:cNvGrpSpPr/>
          <p:nvPr/>
        </p:nvGrpSpPr>
        <p:grpSpPr>
          <a:xfrm>
            <a:off x="2631470" y="2881529"/>
            <a:ext cx="353645" cy="356527"/>
            <a:chOff x="-31452725" y="3191825"/>
            <a:chExt cx="291450" cy="293825"/>
          </a:xfrm>
        </p:grpSpPr>
        <p:sp>
          <p:nvSpPr>
            <p:cNvPr id="8801" name="Google Shape;8801;p78"/>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8"/>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8"/>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8"/>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78"/>
          <p:cNvGrpSpPr/>
          <p:nvPr/>
        </p:nvGrpSpPr>
        <p:grpSpPr>
          <a:xfrm>
            <a:off x="2631000" y="3353144"/>
            <a:ext cx="354586" cy="354586"/>
            <a:chOff x="-31452725" y="3551775"/>
            <a:chExt cx="292225" cy="292225"/>
          </a:xfrm>
        </p:grpSpPr>
        <p:sp>
          <p:nvSpPr>
            <p:cNvPr id="8806" name="Google Shape;8806;p78"/>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8"/>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8"/>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8"/>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78"/>
          <p:cNvGrpSpPr/>
          <p:nvPr/>
        </p:nvGrpSpPr>
        <p:grpSpPr>
          <a:xfrm>
            <a:off x="2629559" y="3817129"/>
            <a:ext cx="357468" cy="356497"/>
            <a:chOff x="-31455100" y="3909350"/>
            <a:chExt cx="294600" cy="293800"/>
          </a:xfrm>
        </p:grpSpPr>
        <p:sp>
          <p:nvSpPr>
            <p:cNvPr id="8811" name="Google Shape;8811;p78"/>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8"/>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78"/>
          <p:cNvGrpSpPr/>
          <p:nvPr/>
        </p:nvGrpSpPr>
        <p:grpSpPr>
          <a:xfrm>
            <a:off x="3970744" y="3818084"/>
            <a:ext cx="353645" cy="354586"/>
            <a:chOff x="-30345325" y="3918800"/>
            <a:chExt cx="291450" cy="292225"/>
          </a:xfrm>
        </p:grpSpPr>
        <p:sp>
          <p:nvSpPr>
            <p:cNvPr id="8814" name="Google Shape;8814;p78"/>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8"/>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8"/>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8"/>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8"/>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78"/>
          <p:cNvGrpSpPr/>
          <p:nvPr/>
        </p:nvGrpSpPr>
        <p:grpSpPr>
          <a:xfrm>
            <a:off x="2200736" y="1532946"/>
            <a:ext cx="332593" cy="353645"/>
            <a:chOff x="-34755225" y="3202075"/>
            <a:chExt cx="274100" cy="291450"/>
          </a:xfrm>
        </p:grpSpPr>
        <p:sp>
          <p:nvSpPr>
            <p:cNvPr id="8820" name="Google Shape;8820;p78"/>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8"/>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8"/>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8"/>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8"/>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8"/>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8"/>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78"/>
          <p:cNvGrpSpPr/>
          <p:nvPr/>
        </p:nvGrpSpPr>
        <p:grpSpPr>
          <a:xfrm>
            <a:off x="2190209" y="1973987"/>
            <a:ext cx="353645" cy="353645"/>
            <a:chOff x="-34763900" y="3561225"/>
            <a:chExt cx="291450" cy="291450"/>
          </a:xfrm>
        </p:grpSpPr>
        <p:sp>
          <p:nvSpPr>
            <p:cNvPr id="8828" name="Google Shape;8828;p78"/>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8"/>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8"/>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1" name="Google Shape;8831;p78"/>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2" name="Google Shape;8832;p78"/>
          <p:cNvGrpSpPr/>
          <p:nvPr/>
        </p:nvGrpSpPr>
        <p:grpSpPr>
          <a:xfrm>
            <a:off x="845106" y="2882499"/>
            <a:ext cx="354586" cy="354586"/>
            <a:chOff x="-32927950" y="3227275"/>
            <a:chExt cx="292225" cy="292225"/>
          </a:xfrm>
        </p:grpSpPr>
        <p:sp>
          <p:nvSpPr>
            <p:cNvPr id="8833" name="Google Shape;8833;p78"/>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8"/>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8"/>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8"/>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8"/>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78"/>
          <p:cNvGrpSpPr/>
          <p:nvPr/>
        </p:nvGrpSpPr>
        <p:grpSpPr>
          <a:xfrm>
            <a:off x="844621" y="3353613"/>
            <a:ext cx="355557" cy="353645"/>
            <a:chOff x="-32927950" y="3586425"/>
            <a:chExt cx="293025" cy="291450"/>
          </a:xfrm>
        </p:grpSpPr>
        <p:sp>
          <p:nvSpPr>
            <p:cNvPr id="8839" name="Google Shape;8839;p78"/>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8"/>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8"/>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8"/>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8"/>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78"/>
          <p:cNvGrpSpPr/>
          <p:nvPr/>
        </p:nvGrpSpPr>
        <p:grpSpPr>
          <a:xfrm>
            <a:off x="845106" y="3817598"/>
            <a:ext cx="354586" cy="355557"/>
            <a:chOff x="-32927950" y="3944800"/>
            <a:chExt cx="292225" cy="293025"/>
          </a:xfrm>
        </p:grpSpPr>
        <p:sp>
          <p:nvSpPr>
            <p:cNvPr id="8845" name="Google Shape;8845;p78"/>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8"/>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8"/>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8"/>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8"/>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8"/>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8"/>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8"/>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8"/>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78"/>
          <p:cNvGrpSpPr/>
          <p:nvPr/>
        </p:nvGrpSpPr>
        <p:grpSpPr>
          <a:xfrm>
            <a:off x="3073898" y="2882849"/>
            <a:ext cx="354586" cy="353888"/>
            <a:chOff x="-31094350" y="3194000"/>
            <a:chExt cx="292225" cy="291650"/>
          </a:xfrm>
        </p:grpSpPr>
        <p:sp>
          <p:nvSpPr>
            <p:cNvPr id="8855" name="Google Shape;8855;p78"/>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8"/>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8"/>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8"/>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8"/>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8"/>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8"/>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8"/>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78"/>
          <p:cNvGrpSpPr/>
          <p:nvPr/>
        </p:nvGrpSpPr>
        <p:grpSpPr>
          <a:xfrm>
            <a:off x="3074368" y="3353341"/>
            <a:ext cx="353645" cy="354191"/>
            <a:chOff x="-31093575" y="3552550"/>
            <a:chExt cx="291450" cy="291900"/>
          </a:xfrm>
        </p:grpSpPr>
        <p:sp>
          <p:nvSpPr>
            <p:cNvPr id="8864" name="Google Shape;8864;p78"/>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8"/>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8"/>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8"/>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8"/>
          <p:cNvGrpSpPr/>
          <p:nvPr/>
        </p:nvGrpSpPr>
        <p:grpSpPr>
          <a:xfrm>
            <a:off x="3074368" y="3818569"/>
            <a:ext cx="353645" cy="353615"/>
            <a:chOff x="-31093575" y="3911725"/>
            <a:chExt cx="291450" cy="291425"/>
          </a:xfrm>
        </p:grpSpPr>
        <p:sp>
          <p:nvSpPr>
            <p:cNvPr id="8869" name="Google Shape;8869;p78"/>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8"/>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78"/>
          <p:cNvGrpSpPr/>
          <p:nvPr/>
        </p:nvGrpSpPr>
        <p:grpSpPr>
          <a:xfrm>
            <a:off x="2183798" y="4275536"/>
            <a:ext cx="356497" cy="354586"/>
            <a:chOff x="-29946000" y="3183175"/>
            <a:chExt cx="293800" cy="292225"/>
          </a:xfrm>
        </p:grpSpPr>
        <p:sp>
          <p:nvSpPr>
            <p:cNvPr id="8872" name="Google Shape;8872;p78"/>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8"/>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8"/>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8"/>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8"/>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8"/>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78"/>
          <p:cNvGrpSpPr/>
          <p:nvPr/>
        </p:nvGrpSpPr>
        <p:grpSpPr>
          <a:xfrm>
            <a:off x="2628330" y="1532689"/>
            <a:ext cx="358408" cy="354161"/>
            <a:chOff x="-34408675" y="3202075"/>
            <a:chExt cx="295375" cy="291875"/>
          </a:xfrm>
        </p:grpSpPr>
        <p:sp>
          <p:nvSpPr>
            <p:cNvPr id="8879" name="Google Shape;8879;p78"/>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8"/>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8"/>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8"/>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78"/>
          <p:cNvGrpSpPr/>
          <p:nvPr/>
        </p:nvGrpSpPr>
        <p:grpSpPr>
          <a:xfrm>
            <a:off x="2630241" y="1972683"/>
            <a:ext cx="354586" cy="356254"/>
            <a:chOff x="-34405525" y="3558075"/>
            <a:chExt cx="292225" cy="293600"/>
          </a:xfrm>
        </p:grpSpPr>
        <p:sp>
          <p:nvSpPr>
            <p:cNvPr id="8884" name="Google Shape;8884;p78"/>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8"/>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8"/>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78"/>
          <p:cNvGrpSpPr/>
          <p:nvPr/>
        </p:nvGrpSpPr>
        <p:grpSpPr>
          <a:xfrm>
            <a:off x="2629755" y="2409340"/>
            <a:ext cx="355557" cy="353615"/>
            <a:chOff x="-34406325" y="3919600"/>
            <a:chExt cx="293025" cy="291425"/>
          </a:xfrm>
        </p:grpSpPr>
        <p:sp>
          <p:nvSpPr>
            <p:cNvPr id="8888" name="Google Shape;8888;p78"/>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8"/>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8"/>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8"/>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8"/>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8"/>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8"/>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78"/>
          <p:cNvGrpSpPr/>
          <p:nvPr/>
        </p:nvGrpSpPr>
        <p:grpSpPr>
          <a:xfrm>
            <a:off x="1293653" y="2888703"/>
            <a:ext cx="353645" cy="342179"/>
            <a:chOff x="-32568800" y="3232000"/>
            <a:chExt cx="291450" cy="282000"/>
          </a:xfrm>
        </p:grpSpPr>
        <p:sp>
          <p:nvSpPr>
            <p:cNvPr id="8896" name="Google Shape;8896;p78"/>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8"/>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78"/>
          <p:cNvGrpSpPr/>
          <p:nvPr/>
        </p:nvGrpSpPr>
        <p:grpSpPr>
          <a:xfrm>
            <a:off x="1293183" y="3353613"/>
            <a:ext cx="354586" cy="353645"/>
            <a:chOff x="-32569575" y="3586425"/>
            <a:chExt cx="292225" cy="291450"/>
          </a:xfrm>
        </p:grpSpPr>
        <p:sp>
          <p:nvSpPr>
            <p:cNvPr id="8899" name="Google Shape;8899;p78"/>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8"/>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78"/>
          <p:cNvGrpSpPr/>
          <p:nvPr/>
        </p:nvGrpSpPr>
        <p:grpSpPr>
          <a:xfrm>
            <a:off x="1284098" y="3818205"/>
            <a:ext cx="372756" cy="354343"/>
            <a:chOff x="-32576675" y="3944600"/>
            <a:chExt cx="307200" cy="292025"/>
          </a:xfrm>
        </p:grpSpPr>
        <p:sp>
          <p:nvSpPr>
            <p:cNvPr id="8902" name="Google Shape;8902;p78"/>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8"/>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78"/>
          <p:cNvGrpSpPr/>
          <p:nvPr/>
        </p:nvGrpSpPr>
        <p:grpSpPr>
          <a:xfrm>
            <a:off x="3529065" y="2882500"/>
            <a:ext cx="354586" cy="354586"/>
            <a:chOff x="-30735200" y="3192625"/>
            <a:chExt cx="292225" cy="292225"/>
          </a:xfrm>
        </p:grpSpPr>
        <p:sp>
          <p:nvSpPr>
            <p:cNvPr id="8905" name="Google Shape;8905;p78"/>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8"/>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8"/>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8"/>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8"/>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8"/>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8"/>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78"/>
          <p:cNvGrpSpPr/>
          <p:nvPr/>
        </p:nvGrpSpPr>
        <p:grpSpPr>
          <a:xfrm>
            <a:off x="3529065" y="3353932"/>
            <a:ext cx="354586" cy="353008"/>
            <a:chOff x="-30735200" y="3552550"/>
            <a:chExt cx="292225" cy="290925"/>
          </a:xfrm>
        </p:grpSpPr>
        <p:sp>
          <p:nvSpPr>
            <p:cNvPr id="8913" name="Google Shape;8913;p78"/>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8"/>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78"/>
          <p:cNvGrpSpPr/>
          <p:nvPr/>
        </p:nvGrpSpPr>
        <p:grpSpPr>
          <a:xfrm>
            <a:off x="3529065" y="3818554"/>
            <a:ext cx="354586" cy="353645"/>
            <a:chOff x="-30735200" y="3910925"/>
            <a:chExt cx="292225" cy="291450"/>
          </a:xfrm>
        </p:grpSpPr>
        <p:sp>
          <p:nvSpPr>
            <p:cNvPr id="8916" name="Google Shape;8916;p78"/>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8"/>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8" name="Google Shape;8918;p78"/>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9" name="Google Shape;8919;p78"/>
          <p:cNvGrpSpPr/>
          <p:nvPr/>
        </p:nvGrpSpPr>
        <p:grpSpPr>
          <a:xfrm>
            <a:off x="4882910" y="1531421"/>
            <a:ext cx="358971" cy="359224"/>
            <a:chOff x="-57956275" y="3197925"/>
            <a:chExt cx="319000" cy="319225"/>
          </a:xfrm>
        </p:grpSpPr>
        <p:sp>
          <p:nvSpPr>
            <p:cNvPr id="8920" name="Google Shape;8920;p78"/>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8"/>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8"/>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8"/>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8"/>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8"/>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8"/>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8"/>
          <p:cNvGrpSpPr/>
          <p:nvPr/>
        </p:nvGrpSpPr>
        <p:grpSpPr>
          <a:xfrm>
            <a:off x="4905064" y="1987846"/>
            <a:ext cx="314662" cy="358971"/>
            <a:chOff x="-57940525" y="3590375"/>
            <a:chExt cx="279625" cy="319000"/>
          </a:xfrm>
        </p:grpSpPr>
        <p:sp>
          <p:nvSpPr>
            <p:cNvPr id="8928" name="Google Shape;8928;p78"/>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8"/>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8"/>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8"/>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8"/>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78"/>
          <p:cNvGrpSpPr/>
          <p:nvPr/>
        </p:nvGrpSpPr>
        <p:grpSpPr>
          <a:xfrm>
            <a:off x="4875945" y="2429217"/>
            <a:ext cx="358099" cy="358999"/>
            <a:chOff x="-57959425" y="3982600"/>
            <a:chExt cx="318225" cy="319025"/>
          </a:xfrm>
        </p:grpSpPr>
        <p:sp>
          <p:nvSpPr>
            <p:cNvPr id="8934" name="Google Shape;8934;p78"/>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8"/>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8"/>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8"/>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78"/>
          <p:cNvGrpSpPr/>
          <p:nvPr/>
        </p:nvGrpSpPr>
        <p:grpSpPr>
          <a:xfrm>
            <a:off x="7076112" y="1532546"/>
            <a:ext cx="357226" cy="357226"/>
            <a:chOff x="-55987225" y="3198925"/>
            <a:chExt cx="317450" cy="317450"/>
          </a:xfrm>
        </p:grpSpPr>
        <p:sp>
          <p:nvSpPr>
            <p:cNvPr id="8939" name="Google Shape;8939;p78"/>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8"/>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8"/>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8"/>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8"/>
          <p:cNvGrpSpPr/>
          <p:nvPr/>
        </p:nvGrpSpPr>
        <p:grpSpPr>
          <a:xfrm>
            <a:off x="7076112" y="1988578"/>
            <a:ext cx="357226" cy="357367"/>
            <a:chOff x="-55987225" y="3591025"/>
            <a:chExt cx="317450" cy="317575"/>
          </a:xfrm>
        </p:grpSpPr>
        <p:sp>
          <p:nvSpPr>
            <p:cNvPr id="8944" name="Google Shape;8944;p78"/>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8"/>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8"/>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8"/>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8"/>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8"/>
          <p:cNvGrpSpPr/>
          <p:nvPr/>
        </p:nvGrpSpPr>
        <p:grpSpPr>
          <a:xfrm>
            <a:off x="7090027" y="2429217"/>
            <a:ext cx="358999" cy="358999"/>
            <a:chOff x="-55988800" y="3982600"/>
            <a:chExt cx="319025" cy="319025"/>
          </a:xfrm>
        </p:grpSpPr>
        <p:sp>
          <p:nvSpPr>
            <p:cNvPr id="8950" name="Google Shape;8950;p7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8"/>
          <p:cNvGrpSpPr/>
          <p:nvPr/>
        </p:nvGrpSpPr>
        <p:grpSpPr>
          <a:xfrm>
            <a:off x="5748546" y="2887174"/>
            <a:ext cx="356326" cy="358971"/>
            <a:chOff x="-54026025" y="3192625"/>
            <a:chExt cx="316650" cy="319000"/>
          </a:xfrm>
        </p:grpSpPr>
        <p:sp>
          <p:nvSpPr>
            <p:cNvPr id="8956" name="Google Shape;8956;p78"/>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8"/>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8"/>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8"/>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8"/>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8"/>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8"/>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8"/>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8"/>
          <p:cNvGrpSpPr/>
          <p:nvPr/>
        </p:nvGrpSpPr>
        <p:grpSpPr>
          <a:xfrm>
            <a:off x="5768492" y="3358148"/>
            <a:ext cx="316434" cy="358099"/>
            <a:chOff x="-54007925" y="3584850"/>
            <a:chExt cx="281200" cy="318225"/>
          </a:xfrm>
        </p:grpSpPr>
        <p:sp>
          <p:nvSpPr>
            <p:cNvPr id="8965" name="Google Shape;8965;p78"/>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8"/>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8"/>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8"/>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8"/>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8"/>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8"/>
          <p:cNvGrpSpPr/>
          <p:nvPr/>
        </p:nvGrpSpPr>
        <p:grpSpPr>
          <a:xfrm>
            <a:off x="5768492" y="3820033"/>
            <a:ext cx="316434" cy="358914"/>
            <a:chOff x="-54007925" y="3975575"/>
            <a:chExt cx="281200" cy="318950"/>
          </a:xfrm>
        </p:grpSpPr>
        <p:sp>
          <p:nvSpPr>
            <p:cNvPr id="8972" name="Google Shape;8972;p78"/>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8"/>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8"/>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8"/>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8"/>
          <p:cNvGrpSpPr/>
          <p:nvPr/>
        </p:nvGrpSpPr>
        <p:grpSpPr>
          <a:xfrm>
            <a:off x="8003359" y="2904504"/>
            <a:ext cx="274770" cy="358492"/>
            <a:chOff x="-52005775" y="3208025"/>
            <a:chExt cx="244175" cy="318575"/>
          </a:xfrm>
        </p:grpSpPr>
        <p:sp>
          <p:nvSpPr>
            <p:cNvPr id="8977" name="Google Shape;8977;p7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78"/>
          <p:cNvGrpSpPr/>
          <p:nvPr/>
        </p:nvGrpSpPr>
        <p:grpSpPr>
          <a:xfrm>
            <a:off x="5309825" y="1532546"/>
            <a:ext cx="358099" cy="358099"/>
            <a:chOff x="-57568775" y="3198925"/>
            <a:chExt cx="318225" cy="318225"/>
          </a:xfrm>
        </p:grpSpPr>
        <p:sp>
          <p:nvSpPr>
            <p:cNvPr id="8989" name="Google Shape;8989;p7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78"/>
          <p:cNvGrpSpPr/>
          <p:nvPr/>
        </p:nvGrpSpPr>
        <p:grpSpPr>
          <a:xfrm>
            <a:off x="5331543" y="1987846"/>
            <a:ext cx="314662" cy="358099"/>
            <a:chOff x="-57549075" y="3590375"/>
            <a:chExt cx="279625" cy="318225"/>
          </a:xfrm>
        </p:grpSpPr>
        <p:sp>
          <p:nvSpPr>
            <p:cNvPr id="8996" name="Google Shape;8996;p78"/>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8"/>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8"/>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8"/>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78"/>
          <p:cNvGrpSpPr/>
          <p:nvPr/>
        </p:nvGrpSpPr>
        <p:grpSpPr>
          <a:xfrm>
            <a:off x="5323740" y="2429217"/>
            <a:ext cx="359871" cy="359871"/>
            <a:chOff x="-57570350" y="3982600"/>
            <a:chExt cx="319800" cy="319800"/>
          </a:xfrm>
        </p:grpSpPr>
        <p:sp>
          <p:nvSpPr>
            <p:cNvPr id="9001" name="Google Shape;9001;p78"/>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8"/>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8"/>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8"/>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78"/>
          <p:cNvGrpSpPr/>
          <p:nvPr/>
        </p:nvGrpSpPr>
        <p:grpSpPr>
          <a:xfrm>
            <a:off x="7538779" y="1531646"/>
            <a:ext cx="314662" cy="358999"/>
            <a:chOff x="-55576850" y="3198125"/>
            <a:chExt cx="279625" cy="319025"/>
          </a:xfrm>
        </p:grpSpPr>
        <p:sp>
          <p:nvSpPr>
            <p:cNvPr id="9006" name="Google Shape;9006;p78"/>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8"/>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8"/>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8"/>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78"/>
          <p:cNvGrpSpPr/>
          <p:nvPr/>
        </p:nvGrpSpPr>
        <p:grpSpPr>
          <a:xfrm>
            <a:off x="7516174" y="1987621"/>
            <a:ext cx="359871" cy="358324"/>
            <a:chOff x="-55596550" y="3590175"/>
            <a:chExt cx="319800" cy="318425"/>
          </a:xfrm>
        </p:grpSpPr>
        <p:sp>
          <p:nvSpPr>
            <p:cNvPr id="9011" name="Google Shape;9011;p78"/>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8"/>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8"/>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8"/>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78"/>
          <p:cNvGrpSpPr/>
          <p:nvPr/>
        </p:nvGrpSpPr>
        <p:grpSpPr>
          <a:xfrm>
            <a:off x="7531412" y="2428964"/>
            <a:ext cx="358999" cy="359252"/>
            <a:chOff x="-55595775" y="3982375"/>
            <a:chExt cx="319025" cy="319250"/>
          </a:xfrm>
        </p:grpSpPr>
        <p:sp>
          <p:nvSpPr>
            <p:cNvPr id="9016" name="Google Shape;9016;p78"/>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8"/>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8"/>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8"/>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8"/>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8"/>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78"/>
          <p:cNvGrpSpPr/>
          <p:nvPr/>
        </p:nvGrpSpPr>
        <p:grpSpPr>
          <a:xfrm>
            <a:off x="6188595" y="2887174"/>
            <a:ext cx="358999" cy="358099"/>
            <a:chOff x="-53635375" y="3192625"/>
            <a:chExt cx="319025" cy="318225"/>
          </a:xfrm>
        </p:grpSpPr>
        <p:sp>
          <p:nvSpPr>
            <p:cNvPr id="9023" name="Google Shape;9023;p78"/>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8"/>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8"/>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78"/>
          <p:cNvGrpSpPr/>
          <p:nvPr/>
        </p:nvGrpSpPr>
        <p:grpSpPr>
          <a:xfrm>
            <a:off x="6210763" y="3358148"/>
            <a:ext cx="314662" cy="358999"/>
            <a:chOff x="-53615675" y="3584850"/>
            <a:chExt cx="279625" cy="319025"/>
          </a:xfrm>
        </p:grpSpPr>
        <p:sp>
          <p:nvSpPr>
            <p:cNvPr id="9027" name="Google Shape;9027;p78"/>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8"/>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8"/>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78"/>
          <p:cNvGrpSpPr/>
          <p:nvPr/>
        </p:nvGrpSpPr>
        <p:grpSpPr>
          <a:xfrm>
            <a:off x="6188609" y="3821074"/>
            <a:ext cx="358971" cy="357874"/>
            <a:chOff x="-53634575" y="3976500"/>
            <a:chExt cx="319000" cy="318025"/>
          </a:xfrm>
        </p:grpSpPr>
        <p:sp>
          <p:nvSpPr>
            <p:cNvPr id="9031" name="Google Shape;9031;p78"/>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8"/>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8"/>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8"/>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8"/>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8"/>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8"/>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8"/>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78"/>
          <p:cNvGrpSpPr/>
          <p:nvPr/>
        </p:nvGrpSpPr>
        <p:grpSpPr>
          <a:xfrm>
            <a:off x="7983413" y="3364028"/>
            <a:ext cx="314662" cy="358436"/>
            <a:chOff x="-52023900" y="3590075"/>
            <a:chExt cx="279625" cy="318525"/>
          </a:xfrm>
        </p:grpSpPr>
        <p:sp>
          <p:nvSpPr>
            <p:cNvPr id="9040" name="Google Shape;9040;p78"/>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8"/>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8"/>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8"/>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8"/>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8"/>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8"/>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78"/>
          <p:cNvGrpSpPr/>
          <p:nvPr/>
        </p:nvGrpSpPr>
        <p:grpSpPr>
          <a:xfrm>
            <a:off x="5746654" y="1532546"/>
            <a:ext cx="358971" cy="358971"/>
            <a:chOff x="-57173375" y="3198925"/>
            <a:chExt cx="319000" cy="319000"/>
          </a:xfrm>
        </p:grpSpPr>
        <p:sp>
          <p:nvSpPr>
            <p:cNvPr id="9048" name="Google Shape;9048;p78"/>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8"/>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8"/>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8"/>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78"/>
          <p:cNvGrpSpPr/>
          <p:nvPr/>
        </p:nvGrpSpPr>
        <p:grpSpPr>
          <a:xfrm>
            <a:off x="5747541" y="2009987"/>
            <a:ext cx="357198" cy="314690"/>
            <a:chOff x="-57176525" y="3610050"/>
            <a:chExt cx="317425" cy="279650"/>
          </a:xfrm>
        </p:grpSpPr>
        <p:sp>
          <p:nvSpPr>
            <p:cNvPr id="9053" name="Google Shape;9053;p78"/>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8"/>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8"/>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8"/>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8"/>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78"/>
          <p:cNvGrpSpPr/>
          <p:nvPr/>
        </p:nvGrpSpPr>
        <p:grpSpPr>
          <a:xfrm>
            <a:off x="5779179" y="2428542"/>
            <a:ext cx="323524" cy="358774"/>
            <a:chOff x="-57162350" y="3982000"/>
            <a:chExt cx="287500" cy="318825"/>
          </a:xfrm>
        </p:grpSpPr>
        <p:sp>
          <p:nvSpPr>
            <p:cNvPr id="9059" name="Google Shape;9059;p78"/>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8"/>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8"/>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8"/>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8"/>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8"/>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8"/>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8"/>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78"/>
          <p:cNvGrpSpPr/>
          <p:nvPr/>
        </p:nvGrpSpPr>
        <p:grpSpPr>
          <a:xfrm>
            <a:off x="7957995" y="1532546"/>
            <a:ext cx="358099" cy="356326"/>
            <a:chOff x="-55202750" y="3198925"/>
            <a:chExt cx="318225" cy="316650"/>
          </a:xfrm>
        </p:grpSpPr>
        <p:sp>
          <p:nvSpPr>
            <p:cNvPr id="9068" name="Google Shape;9068;p7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78"/>
          <p:cNvGrpSpPr/>
          <p:nvPr/>
        </p:nvGrpSpPr>
        <p:grpSpPr>
          <a:xfrm>
            <a:off x="7968629" y="1987846"/>
            <a:ext cx="336830" cy="358099"/>
            <a:chOff x="-55194875" y="3590375"/>
            <a:chExt cx="299325" cy="318225"/>
          </a:xfrm>
        </p:grpSpPr>
        <p:sp>
          <p:nvSpPr>
            <p:cNvPr id="9071" name="Google Shape;9071;p78"/>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8"/>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8"/>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8"/>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8"/>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78"/>
          <p:cNvGrpSpPr/>
          <p:nvPr/>
        </p:nvGrpSpPr>
        <p:grpSpPr>
          <a:xfrm>
            <a:off x="7973247" y="2430117"/>
            <a:ext cx="357198" cy="357198"/>
            <a:chOff x="-55203525" y="3983400"/>
            <a:chExt cx="317425" cy="317425"/>
          </a:xfrm>
        </p:grpSpPr>
        <p:sp>
          <p:nvSpPr>
            <p:cNvPr id="9077" name="Google Shape;9077;p78"/>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8"/>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8"/>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78"/>
          <p:cNvGrpSpPr/>
          <p:nvPr/>
        </p:nvGrpSpPr>
        <p:grpSpPr>
          <a:xfrm>
            <a:off x="6639727" y="2887174"/>
            <a:ext cx="335930" cy="358971"/>
            <a:chOff x="-53232900" y="3192625"/>
            <a:chExt cx="298525" cy="319000"/>
          </a:xfrm>
        </p:grpSpPr>
        <p:sp>
          <p:nvSpPr>
            <p:cNvPr id="9081" name="Google Shape;9081;p78"/>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8"/>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8"/>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8"/>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8"/>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8"/>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8"/>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8"/>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78"/>
          <p:cNvGrpSpPr/>
          <p:nvPr/>
        </p:nvGrpSpPr>
        <p:grpSpPr>
          <a:xfrm>
            <a:off x="6629093" y="3358148"/>
            <a:ext cx="357198" cy="356326"/>
            <a:chOff x="-53242350" y="3584850"/>
            <a:chExt cx="317425" cy="316650"/>
          </a:xfrm>
        </p:grpSpPr>
        <p:sp>
          <p:nvSpPr>
            <p:cNvPr id="9090" name="Google Shape;9090;p78"/>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8"/>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8"/>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8"/>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8"/>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78"/>
          <p:cNvGrpSpPr/>
          <p:nvPr/>
        </p:nvGrpSpPr>
        <p:grpSpPr>
          <a:xfrm>
            <a:off x="6650362" y="3820849"/>
            <a:ext cx="314662" cy="358999"/>
            <a:chOff x="-53224225" y="3976300"/>
            <a:chExt cx="279625" cy="319025"/>
          </a:xfrm>
        </p:grpSpPr>
        <p:sp>
          <p:nvSpPr>
            <p:cNvPr id="9096" name="Google Shape;9096;p78"/>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8"/>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8"/>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8"/>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8"/>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8"/>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8"/>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78"/>
          <p:cNvGrpSpPr/>
          <p:nvPr/>
        </p:nvGrpSpPr>
        <p:grpSpPr>
          <a:xfrm>
            <a:off x="7961258" y="3828529"/>
            <a:ext cx="358971" cy="358408"/>
            <a:chOff x="-52043575" y="3983125"/>
            <a:chExt cx="319000" cy="318500"/>
          </a:xfrm>
        </p:grpSpPr>
        <p:sp>
          <p:nvSpPr>
            <p:cNvPr id="9104" name="Google Shape;9104;p78"/>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8"/>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8"/>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8"/>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8"/>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8"/>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8"/>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8"/>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8"/>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78"/>
          <p:cNvGrpSpPr/>
          <p:nvPr/>
        </p:nvGrpSpPr>
        <p:grpSpPr>
          <a:xfrm>
            <a:off x="6215199" y="1532546"/>
            <a:ext cx="314662" cy="358971"/>
            <a:chOff x="-56766175" y="3198925"/>
            <a:chExt cx="279625" cy="319000"/>
          </a:xfrm>
        </p:grpSpPr>
        <p:sp>
          <p:nvSpPr>
            <p:cNvPr id="9114" name="Google Shape;9114;p78"/>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8"/>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8"/>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8"/>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8"/>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78"/>
          <p:cNvGrpSpPr/>
          <p:nvPr/>
        </p:nvGrpSpPr>
        <p:grpSpPr>
          <a:xfrm>
            <a:off x="6214313" y="1987846"/>
            <a:ext cx="316434" cy="358099"/>
            <a:chOff x="-56766175" y="3590375"/>
            <a:chExt cx="281200" cy="318225"/>
          </a:xfrm>
        </p:grpSpPr>
        <p:sp>
          <p:nvSpPr>
            <p:cNvPr id="9122" name="Google Shape;9122;p78"/>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8"/>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8"/>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8"/>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78"/>
          <p:cNvGrpSpPr/>
          <p:nvPr/>
        </p:nvGrpSpPr>
        <p:grpSpPr>
          <a:xfrm>
            <a:off x="6251269" y="2429217"/>
            <a:ext cx="272126" cy="358099"/>
            <a:chOff x="-56747275" y="3982600"/>
            <a:chExt cx="241825" cy="318225"/>
          </a:xfrm>
        </p:grpSpPr>
        <p:sp>
          <p:nvSpPr>
            <p:cNvPr id="9127" name="Google Shape;9127;p78"/>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8"/>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8"/>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8"/>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8"/>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78"/>
          <p:cNvGrpSpPr/>
          <p:nvPr/>
        </p:nvGrpSpPr>
        <p:grpSpPr>
          <a:xfrm>
            <a:off x="4881188" y="2894264"/>
            <a:ext cx="314662" cy="358971"/>
            <a:chOff x="-54793175" y="3198925"/>
            <a:chExt cx="279625" cy="319000"/>
          </a:xfrm>
        </p:grpSpPr>
        <p:sp>
          <p:nvSpPr>
            <p:cNvPr id="9135" name="Google Shape;9135;p78"/>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8"/>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8"/>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8"/>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8"/>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8"/>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8"/>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78"/>
          <p:cNvGrpSpPr/>
          <p:nvPr/>
        </p:nvGrpSpPr>
        <p:grpSpPr>
          <a:xfrm>
            <a:off x="4859020" y="3371455"/>
            <a:ext cx="358999" cy="342991"/>
            <a:chOff x="-54812875" y="3596675"/>
            <a:chExt cx="319025" cy="304800"/>
          </a:xfrm>
        </p:grpSpPr>
        <p:sp>
          <p:nvSpPr>
            <p:cNvPr id="9143" name="Google Shape;9143;p78"/>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8"/>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8"/>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8"/>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8"/>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8"/>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0" name="Google Shape;9150;p78"/>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8"/>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2" name="Google Shape;9152;p78"/>
          <p:cNvGrpSpPr/>
          <p:nvPr/>
        </p:nvGrpSpPr>
        <p:grpSpPr>
          <a:xfrm>
            <a:off x="4881188" y="3827938"/>
            <a:ext cx="314662" cy="358099"/>
            <a:chOff x="-54793175" y="3982600"/>
            <a:chExt cx="279625" cy="318225"/>
          </a:xfrm>
        </p:grpSpPr>
        <p:sp>
          <p:nvSpPr>
            <p:cNvPr id="9153" name="Google Shape;9153;p78"/>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8"/>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8"/>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8"/>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8"/>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8"/>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78"/>
          <p:cNvGrpSpPr/>
          <p:nvPr/>
        </p:nvGrpSpPr>
        <p:grpSpPr>
          <a:xfrm>
            <a:off x="7092647" y="2887174"/>
            <a:ext cx="314662" cy="358099"/>
            <a:chOff x="-52832000" y="3192625"/>
            <a:chExt cx="279625" cy="318225"/>
          </a:xfrm>
        </p:grpSpPr>
        <p:sp>
          <p:nvSpPr>
            <p:cNvPr id="9161" name="Google Shape;9161;p78"/>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8"/>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8"/>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8"/>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8"/>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8"/>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8"/>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78"/>
          <p:cNvGrpSpPr/>
          <p:nvPr/>
        </p:nvGrpSpPr>
        <p:grpSpPr>
          <a:xfrm>
            <a:off x="7070492" y="3359048"/>
            <a:ext cx="358971" cy="357198"/>
            <a:chOff x="-52851675" y="3585650"/>
            <a:chExt cx="319000" cy="317425"/>
          </a:xfrm>
        </p:grpSpPr>
        <p:sp>
          <p:nvSpPr>
            <p:cNvPr id="9170" name="Google Shape;9170;p78"/>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8"/>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8"/>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8"/>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78"/>
          <p:cNvGrpSpPr/>
          <p:nvPr/>
        </p:nvGrpSpPr>
        <p:grpSpPr>
          <a:xfrm>
            <a:off x="7092647" y="3820849"/>
            <a:ext cx="314662" cy="358999"/>
            <a:chOff x="-52832000" y="3976300"/>
            <a:chExt cx="279625" cy="319025"/>
          </a:xfrm>
        </p:grpSpPr>
        <p:sp>
          <p:nvSpPr>
            <p:cNvPr id="9177" name="Google Shape;9177;p78"/>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8"/>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8"/>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78"/>
          <p:cNvGrpSpPr/>
          <p:nvPr/>
        </p:nvGrpSpPr>
        <p:grpSpPr>
          <a:xfrm>
            <a:off x="6209853" y="4275497"/>
            <a:ext cx="316434" cy="358099"/>
            <a:chOff x="-51633225" y="3198925"/>
            <a:chExt cx="281200" cy="318225"/>
          </a:xfrm>
        </p:grpSpPr>
        <p:sp>
          <p:nvSpPr>
            <p:cNvPr id="9183" name="Google Shape;9183;p78"/>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8"/>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8"/>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8"/>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8"/>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78"/>
          <p:cNvGrpSpPr/>
          <p:nvPr/>
        </p:nvGrpSpPr>
        <p:grpSpPr>
          <a:xfrm>
            <a:off x="6628676" y="1533418"/>
            <a:ext cx="365188" cy="357226"/>
            <a:chOff x="-56396775" y="3199700"/>
            <a:chExt cx="324525" cy="317450"/>
          </a:xfrm>
        </p:grpSpPr>
        <p:sp>
          <p:nvSpPr>
            <p:cNvPr id="9191" name="Google Shape;9191;p78"/>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8"/>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8"/>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8"/>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78"/>
          <p:cNvGrpSpPr/>
          <p:nvPr/>
        </p:nvGrpSpPr>
        <p:grpSpPr>
          <a:xfrm>
            <a:off x="6631771" y="1999353"/>
            <a:ext cx="358999" cy="335958"/>
            <a:chOff x="-56394425" y="3600600"/>
            <a:chExt cx="319025" cy="298550"/>
          </a:xfrm>
        </p:grpSpPr>
        <p:sp>
          <p:nvSpPr>
            <p:cNvPr id="9198" name="Google Shape;9198;p78"/>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8"/>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8"/>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8"/>
          <p:cNvGrpSpPr/>
          <p:nvPr/>
        </p:nvGrpSpPr>
        <p:grpSpPr>
          <a:xfrm>
            <a:off x="6662538" y="2430117"/>
            <a:ext cx="327068" cy="357198"/>
            <a:chOff x="-56379450" y="3983400"/>
            <a:chExt cx="290650" cy="317425"/>
          </a:xfrm>
        </p:grpSpPr>
        <p:sp>
          <p:nvSpPr>
            <p:cNvPr id="9202" name="Google Shape;9202;p78"/>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8"/>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8"/>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8"/>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8"/>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8"/>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8"/>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8"/>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78"/>
          <p:cNvGrpSpPr/>
          <p:nvPr/>
        </p:nvGrpSpPr>
        <p:grpSpPr>
          <a:xfrm>
            <a:off x="5326242" y="2894264"/>
            <a:ext cx="316434" cy="358971"/>
            <a:chOff x="-54401725" y="3198925"/>
            <a:chExt cx="281200" cy="319000"/>
          </a:xfrm>
        </p:grpSpPr>
        <p:sp>
          <p:nvSpPr>
            <p:cNvPr id="9211" name="Google Shape;9211;p78"/>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8"/>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8"/>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8"/>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8"/>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8"/>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8"/>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8"/>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78"/>
          <p:cNvGrpSpPr/>
          <p:nvPr/>
        </p:nvGrpSpPr>
        <p:grpSpPr>
          <a:xfrm>
            <a:off x="5327128" y="3364365"/>
            <a:ext cx="314662" cy="358099"/>
            <a:chOff x="-54401725" y="3590375"/>
            <a:chExt cx="279625" cy="318225"/>
          </a:xfrm>
        </p:grpSpPr>
        <p:sp>
          <p:nvSpPr>
            <p:cNvPr id="9223" name="Google Shape;9223;p78"/>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8"/>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8"/>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8"/>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8"/>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8"/>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8"/>
          <p:cNvGrpSpPr/>
          <p:nvPr/>
        </p:nvGrpSpPr>
        <p:grpSpPr>
          <a:xfrm>
            <a:off x="5324920" y="3827938"/>
            <a:ext cx="319079" cy="358099"/>
            <a:chOff x="-54403300" y="3982600"/>
            <a:chExt cx="283550" cy="318225"/>
          </a:xfrm>
        </p:grpSpPr>
        <p:sp>
          <p:nvSpPr>
            <p:cNvPr id="9230" name="Google Shape;9230;p78"/>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8"/>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8"/>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8"/>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78"/>
          <p:cNvGrpSpPr/>
          <p:nvPr/>
        </p:nvGrpSpPr>
        <p:grpSpPr>
          <a:xfrm>
            <a:off x="7512313" y="2889172"/>
            <a:ext cx="356298" cy="356973"/>
            <a:chOff x="-52458650" y="3194400"/>
            <a:chExt cx="316625" cy="317225"/>
          </a:xfrm>
        </p:grpSpPr>
        <p:sp>
          <p:nvSpPr>
            <p:cNvPr id="9236" name="Google Shape;9236;p78"/>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8"/>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8"/>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8"/>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8"/>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8"/>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8"/>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78"/>
          <p:cNvGrpSpPr/>
          <p:nvPr/>
        </p:nvGrpSpPr>
        <p:grpSpPr>
          <a:xfrm>
            <a:off x="7521611" y="3358148"/>
            <a:ext cx="337703" cy="357845"/>
            <a:chOff x="-52450000" y="3584850"/>
            <a:chExt cx="300100" cy="318000"/>
          </a:xfrm>
        </p:grpSpPr>
        <p:sp>
          <p:nvSpPr>
            <p:cNvPr id="9245" name="Google Shape;9245;p78"/>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8"/>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8"/>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8"/>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8"/>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8"/>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8"/>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78"/>
          <p:cNvGrpSpPr/>
          <p:nvPr/>
        </p:nvGrpSpPr>
        <p:grpSpPr>
          <a:xfrm>
            <a:off x="7533131" y="3822621"/>
            <a:ext cx="314662" cy="357226"/>
            <a:chOff x="-52440550" y="3977875"/>
            <a:chExt cx="279625" cy="317450"/>
          </a:xfrm>
        </p:grpSpPr>
        <p:sp>
          <p:nvSpPr>
            <p:cNvPr id="9253" name="Google Shape;9253;p78"/>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8"/>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8"/>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8"/>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8"/>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8"/>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8"/>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8"/>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78"/>
          <p:cNvGrpSpPr/>
          <p:nvPr/>
        </p:nvGrpSpPr>
        <p:grpSpPr>
          <a:xfrm>
            <a:off x="6645066" y="4278827"/>
            <a:ext cx="314662" cy="358999"/>
            <a:chOff x="-51623775" y="3584850"/>
            <a:chExt cx="279625" cy="319025"/>
          </a:xfrm>
        </p:grpSpPr>
        <p:sp>
          <p:nvSpPr>
            <p:cNvPr id="9262" name="Google Shape;9262;p78"/>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8"/>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8"/>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8"/>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8"/>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8"/>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8"/>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8"/>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8"/>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74" name="Shape 9274"/>
        <p:cNvGrpSpPr/>
        <p:nvPr/>
      </p:nvGrpSpPr>
      <p:grpSpPr>
        <a:xfrm>
          <a:off x="0" y="0"/>
          <a:ext cx="0" cy="0"/>
          <a:chOff x="0" y="0"/>
          <a:chExt cx="0" cy="0"/>
        </a:xfrm>
      </p:grpSpPr>
      <p:sp>
        <p:nvSpPr>
          <p:cNvPr id="9275" name="Google Shape;9275;p7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76" name="Google Shape;9276;p7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9277" name="Google Shape;9277;p79"/>
          <p:cNvGrpSpPr/>
          <p:nvPr/>
        </p:nvGrpSpPr>
        <p:grpSpPr>
          <a:xfrm>
            <a:off x="885675" y="1539249"/>
            <a:ext cx="276003" cy="357300"/>
            <a:chOff x="-50469125" y="3183175"/>
            <a:chExt cx="233150" cy="301825"/>
          </a:xfrm>
        </p:grpSpPr>
        <p:sp>
          <p:nvSpPr>
            <p:cNvPr id="9278" name="Google Shape;9278;p79"/>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9"/>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9"/>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79"/>
          <p:cNvGrpSpPr/>
          <p:nvPr/>
        </p:nvGrpSpPr>
        <p:grpSpPr>
          <a:xfrm>
            <a:off x="845574" y="1974651"/>
            <a:ext cx="356205" cy="355288"/>
            <a:chOff x="-50504575" y="3550975"/>
            <a:chExt cx="300900" cy="300125"/>
          </a:xfrm>
        </p:grpSpPr>
        <p:sp>
          <p:nvSpPr>
            <p:cNvPr id="9282" name="Google Shape;9282;p79"/>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9"/>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9"/>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9"/>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79"/>
          <p:cNvGrpSpPr/>
          <p:nvPr/>
        </p:nvGrpSpPr>
        <p:grpSpPr>
          <a:xfrm>
            <a:off x="845574" y="2412893"/>
            <a:ext cx="356205" cy="354341"/>
            <a:chOff x="-50503000" y="3921175"/>
            <a:chExt cx="300900" cy="299325"/>
          </a:xfrm>
        </p:grpSpPr>
        <p:sp>
          <p:nvSpPr>
            <p:cNvPr id="9287" name="Google Shape;9287;p79"/>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9"/>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9"/>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9"/>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9"/>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79"/>
          <p:cNvGrpSpPr/>
          <p:nvPr/>
        </p:nvGrpSpPr>
        <p:grpSpPr>
          <a:xfrm>
            <a:off x="3049627" y="1558811"/>
            <a:ext cx="355258" cy="356205"/>
            <a:chOff x="-48630025" y="3199700"/>
            <a:chExt cx="300100" cy="300900"/>
          </a:xfrm>
        </p:grpSpPr>
        <p:sp>
          <p:nvSpPr>
            <p:cNvPr id="9293" name="Google Shape;9293;p79"/>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9"/>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9"/>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79"/>
          <p:cNvGrpSpPr/>
          <p:nvPr/>
        </p:nvGrpSpPr>
        <p:grpSpPr>
          <a:xfrm>
            <a:off x="3049627" y="1996107"/>
            <a:ext cx="355258" cy="355258"/>
            <a:chOff x="-48630025" y="3569100"/>
            <a:chExt cx="300100" cy="300100"/>
          </a:xfrm>
        </p:grpSpPr>
        <p:sp>
          <p:nvSpPr>
            <p:cNvPr id="9297" name="Google Shape;9297;p79"/>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9"/>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9"/>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9"/>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9"/>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9"/>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9"/>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9"/>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9"/>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9"/>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79"/>
          <p:cNvGrpSpPr/>
          <p:nvPr/>
        </p:nvGrpSpPr>
        <p:grpSpPr>
          <a:xfrm>
            <a:off x="3050101" y="2433403"/>
            <a:ext cx="354311" cy="353394"/>
            <a:chOff x="-48629225" y="3938500"/>
            <a:chExt cx="299300" cy="298525"/>
          </a:xfrm>
        </p:grpSpPr>
        <p:sp>
          <p:nvSpPr>
            <p:cNvPr id="9308" name="Google Shape;9308;p79"/>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9"/>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9"/>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9"/>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9"/>
          <p:cNvGrpSpPr/>
          <p:nvPr/>
        </p:nvGrpSpPr>
        <p:grpSpPr>
          <a:xfrm>
            <a:off x="1785504" y="2904744"/>
            <a:ext cx="311458" cy="354341"/>
            <a:chOff x="-46762575" y="3200500"/>
            <a:chExt cx="263100" cy="299325"/>
          </a:xfrm>
        </p:grpSpPr>
        <p:sp>
          <p:nvSpPr>
            <p:cNvPr id="9313" name="Google Shape;9313;p79"/>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9"/>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9"/>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9"/>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9"/>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9"/>
          <p:cNvGrpSpPr/>
          <p:nvPr/>
        </p:nvGrpSpPr>
        <p:grpSpPr>
          <a:xfrm>
            <a:off x="1763589" y="3363466"/>
            <a:ext cx="355288" cy="312375"/>
            <a:chOff x="-46779900" y="3588000"/>
            <a:chExt cx="300125" cy="263875"/>
          </a:xfrm>
        </p:grpSpPr>
        <p:sp>
          <p:nvSpPr>
            <p:cNvPr id="9319" name="Google Shape;9319;p79"/>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9"/>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9"/>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9"/>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79"/>
          <p:cNvGrpSpPr/>
          <p:nvPr/>
        </p:nvGrpSpPr>
        <p:grpSpPr>
          <a:xfrm>
            <a:off x="1764062" y="3778388"/>
            <a:ext cx="354341" cy="353394"/>
            <a:chOff x="-46779100" y="3938500"/>
            <a:chExt cx="299325" cy="298525"/>
          </a:xfrm>
        </p:grpSpPr>
        <p:sp>
          <p:nvSpPr>
            <p:cNvPr id="9324" name="Google Shape;9324;p79"/>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9"/>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79"/>
          <p:cNvGrpSpPr/>
          <p:nvPr/>
        </p:nvGrpSpPr>
        <p:grpSpPr>
          <a:xfrm>
            <a:off x="3971800" y="2911255"/>
            <a:ext cx="355258" cy="355288"/>
            <a:chOff x="-44924250" y="3206000"/>
            <a:chExt cx="300100" cy="300125"/>
          </a:xfrm>
        </p:grpSpPr>
        <p:sp>
          <p:nvSpPr>
            <p:cNvPr id="9327" name="Google Shape;9327;p79"/>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9"/>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9"/>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9"/>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9"/>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79"/>
          <p:cNvGrpSpPr/>
          <p:nvPr/>
        </p:nvGrpSpPr>
        <p:grpSpPr>
          <a:xfrm>
            <a:off x="1286286" y="1539249"/>
            <a:ext cx="355258" cy="355258"/>
            <a:chOff x="-50134375" y="3183175"/>
            <a:chExt cx="300100" cy="300100"/>
          </a:xfrm>
        </p:grpSpPr>
        <p:sp>
          <p:nvSpPr>
            <p:cNvPr id="9333" name="Google Shape;9333;p79"/>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9"/>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9"/>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9"/>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9"/>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9"/>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9"/>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9"/>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9"/>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9"/>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79"/>
          <p:cNvGrpSpPr/>
          <p:nvPr/>
        </p:nvGrpSpPr>
        <p:grpSpPr>
          <a:xfrm>
            <a:off x="1286286" y="1974651"/>
            <a:ext cx="355258" cy="355288"/>
            <a:chOff x="-50134375" y="3550975"/>
            <a:chExt cx="300100" cy="300125"/>
          </a:xfrm>
        </p:grpSpPr>
        <p:sp>
          <p:nvSpPr>
            <p:cNvPr id="9344" name="Google Shape;9344;p7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79"/>
          <p:cNvGrpSpPr/>
          <p:nvPr/>
        </p:nvGrpSpPr>
        <p:grpSpPr>
          <a:xfrm>
            <a:off x="1286286" y="2412183"/>
            <a:ext cx="355258" cy="355051"/>
            <a:chOff x="-50134375" y="3920575"/>
            <a:chExt cx="300100" cy="299925"/>
          </a:xfrm>
        </p:grpSpPr>
        <p:sp>
          <p:nvSpPr>
            <p:cNvPr id="9347" name="Google Shape;9347;p79"/>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9"/>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9"/>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79"/>
          <p:cNvGrpSpPr/>
          <p:nvPr/>
        </p:nvGrpSpPr>
        <p:grpSpPr>
          <a:xfrm>
            <a:off x="3497010" y="1559758"/>
            <a:ext cx="357123" cy="355258"/>
            <a:chOff x="-48262200" y="3200500"/>
            <a:chExt cx="301675" cy="300100"/>
          </a:xfrm>
        </p:grpSpPr>
        <p:sp>
          <p:nvSpPr>
            <p:cNvPr id="9351" name="Google Shape;9351;p79"/>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9"/>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9"/>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9"/>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9"/>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9"/>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9"/>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9"/>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9"/>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79"/>
          <p:cNvGrpSpPr/>
          <p:nvPr/>
        </p:nvGrpSpPr>
        <p:grpSpPr>
          <a:xfrm>
            <a:off x="3526383" y="1996847"/>
            <a:ext cx="298377" cy="354519"/>
            <a:chOff x="-48233050" y="3569725"/>
            <a:chExt cx="252050" cy="299475"/>
          </a:xfrm>
        </p:grpSpPr>
        <p:sp>
          <p:nvSpPr>
            <p:cNvPr id="9361" name="Google Shape;9361;p79"/>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9"/>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9"/>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79"/>
          <p:cNvGrpSpPr/>
          <p:nvPr/>
        </p:nvGrpSpPr>
        <p:grpSpPr>
          <a:xfrm>
            <a:off x="3550148" y="2430591"/>
            <a:ext cx="250847" cy="358070"/>
            <a:chOff x="-48216525" y="3936125"/>
            <a:chExt cx="211900" cy="302475"/>
          </a:xfrm>
        </p:grpSpPr>
        <p:sp>
          <p:nvSpPr>
            <p:cNvPr id="9365" name="Google Shape;9365;p79"/>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9"/>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9"/>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9"/>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79"/>
          <p:cNvGrpSpPr/>
          <p:nvPr/>
        </p:nvGrpSpPr>
        <p:grpSpPr>
          <a:xfrm>
            <a:off x="2205866" y="2905661"/>
            <a:ext cx="355258" cy="355288"/>
            <a:chOff x="-46410500" y="3201275"/>
            <a:chExt cx="300100" cy="300125"/>
          </a:xfrm>
        </p:grpSpPr>
        <p:sp>
          <p:nvSpPr>
            <p:cNvPr id="9370" name="Google Shape;9370;p79"/>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9"/>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9"/>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9"/>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9"/>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79"/>
          <p:cNvGrpSpPr/>
          <p:nvPr/>
        </p:nvGrpSpPr>
        <p:grpSpPr>
          <a:xfrm>
            <a:off x="2205866" y="3341092"/>
            <a:ext cx="355258" cy="356205"/>
            <a:chOff x="-46409700" y="3569100"/>
            <a:chExt cx="300100" cy="300900"/>
          </a:xfrm>
        </p:grpSpPr>
        <p:sp>
          <p:nvSpPr>
            <p:cNvPr id="9376" name="Google Shape;9376;p79"/>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9"/>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9"/>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9"/>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9"/>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79"/>
          <p:cNvGrpSpPr/>
          <p:nvPr/>
        </p:nvGrpSpPr>
        <p:grpSpPr>
          <a:xfrm>
            <a:off x="2193747" y="3776524"/>
            <a:ext cx="379497" cy="358070"/>
            <a:chOff x="-46422300" y="3936925"/>
            <a:chExt cx="320575" cy="302475"/>
          </a:xfrm>
        </p:grpSpPr>
        <p:sp>
          <p:nvSpPr>
            <p:cNvPr id="9382" name="Google Shape;9382;p79"/>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9"/>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79"/>
          <p:cNvGrpSpPr/>
          <p:nvPr/>
        </p:nvGrpSpPr>
        <p:grpSpPr>
          <a:xfrm>
            <a:off x="3971326" y="3330852"/>
            <a:ext cx="356205" cy="355258"/>
            <a:chOff x="-44914800" y="3560450"/>
            <a:chExt cx="300900" cy="300100"/>
          </a:xfrm>
        </p:grpSpPr>
        <p:sp>
          <p:nvSpPr>
            <p:cNvPr id="9385" name="Google Shape;9385;p79"/>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9"/>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9"/>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9"/>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9"/>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79"/>
          <p:cNvGrpSpPr/>
          <p:nvPr/>
        </p:nvGrpSpPr>
        <p:grpSpPr>
          <a:xfrm>
            <a:off x="1726378" y="1539486"/>
            <a:ext cx="354311" cy="354104"/>
            <a:chOff x="-49764975" y="3183375"/>
            <a:chExt cx="299300" cy="299125"/>
          </a:xfrm>
        </p:grpSpPr>
        <p:sp>
          <p:nvSpPr>
            <p:cNvPr id="9391" name="Google Shape;9391;p79"/>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9"/>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9"/>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9"/>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9"/>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9"/>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9"/>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9"/>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9"/>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79"/>
          <p:cNvGrpSpPr/>
          <p:nvPr/>
        </p:nvGrpSpPr>
        <p:grpSpPr>
          <a:xfrm>
            <a:off x="1726378" y="1974947"/>
            <a:ext cx="354311" cy="355909"/>
            <a:chOff x="-49764975" y="3551225"/>
            <a:chExt cx="299300" cy="300650"/>
          </a:xfrm>
        </p:grpSpPr>
        <p:sp>
          <p:nvSpPr>
            <p:cNvPr id="9401" name="Google Shape;9401;p79"/>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9"/>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9"/>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9"/>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9"/>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9"/>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9"/>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9"/>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9"/>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9"/>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9"/>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79"/>
          <p:cNvGrpSpPr/>
          <p:nvPr/>
        </p:nvGrpSpPr>
        <p:grpSpPr>
          <a:xfrm>
            <a:off x="1724040" y="2411710"/>
            <a:ext cx="358987" cy="355525"/>
            <a:chOff x="-49766550" y="3920175"/>
            <a:chExt cx="303250" cy="300325"/>
          </a:xfrm>
        </p:grpSpPr>
        <p:sp>
          <p:nvSpPr>
            <p:cNvPr id="9413" name="Google Shape;9413;p79"/>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9"/>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9"/>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9"/>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79"/>
          <p:cNvGrpSpPr/>
          <p:nvPr/>
        </p:nvGrpSpPr>
        <p:grpSpPr>
          <a:xfrm>
            <a:off x="3939571" y="1559758"/>
            <a:ext cx="357123" cy="354341"/>
            <a:chOff x="-47892800" y="3200500"/>
            <a:chExt cx="301675" cy="299325"/>
          </a:xfrm>
        </p:grpSpPr>
        <p:sp>
          <p:nvSpPr>
            <p:cNvPr id="9418" name="Google Shape;9418;p79"/>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9"/>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9"/>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9"/>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9"/>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9"/>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79"/>
          <p:cNvGrpSpPr/>
          <p:nvPr/>
        </p:nvGrpSpPr>
        <p:grpSpPr>
          <a:xfrm>
            <a:off x="4003437" y="1996107"/>
            <a:ext cx="229391" cy="355258"/>
            <a:chOff x="-47839250" y="3569100"/>
            <a:chExt cx="193775" cy="300100"/>
          </a:xfrm>
        </p:grpSpPr>
        <p:sp>
          <p:nvSpPr>
            <p:cNvPr id="9425" name="Google Shape;9425;p79"/>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9"/>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9"/>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9"/>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9"/>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9"/>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79"/>
          <p:cNvGrpSpPr/>
          <p:nvPr/>
        </p:nvGrpSpPr>
        <p:grpSpPr>
          <a:xfrm>
            <a:off x="3940503" y="2432456"/>
            <a:ext cx="355258" cy="356205"/>
            <a:chOff x="-47892800" y="3937700"/>
            <a:chExt cx="300100" cy="300900"/>
          </a:xfrm>
        </p:grpSpPr>
        <p:sp>
          <p:nvSpPr>
            <p:cNvPr id="9432" name="Google Shape;9432;p79"/>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9"/>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9"/>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9"/>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9"/>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9"/>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9"/>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9"/>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79"/>
          <p:cNvGrpSpPr/>
          <p:nvPr/>
        </p:nvGrpSpPr>
        <p:grpSpPr>
          <a:xfrm>
            <a:off x="2645798" y="2926170"/>
            <a:ext cx="355258" cy="311458"/>
            <a:chOff x="-46042675" y="3218600"/>
            <a:chExt cx="300100" cy="263100"/>
          </a:xfrm>
        </p:grpSpPr>
        <p:sp>
          <p:nvSpPr>
            <p:cNvPr id="9441" name="Google Shape;9441;p79"/>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9"/>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9"/>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9"/>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9"/>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9"/>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79"/>
          <p:cNvGrpSpPr/>
          <p:nvPr/>
        </p:nvGrpSpPr>
        <p:grpSpPr>
          <a:xfrm>
            <a:off x="2645798" y="3340619"/>
            <a:ext cx="355258" cy="323118"/>
            <a:chOff x="-46042675" y="3568700"/>
            <a:chExt cx="300100" cy="272950"/>
          </a:xfrm>
        </p:grpSpPr>
        <p:sp>
          <p:nvSpPr>
            <p:cNvPr id="9448" name="Google Shape;9448;p79"/>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9"/>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9"/>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9"/>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79"/>
          <p:cNvGrpSpPr/>
          <p:nvPr/>
        </p:nvGrpSpPr>
        <p:grpSpPr>
          <a:xfrm>
            <a:off x="2687749" y="3777589"/>
            <a:ext cx="271357" cy="356057"/>
            <a:chOff x="-46007225" y="3937825"/>
            <a:chExt cx="229225" cy="300775"/>
          </a:xfrm>
        </p:grpSpPr>
        <p:sp>
          <p:nvSpPr>
            <p:cNvPr id="9453" name="Google Shape;9453;p79"/>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9"/>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9"/>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9"/>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9"/>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9"/>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9"/>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9"/>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9"/>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9"/>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79"/>
          <p:cNvGrpSpPr/>
          <p:nvPr/>
        </p:nvGrpSpPr>
        <p:grpSpPr>
          <a:xfrm>
            <a:off x="3993241" y="3767675"/>
            <a:ext cx="312375" cy="357596"/>
            <a:chOff x="-44895900" y="3929450"/>
            <a:chExt cx="263875" cy="302075"/>
          </a:xfrm>
        </p:grpSpPr>
        <p:sp>
          <p:nvSpPr>
            <p:cNvPr id="9464" name="Google Shape;9464;p79"/>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9"/>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9"/>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9"/>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9"/>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9"/>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79"/>
          <p:cNvGrpSpPr/>
          <p:nvPr/>
        </p:nvGrpSpPr>
        <p:grpSpPr>
          <a:xfrm>
            <a:off x="2167060" y="1550436"/>
            <a:ext cx="356205" cy="332885"/>
            <a:chOff x="-49397175" y="3192625"/>
            <a:chExt cx="300900" cy="281200"/>
          </a:xfrm>
        </p:grpSpPr>
        <p:sp>
          <p:nvSpPr>
            <p:cNvPr id="9471" name="Google Shape;9471;p7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79"/>
          <p:cNvGrpSpPr/>
          <p:nvPr/>
        </p:nvGrpSpPr>
        <p:grpSpPr>
          <a:xfrm>
            <a:off x="2193163" y="1974651"/>
            <a:ext cx="304000" cy="356205"/>
            <a:chOff x="-49375900" y="3550975"/>
            <a:chExt cx="256800" cy="300900"/>
          </a:xfrm>
        </p:grpSpPr>
        <p:sp>
          <p:nvSpPr>
            <p:cNvPr id="9479" name="Google Shape;9479;p79"/>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9"/>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9"/>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9"/>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9"/>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9"/>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9"/>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9"/>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9"/>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9"/>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9"/>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9"/>
          <p:cNvGrpSpPr/>
          <p:nvPr/>
        </p:nvGrpSpPr>
        <p:grpSpPr>
          <a:xfrm>
            <a:off x="2188516" y="2411946"/>
            <a:ext cx="313293" cy="356205"/>
            <a:chOff x="-49378250" y="3920375"/>
            <a:chExt cx="264650" cy="300900"/>
          </a:xfrm>
        </p:grpSpPr>
        <p:sp>
          <p:nvSpPr>
            <p:cNvPr id="9491" name="Google Shape;9491;p79"/>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9"/>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9"/>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9"/>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79"/>
          <p:cNvGrpSpPr/>
          <p:nvPr/>
        </p:nvGrpSpPr>
        <p:grpSpPr>
          <a:xfrm>
            <a:off x="907504" y="2904744"/>
            <a:ext cx="312375" cy="357123"/>
            <a:chOff x="-47505300" y="3200500"/>
            <a:chExt cx="263875" cy="301675"/>
          </a:xfrm>
        </p:grpSpPr>
        <p:sp>
          <p:nvSpPr>
            <p:cNvPr id="9499" name="Google Shape;9499;p79"/>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9"/>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9"/>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9"/>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9"/>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9"/>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9"/>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9"/>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9"/>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9"/>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79"/>
          <p:cNvGrpSpPr/>
          <p:nvPr/>
        </p:nvGrpSpPr>
        <p:grpSpPr>
          <a:xfrm>
            <a:off x="885604" y="3341092"/>
            <a:ext cx="356176" cy="355051"/>
            <a:chOff x="-47524975" y="3569100"/>
            <a:chExt cx="300875" cy="299925"/>
          </a:xfrm>
        </p:grpSpPr>
        <p:sp>
          <p:nvSpPr>
            <p:cNvPr id="9513" name="Google Shape;9513;p79"/>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9"/>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9"/>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9"/>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9"/>
          <p:cNvGrpSpPr/>
          <p:nvPr/>
        </p:nvGrpSpPr>
        <p:grpSpPr>
          <a:xfrm>
            <a:off x="886062" y="3820354"/>
            <a:ext cx="355258" cy="270410"/>
            <a:chOff x="-47523400" y="3973950"/>
            <a:chExt cx="300100" cy="228425"/>
          </a:xfrm>
        </p:grpSpPr>
        <p:sp>
          <p:nvSpPr>
            <p:cNvPr id="9519" name="Google Shape;9519;p79"/>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9"/>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9"/>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9"/>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79"/>
          <p:cNvGrpSpPr/>
          <p:nvPr/>
        </p:nvGrpSpPr>
        <p:grpSpPr>
          <a:xfrm>
            <a:off x="3091183" y="2903353"/>
            <a:ext cx="354341" cy="357596"/>
            <a:chOff x="-45673275" y="3199325"/>
            <a:chExt cx="299325" cy="302075"/>
          </a:xfrm>
        </p:grpSpPr>
        <p:sp>
          <p:nvSpPr>
            <p:cNvPr id="9525" name="Google Shape;9525;p79"/>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9"/>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79"/>
          <p:cNvGrpSpPr/>
          <p:nvPr/>
        </p:nvGrpSpPr>
        <p:grpSpPr>
          <a:xfrm>
            <a:off x="3090251" y="3361602"/>
            <a:ext cx="356205" cy="314240"/>
            <a:chOff x="-45674075" y="3586425"/>
            <a:chExt cx="300900" cy="265450"/>
          </a:xfrm>
        </p:grpSpPr>
        <p:sp>
          <p:nvSpPr>
            <p:cNvPr id="9529" name="Google Shape;9529;p79"/>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9"/>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9"/>
          <p:cNvGrpSpPr/>
          <p:nvPr/>
        </p:nvGrpSpPr>
        <p:grpSpPr>
          <a:xfrm>
            <a:off x="3091183" y="3777441"/>
            <a:ext cx="354341" cy="356205"/>
            <a:chOff x="-45673275" y="3937700"/>
            <a:chExt cx="299325" cy="300900"/>
          </a:xfrm>
        </p:grpSpPr>
        <p:sp>
          <p:nvSpPr>
            <p:cNvPr id="9532" name="Google Shape;9532;p79"/>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9"/>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9"/>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9"/>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9"/>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9"/>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79"/>
          <p:cNvGrpSpPr/>
          <p:nvPr/>
        </p:nvGrpSpPr>
        <p:grpSpPr>
          <a:xfrm>
            <a:off x="2205349" y="4270225"/>
            <a:ext cx="356205" cy="356205"/>
            <a:chOff x="-44512325" y="3176075"/>
            <a:chExt cx="300900" cy="300900"/>
          </a:xfrm>
        </p:grpSpPr>
        <p:sp>
          <p:nvSpPr>
            <p:cNvPr id="9539" name="Google Shape;9539;p79"/>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9"/>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9"/>
          <p:cNvGrpSpPr/>
          <p:nvPr/>
        </p:nvGrpSpPr>
        <p:grpSpPr>
          <a:xfrm>
            <a:off x="2608689" y="1539249"/>
            <a:ext cx="354341" cy="354341"/>
            <a:chOff x="-49027775" y="3183175"/>
            <a:chExt cx="299325" cy="299325"/>
          </a:xfrm>
        </p:grpSpPr>
        <p:sp>
          <p:nvSpPr>
            <p:cNvPr id="9543" name="Google Shape;9543;p79"/>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9"/>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9"/>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79"/>
          <p:cNvGrpSpPr/>
          <p:nvPr/>
        </p:nvGrpSpPr>
        <p:grpSpPr>
          <a:xfrm>
            <a:off x="2608230" y="1974651"/>
            <a:ext cx="355258" cy="357152"/>
            <a:chOff x="-49027775" y="3550975"/>
            <a:chExt cx="300100" cy="301700"/>
          </a:xfrm>
        </p:grpSpPr>
        <p:sp>
          <p:nvSpPr>
            <p:cNvPr id="9548" name="Google Shape;9548;p79"/>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9"/>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9"/>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9"/>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9"/>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9"/>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9"/>
          <p:cNvGrpSpPr/>
          <p:nvPr/>
        </p:nvGrpSpPr>
        <p:grpSpPr>
          <a:xfrm>
            <a:off x="2606306" y="2411710"/>
            <a:ext cx="359106" cy="355525"/>
            <a:chOff x="-49031025" y="3920175"/>
            <a:chExt cx="303350" cy="300325"/>
          </a:xfrm>
        </p:grpSpPr>
        <p:sp>
          <p:nvSpPr>
            <p:cNvPr id="9559" name="Google Shape;9559;p79"/>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9"/>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9"/>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9"/>
          <p:cNvGrpSpPr/>
          <p:nvPr/>
        </p:nvGrpSpPr>
        <p:grpSpPr>
          <a:xfrm>
            <a:off x="1322411" y="2904744"/>
            <a:ext cx="356176" cy="354341"/>
            <a:chOff x="-47155575" y="3200500"/>
            <a:chExt cx="300875" cy="299325"/>
          </a:xfrm>
        </p:grpSpPr>
        <p:sp>
          <p:nvSpPr>
            <p:cNvPr id="9566" name="Google Shape;9566;p79"/>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9"/>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9"/>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79"/>
          <p:cNvGrpSpPr/>
          <p:nvPr/>
        </p:nvGrpSpPr>
        <p:grpSpPr>
          <a:xfrm>
            <a:off x="1322870" y="3341092"/>
            <a:ext cx="355258" cy="355258"/>
            <a:chOff x="-47154800" y="3569100"/>
            <a:chExt cx="300100" cy="300100"/>
          </a:xfrm>
        </p:grpSpPr>
        <p:sp>
          <p:nvSpPr>
            <p:cNvPr id="9573" name="Google Shape;9573;p79"/>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9"/>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9"/>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9"/>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79"/>
          <p:cNvGrpSpPr/>
          <p:nvPr/>
        </p:nvGrpSpPr>
        <p:grpSpPr>
          <a:xfrm>
            <a:off x="1323343" y="3779305"/>
            <a:ext cx="354311" cy="353423"/>
            <a:chOff x="-47154000" y="3939275"/>
            <a:chExt cx="299300" cy="298550"/>
          </a:xfrm>
        </p:grpSpPr>
        <p:sp>
          <p:nvSpPr>
            <p:cNvPr id="9580" name="Google Shape;9580;p79"/>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9"/>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9"/>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9"/>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9"/>
          <p:cNvGrpSpPr/>
          <p:nvPr/>
        </p:nvGrpSpPr>
        <p:grpSpPr>
          <a:xfrm>
            <a:off x="3548633" y="2904744"/>
            <a:ext cx="312375" cy="354341"/>
            <a:chOff x="-45286550" y="3200500"/>
            <a:chExt cx="263875" cy="299325"/>
          </a:xfrm>
        </p:grpSpPr>
        <p:sp>
          <p:nvSpPr>
            <p:cNvPr id="9585" name="Google Shape;9585;p79"/>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9"/>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79"/>
          <p:cNvGrpSpPr/>
          <p:nvPr/>
        </p:nvGrpSpPr>
        <p:grpSpPr>
          <a:xfrm>
            <a:off x="3548633" y="3342039"/>
            <a:ext cx="312375" cy="354311"/>
            <a:chOff x="-45286550" y="3569900"/>
            <a:chExt cx="263875" cy="299300"/>
          </a:xfrm>
        </p:grpSpPr>
        <p:sp>
          <p:nvSpPr>
            <p:cNvPr id="9589" name="Google Shape;9589;p79"/>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9"/>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9"/>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9"/>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9"/>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9"/>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79"/>
          <p:cNvGrpSpPr/>
          <p:nvPr/>
        </p:nvGrpSpPr>
        <p:grpSpPr>
          <a:xfrm>
            <a:off x="3559820" y="3778388"/>
            <a:ext cx="290001" cy="355258"/>
            <a:chOff x="-45277900" y="3938500"/>
            <a:chExt cx="244975" cy="300100"/>
          </a:xfrm>
        </p:grpSpPr>
        <p:sp>
          <p:nvSpPr>
            <p:cNvPr id="9596" name="Google Shape;9596;p79"/>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9"/>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9"/>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9"/>
          <p:cNvGrpSpPr/>
          <p:nvPr/>
        </p:nvGrpSpPr>
        <p:grpSpPr>
          <a:xfrm>
            <a:off x="2645769" y="4247490"/>
            <a:ext cx="355258" cy="355258"/>
            <a:chOff x="-44502875" y="3576975"/>
            <a:chExt cx="300100" cy="300100"/>
          </a:xfrm>
        </p:grpSpPr>
        <p:sp>
          <p:nvSpPr>
            <p:cNvPr id="9601" name="Google Shape;9601;p79"/>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9"/>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9"/>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79"/>
          <p:cNvGrpSpPr/>
          <p:nvPr/>
        </p:nvGrpSpPr>
        <p:grpSpPr>
          <a:xfrm>
            <a:off x="4858968" y="1532275"/>
            <a:ext cx="356221" cy="354973"/>
            <a:chOff x="-13947000" y="3212800"/>
            <a:chExt cx="353675" cy="352400"/>
          </a:xfrm>
        </p:grpSpPr>
        <p:sp>
          <p:nvSpPr>
            <p:cNvPr id="9605" name="Google Shape;9605;p79"/>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9"/>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79"/>
          <p:cNvGrpSpPr/>
          <p:nvPr/>
        </p:nvGrpSpPr>
        <p:grpSpPr>
          <a:xfrm>
            <a:off x="4858981" y="1973145"/>
            <a:ext cx="356196" cy="354670"/>
            <a:chOff x="-13946200" y="3647075"/>
            <a:chExt cx="353650" cy="352100"/>
          </a:xfrm>
        </p:grpSpPr>
        <p:sp>
          <p:nvSpPr>
            <p:cNvPr id="9608" name="Google Shape;9608;p79"/>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9"/>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9"/>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9"/>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9"/>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9"/>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4" name="Google Shape;9614;p79"/>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5" name="Google Shape;9615;p79"/>
          <p:cNvGrpSpPr/>
          <p:nvPr/>
        </p:nvGrpSpPr>
        <p:grpSpPr>
          <a:xfrm>
            <a:off x="6642374" y="1532628"/>
            <a:ext cx="357002" cy="354267"/>
            <a:chOff x="-12163025" y="3214275"/>
            <a:chExt cx="354450" cy="351700"/>
          </a:xfrm>
        </p:grpSpPr>
        <p:sp>
          <p:nvSpPr>
            <p:cNvPr id="9616" name="Google Shape;9616;p79"/>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9"/>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9"/>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79"/>
          <p:cNvGrpSpPr/>
          <p:nvPr/>
        </p:nvGrpSpPr>
        <p:grpSpPr>
          <a:xfrm>
            <a:off x="6643154" y="1972365"/>
            <a:ext cx="355441" cy="356232"/>
            <a:chOff x="-12160675" y="3647875"/>
            <a:chExt cx="352900" cy="353650"/>
          </a:xfrm>
        </p:grpSpPr>
        <p:sp>
          <p:nvSpPr>
            <p:cNvPr id="9620" name="Google Shape;9620;p79"/>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9"/>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9"/>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9"/>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9"/>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9"/>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9"/>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9"/>
          <p:cNvGrpSpPr/>
          <p:nvPr/>
        </p:nvGrpSpPr>
        <p:grpSpPr>
          <a:xfrm>
            <a:off x="6653870" y="2416821"/>
            <a:ext cx="354635" cy="356232"/>
            <a:chOff x="-12160675" y="4081850"/>
            <a:chExt cx="352100" cy="353650"/>
          </a:xfrm>
        </p:grpSpPr>
        <p:sp>
          <p:nvSpPr>
            <p:cNvPr id="9628" name="Google Shape;9628;p79"/>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9"/>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9"/>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9"/>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9"/>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9"/>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79"/>
          <p:cNvGrpSpPr/>
          <p:nvPr/>
        </p:nvGrpSpPr>
        <p:grpSpPr>
          <a:xfrm>
            <a:off x="4858836" y="2891264"/>
            <a:ext cx="355416" cy="355652"/>
            <a:chOff x="-10391650" y="3180600"/>
            <a:chExt cx="352875" cy="353075"/>
          </a:xfrm>
        </p:grpSpPr>
        <p:sp>
          <p:nvSpPr>
            <p:cNvPr id="9635" name="Google Shape;9635;p79"/>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9"/>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9"/>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9"/>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9"/>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9"/>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79"/>
          <p:cNvGrpSpPr/>
          <p:nvPr/>
        </p:nvGrpSpPr>
        <p:grpSpPr>
          <a:xfrm>
            <a:off x="4858835" y="3368062"/>
            <a:ext cx="354635" cy="353890"/>
            <a:chOff x="-10390875" y="3616350"/>
            <a:chExt cx="352100" cy="351325"/>
          </a:xfrm>
        </p:grpSpPr>
        <p:sp>
          <p:nvSpPr>
            <p:cNvPr id="9642" name="Google Shape;9642;p79"/>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9"/>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9"/>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9"/>
          <p:cNvGrpSpPr/>
          <p:nvPr/>
        </p:nvGrpSpPr>
        <p:grpSpPr>
          <a:xfrm>
            <a:off x="7525810" y="2892727"/>
            <a:ext cx="312585" cy="354670"/>
            <a:chOff x="-10370400" y="4049550"/>
            <a:chExt cx="310350" cy="352100"/>
          </a:xfrm>
        </p:grpSpPr>
        <p:sp>
          <p:nvSpPr>
            <p:cNvPr id="9646" name="Google Shape;9646;p79"/>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9"/>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9"/>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9"/>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9"/>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79"/>
          <p:cNvGrpSpPr/>
          <p:nvPr/>
        </p:nvGrpSpPr>
        <p:grpSpPr>
          <a:xfrm>
            <a:off x="6630066" y="2891668"/>
            <a:ext cx="379236" cy="354847"/>
            <a:chOff x="-8674650" y="3210975"/>
            <a:chExt cx="376525" cy="352275"/>
          </a:xfrm>
        </p:grpSpPr>
        <p:sp>
          <p:nvSpPr>
            <p:cNvPr id="9652" name="Google Shape;9652;p79"/>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9"/>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9"/>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9"/>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9"/>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9"/>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79"/>
          <p:cNvGrpSpPr/>
          <p:nvPr/>
        </p:nvGrpSpPr>
        <p:grpSpPr>
          <a:xfrm>
            <a:off x="5301563" y="1531633"/>
            <a:ext cx="356221" cy="356257"/>
            <a:chOff x="-13512225" y="3211525"/>
            <a:chExt cx="353675" cy="353675"/>
          </a:xfrm>
        </p:grpSpPr>
        <p:sp>
          <p:nvSpPr>
            <p:cNvPr id="9659" name="Google Shape;9659;p79"/>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9"/>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9"/>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9"/>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9"/>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79"/>
          <p:cNvGrpSpPr/>
          <p:nvPr/>
        </p:nvGrpSpPr>
        <p:grpSpPr>
          <a:xfrm>
            <a:off x="5301563" y="1973145"/>
            <a:ext cx="356221" cy="354670"/>
            <a:chOff x="-13512225" y="3647075"/>
            <a:chExt cx="353675" cy="352100"/>
          </a:xfrm>
        </p:grpSpPr>
        <p:sp>
          <p:nvSpPr>
            <p:cNvPr id="9665" name="Google Shape;9665;p79"/>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9"/>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9"/>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9"/>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9"/>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9"/>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9"/>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9"/>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9"/>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79"/>
          <p:cNvGrpSpPr/>
          <p:nvPr/>
        </p:nvGrpSpPr>
        <p:grpSpPr>
          <a:xfrm>
            <a:off x="5311876" y="2417211"/>
            <a:ext cx="356221" cy="355451"/>
            <a:chOff x="-13512225" y="4080275"/>
            <a:chExt cx="353675" cy="352875"/>
          </a:xfrm>
        </p:grpSpPr>
        <p:sp>
          <p:nvSpPr>
            <p:cNvPr id="9676" name="Google Shape;9676;p79"/>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9"/>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9"/>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9"/>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9"/>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9"/>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9"/>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9"/>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9"/>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9"/>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9"/>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79"/>
          <p:cNvGrpSpPr/>
          <p:nvPr/>
        </p:nvGrpSpPr>
        <p:grpSpPr>
          <a:xfrm>
            <a:off x="7084956" y="1564572"/>
            <a:ext cx="356196" cy="290379"/>
            <a:chOff x="-11728250" y="3245400"/>
            <a:chExt cx="353650" cy="288275"/>
          </a:xfrm>
        </p:grpSpPr>
        <p:sp>
          <p:nvSpPr>
            <p:cNvPr id="9688" name="Google Shape;9688;p79"/>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9"/>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9"/>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9"/>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9"/>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3" name="Google Shape;9693;p79"/>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4" name="Google Shape;9694;p79"/>
          <p:cNvGrpSpPr/>
          <p:nvPr/>
        </p:nvGrpSpPr>
        <p:grpSpPr>
          <a:xfrm>
            <a:off x="7083760" y="1971660"/>
            <a:ext cx="358588" cy="357642"/>
            <a:chOff x="-11729050" y="3646475"/>
            <a:chExt cx="356025" cy="355050"/>
          </a:xfrm>
        </p:grpSpPr>
        <p:sp>
          <p:nvSpPr>
            <p:cNvPr id="9695" name="Google Shape;9695;p79"/>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9"/>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9"/>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9"/>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9"/>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9"/>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9"/>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9"/>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9"/>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9"/>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79"/>
          <p:cNvGrpSpPr/>
          <p:nvPr/>
        </p:nvGrpSpPr>
        <p:grpSpPr>
          <a:xfrm>
            <a:off x="7117464" y="2417211"/>
            <a:ext cx="311804" cy="355451"/>
            <a:chOff x="-11703850" y="4081850"/>
            <a:chExt cx="309575" cy="352875"/>
          </a:xfrm>
        </p:grpSpPr>
        <p:sp>
          <p:nvSpPr>
            <p:cNvPr id="9707" name="Google Shape;9707;p79"/>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9"/>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9"/>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9"/>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9"/>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9"/>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9"/>
          <p:cNvGrpSpPr/>
          <p:nvPr/>
        </p:nvGrpSpPr>
        <p:grpSpPr>
          <a:xfrm>
            <a:off x="5306120" y="2891364"/>
            <a:ext cx="357002" cy="355451"/>
            <a:chOff x="-9958475" y="3180025"/>
            <a:chExt cx="354450" cy="352875"/>
          </a:xfrm>
        </p:grpSpPr>
        <p:sp>
          <p:nvSpPr>
            <p:cNvPr id="9716" name="Google Shape;9716;p79"/>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9"/>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9"/>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79"/>
          <p:cNvGrpSpPr/>
          <p:nvPr/>
        </p:nvGrpSpPr>
        <p:grpSpPr>
          <a:xfrm>
            <a:off x="5315247" y="3367345"/>
            <a:ext cx="337966" cy="355325"/>
            <a:chOff x="-9949025" y="3615575"/>
            <a:chExt cx="335550" cy="352750"/>
          </a:xfrm>
        </p:grpSpPr>
        <p:sp>
          <p:nvSpPr>
            <p:cNvPr id="9720" name="Google Shape;9720;p79"/>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9"/>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9"/>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79"/>
          <p:cNvGrpSpPr/>
          <p:nvPr/>
        </p:nvGrpSpPr>
        <p:grpSpPr>
          <a:xfrm>
            <a:off x="7950093" y="2890851"/>
            <a:ext cx="360175" cy="358423"/>
            <a:chOff x="-9961625" y="4048175"/>
            <a:chExt cx="357600" cy="355825"/>
          </a:xfrm>
        </p:grpSpPr>
        <p:sp>
          <p:nvSpPr>
            <p:cNvPr id="9724" name="Google Shape;9724;p79"/>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9"/>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9"/>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9"/>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9"/>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9"/>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9"/>
          <p:cNvGrpSpPr/>
          <p:nvPr/>
        </p:nvGrpSpPr>
        <p:grpSpPr>
          <a:xfrm>
            <a:off x="6636814" y="3366363"/>
            <a:ext cx="364959" cy="357289"/>
            <a:chOff x="-8680950" y="3624225"/>
            <a:chExt cx="362350" cy="354700"/>
          </a:xfrm>
        </p:grpSpPr>
        <p:sp>
          <p:nvSpPr>
            <p:cNvPr id="9731" name="Google Shape;9731;p79"/>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9"/>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9"/>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9"/>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9"/>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79"/>
          <p:cNvGrpSpPr/>
          <p:nvPr/>
        </p:nvGrpSpPr>
        <p:grpSpPr>
          <a:xfrm>
            <a:off x="5773058" y="1532024"/>
            <a:ext cx="313365" cy="355476"/>
            <a:chOff x="-13056975" y="3212300"/>
            <a:chExt cx="311125" cy="352900"/>
          </a:xfrm>
        </p:grpSpPr>
        <p:sp>
          <p:nvSpPr>
            <p:cNvPr id="9738" name="Google Shape;9738;p79"/>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9"/>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9"/>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9"/>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9"/>
          <p:cNvGrpSpPr/>
          <p:nvPr/>
        </p:nvGrpSpPr>
        <p:grpSpPr>
          <a:xfrm>
            <a:off x="5750446" y="1972818"/>
            <a:ext cx="358588" cy="355325"/>
            <a:chOff x="-13077450" y="3647075"/>
            <a:chExt cx="356025" cy="352750"/>
          </a:xfrm>
        </p:grpSpPr>
        <p:sp>
          <p:nvSpPr>
            <p:cNvPr id="9743" name="Google Shape;9743;p79"/>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9"/>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79"/>
          <p:cNvGrpSpPr/>
          <p:nvPr/>
        </p:nvGrpSpPr>
        <p:grpSpPr>
          <a:xfrm>
            <a:off x="5761552" y="2416418"/>
            <a:ext cx="357002" cy="357037"/>
            <a:chOff x="-13079025" y="4079475"/>
            <a:chExt cx="354450" cy="354450"/>
          </a:xfrm>
        </p:grpSpPr>
        <p:sp>
          <p:nvSpPr>
            <p:cNvPr id="9747" name="Google Shape;9747;p79"/>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9"/>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9"/>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9"/>
          <p:cNvGrpSpPr/>
          <p:nvPr/>
        </p:nvGrpSpPr>
        <p:grpSpPr>
          <a:xfrm>
            <a:off x="7534619" y="1532427"/>
            <a:ext cx="356221" cy="354670"/>
            <a:chOff x="-11292700" y="3213875"/>
            <a:chExt cx="353675" cy="352100"/>
          </a:xfrm>
        </p:grpSpPr>
        <p:sp>
          <p:nvSpPr>
            <p:cNvPr id="9752" name="Google Shape;9752;p79"/>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9"/>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9"/>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9"/>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9"/>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9"/>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9"/>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79"/>
          <p:cNvGrpSpPr/>
          <p:nvPr/>
        </p:nvGrpSpPr>
        <p:grpSpPr>
          <a:xfrm>
            <a:off x="7528677" y="1972365"/>
            <a:ext cx="368106" cy="356232"/>
            <a:chOff x="-11299000" y="3647875"/>
            <a:chExt cx="365475" cy="353650"/>
          </a:xfrm>
        </p:grpSpPr>
        <p:sp>
          <p:nvSpPr>
            <p:cNvPr id="9760" name="Google Shape;9760;p79"/>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9"/>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9"/>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9"/>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9"/>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9"/>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79"/>
          <p:cNvGrpSpPr/>
          <p:nvPr/>
        </p:nvGrpSpPr>
        <p:grpSpPr>
          <a:xfrm>
            <a:off x="7544139" y="2428316"/>
            <a:ext cx="357808" cy="333240"/>
            <a:chOff x="-11295075" y="4092875"/>
            <a:chExt cx="355250" cy="330825"/>
          </a:xfrm>
        </p:grpSpPr>
        <p:sp>
          <p:nvSpPr>
            <p:cNvPr id="9767" name="Google Shape;9767;p79"/>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9"/>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9"/>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9"/>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9"/>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9"/>
          <p:cNvGrpSpPr/>
          <p:nvPr/>
        </p:nvGrpSpPr>
        <p:grpSpPr>
          <a:xfrm>
            <a:off x="5769739" y="2891364"/>
            <a:ext cx="312585" cy="355451"/>
            <a:chOff x="-9500075" y="3180800"/>
            <a:chExt cx="310350" cy="352875"/>
          </a:xfrm>
        </p:grpSpPr>
        <p:sp>
          <p:nvSpPr>
            <p:cNvPr id="9773" name="Google Shape;9773;p79"/>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9"/>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9"/>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9"/>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9"/>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9"/>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9"/>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9"/>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9"/>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79"/>
          <p:cNvGrpSpPr/>
          <p:nvPr/>
        </p:nvGrpSpPr>
        <p:grpSpPr>
          <a:xfrm>
            <a:off x="5747530" y="3366879"/>
            <a:ext cx="356221" cy="356257"/>
            <a:chOff x="-9523700" y="3614000"/>
            <a:chExt cx="353675" cy="353675"/>
          </a:xfrm>
        </p:grpSpPr>
        <p:sp>
          <p:nvSpPr>
            <p:cNvPr id="9783" name="Google Shape;9783;p79"/>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9"/>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9"/>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9"/>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9"/>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9"/>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9"/>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9"/>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9"/>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9"/>
          <p:cNvGrpSpPr/>
          <p:nvPr/>
        </p:nvGrpSpPr>
        <p:grpSpPr>
          <a:xfrm>
            <a:off x="7532481" y="3389521"/>
            <a:ext cx="356221" cy="354670"/>
            <a:chOff x="-9523700" y="4049550"/>
            <a:chExt cx="353675" cy="352100"/>
          </a:xfrm>
        </p:grpSpPr>
        <p:sp>
          <p:nvSpPr>
            <p:cNvPr id="9793" name="Google Shape;9793;p79"/>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9"/>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9"/>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9"/>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9"/>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9"/>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79"/>
          <p:cNvGrpSpPr/>
          <p:nvPr/>
        </p:nvGrpSpPr>
        <p:grpSpPr>
          <a:xfrm>
            <a:off x="7088596" y="3389494"/>
            <a:ext cx="357002" cy="311029"/>
            <a:chOff x="-8209150" y="3659675"/>
            <a:chExt cx="354450" cy="308775"/>
          </a:xfrm>
        </p:grpSpPr>
        <p:sp>
          <p:nvSpPr>
            <p:cNvPr id="9801" name="Google Shape;9801;p79"/>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9"/>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9"/>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9"/>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9"/>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9"/>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9"/>
          <p:cNvGrpSpPr/>
          <p:nvPr/>
        </p:nvGrpSpPr>
        <p:grpSpPr>
          <a:xfrm>
            <a:off x="6191845" y="1532024"/>
            <a:ext cx="356221" cy="355476"/>
            <a:chOff x="-12643475" y="3212300"/>
            <a:chExt cx="353675" cy="352900"/>
          </a:xfrm>
        </p:grpSpPr>
        <p:sp>
          <p:nvSpPr>
            <p:cNvPr id="9808" name="Google Shape;9808;p79"/>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9"/>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9"/>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9"/>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9"/>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9"/>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9"/>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9"/>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9"/>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79"/>
          <p:cNvGrpSpPr/>
          <p:nvPr/>
        </p:nvGrpSpPr>
        <p:grpSpPr>
          <a:xfrm>
            <a:off x="6191845" y="1983798"/>
            <a:ext cx="356221" cy="333366"/>
            <a:chOff x="-12643475" y="3657325"/>
            <a:chExt cx="353675" cy="330950"/>
          </a:xfrm>
        </p:grpSpPr>
        <p:sp>
          <p:nvSpPr>
            <p:cNvPr id="9818" name="Google Shape;9818;p79"/>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9"/>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9"/>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9"/>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9"/>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9"/>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9"/>
          <p:cNvGrpSpPr/>
          <p:nvPr/>
        </p:nvGrpSpPr>
        <p:grpSpPr>
          <a:xfrm>
            <a:off x="6202157" y="2418407"/>
            <a:ext cx="356221" cy="353059"/>
            <a:chOff x="-12643475" y="4081850"/>
            <a:chExt cx="353675" cy="350500"/>
          </a:xfrm>
        </p:grpSpPr>
        <p:sp>
          <p:nvSpPr>
            <p:cNvPr id="9825" name="Google Shape;9825;p79"/>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9"/>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9"/>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9"/>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79"/>
          <p:cNvGrpSpPr/>
          <p:nvPr/>
        </p:nvGrpSpPr>
        <p:grpSpPr>
          <a:xfrm>
            <a:off x="7974847" y="1532427"/>
            <a:ext cx="355416" cy="354670"/>
            <a:chOff x="-10857925" y="3213875"/>
            <a:chExt cx="352875" cy="352100"/>
          </a:xfrm>
        </p:grpSpPr>
        <p:sp>
          <p:nvSpPr>
            <p:cNvPr id="9830" name="Google Shape;9830;p79"/>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9"/>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9"/>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9"/>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9"/>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9"/>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9"/>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9"/>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9"/>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0" name="Google Shape;9840;p79"/>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1" name="Google Shape;9841;p79"/>
          <p:cNvGrpSpPr/>
          <p:nvPr/>
        </p:nvGrpSpPr>
        <p:grpSpPr>
          <a:xfrm>
            <a:off x="7984757" y="2428316"/>
            <a:ext cx="356221" cy="333240"/>
            <a:chOff x="-10858725" y="4092875"/>
            <a:chExt cx="353675" cy="330825"/>
          </a:xfrm>
        </p:grpSpPr>
        <p:sp>
          <p:nvSpPr>
            <p:cNvPr id="9842" name="Google Shape;9842;p79"/>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9"/>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9"/>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9"/>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9"/>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79"/>
          <p:cNvGrpSpPr/>
          <p:nvPr/>
        </p:nvGrpSpPr>
        <p:grpSpPr>
          <a:xfrm>
            <a:off x="6191762" y="2891855"/>
            <a:ext cx="356096" cy="354469"/>
            <a:chOff x="-9089725" y="3180200"/>
            <a:chExt cx="353550" cy="351900"/>
          </a:xfrm>
        </p:grpSpPr>
        <p:sp>
          <p:nvSpPr>
            <p:cNvPr id="9849" name="Google Shape;9849;p79"/>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9"/>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79"/>
          <p:cNvGrpSpPr/>
          <p:nvPr/>
        </p:nvGrpSpPr>
        <p:grpSpPr>
          <a:xfrm>
            <a:off x="6243280" y="3367282"/>
            <a:ext cx="252278" cy="355451"/>
            <a:chOff x="-9039300" y="3614000"/>
            <a:chExt cx="250475" cy="352875"/>
          </a:xfrm>
        </p:grpSpPr>
        <p:sp>
          <p:nvSpPr>
            <p:cNvPr id="9852" name="Google Shape;9852;p79"/>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9"/>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79"/>
          <p:cNvGrpSpPr/>
          <p:nvPr/>
        </p:nvGrpSpPr>
        <p:grpSpPr>
          <a:xfrm>
            <a:off x="7975246" y="3389521"/>
            <a:ext cx="354635" cy="354670"/>
            <a:chOff x="-9088150" y="4049550"/>
            <a:chExt cx="352100" cy="352100"/>
          </a:xfrm>
        </p:grpSpPr>
        <p:sp>
          <p:nvSpPr>
            <p:cNvPr id="9855" name="Google Shape;9855;p79"/>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9"/>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9"/>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9"/>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9"/>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9"/>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79"/>
          <p:cNvGrpSpPr/>
          <p:nvPr/>
        </p:nvGrpSpPr>
        <p:grpSpPr>
          <a:xfrm>
            <a:off x="7109610" y="2891754"/>
            <a:ext cx="315757" cy="354670"/>
            <a:chOff x="-8191825" y="3174500"/>
            <a:chExt cx="313500" cy="352100"/>
          </a:xfrm>
        </p:grpSpPr>
        <p:sp>
          <p:nvSpPr>
            <p:cNvPr id="9862" name="Google Shape;9862;p79"/>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9"/>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9"/>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68" name="Shape 9868"/>
        <p:cNvGrpSpPr/>
        <p:nvPr/>
      </p:nvGrpSpPr>
      <p:grpSpPr>
        <a:xfrm>
          <a:off x="0" y="0"/>
          <a:ext cx="0" cy="0"/>
          <a:chOff x="0" y="0"/>
          <a:chExt cx="0" cy="0"/>
        </a:xfrm>
      </p:grpSpPr>
      <p:sp>
        <p:nvSpPr>
          <p:cNvPr id="9869" name="Google Shape;9869;p8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9870" name="Google Shape;9870;p80"/>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1" name="Google Shape;9871;p80"/>
          <p:cNvGrpSpPr/>
          <p:nvPr/>
        </p:nvGrpSpPr>
        <p:grpSpPr>
          <a:xfrm>
            <a:off x="748855" y="2243507"/>
            <a:ext cx="452798" cy="449473"/>
            <a:chOff x="-21322300" y="3693325"/>
            <a:chExt cx="306400" cy="304150"/>
          </a:xfrm>
        </p:grpSpPr>
        <p:sp>
          <p:nvSpPr>
            <p:cNvPr id="9872" name="Google Shape;9872;p80"/>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0"/>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0"/>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0"/>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80"/>
          <p:cNvGrpSpPr/>
          <p:nvPr/>
        </p:nvGrpSpPr>
        <p:grpSpPr>
          <a:xfrm>
            <a:off x="748263" y="2810244"/>
            <a:ext cx="453980" cy="422540"/>
            <a:chOff x="-21322300" y="4077125"/>
            <a:chExt cx="307200" cy="285925"/>
          </a:xfrm>
        </p:grpSpPr>
        <p:sp>
          <p:nvSpPr>
            <p:cNvPr id="9877" name="Google Shape;9877;p80"/>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0"/>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0"/>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0"/>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0"/>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0"/>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0"/>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0"/>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0"/>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0"/>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0"/>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0"/>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80"/>
          <p:cNvGrpSpPr/>
          <p:nvPr/>
        </p:nvGrpSpPr>
        <p:grpSpPr>
          <a:xfrm>
            <a:off x="3525440" y="1689128"/>
            <a:ext cx="451653" cy="450212"/>
            <a:chOff x="-19394200" y="3333800"/>
            <a:chExt cx="305625" cy="304650"/>
          </a:xfrm>
        </p:grpSpPr>
        <p:sp>
          <p:nvSpPr>
            <p:cNvPr id="9890" name="Google Shape;9890;p80"/>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0"/>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0"/>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0"/>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0"/>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0"/>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0"/>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0"/>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0"/>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80"/>
          <p:cNvGrpSpPr/>
          <p:nvPr/>
        </p:nvGrpSpPr>
        <p:grpSpPr>
          <a:xfrm>
            <a:off x="3524276" y="2243580"/>
            <a:ext cx="453980" cy="449325"/>
            <a:chOff x="-19396575" y="3708500"/>
            <a:chExt cx="307200" cy="304050"/>
          </a:xfrm>
        </p:grpSpPr>
        <p:sp>
          <p:nvSpPr>
            <p:cNvPr id="9900" name="Google Shape;9900;p80"/>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0"/>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0"/>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80"/>
          <p:cNvGrpSpPr/>
          <p:nvPr/>
        </p:nvGrpSpPr>
        <p:grpSpPr>
          <a:xfrm>
            <a:off x="3518457" y="2796461"/>
            <a:ext cx="465618" cy="450101"/>
            <a:chOff x="-19394200" y="4084200"/>
            <a:chExt cx="315075" cy="304575"/>
          </a:xfrm>
        </p:grpSpPr>
        <p:sp>
          <p:nvSpPr>
            <p:cNvPr id="9904" name="Google Shape;9904;p80"/>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0"/>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0"/>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0"/>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0"/>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0"/>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80"/>
          <p:cNvGrpSpPr/>
          <p:nvPr/>
        </p:nvGrpSpPr>
        <p:grpSpPr>
          <a:xfrm>
            <a:off x="6324167" y="1689001"/>
            <a:ext cx="400447" cy="450470"/>
            <a:chOff x="-17526750" y="3309200"/>
            <a:chExt cx="270975" cy="304825"/>
          </a:xfrm>
        </p:grpSpPr>
        <p:sp>
          <p:nvSpPr>
            <p:cNvPr id="9911" name="Google Shape;9911;p80"/>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0"/>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0"/>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0"/>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0"/>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80"/>
          <p:cNvGrpSpPr/>
          <p:nvPr/>
        </p:nvGrpSpPr>
        <p:grpSpPr>
          <a:xfrm>
            <a:off x="6300319" y="2244173"/>
            <a:ext cx="448143" cy="448143"/>
            <a:chOff x="-17542500" y="3684100"/>
            <a:chExt cx="303250" cy="303250"/>
          </a:xfrm>
        </p:grpSpPr>
        <p:sp>
          <p:nvSpPr>
            <p:cNvPr id="9917" name="Google Shape;9917;p80"/>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0"/>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0"/>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0"/>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0"/>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0"/>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0"/>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80"/>
          <p:cNvGrpSpPr/>
          <p:nvPr/>
        </p:nvGrpSpPr>
        <p:grpSpPr>
          <a:xfrm>
            <a:off x="6299728" y="2810817"/>
            <a:ext cx="449325" cy="421395"/>
            <a:chOff x="-17542500" y="4068450"/>
            <a:chExt cx="304050" cy="285150"/>
          </a:xfrm>
        </p:grpSpPr>
        <p:sp>
          <p:nvSpPr>
            <p:cNvPr id="9925" name="Google Shape;9925;p80"/>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0"/>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0"/>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0"/>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0"/>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0"/>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80"/>
          <p:cNvGrpSpPr/>
          <p:nvPr/>
        </p:nvGrpSpPr>
        <p:grpSpPr>
          <a:xfrm>
            <a:off x="3530150" y="3342211"/>
            <a:ext cx="343404" cy="449325"/>
            <a:chOff x="-15652200" y="3335975"/>
            <a:chExt cx="232375" cy="304050"/>
          </a:xfrm>
        </p:grpSpPr>
        <p:sp>
          <p:nvSpPr>
            <p:cNvPr id="9932" name="Google Shape;9932;p80"/>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0"/>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0"/>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0"/>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0"/>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0"/>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0"/>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0"/>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0"/>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80"/>
          <p:cNvGrpSpPr/>
          <p:nvPr/>
        </p:nvGrpSpPr>
        <p:grpSpPr>
          <a:xfrm>
            <a:off x="1303491" y="1689573"/>
            <a:ext cx="450470" cy="449325"/>
            <a:chOff x="-20946600" y="3317850"/>
            <a:chExt cx="304825" cy="304050"/>
          </a:xfrm>
        </p:grpSpPr>
        <p:sp>
          <p:nvSpPr>
            <p:cNvPr id="9942" name="Google Shape;9942;p80"/>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0"/>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0"/>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80"/>
          <p:cNvGrpSpPr/>
          <p:nvPr/>
        </p:nvGrpSpPr>
        <p:grpSpPr>
          <a:xfrm>
            <a:off x="1304064" y="2243729"/>
            <a:ext cx="449325" cy="449030"/>
            <a:chOff x="-20945825" y="3692175"/>
            <a:chExt cx="304050" cy="303850"/>
          </a:xfrm>
        </p:grpSpPr>
        <p:sp>
          <p:nvSpPr>
            <p:cNvPr id="9946" name="Google Shape;9946;p80"/>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0"/>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0"/>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0"/>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80"/>
          <p:cNvGrpSpPr/>
          <p:nvPr/>
        </p:nvGrpSpPr>
        <p:grpSpPr>
          <a:xfrm>
            <a:off x="1329667" y="2797442"/>
            <a:ext cx="398119" cy="448143"/>
            <a:chOff x="-20930075" y="4066100"/>
            <a:chExt cx="269400" cy="303250"/>
          </a:xfrm>
        </p:grpSpPr>
        <p:sp>
          <p:nvSpPr>
            <p:cNvPr id="9951" name="Google Shape;9951;p80"/>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0"/>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80"/>
          <p:cNvGrpSpPr/>
          <p:nvPr/>
        </p:nvGrpSpPr>
        <p:grpSpPr>
          <a:xfrm>
            <a:off x="4110888" y="1689848"/>
            <a:ext cx="372516" cy="448771"/>
            <a:chOff x="-18994100" y="3334775"/>
            <a:chExt cx="252075" cy="303675"/>
          </a:xfrm>
        </p:grpSpPr>
        <p:sp>
          <p:nvSpPr>
            <p:cNvPr id="9954" name="Google Shape;9954;p80"/>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0"/>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0"/>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0"/>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80"/>
          <p:cNvGrpSpPr/>
          <p:nvPr/>
        </p:nvGrpSpPr>
        <p:grpSpPr>
          <a:xfrm>
            <a:off x="4125445" y="2244743"/>
            <a:ext cx="343404" cy="446998"/>
            <a:chOff x="-18983850" y="3710075"/>
            <a:chExt cx="232375" cy="302475"/>
          </a:xfrm>
        </p:grpSpPr>
        <p:sp>
          <p:nvSpPr>
            <p:cNvPr id="9959" name="Google Shape;9959;p80"/>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0"/>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0"/>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0"/>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80"/>
          <p:cNvGrpSpPr/>
          <p:nvPr/>
        </p:nvGrpSpPr>
        <p:grpSpPr>
          <a:xfrm>
            <a:off x="4071911" y="2797422"/>
            <a:ext cx="450470" cy="448180"/>
            <a:chOff x="-19020075" y="4084200"/>
            <a:chExt cx="304825" cy="303275"/>
          </a:xfrm>
        </p:grpSpPr>
        <p:sp>
          <p:nvSpPr>
            <p:cNvPr id="9964" name="Google Shape;9964;p80"/>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0"/>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0"/>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0"/>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0"/>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0"/>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0"/>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0"/>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0"/>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80"/>
          <p:cNvGrpSpPr/>
          <p:nvPr/>
        </p:nvGrpSpPr>
        <p:grpSpPr>
          <a:xfrm>
            <a:off x="6889176" y="1689001"/>
            <a:ext cx="396937" cy="450470"/>
            <a:chOff x="-17149475" y="3309200"/>
            <a:chExt cx="268600" cy="304825"/>
          </a:xfrm>
        </p:grpSpPr>
        <p:sp>
          <p:nvSpPr>
            <p:cNvPr id="9974" name="Google Shape;9974;p80"/>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0"/>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80"/>
          <p:cNvGrpSpPr/>
          <p:nvPr/>
        </p:nvGrpSpPr>
        <p:grpSpPr>
          <a:xfrm>
            <a:off x="6862982" y="2258120"/>
            <a:ext cx="449325" cy="420249"/>
            <a:chOff x="-17168375" y="3692750"/>
            <a:chExt cx="304050" cy="284375"/>
          </a:xfrm>
        </p:grpSpPr>
        <p:sp>
          <p:nvSpPr>
            <p:cNvPr id="9977" name="Google Shape;9977;p80"/>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0"/>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0"/>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0"/>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0"/>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0"/>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0"/>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80"/>
          <p:cNvGrpSpPr/>
          <p:nvPr/>
        </p:nvGrpSpPr>
        <p:grpSpPr>
          <a:xfrm>
            <a:off x="6859491" y="2796852"/>
            <a:ext cx="456308" cy="449325"/>
            <a:chOff x="-17170750" y="4058800"/>
            <a:chExt cx="308775" cy="304050"/>
          </a:xfrm>
        </p:grpSpPr>
        <p:sp>
          <p:nvSpPr>
            <p:cNvPr id="9985" name="Google Shape;9985;p80"/>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0"/>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0"/>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0"/>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0"/>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0"/>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0"/>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0"/>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0"/>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0"/>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0"/>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0"/>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0"/>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0"/>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0"/>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0"/>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0"/>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80"/>
          <p:cNvGrpSpPr/>
          <p:nvPr/>
        </p:nvGrpSpPr>
        <p:grpSpPr>
          <a:xfrm>
            <a:off x="5721388" y="3343358"/>
            <a:ext cx="450470" cy="446998"/>
            <a:chOff x="-15688425" y="3707725"/>
            <a:chExt cx="304825" cy="302475"/>
          </a:xfrm>
        </p:grpSpPr>
        <p:sp>
          <p:nvSpPr>
            <p:cNvPr id="10003" name="Google Shape;10003;p80"/>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0"/>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0"/>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0"/>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0"/>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0"/>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80"/>
          <p:cNvGrpSpPr/>
          <p:nvPr/>
        </p:nvGrpSpPr>
        <p:grpSpPr>
          <a:xfrm>
            <a:off x="1865544" y="1690441"/>
            <a:ext cx="451653" cy="447589"/>
            <a:chOff x="-20572500" y="3319025"/>
            <a:chExt cx="305625" cy="302875"/>
          </a:xfrm>
        </p:grpSpPr>
        <p:sp>
          <p:nvSpPr>
            <p:cNvPr id="10010" name="Google Shape;10010;p80"/>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0"/>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80"/>
          <p:cNvGrpSpPr/>
          <p:nvPr/>
        </p:nvGrpSpPr>
        <p:grpSpPr>
          <a:xfrm>
            <a:off x="1866708" y="2305410"/>
            <a:ext cx="449325" cy="325670"/>
            <a:chOff x="-20571700" y="3722875"/>
            <a:chExt cx="304050" cy="220375"/>
          </a:xfrm>
        </p:grpSpPr>
        <p:sp>
          <p:nvSpPr>
            <p:cNvPr id="10013" name="Google Shape;10013;p80"/>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0"/>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0"/>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0"/>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0"/>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0"/>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0"/>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80"/>
          <p:cNvGrpSpPr/>
          <p:nvPr/>
        </p:nvGrpSpPr>
        <p:grpSpPr>
          <a:xfrm>
            <a:off x="1866135" y="2796278"/>
            <a:ext cx="450470" cy="450470"/>
            <a:chOff x="-20571700" y="4066875"/>
            <a:chExt cx="304825" cy="304825"/>
          </a:xfrm>
        </p:grpSpPr>
        <p:sp>
          <p:nvSpPr>
            <p:cNvPr id="10021" name="Google Shape;10021;p80"/>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0"/>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0"/>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0"/>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0"/>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0"/>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80"/>
          <p:cNvGrpSpPr/>
          <p:nvPr/>
        </p:nvGrpSpPr>
        <p:grpSpPr>
          <a:xfrm>
            <a:off x="4632837" y="1688259"/>
            <a:ext cx="453980" cy="451948"/>
            <a:chOff x="-18645175" y="3334200"/>
            <a:chExt cx="307200" cy="305825"/>
          </a:xfrm>
        </p:grpSpPr>
        <p:sp>
          <p:nvSpPr>
            <p:cNvPr id="10028" name="Google Shape;10028;p80"/>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0"/>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0"/>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0"/>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0"/>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80"/>
          <p:cNvGrpSpPr/>
          <p:nvPr/>
        </p:nvGrpSpPr>
        <p:grpSpPr>
          <a:xfrm>
            <a:off x="4633429" y="2242989"/>
            <a:ext cx="452798" cy="450507"/>
            <a:chOff x="-18645175" y="3708500"/>
            <a:chExt cx="306400" cy="304850"/>
          </a:xfrm>
        </p:grpSpPr>
        <p:sp>
          <p:nvSpPr>
            <p:cNvPr id="10034" name="Google Shape;10034;p80"/>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0"/>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0"/>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0"/>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0"/>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0"/>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0"/>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80"/>
          <p:cNvGrpSpPr/>
          <p:nvPr/>
        </p:nvGrpSpPr>
        <p:grpSpPr>
          <a:xfrm>
            <a:off x="4631101" y="2795630"/>
            <a:ext cx="457453" cy="451763"/>
            <a:chOff x="-18647525" y="4082625"/>
            <a:chExt cx="309550" cy="305700"/>
          </a:xfrm>
        </p:grpSpPr>
        <p:sp>
          <p:nvSpPr>
            <p:cNvPr id="10042" name="Google Shape;10042;p80"/>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0"/>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0"/>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0"/>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80"/>
          <p:cNvGrpSpPr/>
          <p:nvPr/>
        </p:nvGrpSpPr>
        <p:grpSpPr>
          <a:xfrm>
            <a:off x="7441485" y="1689592"/>
            <a:ext cx="395755" cy="449288"/>
            <a:chOff x="-16775350" y="3309200"/>
            <a:chExt cx="267800" cy="304025"/>
          </a:xfrm>
        </p:grpSpPr>
        <p:sp>
          <p:nvSpPr>
            <p:cNvPr id="10047" name="Google Shape;10047;p80"/>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0"/>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0"/>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80"/>
          <p:cNvGrpSpPr/>
          <p:nvPr/>
        </p:nvGrpSpPr>
        <p:grpSpPr>
          <a:xfrm>
            <a:off x="7441485" y="2241827"/>
            <a:ext cx="395755" cy="452835"/>
            <a:chOff x="-16775350" y="3683300"/>
            <a:chExt cx="267800" cy="306425"/>
          </a:xfrm>
        </p:grpSpPr>
        <p:sp>
          <p:nvSpPr>
            <p:cNvPr id="10051" name="Google Shape;10051;p80"/>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0"/>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0"/>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80"/>
          <p:cNvGrpSpPr/>
          <p:nvPr/>
        </p:nvGrpSpPr>
        <p:grpSpPr>
          <a:xfrm>
            <a:off x="7413536" y="2796870"/>
            <a:ext cx="451653" cy="449288"/>
            <a:chOff x="-16794250" y="4058225"/>
            <a:chExt cx="305625" cy="304025"/>
          </a:xfrm>
        </p:grpSpPr>
        <p:sp>
          <p:nvSpPr>
            <p:cNvPr id="10055" name="Google Shape;10055;p80"/>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0"/>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0"/>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0"/>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0"/>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4" name="Google Shape;10064;p80"/>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5" name="Google Shape;10065;p80"/>
          <p:cNvGrpSpPr/>
          <p:nvPr/>
        </p:nvGrpSpPr>
        <p:grpSpPr>
          <a:xfrm>
            <a:off x="2414953" y="1689573"/>
            <a:ext cx="457453" cy="449325"/>
            <a:chOff x="-20199150" y="3317850"/>
            <a:chExt cx="309550" cy="304050"/>
          </a:xfrm>
        </p:grpSpPr>
        <p:sp>
          <p:nvSpPr>
            <p:cNvPr id="10066" name="Google Shape;10066;p80"/>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0"/>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0"/>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0"/>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0"/>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80"/>
          <p:cNvGrpSpPr/>
          <p:nvPr/>
        </p:nvGrpSpPr>
        <p:grpSpPr>
          <a:xfrm>
            <a:off x="2417281" y="2242861"/>
            <a:ext cx="452798" cy="450766"/>
            <a:chOff x="-20199150" y="3693150"/>
            <a:chExt cx="306400" cy="305025"/>
          </a:xfrm>
        </p:grpSpPr>
        <p:sp>
          <p:nvSpPr>
            <p:cNvPr id="10074" name="Google Shape;10074;p80"/>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0"/>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0"/>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0"/>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80"/>
          <p:cNvGrpSpPr/>
          <p:nvPr/>
        </p:nvGrpSpPr>
        <p:grpSpPr>
          <a:xfrm>
            <a:off x="2417854" y="2795687"/>
            <a:ext cx="451653" cy="451653"/>
            <a:chOff x="-20197575" y="4066875"/>
            <a:chExt cx="305625" cy="305625"/>
          </a:xfrm>
        </p:grpSpPr>
        <p:sp>
          <p:nvSpPr>
            <p:cNvPr id="10081" name="Google Shape;10081;p80"/>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0"/>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0"/>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0"/>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0"/>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0"/>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0"/>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80"/>
          <p:cNvGrpSpPr/>
          <p:nvPr/>
        </p:nvGrpSpPr>
        <p:grpSpPr>
          <a:xfrm>
            <a:off x="5200071" y="1687520"/>
            <a:ext cx="449325" cy="453426"/>
            <a:chOff x="-18271050" y="3333200"/>
            <a:chExt cx="304050" cy="306825"/>
          </a:xfrm>
        </p:grpSpPr>
        <p:sp>
          <p:nvSpPr>
            <p:cNvPr id="10090" name="Google Shape;10090;p80"/>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0"/>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0"/>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80"/>
          <p:cNvGrpSpPr/>
          <p:nvPr/>
        </p:nvGrpSpPr>
        <p:grpSpPr>
          <a:xfrm>
            <a:off x="5200644" y="2244171"/>
            <a:ext cx="448180" cy="448143"/>
            <a:chOff x="-18270275" y="3710875"/>
            <a:chExt cx="303275" cy="303250"/>
          </a:xfrm>
        </p:grpSpPr>
        <p:sp>
          <p:nvSpPr>
            <p:cNvPr id="10096" name="Google Shape;10096;p80"/>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0"/>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0"/>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0"/>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0"/>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80"/>
          <p:cNvGrpSpPr/>
          <p:nvPr/>
        </p:nvGrpSpPr>
        <p:grpSpPr>
          <a:xfrm>
            <a:off x="5254196" y="2797422"/>
            <a:ext cx="341076" cy="448180"/>
            <a:chOff x="-18234025" y="4084200"/>
            <a:chExt cx="230800" cy="303275"/>
          </a:xfrm>
        </p:grpSpPr>
        <p:sp>
          <p:nvSpPr>
            <p:cNvPr id="10103" name="Google Shape;10103;p80"/>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0"/>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0"/>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80"/>
          <p:cNvGrpSpPr/>
          <p:nvPr/>
        </p:nvGrpSpPr>
        <p:grpSpPr>
          <a:xfrm>
            <a:off x="2366751" y="3341641"/>
            <a:ext cx="449325" cy="450470"/>
            <a:chOff x="-16419350" y="3308400"/>
            <a:chExt cx="304050" cy="304825"/>
          </a:xfrm>
        </p:grpSpPr>
        <p:sp>
          <p:nvSpPr>
            <p:cNvPr id="10107" name="Google Shape;10107;p80"/>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0"/>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0"/>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0"/>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0"/>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80"/>
          <p:cNvGrpSpPr/>
          <p:nvPr/>
        </p:nvGrpSpPr>
        <p:grpSpPr>
          <a:xfrm>
            <a:off x="4638306" y="3340423"/>
            <a:ext cx="395755" cy="452872"/>
            <a:chOff x="-16401225" y="3683275"/>
            <a:chExt cx="267800" cy="306450"/>
          </a:xfrm>
        </p:grpSpPr>
        <p:sp>
          <p:nvSpPr>
            <p:cNvPr id="10115" name="Google Shape;10115;p80"/>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0"/>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0"/>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0"/>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0"/>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80"/>
          <p:cNvGrpSpPr/>
          <p:nvPr/>
        </p:nvGrpSpPr>
        <p:grpSpPr>
          <a:xfrm>
            <a:off x="8003755" y="2797062"/>
            <a:ext cx="450470" cy="448180"/>
            <a:chOff x="-16419350" y="4058200"/>
            <a:chExt cx="304825" cy="303275"/>
          </a:xfrm>
        </p:grpSpPr>
        <p:sp>
          <p:nvSpPr>
            <p:cNvPr id="10123" name="Google Shape;10123;p80"/>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0"/>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0"/>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0"/>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0"/>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80"/>
          <p:cNvGrpSpPr/>
          <p:nvPr/>
        </p:nvGrpSpPr>
        <p:grpSpPr>
          <a:xfrm>
            <a:off x="4030643" y="3343080"/>
            <a:ext cx="450507" cy="447589"/>
            <a:chOff x="-15296200" y="3326900"/>
            <a:chExt cx="304850" cy="302875"/>
          </a:xfrm>
        </p:grpSpPr>
        <p:sp>
          <p:nvSpPr>
            <p:cNvPr id="10131" name="Google Shape;10131;p80"/>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0"/>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0"/>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80"/>
          <p:cNvGrpSpPr/>
          <p:nvPr/>
        </p:nvGrpSpPr>
        <p:grpSpPr>
          <a:xfrm>
            <a:off x="2946296" y="1706881"/>
            <a:ext cx="486566" cy="414708"/>
            <a:chOff x="-19835275" y="3330250"/>
            <a:chExt cx="329250" cy="280625"/>
          </a:xfrm>
        </p:grpSpPr>
        <p:sp>
          <p:nvSpPr>
            <p:cNvPr id="10137" name="Google Shape;10137;p80"/>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0"/>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80"/>
          <p:cNvGrpSpPr/>
          <p:nvPr/>
        </p:nvGrpSpPr>
        <p:grpSpPr>
          <a:xfrm>
            <a:off x="2964325" y="2243470"/>
            <a:ext cx="450507" cy="449547"/>
            <a:chOff x="-19822675" y="3692750"/>
            <a:chExt cx="304850" cy="304200"/>
          </a:xfrm>
        </p:grpSpPr>
        <p:sp>
          <p:nvSpPr>
            <p:cNvPr id="10141" name="Google Shape;10141;p80"/>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0"/>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0"/>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0"/>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80"/>
          <p:cNvGrpSpPr/>
          <p:nvPr/>
        </p:nvGrpSpPr>
        <p:grpSpPr>
          <a:xfrm>
            <a:off x="2964916" y="2796278"/>
            <a:ext cx="449325" cy="450470"/>
            <a:chOff x="-19822675" y="4066875"/>
            <a:chExt cx="304050" cy="304825"/>
          </a:xfrm>
        </p:grpSpPr>
        <p:sp>
          <p:nvSpPr>
            <p:cNvPr id="10147" name="Google Shape;10147;p80"/>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0"/>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0"/>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80"/>
          <p:cNvGrpSpPr/>
          <p:nvPr/>
        </p:nvGrpSpPr>
        <p:grpSpPr>
          <a:xfrm>
            <a:off x="5773985" y="1689571"/>
            <a:ext cx="399302" cy="449325"/>
            <a:chOff x="-17878825" y="3334400"/>
            <a:chExt cx="270200" cy="304050"/>
          </a:xfrm>
        </p:grpSpPr>
        <p:sp>
          <p:nvSpPr>
            <p:cNvPr id="10154" name="Google Shape;10154;p80"/>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0"/>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0"/>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0"/>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0"/>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80"/>
          <p:cNvGrpSpPr/>
          <p:nvPr/>
        </p:nvGrpSpPr>
        <p:grpSpPr>
          <a:xfrm>
            <a:off x="5747809" y="2242416"/>
            <a:ext cx="451653" cy="451653"/>
            <a:chOff x="-17896150" y="3709300"/>
            <a:chExt cx="305625" cy="305625"/>
          </a:xfrm>
        </p:grpSpPr>
        <p:sp>
          <p:nvSpPr>
            <p:cNvPr id="10162" name="Google Shape;10162;p80"/>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0"/>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0"/>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80"/>
          <p:cNvGrpSpPr/>
          <p:nvPr/>
        </p:nvGrpSpPr>
        <p:grpSpPr>
          <a:xfrm>
            <a:off x="5775740" y="2795686"/>
            <a:ext cx="395792" cy="451653"/>
            <a:chOff x="-17878025" y="4082625"/>
            <a:chExt cx="267825" cy="305625"/>
          </a:xfrm>
        </p:grpSpPr>
        <p:sp>
          <p:nvSpPr>
            <p:cNvPr id="10167" name="Google Shape;10167;p80"/>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0"/>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80"/>
          <p:cNvGrpSpPr/>
          <p:nvPr/>
        </p:nvGrpSpPr>
        <p:grpSpPr>
          <a:xfrm>
            <a:off x="2919632" y="3355015"/>
            <a:ext cx="450507" cy="423722"/>
            <a:chOff x="-16044450" y="3317850"/>
            <a:chExt cx="304850" cy="286725"/>
          </a:xfrm>
        </p:grpSpPr>
        <p:sp>
          <p:nvSpPr>
            <p:cNvPr id="10175" name="Google Shape;10175;p80"/>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9" name="Google Shape;10179;p80"/>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0" name="Google Shape;10180;p80"/>
          <p:cNvGrpSpPr/>
          <p:nvPr/>
        </p:nvGrpSpPr>
        <p:grpSpPr>
          <a:xfrm>
            <a:off x="8042149" y="2243724"/>
            <a:ext cx="373662" cy="449030"/>
            <a:chOff x="-16018450" y="4058400"/>
            <a:chExt cx="252850" cy="303850"/>
          </a:xfrm>
        </p:grpSpPr>
        <p:sp>
          <p:nvSpPr>
            <p:cNvPr id="10181" name="Google Shape;10181;p80"/>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0"/>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0"/>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5" name="Google Shape;10185;p80"/>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89" name="Shape 10189"/>
        <p:cNvGrpSpPr/>
        <p:nvPr/>
      </p:nvGrpSpPr>
      <p:grpSpPr>
        <a:xfrm>
          <a:off x="0" y="0"/>
          <a:ext cx="0" cy="0"/>
          <a:chOff x="0" y="0"/>
          <a:chExt cx="0" cy="0"/>
        </a:xfrm>
      </p:grpSpPr>
      <p:sp>
        <p:nvSpPr>
          <p:cNvPr id="10190" name="Google Shape;10190;p8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0191" name="Google Shape;10191;p81"/>
          <p:cNvGrpSpPr/>
          <p:nvPr/>
        </p:nvGrpSpPr>
        <p:grpSpPr>
          <a:xfrm>
            <a:off x="845901" y="1689241"/>
            <a:ext cx="442337" cy="419623"/>
            <a:chOff x="-6696925" y="3272575"/>
            <a:chExt cx="307200" cy="291425"/>
          </a:xfrm>
        </p:grpSpPr>
        <p:sp>
          <p:nvSpPr>
            <p:cNvPr id="10192" name="Google Shape;10192;p81"/>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1"/>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81"/>
          <p:cNvGrpSpPr/>
          <p:nvPr/>
        </p:nvGrpSpPr>
        <p:grpSpPr>
          <a:xfrm>
            <a:off x="845884" y="2204636"/>
            <a:ext cx="442373" cy="420775"/>
            <a:chOff x="-6690625" y="3631325"/>
            <a:chExt cx="307225" cy="292225"/>
          </a:xfrm>
        </p:grpSpPr>
        <p:sp>
          <p:nvSpPr>
            <p:cNvPr id="10195" name="Google Shape;10195;p81"/>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1"/>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1"/>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1"/>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81"/>
          <p:cNvGrpSpPr/>
          <p:nvPr/>
        </p:nvGrpSpPr>
        <p:grpSpPr>
          <a:xfrm>
            <a:off x="868005" y="2756972"/>
            <a:ext cx="421927" cy="419371"/>
            <a:chOff x="-6689825" y="3992050"/>
            <a:chExt cx="293025" cy="291250"/>
          </a:xfrm>
        </p:grpSpPr>
        <p:sp>
          <p:nvSpPr>
            <p:cNvPr id="10201" name="Google Shape;10201;p81"/>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1"/>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1"/>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1"/>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1"/>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1"/>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1"/>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1"/>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1"/>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1"/>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1"/>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3" name="Google Shape;10213;p81"/>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4" name="Google Shape;10214;p81"/>
          <p:cNvGrpSpPr/>
          <p:nvPr/>
        </p:nvGrpSpPr>
        <p:grpSpPr>
          <a:xfrm>
            <a:off x="3551317" y="2205192"/>
            <a:ext cx="423043" cy="419659"/>
            <a:chOff x="-4837325" y="3612425"/>
            <a:chExt cx="293800" cy="291450"/>
          </a:xfrm>
        </p:grpSpPr>
        <p:sp>
          <p:nvSpPr>
            <p:cNvPr id="10215" name="Google Shape;10215;p81"/>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1"/>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1"/>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81"/>
          <p:cNvGrpSpPr/>
          <p:nvPr/>
        </p:nvGrpSpPr>
        <p:grpSpPr>
          <a:xfrm>
            <a:off x="3564349" y="2756826"/>
            <a:ext cx="420775" cy="419659"/>
            <a:chOff x="-4837325" y="3971575"/>
            <a:chExt cx="292225" cy="291450"/>
          </a:xfrm>
        </p:grpSpPr>
        <p:sp>
          <p:nvSpPr>
            <p:cNvPr id="10219" name="Google Shape;10219;p81"/>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1"/>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1"/>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1"/>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1"/>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1"/>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1"/>
          <p:cNvGrpSpPr/>
          <p:nvPr/>
        </p:nvGrpSpPr>
        <p:grpSpPr>
          <a:xfrm>
            <a:off x="6256364" y="1714185"/>
            <a:ext cx="430998" cy="369730"/>
            <a:chOff x="-3037625" y="3254850"/>
            <a:chExt cx="299325" cy="256775"/>
          </a:xfrm>
        </p:grpSpPr>
        <p:sp>
          <p:nvSpPr>
            <p:cNvPr id="10226" name="Google Shape;10226;p81"/>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1"/>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1"/>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1"/>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1"/>
          <p:cNvGrpSpPr/>
          <p:nvPr/>
        </p:nvGrpSpPr>
        <p:grpSpPr>
          <a:xfrm>
            <a:off x="6260324" y="2204615"/>
            <a:ext cx="423079" cy="420811"/>
            <a:chOff x="-3031325" y="3597450"/>
            <a:chExt cx="293825" cy="292250"/>
          </a:xfrm>
        </p:grpSpPr>
        <p:sp>
          <p:nvSpPr>
            <p:cNvPr id="10231" name="Google Shape;10231;p81"/>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1"/>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1"/>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1"/>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81"/>
          <p:cNvGrpSpPr/>
          <p:nvPr/>
        </p:nvGrpSpPr>
        <p:grpSpPr>
          <a:xfrm>
            <a:off x="6272798" y="2781214"/>
            <a:ext cx="421927" cy="370882"/>
            <a:chOff x="-3030525" y="3973150"/>
            <a:chExt cx="293025" cy="257575"/>
          </a:xfrm>
        </p:grpSpPr>
        <p:sp>
          <p:nvSpPr>
            <p:cNvPr id="10236" name="Google Shape;10236;p81"/>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1"/>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1"/>
          <p:cNvGrpSpPr/>
          <p:nvPr/>
        </p:nvGrpSpPr>
        <p:grpSpPr>
          <a:xfrm>
            <a:off x="1374391" y="3369426"/>
            <a:ext cx="421927" cy="297195"/>
            <a:chOff x="-1199300" y="3279250"/>
            <a:chExt cx="293025" cy="206400"/>
          </a:xfrm>
        </p:grpSpPr>
        <p:sp>
          <p:nvSpPr>
            <p:cNvPr id="10239" name="Google Shape;10239;p81"/>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1"/>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1"/>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1"/>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81"/>
          <p:cNvGrpSpPr/>
          <p:nvPr/>
        </p:nvGrpSpPr>
        <p:grpSpPr>
          <a:xfrm>
            <a:off x="1381477" y="1688773"/>
            <a:ext cx="444605" cy="420559"/>
            <a:chOff x="-6338550" y="3272950"/>
            <a:chExt cx="308775" cy="292075"/>
          </a:xfrm>
        </p:grpSpPr>
        <p:sp>
          <p:nvSpPr>
            <p:cNvPr id="10244" name="Google Shape;10244;p81"/>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1"/>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1"/>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81"/>
          <p:cNvGrpSpPr/>
          <p:nvPr/>
        </p:nvGrpSpPr>
        <p:grpSpPr>
          <a:xfrm>
            <a:off x="1392817" y="2205194"/>
            <a:ext cx="421927" cy="419659"/>
            <a:chOff x="-6329100" y="3632100"/>
            <a:chExt cx="293025" cy="291450"/>
          </a:xfrm>
        </p:grpSpPr>
        <p:sp>
          <p:nvSpPr>
            <p:cNvPr id="10248" name="Google Shape;10248;p81"/>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1"/>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1"/>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81"/>
          <p:cNvGrpSpPr/>
          <p:nvPr/>
        </p:nvGrpSpPr>
        <p:grpSpPr>
          <a:xfrm>
            <a:off x="1405867" y="2756828"/>
            <a:ext cx="419623" cy="419659"/>
            <a:chOff x="-6329875" y="3992050"/>
            <a:chExt cx="291425" cy="291450"/>
          </a:xfrm>
        </p:grpSpPr>
        <p:sp>
          <p:nvSpPr>
            <p:cNvPr id="10252" name="Google Shape;10252;p81"/>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1"/>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1"/>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1"/>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81"/>
          <p:cNvGrpSpPr/>
          <p:nvPr/>
        </p:nvGrpSpPr>
        <p:grpSpPr>
          <a:xfrm>
            <a:off x="4092004" y="1687530"/>
            <a:ext cx="423079" cy="423043"/>
            <a:chOff x="-4478975" y="3251700"/>
            <a:chExt cx="293825" cy="293800"/>
          </a:xfrm>
        </p:grpSpPr>
        <p:sp>
          <p:nvSpPr>
            <p:cNvPr id="10257" name="Google Shape;10257;p81"/>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1"/>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1"/>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81"/>
          <p:cNvGrpSpPr/>
          <p:nvPr/>
        </p:nvGrpSpPr>
        <p:grpSpPr>
          <a:xfrm>
            <a:off x="4092004" y="2205192"/>
            <a:ext cx="423079" cy="419659"/>
            <a:chOff x="-4475825" y="3612425"/>
            <a:chExt cx="293825" cy="291450"/>
          </a:xfrm>
        </p:grpSpPr>
        <p:sp>
          <p:nvSpPr>
            <p:cNvPr id="10261" name="Google Shape;10261;p81"/>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1"/>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1"/>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81"/>
          <p:cNvGrpSpPr/>
          <p:nvPr/>
        </p:nvGrpSpPr>
        <p:grpSpPr>
          <a:xfrm>
            <a:off x="4101077" y="2756844"/>
            <a:ext cx="428730" cy="419623"/>
            <a:chOff x="-4480550" y="3970800"/>
            <a:chExt cx="297750" cy="291425"/>
          </a:xfrm>
        </p:grpSpPr>
        <p:sp>
          <p:nvSpPr>
            <p:cNvPr id="10265" name="Google Shape;10265;p81"/>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1"/>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81"/>
          <p:cNvGrpSpPr/>
          <p:nvPr/>
        </p:nvGrpSpPr>
        <p:grpSpPr>
          <a:xfrm>
            <a:off x="6804910" y="1689221"/>
            <a:ext cx="415123" cy="419659"/>
            <a:chOff x="-2668225" y="3239075"/>
            <a:chExt cx="288300" cy="291450"/>
          </a:xfrm>
        </p:grpSpPr>
        <p:sp>
          <p:nvSpPr>
            <p:cNvPr id="10268" name="Google Shape;10268;p81"/>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1"/>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1"/>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1"/>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1"/>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81"/>
          <p:cNvGrpSpPr/>
          <p:nvPr/>
        </p:nvGrpSpPr>
        <p:grpSpPr>
          <a:xfrm>
            <a:off x="6802066" y="2205191"/>
            <a:ext cx="420811" cy="419659"/>
            <a:chOff x="-2671375" y="3597450"/>
            <a:chExt cx="292250" cy="291450"/>
          </a:xfrm>
        </p:grpSpPr>
        <p:sp>
          <p:nvSpPr>
            <p:cNvPr id="10274" name="Google Shape;10274;p81"/>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1"/>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81"/>
          <p:cNvGrpSpPr/>
          <p:nvPr/>
        </p:nvGrpSpPr>
        <p:grpSpPr>
          <a:xfrm>
            <a:off x="6812849" y="2755691"/>
            <a:ext cx="423043" cy="421927"/>
            <a:chOff x="-2670575" y="3956600"/>
            <a:chExt cx="293800" cy="293025"/>
          </a:xfrm>
        </p:grpSpPr>
        <p:sp>
          <p:nvSpPr>
            <p:cNvPr id="10277" name="Google Shape;10277;p81"/>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1"/>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1"/>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1"/>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81"/>
          <p:cNvGrpSpPr/>
          <p:nvPr/>
        </p:nvGrpSpPr>
        <p:grpSpPr>
          <a:xfrm>
            <a:off x="3070370" y="3311947"/>
            <a:ext cx="426462" cy="418363"/>
            <a:chOff x="-1183550" y="3586525"/>
            <a:chExt cx="296175" cy="290550"/>
          </a:xfrm>
        </p:grpSpPr>
        <p:sp>
          <p:nvSpPr>
            <p:cNvPr id="10282" name="Google Shape;10282;p81"/>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1"/>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1"/>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1"/>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1"/>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1"/>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1"/>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1"/>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1"/>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1"/>
          <p:cNvGrpSpPr/>
          <p:nvPr/>
        </p:nvGrpSpPr>
        <p:grpSpPr>
          <a:xfrm>
            <a:off x="1933980" y="1689799"/>
            <a:ext cx="420811" cy="418507"/>
            <a:chOff x="-5971525" y="3273750"/>
            <a:chExt cx="292250" cy="290650"/>
          </a:xfrm>
        </p:grpSpPr>
        <p:sp>
          <p:nvSpPr>
            <p:cNvPr id="10292" name="Google Shape;10292;p81"/>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1"/>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1"/>
          <p:cNvGrpSpPr/>
          <p:nvPr/>
        </p:nvGrpSpPr>
        <p:grpSpPr>
          <a:xfrm>
            <a:off x="1928310" y="2203826"/>
            <a:ext cx="432150" cy="422395"/>
            <a:chOff x="-5974675" y="3632100"/>
            <a:chExt cx="300125" cy="293350"/>
          </a:xfrm>
        </p:grpSpPr>
        <p:sp>
          <p:nvSpPr>
            <p:cNvPr id="10295" name="Google Shape;10295;p81"/>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1"/>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1"/>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81"/>
          <p:cNvGrpSpPr/>
          <p:nvPr/>
        </p:nvGrpSpPr>
        <p:grpSpPr>
          <a:xfrm>
            <a:off x="1958351" y="2755694"/>
            <a:ext cx="395865" cy="421927"/>
            <a:chOff x="-5971525" y="3990475"/>
            <a:chExt cx="274925" cy="293025"/>
          </a:xfrm>
        </p:grpSpPr>
        <p:sp>
          <p:nvSpPr>
            <p:cNvPr id="10299" name="Google Shape;10299;p81"/>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1"/>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1"/>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1"/>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1"/>
          <p:cNvGrpSpPr/>
          <p:nvPr/>
        </p:nvGrpSpPr>
        <p:grpSpPr>
          <a:xfrm>
            <a:off x="4631558" y="1689798"/>
            <a:ext cx="420775" cy="418507"/>
            <a:chOff x="-4118225" y="3253275"/>
            <a:chExt cx="292225" cy="290650"/>
          </a:xfrm>
        </p:grpSpPr>
        <p:sp>
          <p:nvSpPr>
            <p:cNvPr id="10304" name="Google Shape;10304;p81"/>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1"/>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81"/>
          <p:cNvGrpSpPr/>
          <p:nvPr/>
        </p:nvGrpSpPr>
        <p:grpSpPr>
          <a:xfrm>
            <a:off x="4682008" y="2204922"/>
            <a:ext cx="319874" cy="420199"/>
            <a:chOff x="-4082800" y="3612425"/>
            <a:chExt cx="222150" cy="291825"/>
          </a:xfrm>
        </p:grpSpPr>
        <p:sp>
          <p:nvSpPr>
            <p:cNvPr id="10307" name="Google Shape;10307;p81"/>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1"/>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1"/>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81"/>
          <p:cNvGrpSpPr/>
          <p:nvPr/>
        </p:nvGrpSpPr>
        <p:grpSpPr>
          <a:xfrm>
            <a:off x="4643456" y="2769876"/>
            <a:ext cx="420775" cy="393561"/>
            <a:chOff x="-4118225" y="3990475"/>
            <a:chExt cx="292225" cy="273325"/>
          </a:xfrm>
        </p:grpSpPr>
        <p:sp>
          <p:nvSpPr>
            <p:cNvPr id="10311" name="Google Shape;10311;p81"/>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1"/>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1"/>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1"/>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81"/>
          <p:cNvGrpSpPr/>
          <p:nvPr/>
        </p:nvGrpSpPr>
        <p:grpSpPr>
          <a:xfrm>
            <a:off x="7354110" y="1688087"/>
            <a:ext cx="394713" cy="421927"/>
            <a:chOff x="-2312225" y="3238300"/>
            <a:chExt cx="274125" cy="293025"/>
          </a:xfrm>
        </p:grpSpPr>
        <p:sp>
          <p:nvSpPr>
            <p:cNvPr id="10316" name="Google Shape;10316;p81"/>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1"/>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81"/>
          <p:cNvGrpSpPr/>
          <p:nvPr/>
        </p:nvGrpSpPr>
        <p:grpSpPr>
          <a:xfrm>
            <a:off x="7341062" y="2153586"/>
            <a:ext cx="420811" cy="522864"/>
            <a:chOff x="-2310650" y="3525775"/>
            <a:chExt cx="292250" cy="363125"/>
          </a:xfrm>
        </p:grpSpPr>
        <p:sp>
          <p:nvSpPr>
            <p:cNvPr id="10319" name="Google Shape;10319;p81"/>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1"/>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1"/>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1"/>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1"/>
          <p:cNvGrpSpPr/>
          <p:nvPr/>
        </p:nvGrpSpPr>
        <p:grpSpPr>
          <a:xfrm>
            <a:off x="7351827" y="2756825"/>
            <a:ext cx="423079" cy="419659"/>
            <a:chOff x="-2310650" y="3958175"/>
            <a:chExt cx="293825" cy="291450"/>
          </a:xfrm>
        </p:grpSpPr>
        <p:sp>
          <p:nvSpPr>
            <p:cNvPr id="10324" name="Google Shape;10324;p81"/>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1"/>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1"/>
          <p:cNvGrpSpPr/>
          <p:nvPr/>
        </p:nvGrpSpPr>
        <p:grpSpPr>
          <a:xfrm>
            <a:off x="4718688" y="3308459"/>
            <a:ext cx="424159" cy="419659"/>
            <a:chOff x="-1182750" y="3962900"/>
            <a:chExt cx="294575" cy="291450"/>
          </a:xfrm>
        </p:grpSpPr>
        <p:sp>
          <p:nvSpPr>
            <p:cNvPr id="10327" name="Google Shape;10327;p81"/>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1"/>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1"/>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1"/>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1"/>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1"/>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81"/>
          <p:cNvGrpSpPr/>
          <p:nvPr/>
        </p:nvGrpSpPr>
        <p:grpSpPr>
          <a:xfrm>
            <a:off x="2471824" y="1689223"/>
            <a:ext cx="424195" cy="419659"/>
            <a:chOff x="-5611575" y="3272950"/>
            <a:chExt cx="294600" cy="291450"/>
          </a:xfrm>
        </p:grpSpPr>
        <p:sp>
          <p:nvSpPr>
            <p:cNvPr id="10335" name="Google Shape;10335;p81"/>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1"/>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1"/>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1"/>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1"/>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1"/>
          <p:cNvGrpSpPr/>
          <p:nvPr/>
        </p:nvGrpSpPr>
        <p:grpSpPr>
          <a:xfrm>
            <a:off x="2471824" y="2205770"/>
            <a:ext cx="424195" cy="418507"/>
            <a:chOff x="-5613150" y="3632900"/>
            <a:chExt cx="294600" cy="290650"/>
          </a:xfrm>
        </p:grpSpPr>
        <p:sp>
          <p:nvSpPr>
            <p:cNvPr id="10341" name="Google Shape;10341;p81"/>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1"/>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81"/>
          <p:cNvGrpSpPr/>
          <p:nvPr/>
        </p:nvGrpSpPr>
        <p:grpSpPr>
          <a:xfrm>
            <a:off x="2483722" y="2756270"/>
            <a:ext cx="424195" cy="420775"/>
            <a:chOff x="-5613150" y="3991275"/>
            <a:chExt cx="294600" cy="292225"/>
          </a:xfrm>
        </p:grpSpPr>
        <p:sp>
          <p:nvSpPr>
            <p:cNvPr id="10344" name="Google Shape;10344;p81"/>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1"/>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1"/>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1"/>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1"/>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1"/>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1"/>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81"/>
          <p:cNvGrpSpPr/>
          <p:nvPr/>
        </p:nvGrpSpPr>
        <p:grpSpPr>
          <a:xfrm>
            <a:off x="5155210" y="1689438"/>
            <a:ext cx="434634" cy="419227"/>
            <a:chOff x="-3768700" y="3253275"/>
            <a:chExt cx="301850" cy="291150"/>
          </a:xfrm>
        </p:grpSpPr>
        <p:sp>
          <p:nvSpPr>
            <p:cNvPr id="10354" name="Google Shape;10354;p81"/>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1"/>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1"/>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81"/>
          <p:cNvGrpSpPr/>
          <p:nvPr/>
        </p:nvGrpSpPr>
        <p:grpSpPr>
          <a:xfrm>
            <a:off x="5159293" y="2217090"/>
            <a:ext cx="426462" cy="395865"/>
            <a:chOff x="-3808700" y="3628950"/>
            <a:chExt cx="296175" cy="274925"/>
          </a:xfrm>
        </p:grpSpPr>
        <p:sp>
          <p:nvSpPr>
            <p:cNvPr id="10358" name="Google Shape;10358;p81"/>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1"/>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1"/>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81"/>
          <p:cNvGrpSpPr/>
          <p:nvPr/>
        </p:nvGrpSpPr>
        <p:grpSpPr>
          <a:xfrm>
            <a:off x="5224504" y="2756412"/>
            <a:ext cx="419443" cy="420487"/>
            <a:chOff x="-3771675" y="3971775"/>
            <a:chExt cx="291300" cy="292025"/>
          </a:xfrm>
        </p:grpSpPr>
        <p:sp>
          <p:nvSpPr>
            <p:cNvPr id="10362" name="Google Shape;10362;p81"/>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1"/>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1"/>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1"/>
          <p:cNvGrpSpPr/>
          <p:nvPr/>
        </p:nvGrpSpPr>
        <p:grpSpPr>
          <a:xfrm>
            <a:off x="7885948" y="1716461"/>
            <a:ext cx="420271" cy="320774"/>
            <a:chOff x="-1951475" y="3273100"/>
            <a:chExt cx="291875" cy="222775"/>
          </a:xfrm>
        </p:grpSpPr>
        <p:sp>
          <p:nvSpPr>
            <p:cNvPr id="10368" name="Google Shape;10368;p81"/>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1"/>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81"/>
          <p:cNvGrpSpPr/>
          <p:nvPr/>
        </p:nvGrpSpPr>
        <p:grpSpPr>
          <a:xfrm>
            <a:off x="7883429" y="2205191"/>
            <a:ext cx="425310" cy="419659"/>
            <a:chOff x="-1951475" y="3597450"/>
            <a:chExt cx="295375" cy="291450"/>
          </a:xfrm>
        </p:grpSpPr>
        <p:sp>
          <p:nvSpPr>
            <p:cNvPr id="10372" name="Google Shape;10372;p81"/>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1"/>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1"/>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81"/>
          <p:cNvGrpSpPr/>
          <p:nvPr/>
        </p:nvGrpSpPr>
        <p:grpSpPr>
          <a:xfrm>
            <a:off x="7885680" y="2756825"/>
            <a:ext cx="444605" cy="419659"/>
            <a:chOff x="-1960150" y="3956600"/>
            <a:chExt cx="308775" cy="291450"/>
          </a:xfrm>
        </p:grpSpPr>
        <p:sp>
          <p:nvSpPr>
            <p:cNvPr id="10377" name="Google Shape;10377;p81"/>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1"/>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81"/>
          <p:cNvGrpSpPr/>
          <p:nvPr/>
        </p:nvGrpSpPr>
        <p:grpSpPr>
          <a:xfrm>
            <a:off x="1939718" y="3307636"/>
            <a:ext cx="420775" cy="420775"/>
            <a:chOff x="-804700" y="3226500"/>
            <a:chExt cx="292225" cy="292225"/>
          </a:xfrm>
        </p:grpSpPr>
        <p:sp>
          <p:nvSpPr>
            <p:cNvPr id="10380" name="Google Shape;10380;p81"/>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1"/>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1"/>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1"/>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81"/>
          <p:cNvGrpSpPr/>
          <p:nvPr/>
        </p:nvGrpSpPr>
        <p:grpSpPr>
          <a:xfrm>
            <a:off x="3019809" y="1688647"/>
            <a:ext cx="420775" cy="420811"/>
            <a:chOff x="-5251625" y="3272950"/>
            <a:chExt cx="292225" cy="292250"/>
          </a:xfrm>
        </p:grpSpPr>
        <p:sp>
          <p:nvSpPr>
            <p:cNvPr id="10388" name="Google Shape;10388;p81"/>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1"/>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81"/>
          <p:cNvGrpSpPr/>
          <p:nvPr/>
        </p:nvGrpSpPr>
        <p:grpSpPr>
          <a:xfrm>
            <a:off x="3016407" y="2204348"/>
            <a:ext cx="427578" cy="421351"/>
            <a:chOff x="-5254775" y="3631325"/>
            <a:chExt cx="296950" cy="292625"/>
          </a:xfrm>
        </p:grpSpPr>
        <p:sp>
          <p:nvSpPr>
            <p:cNvPr id="10392" name="Google Shape;10392;p81"/>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1"/>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1"/>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1"/>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1"/>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81"/>
          <p:cNvGrpSpPr/>
          <p:nvPr/>
        </p:nvGrpSpPr>
        <p:grpSpPr>
          <a:xfrm>
            <a:off x="3032265" y="2756270"/>
            <a:ext cx="419659" cy="420775"/>
            <a:chOff x="-5251625" y="3991275"/>
            <a:chExt cx="291450" cy="292225"/>
          </a:xfrm>
        </p:grpSpPr>
        <p:sp>
          <p:nvSpPr>
            <p:cNvPr id="10400" name="Google Shape;10400;p81"/>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1"/>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1"/>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1"/>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81"/>
          <p:cNvGrpSpPr/>
          <p:nvPr/>
        </p:nvGrpSpPr>
        <p:grpSpPr>
          <a:xfrm>
            <a:off x="5772848" y="1689240"/>
            <a:ext cx="319874" cy="419623"/>
            <a:chOff x="-3365275" y="3253275"/>
            <a:chExt cx="222150" cy="291425"/>
          </a:xfrm>
        </p:grpSpPr>
        <p:sp>
          <p:nvSpPr>
            <p:cNvPr id="10406" name="Google Shape;10406;p81"/>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81"/>
          <p:cNvGrpSpPr/>
          <p:nvPr/>
        </p:nvGrpSpPr>
        <p:grpSpPr>
          <a:xfrm>
            <a:off x="5746786" y="2204058"/>
            <a:ext cx="371998" cy="421927"/>
            <a:chOff x="-3383375" y="3611625"/>
            <a:chExt cx="258350" cy="293025"/>
          </a:xfrm>
        </p:grpSpPr>
        <p:sp>
          <p:nvSpPr>
            <p:cNvPr id="10409" name="Google Shape;10409;p81"/>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1"/>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81"/>
          <p:cNvGrpSpPr/>
          <p:nvPr/>
        </p:nvGrpSpPr>
        <p:grpSpPr>
          <a:xfrm>
            <a:off x="5809135" y="2756826"/>
            <a:ext cx="271097" cy="419659"/>
            <a:chOff x="-3347950" y="3971575"/>
            <a:chExt cx="188275" cy="291450"/>
          </a:xfrm>
        </p:grpSpPr>
        <p:sp>
          <p:nvSpPr>
            <p:cNvPr id="10412" name="Google Shape;10412;p81"/>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1"/>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1"/>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81"/>
          <p:cNvGrpSpPr/>
          <p:nvPr/>
        </p:nvGrpSpPr>
        <p:grpSpPr>
          <a:xfrm>
            <a:off x="858994" y="3307061"/>
            <a:ext cx="371998" cy="421927"/>
            <a:chOff x="-1575775" y="3238300"/>
            <a:chExt cx="258350" cy="293025"/>
          </a:xfrm>
        </p:grpSpPr>
        <p:sp>
          <p:nvSpPr>
            <p:cNvPr id="10416" name="Google Shape;10416;p81"/>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1"/>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1"/>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1"/>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1"/>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81"/>
          <p:cNvGrpSpPr/>
          <p:nvPr/>
        </p:nvGrpSpPr>
        <p:grpSpPr>
          <a:xfrm>
            <a:off x="2503892" y="3309051"/>
            <a:ext cx="423079" cy="424159"/>
            <a:chOff x="-1591550" y="3597475"/>
            <a:chExt cx="293825" cy="294575"/>
          </a:xfrm>
        </p:grpSpPr>
        <p:sp>
          <p:nvSpPr>
            <p:cNvPr id="10422" name="Google Shape;10422;p81"/>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1"/>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81"/>
          <p:cNvGrpSpPr/>
          <p:nvPr/>
        </p:nvGrpSpPr>
        <p:grpSpPr>
          <a:xfrm>
            <a:off x="4153362" y="3318663"/>
            <a:ext cx="421927" cy="399248"/>
            <a:chOff x="-1592325" y="3957400"/>
            <a:chExt cx="293025" cy="277275"/>
          </a:xfrm>
        </p:grpSpPr>
        <p:sp>
          <p:nvSpPr>
            <p:cNvPr id="10426" name="Google Shape;10426;p81"/>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1"/>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1"/>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1"/>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81"/>
          <p:cNvGrpSpPr/>
          <p:nvPr/>
        </p:nvGrpSpPr>
        <p:grpSpPr>
          <a:xfrm>
            <a:off x="3640232" y="3310744"/>
            <a:ext cx="369730" cy="420775"/>
            <a:chOff x="-778700" y="3612425"/>
            <a:chExt cx="256775" cy="292225"/>
          </a:xfrm>
        </p:grpSpPr>
        <p:sp>
          <p:nvSpPr>
            <p:cNvPr id="10431" name="Google Shape;10431;p81"/>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1"/>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1"/>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1"/>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1"/>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1"/>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81"/>
          <p:cNvGrpSpPr/>
          <p:nvPr/>
        </p:nvGrpSpPr>
        <p:grpSpPr>
          <a:xfrm>
            <a:off x="6111733" y="3828305"/>
            <a:ext cx="340731" cy="387641"/>
            <a:chOff x="7728464" y="1561258"/>
            <a:chExt cx="349719" cy="397866"/>
          </a:xfrm>
        </p:grpSpPr>
        <p:sp>
          <p:nvSpPr>
            <p:cNvPr id="10438" name="Google Shape;10438;p81"/>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1"/>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1"/>
          <p:cNvGrpSpPr/>
          <p:nvPr/>
        </p:nvGrpSpPr>
        <p:grpSpPr>
          <a:xfrm>
            <a:off x="4034702" y="3828305"/>
            <a:ext cx="387681" cy="387641"/>
            <a:chOff x="5611350" y="1561258"/>
            <a:chExt cx="397907" cy="397866"/>
          </a:xfrm>
        </p:grpSpPr>
        <p:sp>
          <p:nvSpPr>
            <p:cNvPr id="10441" name="Google Shape;10441;p81"/>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1"/>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1"/>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1"/>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81"/>
          <p:cNvGrpSpPr/>
          <p:nvPr/>
        </p:nvGrpSpPr>
        <p:grpSpPr>
          <a:xfrm>
            <a:off x="4553987" y="3925571"/>
            <a:ext cx="387610" cy="193109"/>
            <a:chOff x="6140660" y="1661097"/>
            <a:chExt cx="397835" cy="198202"/>
          </a:xfrm>
        </p:grpSpPr>
        <p:sp>
          <p:nvSpPr>
            <p:cNvPr id="10446" name="Google Shape;10446;p81"/>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1"/>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1"/>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1"/>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1"/>
          <p:cNvGrpSpPr/>
          <p:nvPr/>
        </p:nvGrpSpPr>
        <p:grpSpPr>
          <a:xfrm>
            <a:off x="5073202" y="3828305"/>
            <a:ext cx="387681" cy="387641"/>
            <a:chOff x="6669907" y="1561258"/>
            <a:chExt cx="397907" cy="397866"/>
          </a:xfrm>
        </p:grpSpPr>
        <p:sp>
          <p:nvSpPr>
            <p:cNvPr id="10451" name="Google Shape;10451;p81"/>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1"/>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1"/>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1"/>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1"/>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81"/>
          <p:cNvGrpSpPr/>
          <p:nvPr/>
        </p:nvGrpSpPr>
        <p:grpSpPr>
          <a:xfrm>
            <a:off x="5592488" y="3828305"/>
            <a:ext cx="387641" cy="387641"/>
            <a:chOff x="7199196" y="1561258"/>
            <a:chExt cx="397866" cy="397866"/>
          </a:xfrm>
        </p:grpSpPr>
        <p:sp>
          <p:nvSpPr>
            <p:cNvPr id="10457" name="Google Shape;10457;p81"/>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1"/>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1"/>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81"/>
          <p:cNvGrpSpPr/>
          <p:nvPr/>
        </p:nvGrpSpPr>
        <p:grpSpPr>
          <a:xfrm>
            <a:off x="1958433" y="3885842"/>
            <a:ext cx="387681" cy="272572"/>
            <a:chOff x="3386036" y="1746339"/>
            <a:chExt cx="397907" cy="279762"/>
          </a:xfrm>
        </p:grpSpPr>
        <p:sp>
          <p:nvSpPr>
            <p:cNvPr id="10461" name="Google Shape;10461;p81"/>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1"/>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81"/>
          <p:cNvGrpSpPr/>
          <p:nvPr/>
        </p:nvGrpSpPr>
        <p:grpSpPr>
          <a:xfrm>
            <a:off x="2996130" y="3828288"/>
            <a:ext cx="387681" cy="387681"/>
            <a:chOff x="4417380" y="1687279"/>
            <a:chExt cx="397907" cy="397907"/>
          </a:xfrm>
        </p:grpSpPr>
        <p:sp>
          <p:nvSpPr>
            <p:cNvPr id="10464" name="Google Shape;10464;p81"/>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1"/>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81"/>
          <p:cNvGrpSpPr/>
          <p:nvPr/>
        </p:nvGrpSpPr>
        <p:grpSpPr>
          <a:xfrm>
            <a:off x="7942611" y="3308537"/>
            <a:ext cx="387661" cy="387661"/>
            <a:chOff x="2869999" y="1687279"/>
            <a:chExt cx="397887" cy="397887"/>
          </a:xfrm>
        </p:grpSpPr>
        <p:sp>
          <p:nvSpPr>
            <p:cNvPr id="10467" name="Google Shape;10467;p81"/>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1"/>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1"/>
          <p:cNvGrpSpPr/>
          <p:nvPr/>
        </p:nvGrpSpPr>
        <p:grpSpPr>
          <a:xfrm>
            <a:off x="2477718" y="3828664"/>
            <a:ext cx="386807" cy="386929"/>
            <a:chOff x="3902887" y="1687655"/>
            <a:chExt cx="397010" cy="397135"/>
          </a:xfrm>
        </p:grpSpPr>
        <p:sp>
          <p:nvSpPr>
            <p:cNvPr id="10470" name="Google Shape;10470;p81"/>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1"/>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81"/>
          <p:cNvGrpSpPr/>
          <p:nvPr/>
        </p:nvGrpSpPr>
        <p:grpSpPr>
          <a:xfrm>
            <a:off x="3515416" y="3828288"/>
            <a:ext cx="387681" cy="387681"/>
            <a:chOff x="4933458" y="1687279"/>
            <a:chExt cx="397907" cy="397907"/>
          </a:xfrm>
        </p:grpSpPr>
        <p:sp>
          <p:nvSpPr>
            <p:cNvPr id="10473" name="Google Shape;10473;p81"/>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1"/>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81"/>
          <p:cNvGrpSpPr/>
          <p:nvPr/>
        </p:nvGrpSpPr>
        <p:grpSpPr>
          <a:xfrm>
            <a:off x="6348367" y="3308537"/>
            <a:ext cx="387661" cy="387661"/>
            <a:chOff x="1379798" y="1723250"/>
            <a:chExt cx="397887" cy="397887"/>
          </a:xfrm>
        </p:grpSpPr>
        <p:sp>
          <p:nvSpPr>
            <p:cNvPr id="10476" name="Google Shape;10476;p8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81"/>
          <p:cNvGrpSpPr/>
          <p:nvPr/>
        </p:nvGrpSpPr>
        <p:grpSpPr>
          <a:xfrm>
            <a:off x="5286246" y="3308537"/>
            <a:ext cx="387681" cy="387661"/>
            <a:chOff x="266768" y="1721375"/>
            <a:chExt cx="397907" cy="397887"/>
          </a:xfrm>
        </p:grpSpPr>
        <p:sp>
          <p:nvSpPr>
            <p:cNvPr id="10481" name="Google Shape;10481;p8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81"/>
          <p:cNvGrpSpPr/>
          <p:nvPr/>
        </p:nvGrpSpPr>
        <p:grpSpPr>
          <a:xfrm>
            <a:off x="5817327" y="3308537"/>
            <a:ext cx="387641" cy="387661"/>
            <a:chOff x="864491" y="1723250"/>
            <a:chExt cx="397866" cy="397887"/>
          </a:xfrm>
        </p:grpSpPr>
        <p:sp>
          <p:nvSpPr>
            <p:cNvPr id="10484" name="Google Shape;10484;p8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7" name="Google Shape;10487;p81"/>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8" name="Google Shape;10488;p81"/>
          <p:cNvGrpSpPr/>
          <p:nvPr/>
        </p:nvGrpSpPr>
        <p:grpSpPr>
          <a:xfrm>
            <a:off x="7411672" y="3308924"/>
            <a:ext cx="387539" cy="386888"/>
            <a:chOff x="2408992" y="1722875"/>
            <a:chExt cx="397761" cy="397093"/>
          </a:xfrm>
        </p:grpSpPr>
        <p:sp>
          <p:nvSpPr>
            <p:cNvPr id="10489" name="Google Shape;10489;p81"/>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1"/>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94" name="Shape 10494"/>
        <p:cNvGrpSpPr/>
        <p:nvPr/>
      </p:nvGrpSpPr>
      <p:grpSpPr>
        <a:xfrm>
          <a:off x="0" y="0"/>
          <a:ext cx="0" cy="0"/>
          <a:chOff x="0" y="0"/>
          <a:chExt cx="0" cy="0"/>
        </a:xfrm>
      </p:grpSpPr>
      <p:pic>
        <p:nvPicPr>
          <p:cNvPr id="10495" name="Google Shape;10495;p8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Respiratory Clinical Case by Slidesgo">
  <a:themeElements>
    <a:clrScheme name="Simple Light">
      <a:dk1>
        <a:srgbClr val="000000"/>
      </a:dk1>
      <a:lt1>
        <a:srgbClr val="FFFFFF"/>
      </a:lt1>
      <a:dk2>
        <a:srgbClr val="595959"/>
      </a:dk2>
      <a:lt2>
        <a:srgbClr val="F3F3F3"/>
      </a:lt2>
      <a:accent1>
        <a:srgbClr val="5FC2AB"/>
      </a:accent1>
      <a:accent2>
        <a:srgbClr val="8BCFC2"/>
      </a:accent2>
      <a:accent3>
        <a:srgbClr val="A4D8CF"/>
      </a:accent3>
      <a:accent4>
        <a:srgbClr val="00C3B1"/>
      </a:accent4>
      <a:accent5>
        <a:srgbClr val="D9D9D9"/>
      </a:accent5>
      <a:accent6>
        <a:srgbClr val="E3E3E3"/>
      </a:accent6>
      <a:hlink>
        <a:srgbClr val="5FC2A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